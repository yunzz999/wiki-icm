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handoutMasterIdLst>
    <p:handoutMasterId r:id="rId22"/>
  </p:handoutMasterIdLst>
  <p:sldIdLst>
    <p:sldId id="256" r:id="rId2"/>
    <p:sldId id="279" r:id="rId3"/>
    <p:sldId id="268" r:id="rId4"/>
    <p:sldId id="282" r:id="rId5"/>
    <p:sldId id="281" r:id="rId6"/>
    <p:sldId id="283" r:id="rId7"/>
    <p:sldId id="280" r:id="rId8"/>
    <p:sldId id="284" r:id="rId9"/>
    <p:sldId id="275" r:id="rId10"/>
    <p:sldId id="285" r:id="rId11"/>
    <p:sldId id="287" r:id="rId12"/>
    <p:sldId id="276" r:id="rId13"/>
    <p:sldId id="288" r:id="rId14"/>
    <p:sldId id="289" r:id="rId15"/>
    <p:sldId id="293" r:id="rId16"/>
    <p:sldId id="291" r:id="rId17"/>
    <p:sldId id="292" r:id="rId18"/>
    <p:sldId id="286" r:id="rId19"/>
    <p:sldId id="278" r:id="rId2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40B5D0-04B6-40D1-9ED8-3CD12711DA1B}" v="13" dt="2024-03-07T00:29:56.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ny Alberto Luarte Canto" userId="01864023-a306-4040-9773-946c92c655fb" providerId="ADAL" clId="{5F1E9923-F754-492A-A850-7A0FE558DF66}"/>
    <pc:docChg chg="undo redo custSel addSld delSld modSld sldOrd">
      <pc:chgData name="Danny Alberto Luarte Canto" userId="01864023-a306-4040-9773-946c92c655fb" providerId="ADAL" clId="{5F1E9923-F754-492A-A850-7A0FE558DF66}" dt="2023-03-13T02:51:53.082" v="1757"/>
      <pc:docMkLst>
        <pc:docMk/>
      </pc:docMkLst>
      <pc:sldChg chg="modSp mod">
        <pc:chgData name="Danny Alberto Luarte Canto" userId="01864023-a306-4040-9773-946c92c655fb" providerId="ADAL" clId="{5F1E9923-F754-492A-A850-7A0FE558DF66}" dt="2023-03-07T13:17:09.486" v="665" actId="404"/>
        <pc:sldMkLst>
          <pc:docMk/>
          <pc:sldMk cId="1427364313" sldId="256"/>
        </pc:sldMkLst>
        <pc:spChg chg="mod">
          <ac:chgData name="Danny Alberto Luarte Canto" userId="01864023-a306-4040-9773-946c92c655fb" providerId="ADAL" clId="{5F1E9923-F754-492A-A850-7A0FE558DF66}" dt="2023-03-07T13:17:09.486" v="665" actId="404"/>
          <ac:spMkLst>
            <pc:docMk/>
            <pc:sldMk cId="1427364313" sldId="256"/>
            <ac:spMk id="2" creationId="{AACFD868-2834-635D-31FC-CE762BBAAB71}"/>
          </ac:spMkLst>
        </pc:spChg>
        <pc:spChg chg="mod">
          <ac:chgData name="Danny Alberto Luarte Canto" userId="01864023-a306-4040-9773-946c92c655fb" providerId="ADAL" clId="{5F1E9923-F754-492A-A850-7A0FE558DF66}" dt="2023-02-23T15:21:57.148" v="352" actId="1036"/>
          <ac:spMkLst>
            <pc:docMk/>
            <pc:sldMk cId="1427364313" sldId="256"/>
            <ac:spMk id="3" creationId="{12C094A1-0D37-3945-07BE-8F022C475BC4}"/>
          </ac:spMkLst>
        </pc:spChg>
      </pc:sldChg>
      <pc:sldChg chg="modSp mod">
        <pc:chgData name="Danny Alberto Luarte Canto" userId="01864023-a306-4040-9773-946c92c655fb" providerId="ADAL" clId="{5F1E9923-F754-492A-A850-7A0FE558DF66}" dt="2023-03-08T22:30:26.429" v="1350" actId="20577"/>
        <pc:sldMkLst>
          <pc:docMk/>
          <pc:sldMk cId="1836166502" sldId="257"/>
        </pc:sldMkLst>
        <pc:spChg chg="mod">
          <ac:chgData name="Danny Alberto Luarte Canto" userId="01864023-a306-4040-9773-946c92c655fb" providerId="ADAL" clId="{5F1E9923-F754-492A-A850-7A0FE558DF66}" dt="2023-03-08T22:30:03.671" v="1318" actId="20577"/>
          <ac:spMkLst>
            <pc:docMk/>
            <pc:sldMk cId="1836166502" sldId="257"/>
            <ac:spMk id="2" creationId="{8005E9B0-8F7F-3FA2-2964-F05E280BEF1C}"/>
          </ac:spMkLst>
        </pc:spChg>
        <pc:spChg chg="mod">
          <ac:chgData name="Danny Alberto Luarte Canto" userId="01864023-a306-4040-9773-946c92c655fb" providerId="ADAL" clId="{5F1E9923-F754-492A-A850-7A0FE558DF66}" dt="2023-03-08T22:30:26.429" v="1350" actId="20577"/>
          <ac:spMkLst>
            <pc:docMk/>
            <pc:sldMk cId="1836166502" sldId="257"/>
            <ac:spMk id="3" creationId="{EAADEC5F-E51D-6DCD-0067-DD0E14B31C04}"/>
          </ac:spMkLst>
        </pc:spChg>
      </pc:sldChg>
      <pc:sldChg chg="modSp mod">
        <pc:chgData name="Danny Alberto Luarte Canto" userId="01864023-a306-4040-9773-946c92c655fb" providerId="ADAL" clId="{5F1E9923-F754-492A-A850-7A0FE558DF66}" dt="2023-03-06T14:06:11.135" v="625" actId="403"/>
        <pc:sldMkLst>
          <pc:docMk/>
          <pc:sldMk cId="2905431894" sldId="258"/>
        </pc:sldMkLst>
        <pc:spChg chg="mod">
          <ac:chgData name="Danny Alberto Luarte Canto" userId="01864023-a306-4040-9773-946c92c655fb" providerId="ADAL" clId="{5F1E9923-F754-492A-A850-7A0FE558DF66}" dt="2023-03-06T13:53:23.569" v="592"/>
          <ac:spMkLst>
            <pc:docMk/>
            <pc:sldMk cId="2905431894" sldId="258"/>
            <ac:spMk id="2" creationId="{AADD0399-1126-A4A5-B6EE-534BB134D682}"/>
          </ac:spMkLst>
        </pc:spChg>
        <pc:spChg chg="mod">
          <ac:chgData name="Danny Alberto Luarte Canto" userId="01864023-a306-4040-9773-946c92c655fb" providerId="ADAL" clId="{5F1E9923-F754-492A-A850-7A0FE558DF66}" dt="2023-03-06T14:06:11.135" v="625" actId="403"/>
          <ac:spMkLst>
            <pc:docMk/>
            <pc:sldMk cId="2905431894" sldId="258"/>
            <ac:spMk id="3" creationId="{D64ECE64-3A19-2618-84C3-EEA0B903C332}"/>
          </ac:spMkLst>
        </pc:spChg>
      </pc:sldChg>
      <pc:sldChg chg="modSp new mod">
        <pc:chgData name="Danny Alberto Luarte Canto" userId="01864023-a306-4040-9773-946c92c655fb" providerId="ADAL" clId="{5F1E9923-F754-492A-A850-7A0FE558DF66}" dt="2023-03-08T02:47:54.113" v="1272" actId="20577"/>
        <pc:sldMkLst>
          <pc:docMk/>
          <pc:sldMk cId="344972090" sldId="259"/>
        </pc:sldMkLst>
        <pc:spChg chg="mod">
          <ac:chgData name="Danny Alberto Luarte Canto" userId="01864023-a306-4040-9773-946c92c655fb" providerId="ADAL" clId="{5F1E9923-F754-492A-A850-7A0FE558DF66}" dt="2023-03-08T02:47:54.113" v="1272" actId="20577"/>
          <ac:spMkLst>
            <pc:docMk/>
            <pc:sldMk cId="344972090" sldId="259"/>
            <ac:spMk id="2" creationId="{8123DE19-B10B-F03D-AFCD-83701DA7AFD8}"/>
          </ac:spMkLst>
        </pc:spChg>
        <pc:spChg chg="mod">
          <ac:chgData name="Danny Alberto Luarte Canto" userId="01864023-a306-4040-9773-946c92c655fb" providerId="ADAL" clId="{5F1E9923-F754-492A-A850-7A0FE558DF66}" dt="2023-03-06T13:53:23.569" v="592"/>
          <ac:spMkLst>
            <pc:docMk/>
            <pc:sldMk cId="344972090" sldId="259"/>
            <ac:spMk id="3" creationId="{D6B54DB2-5879-0C56-AFF9-632AD83B0DA6}"/>
          </ac:spMkLst>
        </pc:spChg>
      </pc:sldChg>
      <pc:sldChg chg="new del">
        <pc:chgData name="Danny Alberto Luarte Canto" userId="01864023-a306-4040-9773-946c92c655fb" providerId="ADAL" clId="{5F1E9923-F754-492A-A850-7A0FE558DF66}" dt="2023-02-09T20:06:37.257" v="127" actId="680"/>
        <pc:sldMkLst>
          <pc:docMk/>
          <pc:sldMk cId="3612981634" sldId="259"/>
        </pc:sldMkLst>
      </pc:sldChg>
      <pc:sldChg chg="addSp delSp modSp new mod">
        <pc:chgData name="Danny Alberto Luarte Canto" userId="01864023-a306-4040-9773-946c92c655fb" providerId="ADAL" clId="{5F1E9923-F754-492A-A850-7A0FE558DF66}" dt="2023-03-06T13:53:23.569" v="592"/>
        <pc:sldMkLst>
          <pc:docMk/>
          <pc:sldMk cId="1461003787" sldId="260"/>
        </pc:sldMkLst>
        <pc:spChg chg="mod">
          <ac:chgData name="Danny Alberto Luarte Canto" userId="01864023-a306-4040-9773-946c92c655fb" providerId="ADAL" clId="{5F1E9923-F754-492A-A850-7A0FE558DF66}" dt="2023-03-06T13:53:23.569" v="592"/>
          <ac:spMkLst>
            <pc:docMk/>
            <pc:sldMk cId="1461003787" sldId="260"/>
            <ac:spMk id="2" creationId="{E7A9E2DC-3B75-E3F7-D306-9190550906DC}"/>
          </ac:spMkLst>
        </pc:spChg>
        <pc:spChg chg="del">
          <ac:chgData name="Danny Alberto Luarte Canto" userId="01864023-a306-4040-9773-946c92c655fb" providerId="ADAL" clId="{5F1E9923-F754-492A-A850-7A0FE558DF66}" dt="2023-02-09T20:33:22.892" v="177" actId="478"/>
          <ac:spMkLst>
            <pc:docMk/>
            <pc:sldMk cId="1461003787" sldId="260"/>
            <ac:spMk id="3" creationId="{2C748166-BB78-582B-712D-BE47F7A3AE0B}"/>
          </ac:spMkLst>
        </pc:spChg>
        <pc:picChg chg="add mod">
          <ac:chgData name="Danny Alberto Luarte Canto" userId="01864023-a306-4040-9773-946c92c655fb" providerId="ADAL" clId="{5F1E9923-F754-492A-A850-7A0FE558DF66}" dt="2023-02-09T20:34:05.988" v="224" actId="1076"/>
          <ac:picMkLst>
            <pc:docMk/>
            <pc:sldMk cId="1461003787" sldId="260"/>
            <ac:picMk id="5" creationId="{D20608A6-BC31-F3A0-1FAD-D580F786BE5C}"/>
          </ac:picMkLst>
        </pc:picChg>
      </pc:sldChg>
      <pc:sldChg chg="new del">
        <pc:chgData name="Danny Alberto Luarte Canto" userId="01864023-a306-4040-9773-946c92c655fb" providerId="ADAL" clId="{5F1E9923-F754-492A-A850-7A0FE558DF66}" dt="2023-02-09T20:29:25.197" v="175" actId="680"/>
        <pc:sldMkLst>
          <pc:docMk/>
          <pc:sldMk cId="1996565668" sldId="260"/>
        </pc:sldMkLst>
      </pc:sldChg>
      <pc:sldChg chg="new del">
        <pc:chgData name="Danny Alberto Luarte Canto" userId="01864023-a306-4040-9773-946c92c655fb" providerId="ADAL" clId="{5F1E9923-F754-492A-A850-7A0FE558DF66}" dt="2023-02-23T15:11:54.748" v="227" actId="680"/>
        <pc:sldMkLst>
          <pc:docMk/>
          <pc:sldMk cId="2531055004" sldId="261"/>
        </pc:sldMkLst>
      </pc:sldChg>
      <pc:sldChg chg="addSp delSp modSp new mod">
        <pc:chgData name="Danny Alberto Luarte Canto" userId="01864023-a306-4040-9773-946c92c655fb" providerId="ADAL" clId="{5F1E9923-F754-492A-A850-7A0FE558DF66}" dt="2023-03-12T19:44:30.637" v="1401"/>
        <pc:sldMkLst>
          <pc:docMk/>
          <pc:sldMk cId="3450533065" sldId="261"/>
        </pc:sldMkLst>
        <pc:spChg chg="del mod">
          <ac:chgData name="Danny Alberto Luarte Canto" userId="01864023-a306-4040-9773-946c92c655fb" providerId="ADAL" clId="{5F1E9923-F754-492A-A850-7A0FE558DF66}" dt="2023-03-12T19:44:28.126" v="1398" actId="478"/>
          <ac:spMkLst>
            <pc:docMk/>
            <pc:sldMk cId="3450533065" sldId="261"/>
            <ac:spMk id="2" creationId="{F6557ADB-6229-37E2-205A-359B0C15D047}"/>
          </ac:spMkLst>
        </pc:spChg>
        <pc:spChg chg="del">
          <ac:chgData name="Danny Alberto Luarte Canto" userId="01864023-a306-4040-9773-946c92c655fb" providerId="ADAL" clId="{5F1E9923-F754-492A-A850-7A0FE558DF66}" dt="2023-02-23T15:16:59.510" v="249" actId="931"/>
          <ac:spMkLst>
            <pc:docMk/>
            <pc:sldMk cId="3450533065" sldId="261"/>
            <ac:spMk id="3" creationId="{EE9739DA-CCAD-33E7-8E9D-37016483B414}"/>
          </ac:spMkLst>
        </pc:spChg>
        <pc:spChg chg="add del mod">
          <ac:chgData name="Danny Alberto Luarte Canto" userId="01864023-a306-4040-9773-946c92c655fb" providerId="ADAL" clId="{5F1E9923-F754-492A-A850-7A0FE558DF66}" dt="2023-03-12T19:44:29.886" v="1400" actId="478"/>
          <ac:spMkLst>
            <pc:docMk/>
            <pc:sldMk cId="3450533065" sldId="261"/>
            <ac:spMk id="4" creationId="{1A015C2A-445A-5B08-07C9-36449B0BBF76}"/>
          </ac:spMkLst>
        </pc:spChg>
        <pc:spChg chg="add mod">
          <ac:chgData name="Danny Alberto Luarte Canto" userId="01864023-a306-4040-9773-946c92c655fb" providerId="ADAL" clId="{5F1E9923-F754-492A-A850-7A0FE558DF66}" dt="2023-03-12T19:44:30.637" v="1401"/>
          <ac:spMkLst>
            <pc:docMk/>
            <pc:sldMk cId="3450533065" sldId="261"/>
            <ac:spMk id="6" creationId="{C3666C63-41DF-3D5E-F94C-D161F40D4DFA}"/>
          </ac:spMkLst>
        </pc:spChg>
        <pc:picChg chg="add mod">
          <ac:chgData name="Danny Alberto Luarte Canto" userId="01864023-a306-4040-9773-946c92c655fb" providerId="ADAL" clId="{5F1E9923-F754-492A-A850-7A0FE558DF66}" dt="2023-02-23T16:00:43.565" v="364" actId="1076"/>
          <ac:picMkLst>
            <pc:docMk/>
            <pc:sldMk cId="3450533065" sldId="261"/>
            <ac:picMk id="5" creationId="{22F05E2F-5B7B-E026-EC4B-5F848906133C}"/>
          </ac:picMkLst>
        </pc:picChg>
      </pc:sldChg>
      <pc:sldChg chg="addSp delSp modSp add mod modClrScheme chgLayout">
        <pc:chgData name="Danny Alberto Luarte Canto" userId="01864023-a306-4040-9773-946c92c655fb" providerId="ADAL" clId="{5F1E9923-F754-492A-A850-7A0FE558DF66}" dt="2023-03-12T19:43:36.929" v="1387" actId="1076"/>
        <pc:sldMkLst>
          <pc:docMk/>
          <pc:sldMk cId="898572923" sldId="262"/>
        </pc:sldMkLst>
        <pc:spChg chg="mod ord">
          <ac:chgData name="Danny Alberto Luarte Canto" userId="01864023-a306-4040-9773-946c92c655fb" providerId="ADAL" clId="{5F1E9923-F754-492A-A850-7A0FE558DF66}" dt="2023-03-12T19:43:36.929" v="1387" actId="1076"/>
          <ac:spMkLst>
            <pc:docMk/>
            <pc:sldMk cId="898572923" sldId="262"/>
            <ac:spMk id="2" creationId="{F6557ADB-6229-37E2-205A-359B0C15D047}"/>
          </ac:spMkLst>
        </pc:spChg>
        <pc:spChg chg="add del mod ord">
          <ac:chgData name="Danny Alberto Luarte Canto" userId="01864023-a306-4040-9773-946c92c655fb" providerId="ADAL" clId="{5F1E9923-F754-492A-A850-7A0FE558DF66}" dt="2023-02-23T15:59:32.994" v="360" actId="700"/>
          <ac:spMkLst>
            <pc:docMk/>
            <pc:sldMk cId="898572923" sldId="262"/>
            <ac:spMk id="3" creationId="{FA7C8F68-C5B8-28A4-D84B-C591D558C042}"/>
          </ac:spMkLst>
        </pc:spChg>
        <pc:picChg chg="add mod">
          <ac:chgData name="Danny Alberto Luarte Canto" userId="01864023-a306-4040-9773-946c92c655fb" providerId="ADAL" clId="{5F1E9923-F754-492A-A850-7A0FE558DF66}" dt="2023-02-23T16:01:12.652" v="369" actId="1076"/>
          <ac:picMkLst>
            <pc:docMk/>
            <pc:sldMk cId="898572923" sldId="262"/>
            <ac:picMk id="4" creationId="{EFD97994-C690-FE5B-61D4-69847064641A}"/>
          </ac:picMkLst>
        </pc:picChg>
        <pc:picChg chg="mod ord">
          <ac:chgData name="Danny Alberto Luarte Canto" userId="01864023-a306-4040-9773-946c92c655fb" providerId="ADAL" clId="{5F1E9923-F754-492A-A850-7A0FE558DF66}" dt="2023-02-23T16:00:55.284" v="367" actId="1076"/>
          <ac:picMkLst>
            <pc:docMk/>
            <pc:sldMk cId="898572923" sldId="262"/>
            <ac:picMk id="5" creationId="{22F05E2F-5B7B-E026-EC4B-5F848906133C}"/>
          </ac:picMkLst>
        </pc:picChg>
      </pc:sldChg>
      <pc:sldChg chg="new del">
        <pc:chgData name="Danny Alberto Luarte Canto" userId="01864023-a306-4040-9773-946c92c655fb" providerId="ADAL" clId="{5F1E9923-F754-492A-A850-7A0FE558DF66}" dt="2023-02-23T15:18:21.229" v="254" actId="2696"/>
        <pc:sldMkLst>
          <pc:docMk/>
          <pc:sldMk cId="1498525826" sldId="262"/>
        </pc:sldMkLst>
      </pc:sldChg>
      <pc:sldChg chg="add del ord">
        <pc:chgData name="Danny Alberto Luarte Canto" userId="01864023-a306-4040-9773-946c92c655fb" providerId="ADAL" clId="{5F1E9923-F754-492A-A850-7A0FE558DF66}" dt="2023-02-23T15:22:08.114" v="356" actId="47"/>
        <pc:sldMkLst>
          <pc:docMk/>
          <pc:sldMk cId="4157213617" sldId="263"/>
        </pc:sldMkLst>
      </pc:sldChg>
      <pc:sldChg chg="add del ord">
        <pc:chgData name="Danny Alberto Luarte Canto" userId="01864023-a306-4040-9773-946c92c655fb" providerId="ADAL" clId="{5F1E9923-F754-492A-A850-7A0FE558DF66}" dt="2023-03-07T13:17:38.917" v="669" actId="47"/>
        <pc:sldMkLst>
          <pc:docMk/>
          <pc:sldMk cId="4085669331" sldId="264"/>
        </pc:sldMkLst>
      </pc:sldChg>
      <pc:sldChg chg="modSp add del mod">
        <pc:chgData name="Danny Alberto Luarte Canto" userId="01864023-a306-4040-9773-946c92c655fb" providerId="ADAL" clId="{5F1E9923-F754-492A-A850-7A0FE558DF66}" dt="2023-03-07T13:30:02.638" v="942" actId="47"/>
        <pc:sldMkLst>
          <pc:docMk/>
          <pc:sldMk cId="4162904605" sldId="265"/>
        </pc:sldMkLst>
        <pc:spChg chg="mod">
          <ac:chgData name="Danny Alberto Luarte Canto" userId="01864023-a306-4040-9773-946c92c655fb" providerId="ADAL" clId="{5F1E9923-F754-492A-A850-7A0FE558DF66}" dt="2023-03-06T13:53:23.569" v="592"/>
          <ac:spMkLst>
            <pc:docMk/>
            <pc:sldMk cId="4162904605" sldId="265"/>
            <ac:spMk id="2" creationId="{8005E9B0-8F7F-3FA2-2964-F05E280BEF1C}"/>
          </ac:spMkLst>
        </pc:spChg>
        <pc:spChg chg="mod">
          <ac:chgData name="Danny Alberto Luarte Canto" userId="01864023-a306-4040-9773-946c92c655fb" providerId="ADAL" clId="{5F1E9923-F754-492A-A850-7A0FE558DF66}" dt="2023-03-06T13:53:23.569" v="592"/>
          <ac:spMkLst>
            <pc:docMk/>
            <pc:sldMk cId="4162904605" sldId="265"/>
            <ac:spMk id="3" creationId="{EAADEC5F-E51D-6DCD-0067-DD0E14B31C04}"/>
          </ac:spMkLst>
        </pc:spChg>
      </pc:sldChg>
      <pc:sldChg chg="addSp delSp modSp add mod ord">
        <pc:chgData name="Danny Alberto Luarte Canto" userId="01864023-a306-4040-9773-946c92c655fb" providerId="ADAL" clId="{5F1E9923-F754-492A-A850-7A0FE558DF66}" dt="2023-03-12T19:43:58.507" v="1393" actId="478"/>
        <pc:sldMkLst>
          <pc:docMk/>
          <pc:sldMk cId="4119847291" sldId="266"/>
        </pc:sldMkLst>
        <pc:spChg chg="del mod">
          <ac:chgData name="Danny Alberto Luarte Canto" userId="01864023-a306-4040-9773-946c92c655fb" providerId="ADAL" clId="{5F1E9923-F754-492A-A850-7A0FE558DF66}" dt="2023-03-12T19:43:47.391" v="1390" actId="478"/>
          <ac:spMkLst>
            <pc:docMk/>
            <pc:sldMk cId="4119847291" sldId="266"/>
            <ac:spMk id="2" creationId="{F6557ADB-6229-37E2-205A-359B0C15D047}"/>
          </ac:spMkLst>
        </pc:spChg>
        <pc:spChg chg="add del mod">
          <ac:chgData name="Danny Alberto Luarte Canto" userId="01864023-a306-4040-9773-946c92c655fb" providerId="ADAL" clId="{5F1E9923-F754-492A-A850-7A0FE558DF66}" dt="2023-03-06T13:40:14.368" v="389"/>
          <ac:spMkLst>
            <pc:docMk/>
            <pc:sldMk cId="4119847291" sldId="266"/>
            <ac:spMk id="3" creationId="{323D0BD8-8A32-1517-E843-9AE98C51439E}"/>
          </ac:spMkLst>
        </pc:spChg>
        <pc:spChg chg="add del mod">
          <ac:chgData name="Danny Alberto Luarte Canto" userId="01864023-a306-4040-9773-946c92c655fb" providerId="ADAL" clId="{5F1E9923-F754-492A-A850-7A0FE558DF66}" dt="2023-03-12T19:43:44.224" v="1389" actId="478"/>
          <ac:spMkLst>
            <pc:docMk/>
            <pc:sldMk cId="4119847291" sldId="266"/>
            <ac:spMk id="3" creationId="{BF2FC8DD-04A9-D45A-D9BE-87E212DBF17D}"/>
          </ac:spMkLst>
        </pc:spChg>
        <pc:spChg chg="add mod">
          <ac:chgData name="Danny Alberto Luarte Canto" userId="01864023-a306-4040-9773-946c92c655fb" providerId="ADAL" clId="{5F1E9923-F754-492A-A850-7A0FE558DF66}" dt="2023-03-12T19:43:53.197" v="1392" actId="1076"/>
          <ac:spMkLst>
            <pc:docMk/>
            <pc:sldMk cId="4119847291" sldId="266"/>
            <ac:spMk id="4" creationId="{FAD626FC-EEDF-27F2-8308-6DAF82726C6D}"/>
          </ac:spMkLst>
        </pc:spChg>
        <pc:spChg chg="add del mod">
          <ac:chgData name="Danny Alberto Luarte Canto" userId="01864023-a306-4040-9773-946c92c655fb" providerId="ADAL" clId="{5F1E9923-F754-492A-A850-7A0FE558DF66}" dt="2023-03-06T13:41:41.338" v="416"/>
          <ac:spMkLst>
            <pc:docMk/>
            <pc:sldMk cId="4119847291" sldId="266"/>
            <ac:spMk id="6" creationId="{AC913461-1113-6B6C-B868-E198CF169DAB}"/>
          </ac:spMkLst>
        </pc:spChg>
        <pc:spChg chg="add mod">
          <ac:chgData name="Danny Alberto Luarte Canto" userId="01864023-a306-4040-9773-946c92c655fb" providerId="ADAL" clId="{5F1E9923-F754-492A-A850-7A0FE558DF66}" dt="2023-03-06T18:04:43.212" v="635" actId="20577"/>
          <ac:spMkLst>
            <pc:docMk/>
            <pc:sldMk cId="4119847291" sldId="266"/>
            <ac:spMk id="7" creationId="{B292BDFD-9999-8A54-CE5B-B702CACB6747}"/>
          </ac:spMkLst>
        </pc:spChg>
        <pc:spChg chg="add del mod">
          <ac:chgData name="Danny Alberto Luarte Canto" userId="01864023-a306-4040-9773-946c92c655fb" providerId="ADAL" clId="{5F1E9923-F754-492A-A850-7A0FE558DF66}" dt="2023-03-12T19:43:58.507" v="1393" actId="478"/>
          <ac:spMkLst>
            <pc:docMk/>
            <pc:sldMk cId="4119847291" sldId="266"/>
            <ac:spMk id="8" creationId="{3DF4D9EA-6283-2300-83CF-0DCAD1C07456}"/>
          </ac:spMkLst>
        </pc:spChg>
        <pc:spChg chg="add mod">
          <ac:chgData name="Danny Alberto Luarte Canto" userId="01864023-a306-4040-9773-946c92c655fb" providerId="ADAL" clId="{5F1E9923-F754-492A-A850-7A0FE558DF66}" dt="2023-03-12T19:43:50.787" v="1391"/>
          <ac:spMkLst>
            <pc:docMk/>
            <pc:sldMk cId="4119847291" sldId="266"/>
            <ac:spMk id="9" creationId="{788F2F8E-AF8C-0668-6026-F063DC65D2C5}"/>
          </ac:spMkLst>
        </pc:spChg>
      </pc:sldChg>
      <pc:sldChg chg="modSp new del mod">
        <pc:chgData name="Danny Alberto Luarte Canto" userId="01864023-a306-4040-9773-946c92c655fb" providerId="ADAL" clId="{5F1E9923-F754-492A-A850-7A0FE558DF66}" dt="2023-03-12T19:44:58.371" v="1405" actId="47"/>
        <pc:sldMkLst>
          <pc:docMk/>
          <pc:sldMk cId="4180263173" sldId="267"/>
        </pc:sldMkLst>
        <pc:spChg chg="mod">
          <ac:chgData name="Danny Alberto Luarte Canto" userId="01864023-a306-4040-9773-946c92c655fb" providerId="ADAL" clId="{5F1E9923-F754-492A-A850-7A0FE558DF66}" dt="2023-03-07T13:13:11.781" v="646" actId="20577"/>
          <ac:spMkLst>
            <pc:docMk/>
            <pc:sldMk cId="4180263173" sldId="267"/>
            <ac:spMk id="2" creationId="{9A12176F-7370-1599-EFC7-399303FE397C}"/>
          </ac:spMkLst>
        </pc:spChg>
        <pc:spChg chg="mod">
          <ac:chgData name="Danny Alberto Luarte Canto" userId="01864023-a306-4040-9773-946c92c655fb" providerId="ADAL" clId="{5F1E9923-F754-492A-A850-7A0FE558DF66}" dt="2023-03-07T18:51:44.570" v="1171" actId="20577"/>
          <ac:spMkLst>
            <pc:docMk/>
            <pc:sldMk cId="4180263173" sldId="267"/>
            <ac:spMk id="3" creationId="{8B826DB3-49E6-FC33-4B50-3857C28BEC97}"/>
          </ac:spMkLst>
        </pc:spChg>
      </pc:sldChg>
      <pc:sldChg chg="addSp delSp modSp new mod">
        <pc:chgData name="Danny Alberto Luarte Canto" userId="01864023-a306-4040-9773-946c92c655fb" providerId="ADAL" clId="{5F1E9923-F754-492A-A850-7A0FE558DF66}" dt="2023-03-13T02:51:53.082" v="1757"/>
        <pc:sldMkLst>
          <pc:docMk/>
          <pc:sldMk cId="2218455948" sldId="268"/>
        </pc:sldMkLst>
        <pc:spChg chg="del mod">
          <ac:chgData name="Danny Alberto Luarte Canto" userId="01864023-a306-4040-9773-946c92c655fb" providerId="ADAL" clId="{5F1E9923-F754-492A-A850-7A0FE558DF66}" dt="2023-03-13T02:51:51.455" v="1755" actId="478"/>
          <ac:spMkLst>
            <pc:docMk/>
            <pc:sldMk cId="2218455948" sldId="268"/>
            <ac:spMk id="2" creationId="{D5AEF18C-FB06-BAA3-83E2-76C6E9485757}"/>
          </ac:spMkLst>
        </pc:spChg>
        <pc:spChg chg="mod">
          <ac:chgData name="Danny Alberto Luarte Canto" userId="01864023-a306-4040-9773-946c92c655fb" providerId="ADAL" clId="{5F1E9923-F754-492A-A850-7A0FE558DF66}" dt="2023-03-12T19:44:56.533" v="1404"/>
          <ac:spMkLst>
            <pc:docMk/>
            <pc:sldMk cId="2218455948" sldId="268"/>
            <ac:spMk id="3" creationId="{D2256D52-52DB-5EC4-B069-86181CE5A67F}"/>
          </ac:spMkLst>
        </pc:spChg>
        <pc:spChg chg="add del mod">
          <ac:chgData name="Danny Alberto Luarte Canto" userId="01864023-a306-4040-9773-946c92c655fb" providerId="ADAL" clId="{5F1E9923-F754-492A-A850-7A0FE558DF66}" dt="2023-03-13T02:51:52.879" v="1756" actId="478"/>
          <ac:spMkLst>
            <pc:docMk/>
            <pc:sldMk cId="2218455948" sldId="268"/>
            <ac:spMk id="4" creationId="{2D6CC46B-14F3-DD1A-FA5F-2721A70A6B17}"/>
          </ac:spMkLst>
        </pc:spChg>
        <pc:spChg chg="add mod">
          <ac:chgData name="Danny Alberto Luarte Canto" userId="01864023-a306-4040-9773-946c92c655fb" providerId="ADAL" clId="{5F1E9923-F754-492A-A850-7A0FE558DF66}" dt="2023-03-13T02:51:53.082" v="1757"/>
          <ac:spMkLst>
            <pc:docMk/>
            <pc:sldMk cId="2218455948" sldId="268"/>
            <ac:spMk id="6" creationId="{195EC640-63C1-E5B4-EBAC-BBE71C870CD0}"/>
          </ac:spMkLst>
        </pc:spChg>
      </pc:sldChg>
      <pc:sldChg chg="add ord">
        <pc:chgData name="Danny Alberto Luarte Canto" userId="01864023-a306-4040-9773-946c92c655fb" providerId="ADAL" clId="{5F1E9923-F754-492A-A850-7A0FE558DF66}" dt="2023-03-07T13:17:35.898" v="668"/>
        <pc:sldMkLst>
          <pc:docMk/>
          <pc:sldMk cId="3954892210" sldId="269"/>
        </pc:sldMkLst>
      </pc:sldChg>
      <pc:sldChg chg="modSp add mod">
        <pc:chgData name="Danny Alberto Luarte Canto" userId="01864023-a306-4040-9773-946c92c655fb" providerId="ADAL" clId="{5F1E9923-F754-492A-A850-7A0FE558DF66}" dt="2023-03-08T22:30:34.563" v="1359" actId="20577"/>
        <pc:sldMkLst>
          <pc:docMk/>
          <pc:sldMk cId="80477184" sldId="270"/>
        </pc:sldMkLst>
        <pc:spChg chg="mod">
          <ac:chgData name="Danny Alberto Luarte Canto" userId="01864023-a306-4040-9773-946c92c655fb" providerId="ADAL" clId="{5F1E9923-F754-492A-A850-7A0FE558DF66}" dt="2023-03-08T22:30:07.762" v="1333" actId="20577"/>
          <ac:spMkLst>
            <pc:docMk/>
            <pc:sldMk cId="80477184" sldId="270"/>
            <ac:spMk id="2" creationId="{8005E9B0-8F7F-3FA2-2964-F05E280BEF1C}"/>
          </ac:spMkLst>
        </pc:spChg>
        <pc:spChg chg="mod">
          <ac:chgData name="Danny Alberto Luarte Canto" userId="01864023-a306-4040-9773-946c92c655fb" providerId="ADAL" clId="{5F1E9923-F754-492A-A850-7A0FE558DF66}" dt="2023-03-08T22:30:34.563" v="1359" actId="20577"/>
          <ac:spMkLst>
            <pc:docMk/>
            <pc:sldMk cId="80477184" sldId="270"/>
            <ac:spMk id="3" creationId="{EAADEC5F-E51D-6DCD-0067-DD0E14B31C04}"/>
          </ac:spMkLst>
        </pc:spChg>
      </pc:sldChg>
      <pc:sldChg chg="addSp modSp new mod">
        <pc:chgData name="Danny Alberto Luarte Canto" userId="01864023-a306-4040-9773-946c92c655fb" providerId="ADAL" clId="{5F1E9923-F754-492A-A850-7A0FE558DF66}" dt="2023-03-13T02:12:50.863" v="1645" actId="14100"/>
        <pc:sldMkLst>
          <pc:docMk/>
          <pc:sldMk cId="2919403080" sldId="271"/>
        </pc:sldMkLst>
        <pc:spChg chg="mod">
          <ac:chgData name="Danny Alberto Luarte Canto" userId="01864023-a306-4040-9773-946c92c655fb" providerId="ADAL" clId="{5F1E9923-F754-492A-A850-7A0FE558DF66}" dt="2023-03-07T18:59:21.873" v="1172" actId="6549"/>
          <ac:spMkLst>
            <pc:docMk/>
            <pc:sldMk cId="2919403080" sldId="271"/>
            <ac:spMk id="2" creationId="{ED2C6B9C-92F5-56AF-A5FE-360E9B52FE7A}"/>
          </ac:spMkLst>
        </pc:spChg>
        <pc:spChg chg="mod">
          <ac:chgData name="Danny Alberto Luarte Canto" userId="01864023-a306-4040-9773-946c92c655fb" providerId="ADAL" clId="{5F1E9923-F754-492A-A850-7A0FE558DF66}" dt="2023-03-13T02:04:13.356" v="1627" actId="20577"/>
          <ac:spMkLst>
            <pc:docMk/>
            <pc:sldMk cId="2919403080" sldId="271"/>
            <ac:spMk id="3" creationId="{EA48B16B-8E63-333F-2971-B6228B3BF4F8}"/>
          </ac:spMkLst>
        </pc:spChg>
        <pc:picChg chg="add mod">
          <ac:chgData name="Danny Alberto Luarte Canto" userId="01864023-a306-4040-9773-946c92c655fb" providerId="ADAL" clId="{5F1E9923-F754-492A-A850-7A0FE558DF66}" dt="2023-03-13T02:12:50.863" v="1645" actId="14100"/>
          <ac:picMkLst>
            <pc:docMk/>
            <pc:sldMk cId="2919403080" sldId="271"/>
            <ac:picMk id="5" creationId="{48E3C48E-4469-16AD-8945-CB70B7921074}"/>
          </ac:picMkLst>
        </pc:picChg>
        <pc:picChg chg="add mod">
          <ac:chgData name="Danny Alberto Luarte Canto" userId="01864023-a306-4040-9773-946c92c655fb" providerId="ADAL" clId="{5F1E9923-F754-492A-A850-7A0FE558DF66}" dt="2023-03-13T02:11:55.475" v="1640" actId="1076"/>
          <ac:picMkLst>
            <pc:docMk/>
            <pc:sldMk cId="2919403080" sldId="271"/>
            <ac:picMk id="7" creationId="{22314CC1-788A-A210-BD1A-CECD386E2081}"/>
          </ac:picMkLst>
        </pc:picChg>
        <pc:picChg chg="add mod">
          <ac:chgData name="Danny Alberto Luarte Canto" userId="01864023-a306-4040-9773-946c92c655fb" providerId="ADAL" clId="{5F1E9923-F754-492A-A850-7A0FE558DF66}" dt="2023-03-13T02:12:48.236" v="1643" actId="1076"/>
          <ac:picMkLst>
            <pc:docMk/>
            <pc:sldMk cId="2919403080" sldId="271"/>
            <ac:picMk id="9" creationId="{E93AF4A5-213E-9512-B17B-57A955E43F9D}"/>
          </ac:picMkLst>
        </pc:picChg>
      </pc:sldChg>
      <pc:sldChg chg="addSp delSp modSp mod">
        <pc:chgData name="Danny Alberto Luarte Canto" userId="01864023-a306-4040-9773-946c92c655fb" providerId="ADAL" clId="{5F1E9923-F754-492A-A850-7A0FE558DF66}" dt="2023-03-12T19:44:21.664" v="1397"/>
        <pc:sldMkLst>
          <pc:docMk/>
          <pc:sldMk cId="3146726808" sldId="272"/>
        </pc:sldMkLst>
        <pc:spChg chg="del">
          <ac:chgData name="Danny Alberto Luarte Canto" userId="01864023-a306-4040-9773-946c92c655fb" providerId="ADAL" clId="{5F1E9923-F754-492A-A850-7A0FE558DF66}" dt="2023-03-12T19:44:18.813" v="1394" actId="478"/>
          <ac:spMkLst>
            <pc:docMk/>
            <pc:sldMk cId="3146726808" sldId="272"/>
            <ac:spMk id="2" creationId="{1DF33ABD-D186-3DDE-D23E-F09518FA386C}"/>
          </ac:spMkLst>
        </pc:spChg>
        <pc:spChg chg="add del mod">
          <ac:chgData name="Danny Alberto Luarte Canto" userId="01864023-a306-4040-9773-946c92c655fb" providerId="ADAL" clId="{5F1E9923-F754-492A-A850-7A0FE558DF66}" dt="2023-03-12T19:44:20.847" v="1396" actId="478"/>
          <ac:spMkLst>
            <pc:docMk/>
            <pc:sldMk cId="3146726808" sldId="272"/>
            <ac:spMk id="5" creationId="{D6556049-00D5-FDE0-81A5-A59C6D851597}"/>
          </ac:spMkLst>
        </pc:spChg>
        <pc:spChg chg="add mod">
          <ac:chgData name="Danny Alberto Luarte Canto" userId="01864023-a306-4040-9773-946c92c655fb" providerId="ADAL" clId="{5F1E9923-F754-492A-A850-7A0FE558DF66}" dt="2023-03-12T19:44:21.664" v="1397"/>
          <ac:spMkLst>
            <pc:docMk/>
            <pc:sldMk cId="3146726808" sldId="272"/>
            <ac:spMk id="6" creationId="{010A6B6D-4C0A-474A-3D7D-B5BCC6DA5E6F}"/>
          </ac:spMkLst>
        </pc:spChg>
      </pc:sldChg>
      <pc:sldChg chg="addSp modSp mod">
        <pc:chgData name="Danny Alberto Luarte Canto" userId="01864023-a306-4040-9773-946c92c655fb" providerId="ADAL" clId="{5F1E9923-F754-492A-A850-7A0FE558DF66}" dt="2023-03-13T02:51:34.214" v="1754" actId="1036"/>
        <pc:sldMkLst>
          <pc:docMk/>
          <pc:sldMk cId="3952805714" sldId="273"/>
        </pc:sldMkLst>
        <pc:spChg chg="mod">
          <ac:chgData name="Danny Alberto Luarte Canto" userId="01864023-a306-4040-9773-946c92c655fb" providerId="ADAL" clId="{5F1E9923-F754-492A-A850-7A0FE558DF66}" dt="2023-03-13T02:50:46.025" v="1707" actId="20577"/>
          <ac:spMkLst>
            <pc:docMk/>
            <pc:sldMk cId="3952805714" sldId="273"/>
            <ac:spMk id="2" creationId="{D5AEF18C-FB06-BAA3-83E2-76C6E9485757}"/>
          </ac:spMkLst>
        </pc:spChg>
        <pc:spChg chg="mod">
          <ac:chgData name="Danny Alberto Luarte Canto" userId="01864023-a306-4040-9773-946c92c655fb" providerId="ADAL" clId="{5F1E9923-F754-492A-A850-7A0FE558DF66}" dt="2023-03-13T02:51:22.087" v="1742" actId="20577"/>
          <ac:spMkLst>
            <pc:docMk/>
            <pc:sldMk cId="3952805714" sldId="273"/>
            <ac:spMk id="3" creationId="{D2256D52-52DB-5EC4-B069-86181CE5A67F}"/>
          </ac:spMkLst>
        </pc:spChg>
        <pc:spChg chg="add mod">
          <ac:chgData name="Danny Alberto Luarte Canto" userId="01864023-a306-4040-9773-946c92c655fb" providerId="ADAL" clId="{5F1E9923-F754-492A-A850-7A0FE558DF66}" dt="2023-03-13T02:51:34.214" v="1754" actId="1036"/>
          <ac:spMkLst>
            <pc:docMk/>
            <pc:sldMk cId="3952805714" sldId="273"/>
            <ac:spMk id="6" creationId="{EDD2B987-C22F-4033-6460-F98D30DE4EE7}"/>
          </ac:spMkLst>
        </pc:spChg>
        <pc:picChg chg="add mod">
          <ac:chgData name="Danny Alberto Luarte Canto" userId="01864023-a306-4040-9773-946c92c655fb" providerId="ADAL" clId="{5F1E9923-F754-492A-A850-7A0FE558DF66}" dt="2023-03-13T02:51:34.214" v="1754" actId="1036"/>
          <ac:picMkLst>
            <pc:docMk/>
            <pc:sldMk cId="3952805714" sldId="273"/>
            <ac:picMk id="5" creationId="{208D085F-A417-10E5-A842-82AE54980B61}"/>
          </ac:picMkLst>
        </pc:picChg>
      </pc:sldChg>
      <pc:sldChg chg="del">
        <pc:chgData name="Danny Alberto Luarte Canto" userId="01864023-a306-4040-9773-946c92c655fb" providerId="ADAL" clId="{5F1E9923-F754-492A-A850-7A0FE558DF66}" dt="2023-03-13T01:39:39.162" v="1465" actId="47"/>
        <pc:sldMkLst>
          <pc:docMk/>
          <pc:sldMk cId="255003223" sldId="274"/>
        </pc:sldMkLst>
      </pc:sldChg>
      <pc:sldChg chg="addSp modSp add mod">
        <pc:chgData name="Danny Alberto Luarte Canto" userId="01864023-a306-4040-9773-946c92c655fb" providerId="ADAL" clId="{5F1E9923-F754-492A-A850-7A0FE558DF66}" dt="2023-03-13T02:10:51.389" v="1633" actId="1076"/>
        <pc:sldMkLst>
          <pc:docMk/>
          <pc:sldMk cId="1602980298" sldId="274"/>
        </pc:sldMkLst>
        <pc:spChg chg="mod">
          <ac:chgData name="Danny Alberto Luarte Canto" userId="01864023-a306-4040-9773-946c92c655fb" providerId="ADAL" clId="{5F1E9923-F754-492A-A850-7A0FE558DF66}" dt="2023-03-13T02:04:01.967" v="1624" actId="20577"/>
          <ac:spMkLst>
            <pc:docMk/>
            <pc:sldMk cId="1602980298" sldId="274"/>
            <ac:spMk id="3" creationId="{EA48B16B-8E63-333F-2971-B6228B3BF4F8}"/>
          </ac:spMkLst>
        </pc:spChg>
        <pc:picChg chg="add mod">
          <ac:chgData name="Danny Alberto Luarte Canto" userId="01864023-a306-4040-9773-946c92c655fb" providerId="ADAL" clId="{5F1E9923-F754-492A-A850-7A0FE558DF66}" dt="2023-03-13T02:10:01.800" v="1629" actId="1076"/>
          <ac:picMkLst>
            <pc:docMk/>
            <pc:sldMk cId="1602980298" sldId="274"/>
            <ac:picMk id="5" creationId="{3B376430-1D9F-8D2B-2AB0-92F6EB8EF263}"/>
          </ac:picMkLst>
        </pc:picChg>
        <pc:picChg chg="add mod">
          <ac:chgData name="Danny Alberto Luarte Canto" userId="01864023-a306-4040-9773-946c92c655fb" providerId="ADAL" clId="{5F1E9923-F754-492A-A850-7A0FE558DF66}" dt="2023-03-13T02:10:51.389" v="1633" actId="1076"/>
          <ac:picMkLst>
            <pc:docMk/>
            <pc:sldMk cId="1602980298" sldId="274"/>
            <ac:picMk id="7" creationId="{EE1801E4-F755-5474-3744-108829533086}"/>
          </ac:picMkLst>
        </pc:picChg>
      </pc:sldChg>
    </pc:docChg>
  </pc:docChgLst>
  <pc:docChgLst>
    <pc:chgData name="Danny Alberto Luarte Canto" userId="01864023-a306-4040-9773-946c92c655fb" providerId="ADAL" clId="{39CB55A8-3B9B-4FB2-B5DA-9F8A148DC808}"/>
    <pc:docChg chg="addSld delSld modSld">
      <pc:chgData name="Danny Alberto Luarte Canto" userId="01864023-a306-4040-9773-946c92c655fb" providerId="ADAL" clId="{39CB55A8-3B9B-4FB2-B5DA-9F8A148DC808}" dt="2024-03-04T01:17:36.922" v="868" actId="47"/>
      <pc:docMkLst>
        <pc:docMk/>
      </pc:docMkLst>
      <pc:sldChg chg="modSp mod">
        <pc:chgData name="Danny Alberto Luarte Canto" userId="01864023-a306-4040-9773-946c92c655fb" providerId="ADAL" clId="{39CB55A8-3B9B-4FB2-B5DA-9F8A148DC808}" dt="2024-03-03T19:19:33.953" v="2" actId="20577"/>
        <pc:sldMkLst>
          <pc:docMk/>
          <pc:sldMk cId="1427364313" sldId="256"/>
        </pc:sldMkLst>
        <pc:spChg chg="mod">
          <ac:chgData name="Danny Alberto Luarte Canto" userId="01864023-a306-4040-9773-946c92c655fb" providerId="ADAL" clId="{39CB55A8-3B9B-4FB2-B5DA-9F8A148DC808}" dt="2024-03-03T19:19:33.953" v="2" actId="20577"/>
          <ac:spMkLst>
            <pc:docMk/>
            <pc:sldMk cId="1427364313" sldId="256"/>
            <ac:spMk id="2" creationId="{AACFD868-2834-635D-31FC-CE762BBAAB71}"/>
          </ac:spMkLst>
        </pc:spChg>
      </pc:sldChg>
      <pc:sldChg chg="modSp del">
        <pc:chgData name="Danny Alberto Luarte Canto" userId="01864023-a306-4040-9773-946c92c655fb" providerId="ADAL" clId="{39CB55A8-3B9B-4FB2-B5DA-9F8A148DC808}" dt="2024-03-04T01:17:35.994" v="867" actId="47"/>
        <pc:sldMkLst>
          <pc:docMk/>
          <pc:sldMk cId="1836166502" sldId="257"/>
        </pc:sldMkLst>
        <pc:spChg chg="mod">
          <ac:chgData name="Danny Alberto Luarte Canto" userId="01864023-a306-4040-9773-946c92c655fb" providerId="ADAL" clId="{39CB55A8-3B9B-4FB2-B5DA-9F8A148DC808}" dt="2024-03-03T19:19:25.179" v="0"/>
          <ac:spMkLst>
            <pc:docMk/>
            <pc:sldMk cId="1836166502" sldId="257"/>
            <ac:spMk id="2" creationId="{8005E9B0-8F7F-3FA2-2964-F05E280BEF1C}"/>
          </ac:spMkLst>
        </pc:spChg>
        <pc:spChg chg="mod">
          <ac:chgData name="Danny Alberto Luarte Canto" userId="01864023-a306-4040-9773-946c92c655fb" providerId="ADAL" clId="{39CB55A8-3B9B-4FB2-B5DA-9F8A148DC808}" dt="2024-03-03T19:19:25.179" v="0"/>
          <ac:spMkLst>
            <pc:docMk/>
            <pc:sldMk cId="1836166502" sldId="257"/>
            <ac:spMk id="3" creationId="{EAADEC5F-E51D-6DCD-0067-DD0E14B31C04}"/>
          </ac:spMkLst>
        </pc:spChg>
      </pc:sldChg>
      <pc:sldChg chg="modSp mod">
        <pc:chgData name="Danny Alberto Luarte Canto" userId="01864023-a306-4040-9773-946c92c655fb" providerId="ADAL" clId="{39CB55A8-3B9B-4FB2-B5DA-9F8A148DC808}" dt="2024-03-03T19:27:26.380" v="121" actId="20577"/>
        <pc:sldMkLst>
          <pc:docMk/>
          <pc:sldMk cId="2905431894" sldId="258"/>
        </pc:sldMkLst>
        <pc:spChg chg="mod">
          <ac:chgData name="Danny Alberto Luarte Canto" userId="01864023-a306-4040-9773-946c92c655fb" providerId="ADAL" clId="{39CB55A8-3B9B-4FB2-B5DA-9F8A148DC808}" dt="2024-03-03T19:19:25.179" v="0"/>
          <ac:spMkLst>
            <pc:docMk/>
            <pc:sldMk cId="2905431894" sldId="258"/>
            <ac:spMk id="2" creationId="{AADD0399-1126-A4A5-B6EE-534BB134D682}"/>
          </ac:spMkLst>
        </pc:spChg>
        <pc:spChg chg="mod">
          <ac:chgData name="Danny Alberto Luarte Canto" userId="01864023-a306-4040-9773-946c92c655fb" providerId="ADAL" clId="{39CB55A8-3B9B-4FB2-B5DA-9F8A148DC808}" dt="2024-03-03T19:27:26.380" v="121" actId="20577"/>
          <ac:spMkLst>
            <pc:docMk/>
            <pc:sldMk cId="2905431894" sldId="258"/>
            <ac:spMk id="3" creationId="{D64ECE64-3A19-2618-84C3-EEA0B903C332}"/>
          </ac:spMkLst>
        </pc:spChg>
      </pc:sldChg>
      <pc:sldChg chg="modSp">
        <pc:chgData name="Danny Alberto Luarte Canto" userId="01864023-a306-4040-9773-946c92c655fb" providerId="ADAL" clId="{39CB55A8-3B9B-4FB2-B5DA-9F8A148DC808}" dt="2024-03-03T19:19:25.179" v="0"/>
        <pc:sldMkLst>
          <pc:docMk/>
          <pc:sldMk cId="344972090" sldId="259"/>
        </pc:sldMkLst>
        <pc:spChg chg="mod">
          <ac:chgData name="Danny Alberto Luarte Canto" userId="01864023-a306-4040-9773-946c92c655fb" providerId="ADAL" clId="{39CB55A8-3B9B-4FB2-B5DA-9F8A148DC808}" dt="2024-03-03T19:19:25.179" v="0"/>
          <ac:spMkLst>
            <pc:docMk/>
            <pc:sldMk cId="344972090" sldId="259"/>
            <ac:spMk id="2" creationId="{8123DE19-B10B-F03D-AFCD-83701DA7AFD8}"/>
          </ac:spMkLst>
        </pc:spChg>
        <pc:spChg chg="mod">
          <ac:chgData name="Danny Alberto Luarte Canto" userId="01864023-a306-4040-9773-946c92c655fb" providerId="ADAL" clId="{39CB55A8-3B9B-4FB2-B5DA-9F8A148DC808}" dt="2024-03-03T19:19:25.179" v="0"/>
          <ac:spMkLst>
            <pc:docMk/>
            <pc:sldMk cId="344972090" sldId="259"/>
            <ac:spMk id="3" creationId="{D6B54DB2-5879-0C56-AFF9-632AD83B0DA6}"/>
          </ac:spMkLst>
        </pc:spChg>
      </pc:sldChg>
      <pc:sldChg chg="modSp">
        <pc:chgData name="Danny Alberto Luarte Canto" userId="01864023-a306-4040-9773-946c92c655fb" providerId="ADAL" clId="{39CB55A8-3B9B-4FB2-B5DA-9F8A148DC808}" dt="2024-03-03T19:19:25.179" v="0"/>
        <pc:sldMkLst>
          <pc:docMk/>
          <pc:sldMk cId="1461003787" sldId="260"/>
        </pc:sldMkLst>
        <pc:spChg chg="mod">
          <ac:chgData name="Danny Alberto Luarte Canto" userId="01864023-a306-4040-9773-946c92c655fb" providerId="ADAL" clId="{39CB55A8-3B9B-4FB2-B5DA-9F8A148DC808}" dt="2024-03-03T19:19:25.179" v="0"/>
          <ac:spMkLst>
            <pc:docMk/>
            <pc:sldMk cId="1461003787" sldId="260"/>
            <ac:spMk id="2" creationId="{E7A9E2DC-3B75-E3F7-D306-9190550906DC}"/>
          </ac:spMkLst>
        </pc:spChg>
      </pc:sldChg>
      <pc:sldChg chg="modSp">
        <pc:chgData name="Danny Alberto Luarte Canto" userId="01864023-a306-4040-9773-946c92c655fb" providerId="ADAL" clId="{39CB55A8-3B9B-4FB2-B5DA-9F8A148DC808}" dt="2024-03-03T19:19:25.179" v="0"/>
        <pc:sldMkLst>
          <pc:docMk/>
          <pc:sldMk cId="2218455948" sldId="268"/>
        </pc:sldMkLst>
        <pc:spChg chg="mod">
          <ac:chgData name="Danny Alberto Luarte Canto" userId="01864023-a306-4040-9773-946c92c655fb" providerId="ADAL" clId="{39CB55A8-3B9B-4FB2-B5DA-9F8A148DC808}" dt="2024-03-03T19:19:25.179" v="0"/>
          <ac:spMkLst>
            <pc:docMk/>
            <pc:sldMk cId="2218455948" sldId="268"/>
            <ac:spMk id="5" creationId="{45F236DD-1E03-E2EA-F1F3-646C55F285E5}"/>
          </ac:spMkLst>
        </pc:spChg>
        <pc:spChg chg="mod">
          <ac:chgData name="Danny Alberto Luarte Canto" userId="01864023-a306-4040-9773-946c92c655fb" providerId="ADAL" clId="{39CB55A8-3B9B-4FB2-B5DA-9F8A148DC808}" dt="2024-03-03T19:19:25.179" v="0"/>
          <ac:spMkLst>
            <pc:docMk/>
            <pc:sldMk cId="2218455948" sldId="268"/>
            <ac:spMk id="6" creationId="{195EC640-63C1-E5B4-EBAC-BBE71C870CD0}"/>
          </ac:spMkLst>
        </pc:spChg>
      </pc:sldChg>
      <pc:sldChg chg="modSp mod">
        <pc:chgData name="Danny Alberto Luarte Canto" userId="01864023-a306-4040-9773-946c92c655fb" providerId="ADAL" clId="{39CB55A8-3B9B-4FB2-B5DA-9F8A148DC808}" dt="2024-03-03T19:19:41.458" v="4" actId="20577"/>
        <pc:sldMkLst>
          <pc:docMk/>
          <pc:sldMk cId="3954892210" sldId="269"/>
        </pc:sldMkLst>
        <pc:spChg chg="mod">
          <ac:chgData name="Danny Alberto Luarte Canto" userId="01864023-a306-4040-9773-946c92c655fb" providerId="ADAL" clId="{39CB55A8-3B9B-4FB2-B5DA-9F8A148DC808}" dt="2024-03-03T19:19:41.458" v="4" actId="20577"/>
          <ac:spMkLst>
            <pc:docMk/>
            <pc:sldMk cId="3954892210" sldId="269"/>
            <ac:spMk id="2" creationId="{AACFD868-2834-635D-31FC-CE762BBAAB71}"/>
          </ac:spMkLst>
        </pc:spChg>
      </pc:sldChg>
      <pc:sldChg chg="modSp del">
        <pc:chgData name="Danny Alberto Luarte Canto" userId="01864023-a306-4040-9773-946c92c655fb" providerId="ADAL" clId="{39CB55A8-3B9B-4FB2-B5DA-9F8A148DC808}" dt="2024-03-04T01:17:36.922" v="868" actId="47"/>
        <pc:sldMkLst>
          <pc:docMk/>
          <pc:sldMk cId="80477184" sldId="270"/>
        </pc:sldMkLst>
        <pc:spChg chg="mod">
          <ac:chgData name="Danny Alberto Luarte Canto" userId="01864023-a306-4040-9773-946c92c655fb" providerId="ADAL" clId="{39CB55A8-3B9B-4FB2-B5DA-9F8A148DC808}" dt="2024-03-03T19:19:25.179" v="0"/>
          <ac:spMkLst>
            <pc:docMk/>
            <pc:sldMk cId="80477184" sldId="270"/>
            <ac:spMk id="2" creationId="{8005E9B0-8F7F-3FA2-2964-F05E280BEF1C}"/>
          </ac:spMkLst>
        </pc:spChg>
        <pc:spChg chg="mod">
          <ac:chgData name="Danny Alberto Luarte Canto" userId="01864023-a306-4040-9773-946c92c655fb" providerId="ADAL" clId="{39CB55A8-3B9B-4FB2-B5DA-9F8A148DC808}" dt="2024-03-03T19:19:25.179" v="0"/>
          <ac:spMkLst>
            <pc:docMk/>
            <pc:sldMk cId="80477184" sldId="270"/>
            <ac:spMk id="3" creationId="{EAADEC5F-E51D-6DCD-0067-DD0E14B31C04}"/>
          </ac:spMkLst>
        </pc:spChg>
      </pc:sldChg>
      <pc:sldChg chg="modSp">
        <pc:chgData name="Danny Alberto Luarte Canto" userId="01864023-a306-4040-9773-946c92c655fb" providerId="ADAL" clId="{39CB55A8-3B9B-4FB2-B5DA-9F8A148DC808}" dt="2024-03-03T19:19:25.179" v="0"/>
        <pc:sldMkLst>
          <pc:docMk/>
          <pc:sldMk cId="2919403080" sldId="271"/>
        </pc:sldMkLst>
        <pc:spChg chg="mod">
          <ac:chgData name="Danny Alberto Luarte Canto" userId="01864023-a306-4040-9773-946c92c655fb" providerId="ADAL" clId="{39CB55A8-3B9B-4FB2-B5DA-9F8A148DC808}" dt="2024-03-03T19:19:25.179" v="0"/>
          <ac:spMkLst>
            <pc:docMk/>
            <pc:sldMk cId="2919403080" sldId="271"/>
            <ac:spMk id="2" creationId="{ED2C6B9C-92F5-56AF-A5FE-360E9B52FE7A}"/>
          </ac:spMkLst>
        </pc:spChg>
        <pc:spChg chg="mod">
          <ac:chgData name="Danny Alberto Luarte Canto" userId="01864023-a306-4040-9773-946c92c655fb" providerId="ADAL" clId="{39CB55A8-3B9B-4FB2-B5DA-9F8A148DC808}" dt="2024-03-03T19:19:25.179" v="0"/>
          <ac:spMkLst>
            <pc:docMk/>
            <pc:sldMk cId="2919403080" sldId="271"/>
            <ac:spMk id="3" creationId="{EA48B16B-8E63-333F-2971-B6228B3BF4F8}"/>
          </ac:spMkLst>
        </pc:spChg>
      </pc:sldChg>
      <pc:sldChg chg="modSp">
        <pc:chgData name="Danny Alberto Luarte Canto" userId="01864023-a306-4040-9773-946c92c655fb" providerId="ADAL" clId="{39CB55A8-3B9B-4FB2-B5DA-9F8A148DC808}" dt="2024-03-03T19:19:25.179" v="0"/>
        <pc:sldMkLst>
          <pc:docMk/>
          <pc:sldMk cId="3146726808" sldId="272"/>
        </pc:sldMkLst>
        <pc:spChg chg="mod">
          <ac:chgData name="Danny Alberto Luarte Canto" userId="01864023-a306-4040-9773-946c92c655fb" providerId="ADAL" clId="{39CB55A8-3B9B-4FB2-B5DA-9F8A148DC808}" dt="2024-03-03T19:19:25.179" v="0"/>
          <ac:spMkLst>
            <pc:docMk/>
            <pc:sldMk cId="3146726808" sldId="272"/>
            <ac:spMk id="3" creationId="{D9AE748B-E62D-D4BC-AC54-B5EDC9162BE6}"/>
          </ac:spMkLst>
        </pc:spChg>
      </pc:sldChg>
      <pc:sldChg chg="modSp">
        <pc:chgData name="Danny Alberto Luarte Canto" userId="01864023-a306-4040-9773-946c92c655fb" providerId="ADAL" clId="{39CB55A8-3B9B-4FB2-B5DA-9F8A148DC808}" dt="2024-03-03T19:19:25.179" v="0"/>
        <pc:sldMkLst>
          <pc:docMk/>
          <pc:sldMk cId="3952805714" sldId="273"/>
        </pc:sldMkLst>
        <pc:spChg chg="mod">
          <ac:chgData name="Danny Alberto Luarte Canto" userId="01864023-a306-4040-9773-946c92c655fb" providerId="ADAL" clId="{39CB55A8-3B9B-4FB2-B5DA-9F8A148DC808}" dt="2024-03-03T19:19:25.179" v="0"/>
          <ac:spMkLst>
            <pc:docMk/>
            <pc:sldMk cId="3952805714" sldId="273"/>
            <ac:spMk id="2" creationId="{D5AEF18C-FB06-BAA3-83E2-76C6E9485757}"/>
          </ac:spMkLst>
        </pc:spChg>
        <pc:spChg chg="mod">
          <ac:chgData name="Danny Alberto Luarte Canto" userId="01864023-a306-4040-9773-946c92c655fb" providerId="ADAL" clId="{39CB55A8-3B9B-4FB2-B5DA-9F8A148DC808}" dt="2024-03-03T19:19:25.179" v="0"/>
          <ac:spMkLst>
            <pc:docMk/>
            <pc:sldMk cId="3952805714" sldId="273"/>
            <ac:spMk id="3" creationId="{D2256D52-52DB-5EC4-B069-86181CE5A67F}"/>
          </ac:spMkLst>
        </pc:spChg>
      </pc:sldChg>
      <pc:sldChg chg="modSp">
        <pc:chgData name="Danny Alberto Luarte Canto" userId="01864023-a306-4040-9773-946c92c655fb" providerId="ADAL" clId="{39CB55A8-3B9B-4FB2-B5DA-9F8A148DC808}" dt="2024-03-03T19:19:25.179" v="0"/>
        <pc:sldMkLst>
          <pc:docMk/>
          <pc:sldMk cId="1602980298" sldId="274"/>
        </pc:sldMkLst>
        <pc:spChg chg="mod">
          <ac:chgData name="Danny Alberto Luarte Canto" userId="01864023-a306-4040-9773-946c92c655fb" providerId="ADAL" clId="{39CB55A8-3B9B-4FB2-B5DA-9F8A148DC808}" dt="2024-03-03T19:19:25.179" v="0"/>
          <ac:spMkLst>
            <pc:docMk/>
            <pc:sldMk cId="1602980298" sldId="274"/>
            <ac:spMk id="2" creationId="{ED2C6B9C-92F5-56AF-A5FE-360E9B52FE7A}"/>
          </ac:spMkLst>
        </pc:spChg>
        <pc:spChg chg="mod">
          <ac:chgData name="Danny Alberto Luarte Canto" userId="01864023-a306-4040-9773-946c92c655fb" providerId="ADAL" clId="{39CB55A8-3B9B-4FB2-B5DA-9F8A148DC808}" dt="2024-03-03T19:19:25.179" v="0"/>
          <ac:spMkLst>
            <pc:docMk/>
            <pc:sldMk cId="1602980298" sldId="274"/>
            <ac:spMk id="3" creationId="{EA48B16B-8E63-333F-2971-B6228B3BF4F8}"/>
          </ac:spMkLst>
        </pc:spChg>
      </pc:sldChg>
      <pc:sldChg chg="modSp new mod">
        <pc:chgData name="Danny Alberto Luarte Canto" userId="01864023-a306-4040-9773-946c92c655fb" providerId="ADAL" clId="{39CB55A8-3B9B-4FB2-B5DA-9F8A148DC808}" dt="2024-03-04T01:09:24.959" v="866" actId="20577"/>
        <pc:sldMkLst>
          <pc:docMk/>
          <pc:sldMk cId="2399822016" sldId="275"/>
        </pc:sldMkLst>
        <pc:spChg chg="mod">
          <ac:chgData name="Danny Alberto Luarte Canto" userId="01864023-a306-4040-9773-946c92c655fb" providerId="ADAL" clId="{39CB55A8-3B9B-4FB2-B5DA-9F8A148DC808}" dt="2024-03-04T01:09:24.959" v="866" actId="20577"/>
          <ac:spMkLst>
            <pc:docMk/>
            <pc:sldMk cId="2399822016" sldId="275"/>
            <ac:spMk id="2" creationId="{4DF02544-596F-5DEA-4879-A6A661F00870}"/>
          </ac:spMkLst>
        </pc:spChg>
        <pc:spChg chg="mod">
          <ac:chgData name="Danny Alberto Luarte Canto" userId="01864023-a306-4040-9773-946c92c655fb" providerId="ADAL" clId="{39CB55A8-3B9B-4FB2-B5DA-9F8A148DC808}" dt="2024-03-04T00:34:47.316" v="724" actId="20577"/>
          <ac:spMkLst>
            <pc:docMk/>
            <pc:sldMk cId="2399822016" sldId="275"/>
            <ac:spMk id="3" creationId="{964C8A0A-72BB-9273-382C-3322E6BDC6A1}"/>
          </ac:spMkLst>
        </pc:spChg>
      </pc:sldChg>
      <pc:sldChg chg="modSp new mod">
        <pc:chgData name="Danny Alberto Luarte Canto" userId="01864023-a306-4040-9773-946c92c655fb" providerId="ADAL" clId="{39CB55A8-3B9B-4FB2-B5DA-9F8A148DC808}" dt="2024-03-04T00:53:58.804" v="852" actId="20577"/>
        <pc:sldMkLst>
          <pc:docMk/>
          <pc:sldMk cId="1676679384" sldId="276"/>
        </pc:sldMkLst>
        <pc:spChg chg="mod">
          <ac:chgData name="Danny Alberto Luarte Canto" userId="01864023-a306-4040-9773-946c92c655fb" providerId="ADAL" clId="{39CB55A8-3B9B-4FB2-B5DA-9F8A148DC808}" dt="2024-03-04T00:24:09.227" v="247" actId="20577"/>
          <ac:spMkLst>
            <pc:docMk/>
            <pc:sldMk cId="1676679384" sldId="276"/>
            <ac:spMk id="2" creationId="{1E5B34E0-58E0-3A67-020E-19D1597B3AE3}"/>
          </ac:spMkLst>
        </pc:spChg>
        <pc:spChg chg="mod">
          <ac:chgData name="Danny Alberto Luarte Canto" userId="01864023-a306-4040-9773-946c92c655fb" providerId="ADAL" clId="{39CB55A8-3B9B-4FB2-B5DA-9F8A148DC808}" dt="2024-03-04T00:53:58.804" v="852" actId="20577"/>
          <ac:spMkLst>
            <pc:docMk/>
            <pc:sldMk cId="1676679384" sldId="276"/>
            <ac:spMk id="3" creationId="{BC8D48BF-960A-9724-E8BB-52D6411FB5E4}"/>
          </ac:spMkLst>
        </pc:spChg>
      </pc:sldChg>
    </pc:docChg>
  </pc:docChgLst>
  <pc:docChgLst>
    <pc:chgData name="Danny Alberto Luarte Canto" userId="01864023-a306-4040-9773-946c92c655fb" providerId="ADAL" clId="{45B508FF-90EA-4187-A498-E3263B4B896D}"/>
    <pc:docChg chg="custSel addSld delSld modSld sldOrd addMainMaster modMainMaster">
      <pc:chgData name="Danny Alberto Luarte Canto" userId="01864023-a306-4040-9773-946c92c655fb" providerId="ADAL" clId="{45B508FF-90EA-4187-A498-E3263B4B896D}" dt="2023-02-09T19:39:01.440" v="242" actId="1037"/>
      <pc:docMkLst>
        <pc:docMk/>
      </pc:docMkLst>
      <pc:sldChg chg="addSp modSp new mod">
        <pc:chgData name="Danny Alberto Luarte Canto" userId="01864023-a306-4040-9773-946c92c655fb" providerId="ADAL" clId="{45B508FF-90EA-4187-A498-E3263B4B896D}" dt="2023-02-09T19:39:01.440" v="242" actId="1037"/>
        <pc:sldMkLst>
          <pc:docMk/>
          <pc:sldMk cId="1427364313" sldId="256"/>
        </pc:sldMkLst>
        <pc:spChg chg="mod">
          <ac:chgData name="Danny Alberto Luarte Canto" userId="01864023-a306-4040-9773-946c92c655fb" providerId="ADAL" clId="{45B508FF-90EA-4187-A498-E3263B4B896D}" dt="2023-02-09T19:34:42.498" v="160" actId="962"/>
          <ac:spMkLst>
            <pc:docMk/>
            <pc:sldMk cId="1427364313" sldId="256"/>
            <ac:spMk id="2" creationId="{AACFD868-2834-635D-31FC-CE762BBAAB71}"/>
          </ac:spMkLst>
        </pc:spChg>
        <pc:spChg chg="mod">
          <ac:chgData name="Danny Alberto Luarte Canto" userId="01864023-a306-4040-9773-946c92c655fb" providerId="ADAL" clId="{45B508FF-90EA-4187-A498-E3263B4B896D}" dt="2023-02-09T19:11:11.602" v="124" actId="255"/>
          <ac:spMkLst>
            <pc:docMk/>
            <pc:sldMk cId="1427364313" sldId="256"/>
            <ac:spMk id="3" creationId="{12C094A1-0D37-3945-07BE-8F022C475BC4}"/>
          </ac:spMkLst>
        </pc:spChg>
        <pc:picChg chg="add mod">
          <ac:chgData name="Danny Alberto Luarte Canto" userId="01864023-a306-4040-9773-946c92c655fb" providerId="ADAL" clId="{45B508FF-90EA-4187-A498-E3263B4B896D}" dt="2023-02-09T19:39:01.440" v="242" actId="1037"/>
          <ac:picMkLst>
            <pc:docMk/>
            <pc:sldMk cId="1427364313" sldId="256"/>
            <ac:picMk id="5" creationId="{975B42E4-489F-3638-C81E-AEC8ACC5E689}"/>
          </ac:picMkLst>
        </pc:picChg>
        <pc:picChg chg="add mod">
          <ac:chgData name="Danny Alberto Luarte Canto" userId="01864023-a306-4040-9773-946c92c655fb" providerId="ADAL" clId="{45B508FF-90EA-4187-A498-E3263B4B896D}" dt="2023-02-09T19:38:50.763" v="209" actId="14100"/>
          <ac:picMkLst>
            <pc:docMk/>
            <pc:sldMk cId="1427364313" sldId="256"/>
            <ac:picMk id="7" creationId="{1C4363CE-5FCA-1F09-2B74-3035442083B1}"/>
          </ac:picMkLst>
        </pc:picChg>
      </pc:sldChg>
      <pc:sldChg chg="new del setBg">
        <pc:chgData name="Danny Alberto Luarte Canto" userId="01864023-a306-4040-9773-946c92c655fb" providerId="ADAL" clId="{45B508FF-90EA-4187-A498-E3263B4B896D}" dt="2023-02-09T19:03:27.154" v="25" actId="47"/>
        <pc:sldMkLst>
          <pc:docMk/>
          <pc:sldMk cId="3931773161" sldId="256"/>
        </pc:sldMkLst>
      </pc:sldChg>
      <pc:sldChg chg="new del setBg">
        <pc:chgData name="Danny Alberto Luarte Canto" userId="01864023-a306-4040-9773-946c92c655fb" providerId="ADAL" clId="{45B508FF-90EA-4187-A498-E3263B4B896D}" dt="2023-02-09T19:03:29.847" v="26" actId="47"/>
        <pc:sldMkLst>
          <pc:docMk/>
          <pc:sldMk cId="206922486" sldId="257"/>
        </pc:sldMkLst>
      </pc:sldChg>
      <pc:sldChg chg="new del">
        <pc:chgData name="Danny Alberto Luarte Canto" userId="01864023-a306-4040-9773-946c92c655fb" providerId="ADAL" clId="{45B508FF-90EA-4187-A498-E3263B4B896D}" dt="2023-02-09T19:08:18.048" v="40" actId="47"/>
        <pc:sldMkLst>
          <pc:docMk/>
          <pc:sldMk cId="815423653" sldId="257"/>
        </pc:sldMkLst>
      </pc:sldChg>
      <pc:sldChg chg="new del">
        <pc:chgData name="Danny Alberto Luarte Canto" userId="01864023-a306-4040-9773-946c92c655fb" providerId="ADAL" clId="{45B508FF-90EA-4187-A498-E3263B4B896D}" dt="2023-02-09T19:08:25.457" v="44" actId="47"/>
        <pc:sldMkLst>
          <pc:docMk/>
          <pc:sldMk cId="850021279" sldId="257"/>
        </pc:sldMkLst>
      </pc:sldChg>
      <pc:sldChg chg="new">
        <pc:chgData name="Danny Alberto Luarte Canto" userId="01864023-a306-4040-9773-946c92c655fb" providerId="ADAL" clId="{45B508FF-90EA-4187-A498-E3263B4B896D}" dt="2023-02-09T19:08:41.276" v="45" actId="680"/>
        <pc:sldMkLst>
          <pc:docMk/>
          <pc:sldMk cId="1836166502" sldId="257"/>
        </pc:sldMkLst>
      </pc:sldChg>
      <pc:sldChg chg="new del">
        <pc:chgData name="Danny Alberto Luarte Canto" userId="01864023-a306-4040-9773-946c92c655fb" providerId="ADAL" clId="{45B508FF-90EA-4187-A498-E3263B4B896D}" dt="2023-02-09T19:08:17.569" v="39" actId="47"/>
        <pc:sldMkLst>
          <pc:docMk/>
          <pc:sldMk cId="359002733" sldId="258"/>
        </pc:sldMkLst>
      </pc:sldChg>
      <pc:sldChg chg="new del">
        <pc:chgData name="Danny Alberto Luarte Canto" userId="01864023-a306-4040-9773-946c92c655fb" providerId="ADAL" clId="{45B508FF-90EA-4187-A498-E3263B4B896D}" dt="2023-02-09T19:08:25.079" v="43" actId="47"/>
        <pc:sldMkLst>
          <pc:docMk/>
          <pc:sldMk cId="2167165625" sldId="258"/>
        </pc:sldMkLst>
      </pc:sldChg>
      <pc:sldChg chg="new">
        <pc:chgData name="Danny Alberto Luarte Canto" userId="01864023-a306-4040-9773-946c92c655fb" providerId="ADAL" clId="{45B508FF-90EA-4187-A498-E3263B4B896D}" dt="2023-02-09T19:08:48.422" v="46" actId="680"/>
        <pc:sldMkLst>
          <pc:docMk/>
          <pc:sldMk cId="2905431894" sldId="258"/>
        </pc:sldMkLst>
      </pc:sldChg>
      <pc:sldChg chg="add del ord setBg">
        <pc:chgData name="Danny Alberto Luarte Canto" userId="01864023-a306-4040-9773-946c92c655fb" providerId="ADAL" clId="{45B508FF-90EA-4187-A498-E3263B4B896D}" dt="2023-02-09T19:04:00.787" v="31" actId="47"/>
        <pc:sldMkLst>
          <pc:docMk/>
          <pc:sldMk cId="3291932837" sldId="258"/>
        </pc:sldMkLst>
      </pc:sldChg>
      <pc:sldChg chg="add del">
        <pc:chgData name="Danny Alberto Luarte Canto" userId="01864023-a306-4040-9773-946c92c655fb" providerId="ADAL" clId="{45B508FF-90EA-4187-A498-E3263B4B896D}" dt="2023-02-09T19:09:03.011" v="49" actId="47"/>
        <pc:sldMkLst>
          <pc:docMk/>
          <pc:sldMk cId="53432160" sldId="259"/>
        </pc:sldMkLst>
      </pc:sldChg>
      <pc:sldChg chg="add del">
        <pc:chgData name="Danny Alberto Luarte Canto" userId="01864023-a306-4040-9773-946c92c655fb" providerId="ADAL" clId="{45B508FF-90EA-4187-A498-E3263B4B896D}" dt="2023-02-09T19:03:59.641" v="27" actId="47"/>
        <pc:sldMkLst>
          <pc:docMk/>
          <pc:sldMk cId="452719508" sldId="259"/>
        </pc:sldMkLst>
      </pc:sldChg>
      <pc:sldChg chg="add del">
        <pc:chgData name="Danny Alberto Luarte Canto" userId="01864023-a306-4040-9773-946c92c655fb" providerId="ADAL" clId="{45B508FF-90EA-4187-A498-E3263B4B896D}" dt="2023-02-09T19:09:18.303" v="54"/>
        <pc:sldMkLst>
          <pc:docMk/>
          <pc:sldMk cId="2938596496" sldId="259"/>
        </pc:sldMkLst>
      </pc:sldChg>
      <pc:sldChg chg="add del">
        <pc:chgData name="Danny Alberto Luarte Canto" userId="01864023-a306-4040-9773-946c92c655fb" providerId="ADAL" clId="{45B508FF-90EA-4187-A498-E3263B4B896D}" dt="2023-02-09T19:09:04.947" v="50" actId="47"/>
        <pc:sldMkLst>
          <pc:docMk/>
          <pc:sldMk cId="3050817168" sldId="260"/>
        </pc:sldMkLst>
      </pc:sldChg>
      <pc:sldChg chg="add del">
        <pc:chgData name="Danny Alberto Luarte Canto" userId="01864023-a306-4040-9773-946c92c655fb" providerId="ADAL" clId="{45B508FF-90EA-4187-A498-E3263B4B896D}" dt="2023-02-09T19:09:18.303" v="54"/>
        <pc:sldMkLst>
          <pc:docMk/>
          <pc:sldMk cId="3398744726" sldId="260"/>
        </pc:sldMkLst>
      </pc:sldChg>
      <pc:sldChg chg="add del setBg">
        <pc:chgData name="Danny Alberto Luarte Canto" userId="01864023-a306-4040-9773-946c92c655fb" providerId="ADAL" clId="{45B508FF-90EA-4187-A498-E3263B4B896D}" dt="2023-02-09T19:03:59.835" v="28" actId="47"/>
        <pc:sldMkLst>
          <pc:docMk/>
          <pc:sldMk cId="3765572676" sldId="260"/>
        </pc:sldMkLst>
      </pc:sldChg>
      <pc:sldChg chg="add del">
        <pc:chgData name="Danny Alberto Luarte Canto" userId="01864023-a306-4040-9773-946c92c655fb" providerId="ADAL" clId="{45B508FF-90EA-4187-A498-E3263B4B896D}" dt="2023-02-09T19:09:06.079" v="51" actId="47"/>
        <pc:sldMkLst>
          <pc:docMk/>
          <pc:sldMk cId="2189838179" sldId="261"/>
        </pc:sldMkLst>
      </pc:sldChg>
      <pc:sldChg chg="add del">
        <pc:chgData name="Danny Alberto Luarte Canto" userId="01864023-a306-4040-9773-946c92c655fb" providerId="ADAL" clId="{45B508FF-90EA-4187-A498-E3263B4B896D}" dt="2023-02-09T19:04:00.018" v="29" actId="47"/>
        <pc:sldMkLst>
          <pc:docMk/>
          <pc:sldMk cId="4089873560" sldId="261"/>
        </pc:sldMkLst>
      </pc:sldChg>
      <pc:sldChg chg="add del setBg">
        <pc:chgData name="Danny Alberto Luarte Canto" userId="01864023-a306-4040-9773-946c92c655fb" providerId="ADAL" clId="{45B508FF-90EA-4187-A498-E3263B4B896D}" dt="2023-02-09T19:04:00.175" v="30" actId="47"/>
        <pc:sldMkLst>
          <pc:docMk/>
          <pc:sldMk cId="813643315" sldId="262"/>
        </pc:sldMkLst>
      </pc:sldChg>
      <pc:sldChg chg="add del">
        <pc:chgData name="Danny Alberto Luarte Canto" userId="01864023-a306-4040-9773-946c92c655fb" providerId="ADAL" clId="{45B508FF-90EA-4187-A498-E3263B4B896D}" dt="2023-02-09T19:09:06.881" v="52" actId="47"/>
        <pc:sldMkLst>
          <pc:docMk/>
          <pc:sldMk cId="1932025118" sldId="262"/>
        </pc:sldMkLst>
      </pc:sldChg>
      <pc:sldMasterChg chg="setBg modSldLayout">
        <pc:chgData name="Danny Alberto Luarte Canto" userId="01864023-a306-4040-9773-946c92c655fb" providerId="ADAL" clId="{45B508FF-90EA-4187-A498-E3263B4B896D}" dt="2023-02-09T19:05:22.145" v="37"/>
        <pc:sldMasterMkLst>
          <pc:docMk/>
          <pc:sldMasterMk cId="1896092045" sldId="2147483648"/>
        </pc:sldMasterMkLst>
        <pc:sldLayoutChg chg="setBg">
          <pc:chgData name="Danny Alberto Luarte Canto" userId="01864023-a306-4040-9773-946c92c655fb" providerId="ADAL" clId="{45B508FF-90EA-4187-A498-E3263B4B896D}" dt="2023-02-09T18:56:55.703" v="15"/>
          <pc:sldLayoutMkLst>
            <pc:docMk/>
            <pc:sldMasterMk cId="1896092045" sldId="2147483648"/>
            <pc:sldLayoutMk cId="1650922924" sldId="2147483649"/>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1201494975" sldId="2147483650"/>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2196877695" sldId="2147483651"/>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1232736273" sldId="2147483652"/>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384952306" sldId="2147483653"/>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4087360589" sldId="2147483654"/>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842854175" sldId="2147483655"/>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739836239" sldId="2147483656"/>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366474456" sldId="2147483657"/>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2586776485" sldId="2147483658"/>
          </pc:sldLayoutMkLst>
        </pc:sldLayoutChg>
        <pc:sldLayoutChg chg="setBg">
          <pc:chgData name="Danny Alberto Luarte Canto" userId="01864023-a306-4040-9773-946c92c655fb" providerId="ADAL" clId="{45B508FF-90EA-4187-A498-E3263B4B896D}" dt="2023-02-09T18:56:55.703" v="15"/>
          <pc:sldLayoutMkLst>
            <pc:docMk/>
            <pc:sldMasterMk cId="1896092045" sldId="2147483648"/>
            <pc:sldLayoutMk cId="3572704862" sldId="2147483659"/>
          </pc:sldLayoutMkLst>
        </pc:sldLayoutChg>
      </pc:sldMasterChg>
      <pc:sldMasterChg chg="new mod addSldLayout">
        <pc:chgData name="Danny Alberto Luarte Canto" userId="01864023-a306-4040-9773-946c92c655fb" providerId="ADAL" clId="{45B508FF-90EA-4187-A498-E3263B4B896D}" dt="2023-02-09T19:06:38.397" v="38" actId="6938"/>
        <pc:sldMasterMkLst>
          <pc:docMk/>
          <pc:sldMasterMk cId="1330269124" sldId="2147483660"/>
        </pc:sldMasterMkLst>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1087677461" sldId="2147483661"/>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1671082115" sldId="2147483662"/>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863737590" sldId="2147483663"/>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2711127281" sldId="2147483664"/>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2974814072" sldId="2147483665"/>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198008336" sldId="2147483666"/>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2099727356" sldId="2147483667"/>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15436700" sldId="2147483668"/>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1686912293" sldId="2147483669"/>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3618015717" sldId="2147483670"/>
          </pc:sldLayoutMkLst>
        </pc:sldLayoutChg>
        <pc:sldLayoutChg chg="new replId">
          <pc:chgData name="Danny Alberto Luarte Canto" userId="01864023-a306-4040-9773-946c92c655fb" providerId="ADAL" clId="{45B508FF-90EA-4187-A498-E3263B4B896D}" dt="2023-02-09T19:06:38.397" v="38" actId="6938"/>
          <pc:sldLayoutMkLst>
            <pc:docMk/>
            <pc:sldMasterMk cId="1330269124" sldId="2147483660"/>
            <pc:sldLayoutMk cId="1563529670" sldId="2147483671"/>
          </pc:sldLayoutMkLst>
        </pc:sldLayoutChg>
      </pc:sldMasterChg>
    </pc:docChg>
  </pc:docChgLst>
  <pc:docChgLst>
    <pc:chgData name="Danny Alberto Luarte Canto" userId="01864023-a306-4040-9773-946c92c655fb" providerId="ADAL" clId="{4BA3C3EC-6793-A849-BF5A-E47F8C78F398}"/>
    <pc:docChg chg="custSel addSld modSld">
      <pc:chgData name="Danny Alberto Luarte Canto" userId="01864023-a306-4040-9773-946c92c655fb" providerId="ADAL" clId="{4BA3C3EC-6793-A849-BF5A-E47F8C78F398}" dt="2023-03-12T16:55:06.767" v="95" actId="20577"/>
      <pc:docMkLst>
        <pc:docMk/>
      </pc:docMkLst>
      <pc:sldChg chg="modSp mod chgLayout">
        <pc:chgData name="Danny Alberto Luarte Canto" userId="01864023-a306-4040-9773-946c92c655fb" providerId="ADAL" clId="{4BA3C3EC-6793-A849-BF5A-E47F8C78F398}" dt="2023-03-12T16:52:57.152" v="30" actId="700"/>
        <pc:sldMkLst>
          <pc:docMk/>
          <pc:sldMk cId="2905431894" sldId="258"/>
        </pc:sldMkLst>
        <pc:spChg chg="mod ord">
          <ac:chgData name="Danny Alberto Luarte Canto" userId="01864023-a306-4040-9773-946c92c655fb" providerId="ADAL" clId="{4BA3C3EC-6793-A849-BF5A-E47F8C78F398}" dt="2023-03-12T16:52:57.152" v="30" actId="700"/>
          <ac:spMkLst>
            <pc:docMk/>
            <pc:sldMk cId="2905431894" sldId="258"/>
            <ac:spMk id="2" creationId="{AADD0399-1126-A4A5-B6EE-534BB134D682}"/>
          </ac:spMkLst>
        </pc:spChg>
        <pc:spChg chg="mod ord">
          <ac:chgData name="Danny Alberto Luarte Canto" userId="01864023-a306-4040-9773-946c92c655fb" providerId="ADAL" clId="{4BA3C3EC-6793-A849-BF5A-E47F8C78F398}" dt="2023-03-12T16:52:57.152" v="30" actId="700"/>
          <ac:spMkLst>
            <pc:docMk/>
            <pc:sldMk cId="2905431894" sldId="258"/>
            <ac:spMk id="3" creationId="{D64ECE64-3A19-2618-84C3-EEA0B903C332}"/>
          </ac:spMkLst>
        </pc:spChg>
      </pc:sldChg>
      <pc:sldChg chg="modSp">
        <pc:chgData name="Danny Alberto Luarte Canto" userId="01864023-a306-4040-9773-946c92c655fb" providerId="ADAL" clId="{4BA3C3EC-6793-A849-BF5A-E47F8C78F398}" dt="2023-03-12T16:54:13.868" v="68" actId="20577"/>
        <pc:sldMkLst>
          <pc:docMk/>
          <pc:sldMk cId="3450533065" sldId="261"/>
        </pc:sldMkLst>
        <pc:spChg chg="mod">
          <ac:chgData name="Danny Alberto Luarte Canto" userId="01864023-a306-4040-9773-946c92c655fb" providerId="ADAL" clId="{4BA3C3EC-6793-A849-BF5A-E47F8C78F398}" dt="2023-03-12T16:54:13.868" v="68" actId="20577"/>
          <ac:spMkLst>
            <pc:docMk/>
            <pc:sldMk cId="3450533065" sldId="261"/>
            <ac:spMk id="2" creationId="{F6557ADB-6229-37E2-205A-359B0C15D047}"/>
          </ac:spMkLst>
        </pc:spChg>
      </pc:sldChg>
      <pc:sldChg chg="modSp">
        <pc:chgData name="Danny Alberto Luarte Canto" userId="01864023-a306-4040-9773-946c92c655fb" providerId="ADAL" clId="{4BA3C3EC-6793-A849-BF5A-E47F8C78F398}" dt="2023-03-12T16:54:52.316" v="84" actId="1076"/>
        <pc:sldMkLst>
          <pc:docMk/>
          <pc:sldMk cId="898572923" sldId="262"/>
        </pc:sldMkLst>
        <pc:spChg chg="mod">
          <ac:chgData name="Danny Alberto Luarte Canto" userId="01864023-a306-4040-9773-946c92c655fb" providerId="ADAL" clId="{4BA3C3EC-6793-A849-BF5A-E47F8C78F398}" dt="2023-03-12T16:54:40.340" v="82" actId="20577"/>
          <ac:spMkLst>
            <pc:docMk/>
            <pc:sldMk cId="898572923" sldId="262"/>
            <ac:spMk id="2" creationId="{F6557ADB-6229-37E2-205A-359B0C15D047}"/>
          </ac:spMkLst>
        </pc:spChg>
        <pc:picChg chg="mod">
          <ac:chgData name="Danny Alberto Luarte Canto" userId="01864023-a306-4040-9773-946c92c655fb" providerId="ADAL" clId="{4BA3C3EC-6793-A849-BF5A-E47F8C78F398}" dt="2023-03-12T16:54:52.316" v="84" actId="1076"/>
          <ac:picMkLst>
            <pc:docMk/>
            <pc:sldMk cId="898572923" sldId="262"/>
            <ac:picMk id="4" creationId="{EFD97994-C690-FE5B-61D4-69847064641A}"/>
          </ac:picMkLst>
        </pc:picChg>
      </pc:sldChg>
      <pc:sldChg chg="modSp">
        <pc:chgData name="Danny Alberto Luarte Canto" userId="01864023-a306-4040-9773-946c92c655fb" providerId="ADAL" clId="{4BA3C3EC-6793-A849-BF5A-E47F8C78F398}" dt="2023-03-12T16:55:06.767" v="95" actId="20577"/>
        <pc:sldMkLst>
          <pc:docMk/>
          <pc:sldMk cId="4119847291" sldId="266"/>
        </pc:sldMkLst>
        <pc:spChg chg="mod">
          <ac:chgData name="Danny Alberto Luarte Canto" userId="01864023-a306-4040-9773-946c92c655fb" providerId="ADAL" clId="{4BA3C3EC-6793-A849-BF5A-E47F8C78F398}" dt="2023-03-12T16:55:06.767" v="95" actId="20577"/>
          <ac:spMkLst>
            <pc:docMk/>
            <pc:sldMk cId="4119847291" sldId="266"/>
            <ac:spMk id="2" creationId="{F6557ADB-6229-37E2-205A-359B0C15D047}"/>
          </ac:spMkLst>
        </pc:spChg>
      </pc:sldChg>
      <pc:sldChg chg="modSp">
        <pc:chgData name="Danny Alberto Luarte Canto" userId="01864023-a306-4040-9773-946c92c655fb" providerId="ADAL" clId="{4BA3C3EC-6793-A849-BF5A-E47F8C78F398}" dt="2023-03-12T16:52:05.742" v="29" actId="20577"/>
        <pc:sldMkLst>
          <pc:docMk/>
          <pc:sldMk cId="4180263173" sldId="267"/>
        </pc:sldMkLst>
        <pc:spChg chg="mod">
          <ac:chgData name="Danny Alberto Luarte Canto" userId="01864023-a306-4040-9773-946c92c655fb" providerId="ADAL" clId="{4BA3C3EC-6793-A849-BF5A-E47F8C78F398}" dt="2023-03-12T16:52:05.742" v="29" actId="20577"/>
          <ac:spMkLst>
            <pc:docMk/>
            <pc:sldMk cId="4180263173" sldId="267"/>
            <ac:spMk id="2" creationId="{9A12176F-7370-1599-EFC7-399303FE397C}"/>
          </ac:spMkLst>
        </pc:spChg>
      </pc:sldChg>
      <pc:sldChg chg="modSp new">
        <pc:chgData name="Danny Alberto Luarte Canto" userId="01864023-a306-4040-9773-946c92c655fb" providerId="ADAL" clId="{4BA3C3EC-6793-A849-BF5A-E47F8C78F398}" dt="2023-03-12T16:53:58.063" v="54" actId="20577"/>
        <pc:sldMkLst>
          <pc:docMk/>
          <pc:sldMk cId="3146726808" sldId="272"/>
        </pc:sldMkLst>
        <pc:spChg chg="mod">
          <ac:chgData name="Danny Alberto Luarte Canto" userId="01864023-a306-4040-9773-946c92c655fb" providerId="ADAL" clId="{4BA3C3EC-6793-A849-BF5A-E47F8C78F398}" dt="2023-03-12T16:53:58.063" v="54" actId="20577"/>
          <ac:spMkLst>
            <pc:docMk/>
            <pc:sldMk cId="3146726808" sldId="272"/>
            <ac:spMk id="2" creationId="{1DF33ABD-D186-3DDE-D23E-F09518FA386C}"/>
          </ac:spMkLst>
        </pc:spChg>
      </pc:sldChg>
    </pc:docChg>
  </pc:docChgLst>
  <pc:docChgLst>
    <pc:chgData name="Danny Alberto" userId="01864023-a306-4040-9773-946c92c655fb" providerId="ADAL" clId="{B8235F96-60BD-E54B-8F73-D8CFDD2C0BB8}"/>
    <pc:docChg chg="undo custSel addSld delSld modSld">
      <pc:chgData name="Danny Alberto" userId="01864023-a306-4040-9773-946c92c655fb" providerId="ADAL" clId="{B8235F96-60BD-E54B-8F73-D8CFDD2C0BB8}" dt="2023-03-12T21:08:28.071" v="261" actId="20577"/>
      <pc:docMkLst>
        <pc:docMk/>
      </pc:docMkLst>
      <pc:sldChg chg="addSp delSp modSp">
        <pc:chgData name="Danny Alberto" userId="01864023-a306-4040-9773-946c92c655fb" providerId="ADAL" clId="{B8235F96-60BD-E54B-8F73-D8CFDD2C0BB8}" dt="2023-03-12T20:21:47.254" v="39" actId="478"/>
        <pc:sldMkLst>
          <pc:docMk/>
          <pc:sldMk cId="2218455948" sldId="268"/>
        </pc:sldMkLst>
        <pc:spChg chg="mod">
          <ac:chgData name="Danny Alberto" userId="01864023-a306-4040-9773-946c92c655fb" providerId="ADAL" clId="{B8235F96-60BD-E54B-8F73-D8CFDD2C0BB8}" dt="2023-03-12T20:20:39.585" v="37" actId="20577"/>
          <ac:spMkLst>
            <pc:docMk/>
            <pc:sldMk cId="2218455948" sldId="268"/>
            <ac:spMk id="2" creationId="{D5AEF18C-FB06-BAA3-83E2-76C6E9485757}"/>
          </ac:spMkLst>
        </pc:spChg>
        <pc:spChg chg="del">
          <ac:chgData name="Danny Alberto" userId="01864023-a306-4040-9773-946c92c655fb" providerId="ADAL" clId="{B8235F96-60BD-E54B-8F73-D8CFDD2C0BB8}" dt="2023-03-12T20:21:47.254" v="39" actId="478"/>
          <ac:spMkLst>
            <pc:docMk/>
            <pc:sldMk cId="2218455948" sldId="268"/>
            <ac:spMk id="3" creationId="{D2256D52-52DB-5EC4-B069-86181CE5A67F}"/>
          </ac:spMkLst>
        </pc:spChg>
        <pc:spChg chg="add mod">
          <ac:chgData name="Danny Alberto" userId="01864023-a306-4040-9773-946c92c655fb" providerId="ADAL" clId="{B8235F96-60BD-E54B-8F73-D8CFDD2C0BB8}" dt="2023-03-12T20:21:47.254" v="39" actId="478"/>
          <ac:spMkLst>
            <pc:docMk/>
            <pc:sldMk cId="2218455948" sldId="268"/>
            <ac:spMk id="5" creationId="{45F236DD-1E03-E2EA-F1F3-646C55F285E5}"/>
          </ac:spMkLst>
        </pc:spChg>
      </pc:sldChg>
      <pc:sldChg chg="modSp">
        <pc:chgData name="Danny Alberto" userId="01864023-a306-4040-9773-946c92c655fb" providerId="ADAL" clId="{B8235F96-60BD-E54B-8F73-D8CFDD2C0BB8}" dt="2023-03-12T21:08:28.071" v="261" actId="20577"/>
        <pc:sldMkLst>
          <pc:docMk/>
          <pc:sldMk cId="2919403080" sldId="271"/>
        </pc:sldMkLst>
        <pc:spChg chg="mod">
          <ac:chgData name="Danny Alberto" userId="01864023-a306-4040-9773-946c92c655fb" providerId="ADAL" clId="{B8235F96-60BD-E54B-8F73-D8CFDD2C0BB8}" dt="2023-03-12T20:50:22.750" v="221" actId="20577"/>
          <ac:spMkLst>
            <pc:docMk/>
            <pc:sldMk cId="2919403080" sldId="271"/>
            <ac:spMk id="2" creationId="{ED2C6B9C-92F5-56AF-A5FE-360E9B52FE7A}"/>
          </ac:spMkLst>
        </pc:spChg>
        <pc:spChg chg="mod">
          <ac:chgData name="Danny Alberto" userId="01864023-a306-4040-9773-946c92c655fb" providerId="ADAL" clId="{B8235F96-60BD-E54B-8F73-D8CFDD2C0BB8}" dt="2023-03-12T21:08:28.071" v="261" actId="20577"/>
          <ac:spMkLst>
            <pc:docMk/>
            <pc:sldMk cId="2919403080" sldId="271"/>
            <ac:spMk id="3" creationId="{EA48B16B-8E63-333F-2971-B6228B3BF4F8}"/>
          </ac:spMkLst>
        </pc:spChg>
      </pc:sldChg>
      <pc:sldChg chg="modSp add">
        <pc:chgData name="Danny Alberto" userId="01864023-a306-4040-9773-946c92c655fb" providerId="ADAL" clId="{B8235F96-60BD-E54B-8F73-D8CFDD2C0BB8}" dt="2023-03-12T20:48:06.707" v="197" actId="20577"/>
        <pc:sldMkLst>
          <pc:docMk/>
          <pc:sldMk cId="3952805714" sldId="273"/>
        </pc:sldMkLst>
        <pc:spChg chg="mod">
          <ac:chgData name="Danny Alberto" userId="01864023-a306-4040-9773-946c92c655fb" providerId="ADAL" clId="{B8235F96-60BD-E54B-8F73-D8CFDD2C0BB8}" dt="2023-03-12T20:48:06.707" v="197" actId="20577"/>
          <ac:spMkLst>
            <pc:docMk/>
            <pc:sldMk cId="3952805714" sldId="273"/>
            <ac:spMk id="3" creationId="{D2256D52-52DB-5EC4-B069-86181CE5A67F}"/>
          </ac:spMkLst>
        </pc:spChg>
      </pc:sldChg>
      <pc:sldChg chg="modSp add">
        <pc:chgData name="Danny Alberto" userId="01864023-a306-4040-9773-946c92c655fb" providerId="ADAL" clId="{B8235F96-60BD-E54B-8F73-D8CFDD2C0BB8}" dt="2023-03-12T20:47:32.925" v="153" actId="20577"/>
        <pc:sldMkLst>
          <pc:docMk/>
          <pc:sldMk cId="255003223" sldId="274"/>
        </pc:sldMkLst>
        <pc:spChg chg="mod">
          <ac:chgData name="Danny Alberto" userId="01864023-a306-4040-9773-946c92c655fb" providerId="ADAL" clId="{B8235F96-60BD-E54B-8F73-D8CFDD2C0BB8}" dt="2023-03-12T20:47:32.925" v="153" actId="20577"/>
          <ac:spMkLst>
            <pc:docMk/>
            <pc:sldMk cId="255003223" sldId="274"/>
            <ac:spMk id="2" creationId="{D5AEF18C-FB06-BAA3-83E2-76C6E9485757}"/>
          </ac:spMkLst>
        </pc:spChg>
        <pc:spChg chg="mod">
          <ac:chgData name="Danny Alberto" userId="01864023-a306-4040-9773-946c92c655fb" providerId="ADAL" clId="{B8235F96-60BD-E54B-8F73-D8CFDD2C0BB8}" dt="2023-03-12T20:47:04.126" v="133" actId="21"/>
          <ac:spMkLst>
            <pc:docMk/>
            <pc:sldMk cId="255003223" sldId="274"/>
            <ac:spMk id="3" creationId="{D2256D52-52DB-5EC4-B069-86181CE5A67F}"/>
          </ac:spMkLst>
        </pc:spChg>
      </pc:sldChg>
      <pc:sldChg chg="modSp add del">
        <pc:chgData name="Danny Alberto" userId="01864023-a306-4040-9773-946c92c655fb" providerId="ADAL" clId="{B8235F96-60BD-E54B-8F73-D8CFDD2C0BB8}" dt="2023-03-12T20:40:59.632" v="109" actId="2696"/>
        <pc:sldMkLst>
          <pc:docMk/>
          <pc:sldMk cId="2952021630" sldId="274"/>
        </pc:sldMkLst>
        <pc:spChg chg="mod">
          <ac:chgData name="Danny Alberto" userId="01864023-a306-4040-9773-946c92c655fb" providerId="ADAL" clId="{B8235F96-60BD-E54B-8F73-D8CFDD2C0BB8}" dt="2023-03-12T20:40:55.302" v="108" actId="20577"/>
          <ac:spMkLst>
            <pc:docMk/>
            <pc:sldMk cId="2952021630" sldId="274"/>
            <ac:spMk id="3" creationId="{D2256D52-52DB-5EC4-B069-86181CE5A67F}"/>
          </ac:spMkLst>
        </pc:spChg>
      </pc:sldChg>
    </pc:docChg>
  </pc:docChgLst>
  <pc:docChgLst>
    <pc:chgData name="Danny Alberto Luarte Canto" userId="01864023-a306-4040-9773-946c92c655fb" providerId="ADAL" clId="{F440B5D0-04B6-40D1-9ED8-3CD12711DA1B}"/>
    <pc:docChg chg="undo custSel addSld delSld modSld sldOrd">
      <pc:chgData name="Danny Alberto Luarte Canto" userId="01864023-a306-4040-9773-946c92c655fb" providerId="ADAL" clId="{F440B5D0-04B6-40D1-9ED8-3CD12711DA1B}" dt="2024-03-07T01:25:20.934" v="3425" actId="14100"/>
      <pc:docMkLst>
        <pc:docMk/>
      </pc:docMkLst>
      <pc:sldChg chg="modSp mod">
        <pc:chgData name="Danny Alberto Luarte Canto" userId="01864023-a306-4040-9773-946c92c655fb" providerId="ADAL" clId="{F440B5D0-04B6-40D1-9ED8-3CD12711DA1B}" dt="2024-03-06T17:20:24.493" v="50" actId="20577"/>
        <pc:sldMkLst>
          <pc:docMk/>
          <pc:sldMk cId="1427364313" sldId="256"/>
        </pc:sldMkLst>
        <pc:spChg chg="mod">
          <ac:chgData name="Danny Alberto Luarte Canto" userId="01864023-a306-4040-9773-946c92c655fb" providerId="ADAL" clId="{F440B5D0-04B6-40D1-9ED8-3CD12711DA1B}" dt="2024-03-06T17:20:24.493" v="50" actId="20577"/>
          <ac:spMkLst>
            <pc:docMk/>
            <pc:sldMk cId="1427364313" sldId="256"/>
            <ac:spMk id="2" creationId="{AACFD868-2834-635D-31FC-CE762BBAAB71}"/>
          </ac:spMkLst>
        </pc:spChg>
      </pc:sldChg>
      <pc:sldChg chg="modSp del mod">
        <pc:chgData name="Danny Alberto Luarte Canto" userId="01864023-a306-4040-9773-946c92c655fb" providerId="ADAL" clId="{F440B5D0-04B6-40D1-9ED8-3CD12711DA1B}" dt="2024-03-06T19:00:55.830" v="559" actId="47"/>
        <pc:sldMkLst>
          <pc:docMk/>
          <pc:sldMk cId="2905431894" sldId="258"/>
        </pc:sldMkLst>
        <pc:spChg chg="mod">
          <ac:chgData name="Danny Alberto Luarte Canto" userId="01864023-a306-4040-9773-946c92c655fb" providerId="ADAL" clId="{F440B5D0-04B6-40D1-9ED8-3CD12711DA1B}" dt="2024-03-06T17:37:19.667" v="391" actId="20577"/>
          <ac:spMkLst>
            <pc:docMk/>
            <pc:sldMk cId="2905431894" sldId="258"/>
            <ac:spMk id="2" creationId="{AADD0399-1126-A4A5-B6EE-534BB134D682}"/>
          </ac:spMkLst>
        </pc:spChg>
      </pc:sldChg>
      <pc:sldChg chg="del">
        <pc:chgData name="Danny Alberto Luarte Canto" userId="01864023-a306-4040-9773-946c92c655fb" providerId="ADAL" clId="{F440B5D0-04B6-40D1-9ED8-3CD12711DA1B}" dt="2024-03-06T17:37:36.581" v="393" actId="47"/>
        <pc:sldMkLst>
          <pc:docMk/>
          <pc:sldMk cId="344972090" sldId="259"/>
        </pc:sldMkLst>
      </pc:sldChg>
      <pc:sldChg chg="del">
        <pc:chgData name="Danny Alberto Luarte Canto" userId="01864023-a306-4040-9773-946c92c655fb" providerId="ADAL" clId="{F440B5D0-04B6-40D1-9ED8-3CD12711DA1B}" dt="2024-03-06T17:37:34.311" v="392" actId="47"/>
        <pc:sldMkLst>
          <pc:docMk/>
          <pc:sldMk cId="1461003787" sldId="260"/>
        </pc:sldMkLst>
      </pc:sldChg>
      <pc:sldChg chg="del">
        <pc:chgData name="Danny Alberto Luarte Canto" userId="01864023-a306-4040-9773-946c92c655fb" providerId="ADAL" clId="{F440B5D0-04B6-40D1-9ED8-3CD12711DA1B}" dt="2024-03-06T19:05:10.212" v="616" actId="47"/>
        <pc:sldMkLst>
          <pc:docMk/>
          <pc:sldMk cId="3450533065" sldId="261"/>
        </pc:sldMkLst>
      </pc:sldChg>
      <pc:sldChg chg="del">
        <pc:chgData name="Danny Alberto Luarte Canto" userId="01864023-a306-4040-9773-946c92c655fb" providerId="ADAL" clId="{F440B5D0-04B6-40D1-9ED8-3CD12711DA1B}" dt="2024-03-06T17:37:39.606" v="395" actId="47"/>
        <pc:sldMkLst>
          <pc:docMk/>
          <pc:sldMk cId="898572923" sldId="262"/>
        </pc:sldMkLst>
      </pc:sldChg>
      <pc:sldChg chg="del">
        <pc:chgData name="Danny Alberto Luarte Canto" userId="01864023-a306-4040-9773-946c92c655fb" providerId="ADAL" clId="{F440B5D0-04B6-40D1-9ED8-3CD12711DA1B}" dt="2024-03-06T17:37:38.960" v="394" actId="47"/>
        <pc:sldMkLst>
          <pc:docMk/>
          <pc:sldMk cId="4119847291" sldId="266"/>
        </pc:sldMkLst>
      </pc:sldChg>
      <pc:sldChg chg="addSp delSp modSp mod setBg">
        <pc:chgData name="Danny Alberto Luarte Canto" userId="01864023-a306-4040-9773-946c92c655fb" providerId="ADAL" clId="{F440B5D0-04B6-40D1-9ED8-3CD12711DA1B}" dt="2024-03-06T23:04:46.589" v="1436" actId="26606"/>
        <pc:sldMkLst>
          <pc:docMk/>
          <pc:sldMk cId="2218455948" sldId="268"/>
        </pc:sldMkLst>
        <pc:spChg chg="add del">
          <ac:chgData name="Danny Alberto Luarte Canto" userId="01864023-a306-4040-9773-946c92c655fb" providerId="ADAL" clId="{F440B5D0-04B6-40D1-9ED8-3CD12711DA1B}" dt="2024-03-06T21:55:19.091" v="751" actId="22"/>
          <ac:spMkLst>
            <pc:docMk/>
            <pc:sldMk cId="2218455948" sldId="268"/>
            <ac:spMk id="3" creationId="{68C6733A-19C6-7ED0-A143-CA3948BDEE86}"/>
          </ac:spMkLst>
        </pc:spChg>
        <pc:spChg chg="mod">
          <ac:chgData name="Danny Alberto Luarte Canto" userId="01864023-a306-4040-9773-946c92c655fb" providerId="ADAL" clId="{F440B5D0-04B6-40D1-9ED8-3CD12711DA1B}" dt="2024-03-06T23:04:46.589" v="1436" actId="26606"/>
          <ac:spMkLst>
            <pc:docMk/>
            <pc:sldMk cId="2218455948" sldId="268"/>
            <ac:spMk id="5" creationId="{45F236DD-1E03-E2EA-F1F3-646C55F285E5}"/>
          </ac:spMkLst>
        </pc:spChg>
        <pc:spChg chg="mod">
          <ac:chgData name="Danny Alberto Luarte Canto" userId="01864023-a306-4040-9773-946c92c655fb" providerId="ADAL" clId="{F440B5D0-04B6-40D1-9ED8-3CD12711DA1B}" dt="2024-03-06T23:04:46.589" v="1436" actId="26606"/>
          <ac:spMkLst>
            <pc:docMk/>
            <pc:sldMk cId="2218455948" sldId="268"/>
            <ac:spMk id="6" creationId="{195EC640-63C1-E5B4-EBAC-BBE71C870CD0}"/>
          </ac:spMkLst>
        </pc:spChg>
        <pc:spChg chg="add">
          <ac:chgData name="Danny Alberto Luarte Canto" userId="01864023-a306-4040-9773-946c92c655fb" providerId="ADAL" clId="{F440B5D0-04B6-40D1-9ED8-3CD12711DA1B}" dt="2024-03-06T23:04:46.589" v="1436" actId="26606"/>
          <ac:spMkLst>
            <pc:docMk/>
            <pc:sldMk cId="2218455948" sldId="268"/>
            <ac:spMk id="11" creationId="{1BB867FF-FC45-48F7-8104-F89BE54909F1}"/>
          </ac:spMkLst>
        </pc:spChg>
        <pc:spChg chg="add">
          <ac:chgData name="Danny Alberto Luarte Canto" userId="01864023-a306-4040-9773-946c92c655fb" providerId="ADAL" clId="{F440B5D0-04B6-40D1-9ED8-3CD12711DA1B}" dt="2024-03-06T23:04:46.589" v="1436" actId="26606"/>
          <ac:spMkLst>
            <pc:docMk/>
            <pc:sldMk cId="2218455948" sldId="268"/>
            <ac:spMk id="13" creationId="{8BB56887-D0D5-4F0C-9E19-7247EB83C8B7}"/>
          </ac:spMkLst>
        </pc:spChg>
        <pc:spChg chg="add">
          <ac:chgData name="Danny Alberto Luarte Canto" userId="01864023-a306-4040-9773-946c92c655fb" providerId="ADAL" clId="{F440B5D0-04B6-40D1-9ED8-3CD12711DA1B}" dt="2024-03-06T23:04:46.589" v="1436" actId="26606"/>
          <ac:spMkLst>
            <pc:docMk/>
            <pc:sldMk cId="2218455948" sldId="268"/>
            <ac:spMk id="15" creationId="{081E4A58-353D-44AE-B2FC-2A74E2E400F7}"/>
          </ac:spMkLst>
        </pc:spChg>
      </pc:sldChg>
      <pc:sldChg chg="del">
        <pc:chgData name="Danny Alberto Luarte Canto" userId="01864023-a306-4040-9773-946c92c655fb" providerId="ADAL" clId="{F440B5D0-04B6-40D1-9ED8-3CD12711DA1B}" dt="2024-03-06T17:19:06.508" v="33" actId="47"/>
        <pc:sldMkLst>
          <pc:docMk/>
          <pc:sldMk cId="3954892210" sldId="269"/>
        </pc:sldMkLst>
      </pc:sldChg>
      <pc:sldChg chg="modSp del mod">
        <pc:chgData name="Danny Alberto Luarte Canto" userId="01864023-a306-4040-9773-946c92c655fb" providerId="ADAL" clId="{F440B5D0-04B6-40D1-9ED8-3CD12711DA1B}" dt="2024-03-07T00:02:59.762" v="2113" actId="47"/>
        <pc:sldMkLst>
          <pc:docMk/>
          <pc:sldMk cId="2919403080" sldId="271"/>
        </pc:sldMkLst>
        <pc:spChg chg="mod">
          <ac:chgData name="Danny Alberto Luarte Canto" userId="01864023-a306-4040-9773-946c92c655fb" providerId="ADAL" clId="{F440B5D0-04B6-40D1-9ED8-3CD12711DA1B}" dt="2024-03-07T00:02:34.219" v="2110"/>
          <ac:spMkLst>
            <pc:docMk/>
            <pc:sldMk cId="2919403080" sldId="271"/>
            <ac:spMk id="2" creationId="{ED2C6B9C-92F5-56AF-A5FE-360E9B52FE7A}"/>
          </ac:spMkLst>
        </pc:spChg>
      </pc:sldChg>
      <pc:sldChg chg="del">
        <pc:chgData name="Danny Alberto Luarte Canto" userId="01864023-a306-4040-9773-946c92c655fb" providerId="ADAL" clId="{F440B5D0-04B6-40D1-9ED8-3CD12711DA1B}" dt="2024-03-06T17:37:42.507" v="396" actId="47"/>
        <pc:sldMkLst>
          <pc:docMk/>
          <pc:sldMk cId="3146726808" sldId="272"/>
        </pc:sldMkLst>
      </pc:sldChg>
      <pc:sldChg chg="modSp del mod">
        <pc:chgData name="Danny Alberto Luarte Canto" userId="01864023-a306-4040-9773-946c92c655fb" providerId="ADAL" clId="{F440B5D0-04B6-40D1-9ED8-3CD12711DA1B}" dt="2024-03-06T23:50:10.367" v="2032" actId="47"/>
        <pc:sldMkLst>
          <pc:docMk/>
          <pc:sldMk cId="3952805714" sldId="273"/>
        </pc:sldMkLst>
        <pc:spChg chg="mod">
          <ac:chgData name="Danny Alberto Luarte Canto" userId="01864023-a306-4040-9773-946c92c655fb" providerId="ADAL" clId="{F440B5D0-04B6-40D1-9ED8-3CD12711DA1B}" dt="2024-03-06T19:06:14.713" v="673" actId="20577"/>
          <ac:spMkLst>
            <pc:docMk/>
            <pc:sldMk cId="3952805714" sldId="273"/>
            <ac:spMk id="2" creationId="{D5AEF18C-FB06-BAA3-83E2-76C6E9485757}"/>
          </ac:spMkLst>
        </pc:spChg>
        <pc:spChg chg="mod">
          <ac:chgData name="Danny Alberto Luarte Canto" userId="01864023-a306-4040-9773-946c92c655fb" providerId="ADAL" clId="{F440B5D0-04B6-40D1-9ED8-3CD12711DA1B}" dt="2024-03-06T23:49:21.797" v="2005" actId="20577"/>
          <ac:spMkLst>
            <pc:docMk/>
            <pc:sldMk cId="3952805714" sldId="273"/>
            <ac:spMk id="3" creationId="{D2256D52-52DB-5EC4-B069-86181CE5A67F}"/>
          </ac:spMkLst>
        </pc:spChg>
      </pc:sldChg>
      <pc:sldChg chg="modSp del mod">
        <pc:chgData name="Danny Alberto Luarte Canto" userId="01864023-a306-4040-9773-946c92c655fb" providerId="ADAL" clId="{F440B5D0-04B6-40D1-9ED8-3CD12711DA1B}" dt="2024-03-07T00:03:03.346" v="2114" actId="47"/>
        <pc:sldMkLst>
          <pc:docMk/>
          <pc:sldMk cId="1602980298" sldId="274"/>
        </pc:sldMkLst>
        <pc:spChg chg="mod">
          <ac:chgData name="Danny Alberto Luarte Canto" userId="01864023-a306-4040-9773-946c92c655fb" providerId="ADAL" clId="{F440B5D0-04B6-40D1-9ED8-3CD12711DA1B}" dt="2024-03-07T00:02:37.288" v="2111"/>
          <ac:spMkLst>
            <pc:docMk/>
            <pc:sldMk cId="1602980298" sldId="274"/>
            <ac:spMk id="2" creationId="{ED2C6B9C-92F5-56AF-A5FE-360E9B52FE7A}"/>
          </ac:spMkLst>
        </pc:spChg>
      </pc:sldChg>
      <pc:sldChg chg="addSp modSp mod ord setBg">
        <pc:chgData name="Danny Alberto Luarte Canto" userId="01864023-a306-4040-9773-946c92c655fb" providerId="ADAL" clId="{F440B5D0-04B6-40D1-9ED8-3CD12711DA1B}" dt="2024-03-06T23:25:04.213" v="1630" actId="1076"/>
        <pc:sldMkLst>
          <pc:docMk/>
          <pc:sldMk cId="2399822016" sldId="275"/>
        </pc:sldMkLst>
        <pc:spChg chg="mod">
          <ac:chgData name="Danny Alberto Luarte Canto" userId="01864023-a306-4040-9773-946c92c655fb" providerId="ADAL" clId="{F440B5D0-04B6-40D1-9ED8-3CD12711DA1B}" dt="2024-03-06T23:24:06.001" v="1621" actId="26606"/>
          <ac:spMkLst>
            <pc:docMk/>
            <pc:sldMk cId="2399822016" sldId="275"/>
            <ac:spMk id="2" creationId="{4DF02544-596F-5DEA-4879-A6A661F00870}"/>
          </ac:spMkLst>
        </pc:spChg>
        <pc:spChg chg="mod">
          <ac:chgData name="Danny Alberto Luarte Canto" userId="01864023-a306-4040-9773-946c92c655fb" providerId="ADAL" clId="{F440B5D0-04B6-40D1-9ED8-3CD12711DA1B}" dt="2024-03-06T23:24:18.480" v="1625" actId="20577"/>
          <ac:spMkLst>
            <pc:docMk/>
            <pc:sldMk cId="2399822016" sldId="275"/>
            <ac:spMk id="3" creationId="{964C8A0A-72BB-9273-382C-3322E6BDC6A1}"/>
          </ac:spMkLst>
        </pc:spChg>
        <pc:spChg chg="add">
          <ac:chgData name="Danny Alberto Luarte Canto" userId="01864023-a306-4040-9773-946c92c655fb" providerId="ADAL" clId="{F440B5D0-04B6-40D1-9ED8-3CD12711DA1B}" dt="2024-03-06T23:24:06.001" v="1621" actId="26606"/>
          <ac:spMkLst>
            <pc:docMk/>
            <pc:sldMk cId="2399822016" sldId="275"/>
            <ac:spMk id="8" creationId="{1BB867FF-FC45-48F7-8104-F89BE54909F1}"/>
          </ac:spMkLst>
        </pc:spChg>
        <pc:spChg chg="add">
          <ac:chgData name="Danny Alberto Luarte Canto" userId="01864023-a306-4040-9773-946c92c655fb" providerId="ADAL" clId="{F440B5D0-04B6-40D1-9ED8-3CD12711DA1B}" dt="2024-03-06T23:24:06.001" v="1621" actId="26606"/>
          <ac:spMkLst>
            <pc:docMk/>
            <pc:sldMk cId="2399822016" sldId="275"/>
            <ac:spMk id="10" creationId="{8BB56887-D0D5-4F0C-9E19-7247EB83C8B7}"/>
          </ac:spMkLst>
        </pc:spChg>
        <pc:spChg chg="add">
          <ac:chgData name="Danny Alberto Luarte Canto" userId="01864023-a306-4040-9773-946c92c655fb" providerId="ADAL" clId="{F440B5D0-04B6-40D1-9ED8-3CD12711DA1B}" dt="2024-03-06T23:24:06.001" v="1621" actId="26606"/>
          <ac:spMkLst>
            <pc:docMk/>
            <pc:sldMk cId="2399822016" sldId="275"/>
            <ac:spMk id="12" creationId="{081E4A58-353D-44AE-B2FC-2A74E2E400F7}"/>
          </ac:spMkLst>
        </pc:spChg>
        <pc:picChg chg="add mod">
          <ac:chgData name="Danny Alberto Luarte Canto" userId="01864023-a306-4040-9773-946c92c655fb" providerId="ADAL" clId="{F440B5D0-04B6-40D1-9ED8-3CD12711DA1B}" dt="2024-03-06T23:25:04.213" v="1630" actId="1076"/>
          <ac:picMkLst>
            <pc:docMk/>
            <pc:sldMk cId="2399822016" sldId="275"/>
            <ac:picMk id="5" creationId="{D211772E-EFA6-6D4D-6923-3F6163BB2C83}"/>
          </ac:picMkLst>
        </pc:picChg>
      </pc:sldChg>
      <pc:sldChg chg="addSp delSp modSp mod ord setBg">
        <pc:chgData name="Danny Alberto Luarte Canto" userId="01864023-a306-4040-9773-946c92c655fb" providerId="ADAL" clId="{F440B5D0-04B6-40D1-9ED8-3CD12711DA1B}" dt="2024-03-07T00:16:04.337" v="2707" actId="123"/>
        <pc:sldMkLst>
          <pc:docMk/>
          <pc:sldMk cId="1676679384" sldId="276"/>
        </pc:sldMkLst>
        <pc:spChg chg="mod">
          <ac:chgData name="Danny Alberto Luarte Canto" userId="01864023-a306-4040-9773-946c92c655fb" providerId="ADAL" clId="{F440B5D0-04B6-40D1-9ED8-3CD12711DA1B}" dt="2024-03-06T23:57:05.230" v="2068" actId="26606"/>
          <ac:spMkLst>
            <pc:docMk/>
            <pc:sldMk cId="1676679384" sldId="276"/>
            <ac:spMk id="2" creationId="{1E5B34E0-58E0-3A67-020E-19D1597B3AE3}"/>
          </ac:spMkLst>
        </pc:spChg>
        <pc:spChg chg="mod ord">
          <ac:chgData name="Danny Alberto Luarte Canto" userId="01864023-a306-4040-9773-946c92c655fb" providerId="ADAL" clId="{F440B5D0-04B6-40D1-9ED8-3CD12711DA1B}" dt="2024-03-07T00:16:04.337" v="2707" actId="123"/>
          <ac:spMkLst>
            <pc:docMk/>
            <pc:sldMk cId="1676679384" sldId="276"/>
            <ac:spMk id="3" creationId="{BC8D48BF-960A-9724-E8BB-52D6411FB5E4}"/>
          </ac:spMkLst>
        </pc:spChg>
        <pc:spChg chg="add">
          <ac:chgData name="Danny Alberto Luarte Canto" userId="01864023-a306-4040-9773-946c92c655fb" providerId="ADAL" clId="{F440B5D0-04B6-40D1-9ED8-3CD12711DA1B}" dt="2024-03-06T23:57:05.230" v="2068" actId="26606"/>
          <ac:spMkLst>
            <pc:docMk/>
            <pc:sldMk cId="1676679384" sldId="276"/>
            <ac:spMk id="11" creationId="{72D05657-94EE-4B2D-BC1B-A1D065063658}"/>
          </ac:spMkLst>
        </pc:spChg>
        <pc:spChg chg="add">
          <ac:chgData name="Danny Alberto Luarte Canto" userId="01864023-a306-4040-9773-946c92c655fb" providerId="ADAL" clId="{F440B5D0-04B6-40D1-9ED8-3CD12711DA1B}" dt="2024-03-06T23:57:05.230" v="2068" actId="26606"/>
          <ac:spMkLst>
            <pc:docMk/>
            <pc:sldMk cId="1676679384" sldId="276"/>
            <ac:spMk id="13" creationId="{7586665A-47B3-4AEE-BC94-15D89FF706B3}"/>
          </ac:spMkLst>
        </pc:spChg>
        <pc:picChg chg="add del mod">
          <ac:chgData name="Danny Alberto Luarte Canto" userId="01864023-a306-4040-9773-946c92c655fb" providerId="ADAL" clId="{F440B5D0-04B6-40D1-9ED8-3CD12711DA1B}" dt="2024-03-06T23:52:20.631" v="2034" actId="478"/>
          <ac:picMkLst>
            <pc:docMk/>
            <pc:sldMk cId="1676679384" sldId="276"/>
            <ac:picMk id="4" creationId="{144E9BB6-9624-93B7-7202-58F1D44F1D7D}"/>
          </ac:picMkLst>
        </pc:picChg>
        <pc:picChg chg="add mod ord">
          <ac:chgData name="Danny Alberto Luarte Canto" userId="01864023-a306-4040-9773-946c92c655fb" providerId="ADAL" clId="{F440B5D0-04B6-40D1-9ED8-3CD12711DA1B}" dt="2024-03-07T00:00:02.127" v="2088" actId="1076"/>
          <ac:picMkLst>
            <pc:docMk/>
            <pc:sldMk cId="1676679384" sldId="276"/>
            <ac:picMk id="5" creationId="{80680718-5B31-02DA-5DE1-4B82C3F7A416}"/>
          </ac:picMkLst>
        </pc:picChg>
        <pc:picChg chg="add mod">
          <ac:chgData name="Danny Alberto Luarte Canto" userId="01864023-a306-4040-9773-946c92c655fb" providerId="ADAL" clId="{F440B5D0-04B6-40D1-9ED8-3CD12711DA1B}" dt="2024-03-06T23:59:56.399" v="2086" actId="1076"/>
          <ac:picMkLst>
            <pc:docMk/>
            <pc:sldMk cId="1676679384" sldId="276"/>
            <ac:picMk id="6" creationId="{31F37BAB-C918-E0F2-B7E1-242D944D600D}"/>
          </ac:picMkLst>
        </pc:picChg>
        <pc:picChg chg="add mod">
          <ac:chgData name="Danny Alberto Luarte Canto" userId="01864023-a306-4040-9773-946c92c655fb" providerId="ADAL" clId="{F440B5D0-04B6-40D1-9ED8-3CD12711DA1B}" dt="2024-03-07T00:00:00.765" v="2087" actId="1076"/>
          <ac:picMkLst>
            <pc:docMk/>
            <pc:sldMk cId="1676679384" sldId="276"/>
            <ac:picMk id="8" creationId="{47BA52E9-40C3-DBC2-0227-CB7E03D0575B}"/>
          </ac:picMkLst>
        </pc:picChg>
        <pc:picChg chg="add mod">
          <ac:chgData name="Danny Alberto Luarte Canto" userId="01864023-a306-4040-9773-946c92c655fb" providerId="ADAL" clId="{F440B5D0-04B6-40D1-9ED8-3CD12711DA1B}" dt="2024-03-07T00:01:01.961" v="2093" actId="1076"/>
          <ac:picMkLst>
            <pc:docMk/>
            <pc:sldMk cId="1676679384" sldId="276"/>
            <ac:picMk id="10" creationId="{41615C97-E348-F781-21FE-5DEF050E7F40}"/>
          </ac:picMkLst>
        </pc:picChg>
      </pc:sldChg>
      <pc:sldChg chg="addSp delSp add del mod">
        <pc:chgData name="Danny Alberto Luarte Canto" userId="01864023-a306-4040-9773-946c92c655fb" providerId="ADAL" clId="{F440B5D0-04B6-40D1-9ED8-3CD12711DA1B}" dt="2024-03-06T17:20:46.343" v="56" actId="47"/>
        <pc:sldMkLst>
          <pc:docMk/>
          <pc:sldMk cId="502389309" sldId="277"/>
        </pc:sldMkLst>
        <pc:spChg chg="add del">
          <ac:chgData name="Danny Alberto Luarte Canto" userId="01864023-a306-4040-9773-946c92c655fb" providerId="ADAL" clId="{F440B5D0-04B6-40D1-9ED8-3CD12711DA1B}" dt="2024-03-06T17:20:36.198" v="52" actId="22"/>
          <ac:spMkLst>
            <pc:docMk/>
            <pc:sldMk cId="502389309" sldId="277"/>
            <ac:spMk id="6" creationId="{7E0F2DBC-13C2-E0F3-D607-F9B26CA5F604}"/>
          </ac:spMkLst>
        </pc:spChg>
        <pc:spChg chg="add del">
          <ac:chgData name="Danny Alberto Luarte Canto" userId="01864023-a306-4040-9773-946c92c655fb" providerId="ADAL" clId="{F440B5D0-04B6-40D1-9ED8-3CD12711DA1B}" dt="2024-03-06T17:20:39.324" v="54" actId="22"/>
          <ac:spMkLst>
            <pc:docMk/>
            <pc:sldMk cId="502389309" sldId="277"/>
            <ac:spMk id="9" creationId="{80C49D05-C187-8D8E-2DF7-8CABEB4091C8}"/>
          </ac:spMkLst>
        </pc:spChg>
      </pc:sldChg>
      <pc:sldChg chg="add">
        <pc:chgData name="Danny Alberto Luarte Canto" userId="01864023-a306-4040-9773-946c92c655fb" providerId="ADAL" clId="{F440B5D0-04B6-40D1-9ED8-3CD12711DA1B}" dt="2024-03-06T17:20:43.653" v="55"/>
        <pc:sldMkLst>
          <pc:docMk/>
          <pc:sldMk cId="2593998083" sldId="278"/>
        </pc:sldMkLst>
      </pc:sldChg>
      <pc:sldChg chg="addSp delSp modSp new mod setBg">
        <pc:chgData name="Danny Alberto Luarte Canto" userId="01864023-a306-4040-9773-946c92c655fb" providerId="ADAL" clId="{F440B5D0-04B6-40D1-9ED8-3CD12711DA1B}" dt="2024-03-07T00:04:39.996" v="2123" actId="1076"/>
        <pc:sldMkLst>
          <pc:docMk/>
          <pc:sldMk cId="1864721776" sldId="279"/>
        </pc:sldMkLst>
        <pc:spChg chg="mod">
          <ac:chgData name="Danny Alberto Luarte Canto" userId="01864023-a306-4040-9773-946c92c655fb" providerId="ADAL" clId="{F440B5D0-04B6-40D1-9ED8-3CD12711DA1B}" dt="2024-03-06T22:39:22.350" v="1220" actId="26606"/>
          <ac:spMkLst>
            <pc:docMk/>
            <pc:sldMk cId="1864721776" sldId="279"/>
            <ac:spMk id="2" creationId="{AD0261FD-12EC-E96B-8788-D46D47618D92}"/>
          </ac:spMkLst>
        </pc:spChg>
        <pc:spChg chg="mod">
          <ac:chgData name="Danny Alberto Luarte Canto" userId="01864023-a306-4040-9773-946c92c655fb" providerId="ADAL" clId="{F440B5D0-04B6-40D1-9ED8-3CD12711DA1B}" dt="2024-03-06T22:39:22.350" v="1220" actId="26606"/>
          <ac:spMkLst>
            <pc:docMk/>
            <pc:sldMk cId="1864721776" sldId="279"/>
            <ac:spMk id="3" creationId="{B588C798-762A-EF46-F83E-F9B993942267}"/>
          </ac:spMkLst>
        </pc:spChg>
        <pc:spChg chg="add mod">
          <ac:chgData name="Danny Alberto Luarte Canto" userId="01864023-a306-4040-9773-946c92c655fb" providerId="ADAL" clId="{F440B5D0-04B6-40D1-9ED8-3CD12711DA1B}" dt="2024-03-07T00:04:39.996" v="2123" actId="1076"/>
          <ac:spMkLst>
            <pc:docMk/>
            <pc:sldMk cId="1864721776" sldId="279"/>
            <ac:spMk id="4" creationId="{ED8AAC5C-A0F3-787F-F310-E9B67D4E2D78}"/>
          </ac:spMkLst>
        </pc:spChg>
        <pc:spChg chg="add del">
          <ac:chgData name="Danny Alberto Luarte Canto" userId="01864023-a306-4040-9773-946c92c655fb" providerId="ADAL" clId="{F440B5D0-04B6-40D1-9ED8-3CD12711DA1B}" dt="2024-03-06T22:39:12.651" v="1217" actId="26606"/>
          <ac:spMkLst>
            <pc:docMk/>
            <pc:sldMk cId="1864721776" sldId="279"/>
            <ac:spMk id="8" creationId="{1BB867FF-FC45-48F7-8104-F89BE54909F1}"/>
          </ac:spMkLst>
        </pc:spChg>
        <pc:spChg chg="add del">
          <ac:chgData name="Danny Alberto Luarte Canto" userId="01864023-a306-4040-9773-946c92c655fb" providerId="ADAL" clId="{F440B5D0-04B6-40D1-9ED8-3CD12711DA1B}" dt="2024-03-06T22:39:22.335" v="1219" actId="26606"/>
          <ac:spMkLst>
            <pc:docMk/>
            <pc:sldMk cId="1864721776" sldId="279"/>
            <ac:spMk id="9" creationId="{D009D6D5-DAC2-4A8B-A17A-E206B9012D09}"/>
          </ac:spMkLst>
        </pc:spChg>
        <pc:spChg chg="add del">
          <ac:chgData name="Danny Alberto Luarte Canto" userId="01864023-a306-4040-9773-946c92c655fb" providerId="ADAL" clId="{F440B5D0-04B6-40D1-9ED8-3CD12711DA1B}" dt="2024-03-06T22:39:12.651" v="1217" actId="26606"/>
          <ac:spMkLst>
            <pc:docMk/>
            <pc:sldMk cId="1864721776" sldId="279"/>
            <ac:spMk id="10" creationId="{8BB56887-D0D5-4F0C-9E19-7247EB83C8B7}"/>
          </ac:spMkLst>
        </pc:spChg>
        <pc:spChg chg="add">
          <ac:chgData name="Danny Alberto Luarte Canto" userId="01864023-a306-4040-9773-946c92c655fb" providerId="ADAL" clId="{F440B5D0-04B6-40D1-9ED8-3CD12711DA1B}" dt="2024-03-06T22:39:22.350" v="1220" actId="26606"/>
          <ac:spMkLst>
            <pc:docMk/>
            <pc:sldMk cId="1864721776" sldId="279"/>
            <ac:spMk id="11" creationId="{21540236-BFD5-4A9D-8840-4703E7F76825}"/>
          </ac:spMkLst>
        </pc:spChg>
        <pc:spChg chg="add del">
          <ac:chgData name="Danny Alberto Luarte Canto" userId="01864023-a306-4040-9773-946c92c655fb" providerId="ADAL" clId="{F440B5D0-04B6-40D1-9ED8-3CD12711DA1B}" dt="2024-03-06T22:39:12.651" v="1217" actId="26606"/>
          <ac:spMkLst>
            <pc:docMk/>
            <pc:sldMk cId="1864721776" sldId="279"/>
            <ac:spMk id="12" creationId="{081E4A58-353D-44AE-B2FC-2A74E2E400F7}"/>
          </ac:spMkLst>
        </pc:spChg>
        <pc:spChg chg="add">
          <ac:chgData name="Danny Alberto Luarte Canto" userId="01864023-a306-4040-9773-946c92c655fb" providerId="ADAL" clId="{F440B5D0-04B6-40D1-9ED8-3CD12711DA1B}" dt="2024-03-06T22:39:22.350" v="1220" actId="26606"/>
          <ac:spMkLst>
            <pc:docMk/>
            <pc:sldMk cId="1864721776" sldId="279"/>
            <ac:spMk id="13" creationId="{2C61293E-6EBE-43EF-A52C-9BEBFD7679D4}"/>
          </ac:spMkLst>
        </pc:spChg>
        <pc:picChg chg="add del">
          <ac:chgData name="Danny Alberto Luarte Canto" userId="01864023-a306-4040-9773-946c92c655fb" providerId="ADAL" clId="{F440B5D0-04B6-40D1-9ED8-3CD12711DA1B}" dt="2024-03-06T22:39:22.335" v="1219" actId="26606"/>
          <ac:picMkLst>
            <pc:docMk/>
            <pc:sldMk cId="1864721776" sldId="279"/>
            <ac:picMk id="5" creationId="{9FC07A98-ED26-A491-89E2-2B6D1FB04D48}"/>
          </ac:picMkLst>
        </pc:picChg>
        <pc:picChg chg="add">
          <ac:chgData name="Danny Alberto Luarte Canto" userId="01864023-a306-4040-9773-946c92c655fb" providerId="ADAL" clId="{F440B5D0-04B6-40D1-9ED8-3CD12711DA1B}" dt="2024-03-06T22:39:22.350" v="1220" actId="26606"/>
          <ac:picMkLst>
            <pc:docMk/>
            <pc:sldMk cId="1864721776" sldId="279"/>
            <ac:picMk id="14" creationId="{8D56F9D0-C31A-21D5-20FB-7B31ABC5C4CD}"/>
          </ac:picMkLst>
        </pc:picChg>
      </pc:sldChg>
      <pc:sldChg chg="addSp modSp add mod setBg">
        <pc:chgData name="Danny Alberto Luarte Canto" userId="01864023-a306-4040-9773-946c92c655fb" providerId="ADAL" clId="{F440B5D0-04B6-40D1-9ED8-3CD12711DA1B}" dt="2024-03-06T23:07:00.690" v="1458" actId="115"/>
        <pc:sldMkLst>
          <pc:docMk/>
          <pc:sldMk cId="3746788493" sldId="280"/>
        </pc:sldMkLst>
        <pc:spChg chg="mod">
          <ac:chgData name="Danny Alberto Luarte Canto" userId="01864023-a306-4040-9773-946c92c655fb" providerId="ADAL" clId="{F440B5D0-04B6-40D1-9ED8-3CD12711DA1B}" dt="2024-03-06T23:07:00.690" v="1458" actId="115"/>
          <ac:spMkLst>
            <pc:docMk/>
            <pc:sldMk cId="3746788493" sldId="280"/>
            <ac:spMk id="5" creationId="{9B0D529C-5477-E60C-E0DD-D05E31D163EE}"/>
          </ac:spMkLst>
        </pc:spChg>
        <pc:spChg chg="mod">
          <ac:chgData name="Danny Alberto Luarte Canto" userId="01864023-a306-4040-9773-946c92c655fb" providerId="ADAL" clId="{F440B5D0-04B6-40D1-9ED8-3CD12711DA1B}" dt="2024-03-06T23:04:39.159" v="1435" actId="26606"/>
          <ac:spMkLst>
            <pc:docMk/>
            <pc:sldMk cId="3746788493" sldId="280"/>
            <ac:spMk id="6" creationId="{712EB352-0271-46C0-6192-05460DA61C11}"/>
          </ac:spMkLst>
        </pc:spChg>
        <pc:spChg chg="add">
          <ac:chgData name="Danny Alberto Luarte Canto" userId="01864023-a306-4040-9773-946c92c655fb" providerId="ADAL" clId="{F440B5D0-04B6-40D1-9ED8-3CD12711DA1B}" dt="2024-03-06T23:04:39.159" v="1435" actId="26606"/>
          <ac:spMkLst>
            <pc:docMk/>
            <pc:sldMk cId="3746788493" sldId="280"/>
            <ac:spMk id="11" creationId="{1BB867FF-FC45-48F7-8104-F89BE54909F1}"/>
          </ac:spMkLst>
        </pc:spChg>
        <pc:spChg chg="add">
          <ac:chgData name="Danny Alberto Luarte Canto" userId="01864023-a306-4040-9773-946c92c655fb" providerId="ADAL" clId="{F440B5D0-04B6-40D1-9ED8-3CD12711DA1B}" dt="2024-03-06T23:04:39.159" v="1435" actId="26606"/>
          <ac:spMkLst>
            <pc:docMk/>
            <pc:sldMk cId="3746788493" sldId="280"/>
            <ac:spMk id="13" creationId="{8BB56887-D0D5-4F0C-9E19-7247EB83C8B7}"/>
          </ac:spMkLst>
        </pc:spChg>
        <pc:spChg chg="add">
          <ac:chgData name="Danny Alberto Luarte Canto" userId="01864023-a306-4040-9773-946c92c655fb" providerId="ADAL" clId="{F440B5D0-04B6-40D1-9ED8-3CD12711DA1B}" dt="2024-03-06T23:04:39.159" v="1435" actId="26606"/>
          <ac:spMkLst>
            <pc:docMk/>
            <pc:sldMk cId="3746788493" sldId="280"/>
            <ac:spMk id="15" creationId="{081E4A58-353D-44AE-B2FC-2A74E2E400F7}"/>
          </ac:spMkLst>
        </pc:spChg>
      </pc:sldChg>
      <pc:sldChg chg="addSp modSp add mod ord setBg">
        <pc:chgData name="Danny Alberto Luarte Canto" userId="01864023-a306-4040-9773-946c92c655fb" providerId="ADAL" clId="{F440B5D0-04B6-40D1-9ED8-3CD12711DA1B}" dt="2024-03-07T00:37:08.882" v="3356" actId="120"/>
        <pc:sldMkLst>
          <pc:docMk/>
          <pc:sldMk cId="2414582946" sldId="281"/>
        </pc:sldMkLst>
        <pc:spChg chg="mod">
          <ac:chgData name="Danny Alberto Luarte Canto" userId="01864023-a306-4040-9773-946c92c655fb" providerId="ADAL" clId="{F440B5D0-04B6-40D1-9ED8-3CD12711DA1B}" dt="2024-03-07T00:37:08.882" v="3356" actId="120"/>
          <ac:spMkLst>
            <pc:docMk/>
            <pc:sldMk cId="2414582946" sldId="281"/>
            <ac:spMk id="5" creationId="{002DBE6F-6193-FCEA-51BB-CC2BB6FF1FA2}"/>
          </ac:spMkLst>
        </pc:spChg>
        <pc:spChg chg="mod">
          <ac:chgData name="Danny Alberto Luarte Canto" userId="01864023-a306-4040-9773-946c92c655fb" providerId="ADAL" clId="{F440B5D0-04B6-40D1-9ED8-3CD12711DA1B}" dt="2024-03-06T22:37:30.864" v="1215" actId="26606"/>
          <ac:spMkLst>
            <pc:docMk/>
            <pc:sldMk cId="2414582946" sldId="281"/>
            <ac:spMk id="6" creationId="{57EA1751-76F2-EC7E-BD8C-3D4EB8955975}"/>
          </ac:spMkLst>
        </pc:spChg>
        <pc:spChg chg="add">
          <ac:chgData name="Danny Alberto Luarte Canto" userId="01864023-a306-4040-9773-946c92c655fb" providerId="ADAL" clId="{F440B5D0-04B6-40D1-9ED8-3CD12711DA1B}" dt="2024-03-06T22:37:30.864" v="1215" actId="26606"/>
          <ac:spMkLst>
            <pc:docMk/>
            <pc:sldMk cId="2414582946" sldId="281"/>
            <ac:spMk id="12" creationId="{D2B783EE-0239-4717-BBEA-8C9EAC61C824}"/>
          </ac:spMkLst>
        </pc:spChg>
        <pc:spChg chg="add">
          <ac:chgData name="Danny Alberto Luarte Canto" userId="01864023-a306-4040-9773-946c92c655fb" providerId="ADAL" clId="{F440B5D0-04B6-40D1-9ED8-3CD12711DA1B}" dt="2024-03-06T22:37:30.864" v="1215" actId="26606"/>
          <ac:spMkLst>
            <pc:docMk/>
            <pc:sldMk cId="2414582946" sldId="281"/>
            <ac:spMk id="14" creationId="{A7B99495-F43F-4D80-A44F-2CB4764EB90B}"/>
          </ac:spMkLst>
        </pc:spChg>
        <pc:spChg chg="add">
          <ac:chgData name="Danny Alberto Luarte Canto" userId="01864023-a306-4040-9773-946c92c655fb" providerId="ADAL" clId="{F440B5D0-04B6-40D1-9ED8-3CD12711DA1B}" dt="2024-03-06T22:37:30.864" v="1215" actId="26606"/>
          <ac:spMkLst>
            <pc:docMk/>
            <pc:sldMk cId="2414582946" sldId="281"/>
            <ac:spMk id="16" creationId="{70BEB1E7-2F88-40BC-B73D-42E5B6F80BFC}"/>
          </ac:spMkLst>
        </pc:spChg>
        <pc:picChg chg="add mod ord">
          <ac:chgData name="Danny Alberto Luarte Canto" userId="01864023-a306-4040-9773-946c92c655fb" providerId="ADAL" clId="{F440B5D0-04B6-40D1-9ED8-3CD12711DA1B}" dt="2024-03-06T22:37:30.864" v="1215" actId="26606"/>
          <ac:picMkLst>
            <pc:docMk/>
            <pc:sldMk cId="2414582946" sldId="281"/>
            <ac:picMk id="3" creationId="{B87A474A-A9BC-A23B-B65F-AB23B6E8A588}"/>
          </ac:picMkLst>
        </pc:picChg>
        <pc:picChg chg="add mod">
          <ac:chgData name="Danny Alberto Luarte Canto" userId="01864023-a306-4040-9773-946c92c655fb" providerId="ADAL" clId="{F440B5D0-04B6-40D1-9ED8-3CD12711DA1B}" dt="2024-03-06T22:37:30.864" v="1215" actId="26606"/>
          <ac:picMkLst>
            <pc:docMk/>
            <pc:sldMk cId="2414582946" sldId="281"/>
            <ac:picMk id="7" creationId="{A0476704-B381-CE42-DA18-2BB2B0331201}"/>
          </ac:picMkLst>
        </pc:picChg>
      </pc:sldChg>
      <pc:sldChg chg="new del">
        <pc:chgData name="Danny Alberto Luarte Canto" userId="01864023-a306-4040-9773-946c92c655fb" providerId="ADAL" clId="{F440B5D0-04B6-40D1-9ED8-3CD12711DA1B}" dt="2024-03-06T22:19:59.874" v="855" actId="680"/>
        <pc:sldMkLst>
          <pc:docMk/>
          <pc:sldMk cId="3157684164" sldId="281"/>
        </pc:sldMkLst>
      </pc:sldChg>
      <pc:sldChg chg="addSp delSp modSp add mod setBg">
        <pc:chgData name="Danny Alberto Luarte Canto" userId="01864023-a306-4040-9773-946c92c655fb" providerId="ADAL" clId="{F440B5D0-04B6-40D1-9ED8-3CD12711DA1B}" dt="2024-03-06T23:13:42.839" v="1524" actId="123"/>
        <pc:sldMkLst>
          <pc:docMk/>
          <pc:sldMk cId="2301236418" sldId="282"/>
        </pc:sldMkLst>
        <pc:spChg chg="mod">
          <ac:chgData name="Danny Alberto Luarte Canto" userId="01864023-a306-4040-9773-946c92c655fb" providerId="ADAL" clId="{F440B5D0-04B6-40D1-9ED8-3CD12711DA1B}" dt="2024-03-06T23:13:42.839" v="1524" actId="123"/>
          <ac:spMkLst>
            <pc:docMk/>
            <pc:sldMk cId="2301236418" sldId="282"/>
            <ac:spMk id="5" creationId="{888B4EC9-14FD-BC79-7756-89FF605204A5}"/>
          </ac:spMkLst>
        </pc:spChg>
        <pc:spChg chg="mod">
          <ac:chgData name="Danny Alberto Luarte Canto" userId="01864023-a306-4040-9773-946c92c655fb" providerId="ADAL" clId="{F440B5D0-04B6-40D1-9ED8-3CD12711DA1B}" dt="2024-03-06T22:36:32.677" v="1209" actId="26606"/>
          <ac:spMkLst>
            <pc:docMk/>
            <pc:sldMk cId="2301236418" sldId="282"/>
            <ac:spMk id="6" creationId="{3354EA4F-7AE5-8B16-661A-B8D002582FF3}"/>
          </ac:spMkLst>
        </pc:spChg>
        <pc:spChg chg="add del">
          <ac:chgData name="Danny Alberto Luarte Canto" userId="01864023-a306-4040-9773-946c92c655fb" providerId="ADAL" clId="{F440B5D0-04B6-40D1-9ED8-3CD12711DA1B}" dt="2024-03-06T22:36:32.677" v="1210" actId="26606"/>
          <ac:spMkLst>
            <pc:docMk/>
            <pc:sldMk cId="2301236418" sldId="282"/>
            <ac:spMk id="8" creationId="{99F1FFA9-D672-408C-9220-ADEEC6ABDD09}"/>
          </ac:spMkLst>
        </pc:spChg>
        <pc:spChg chg="add del">
          <ac:chgData name="Danny Alberto Luarte Canto" userId="01864023-a306-4040-9773-946c92c655fb" providerId="ADAL" clId="{F440B5D0-04B6-40D1-9ED8-3CD12711DA1B}" dt="2024-03-06T22:36:32.677" v="1209" actId="26606"/>
          <ac:spMkLst>
            <pc:docMk/>
            <pc:sldMk cId="2301236418" sldId="282"/>
            <ac:spMk id="10" creationId="{D2B783EE-0239-4717-BBEA-8C9EAC61C824}"/>
          </ac:spMkLst>
        </pc:spChg>
        <pc:spChg chg="add del">
          <ac:chgData name="Danny Alberto Luarte Canto" userId="01864023-a306-4040-9773-946c92c655fb" providerId="ADAL" clId="{F440B5D0-04B6-40D1-9ED8-3CD12711DA1B}" dt="2024-03-06T22:29:36.775" v="1200" actId="26606"/>
          <ac:spMkLst>
            <pc:docMk/>
            <pc:sldMk cId="2301236418" sldId="282"/>
            <ac:spMk id="11" creationId="{45D37F4E-DDB4-456B-97E0-9937730A039F}"/>
          </ac:spMkLst>
        </pc:spChg>
        <pc:spChg chg="add del">
          <ac:chgData name="Danny Alberto Luarte Canto" userId="01864023-a306-4040-9773-946c92c655fb" providerId="ADAL" clId="{F440B5D0-04B6-40D1-9ED8-3CD12711DA1B}" dt="2024-03-06T22:29:36.775" v="1200" actId="26606"/>
          <ac:spMkLst>
            <pc:docMk/>
            <pc:sldMk cId="2301236418" sldId="282"/>
            <ac:spMk id="13" creationId="{B2DD41CD-8F47-4F56-AD12-4E2FF7696987}"/>
          </ac:spMkLst>
        </pc:spChg>
        <pc:spChg chg="add del">
          <ac:chgData name="Danny Alberto Luarte Canto" userId="01864023-a306-4040-9773-946c92c655fb" providerId="ADAL" clId="{F440B5D0-04B6-40D1-9ED8-3CD12711DA1B}" dt="2024-03-06T22:36:32.677" v="1209" actId="26606"/>
          <ac:spMkLst>
            <pc:docMk/>
            <pc:sldMk cId="2301236418" sldId="282"/>
            <ac:spMk id="15" creationId="{A7B99495-F43F-4D80-A44F-2CB4764EB90B}"/>
          </ac:spMkLst>
        </pc:spChg>
        <pc:spChg chg="add del">
          <ac:chgData name="Danny Alberto Luarte Canto" userId="01864023-a306-4040-9773-946c92c655fb" providerId="ADAL" clId="{F440B5D0-04B6-40D1-9ED8-3CD12711DA1B}" dt="2024-03-06T22:36:32.677" v="1209" actId="26606"/>
          <ac:spMkLst>
            <pc:docMk/>
            <pc:sldMk cId="2301236418" sldId="282"/>
            <ac:spMk id="17" creationId="{70BEB1E7-2F88-40BC-B73D-42E5B6F80BFC}"/>
          </ac:spMkLst>
        </pc:spChg>
        <pc:spChg chg="add">
          <ac:chgData name="Danny Alberto Luarte Canto" userId="01864023-a306-4040-9773-946c92c655fb" providerId="ADAL" clId="{F440B5D0-04B6-40D1-9ED8-3CD12711DA1B}" dt="2024-03-06T22:36:32.677" v="1210" actId="26606"/>
          <ac:spMkLst>
            <pc:docMk/>
            <pc:sldMk cId="2301236418" sldId="282"/>
            <ac:spMk id="19" creationId="{99F1FFA9-D672-408C-9220-ADEEC6ABDD09}"/>
          </ac:spMkLst>
        </pc:spChg>
        <pc:picChg chg="add mod">
          <ac:chgData name="Danny Alberto Luarte Canto" userId="01864023-a306-4040-9773-946c92c655fb" providerId="ADAL" clId="{F440B5D0-04B6-40D1-9ED8-3CD12711DA1B}" dt="2024-03-06T22:36:32.677" v="1209" actId="26606"/>
          <ac:picMkLst>
            <pc:docMk/>
            <pc:sldMk cId="2301236418" sldId="282"/>
            <ac:picMk id="2" creationId="{7E2E6FB7-7FEA-CA0D-DCEE-FD44C80CB58A}"/>
          </ac:picMkLst>
        </pc:picChg>
        <pc:picChg chg="add mod">
          <ac:chgData name="Danny Alberto Luarte Canto" userId="01864023-a306-4040-9773-946c92c655fb" providerId="ADAL" clId="{F440B5D0-04B6-40D1-9ED8-3CD12711DA1B}" dt="2024-03-06T22:36:32.677" v="1209" actId="26606"/>
          <ac:picMkLst>
            <pc:docMk/>
            <pc:sldMk cId="2301236418" sldId="282"/>
            <ac:picMk id="3" creationId="{C397F427-FF35-A68E-A088-7A8539D5F914}"/>
          </ac:picMkLst>
        </pc:picChg>
      </pc:sldChg>
      <pc:sldChg chg="addSp delSp modSp add mod">
        <pc:chgData name="Danny Alberto Luarte Canto" userId="01864023-a306-4040-9773-946c92c655fb" providerId="ADAL" clId="{F440B5D0-04B6-40D1-9ED8-3CD12711DA1B}" dt="2024-03-06T23:13:26.106" v="1523" actId="123"/>
        <pc:sldMkLst>
          <pc:docMk/>
          <pc:sldMk cId="680837511" sldId="283"/>
        </pc:sldMkLst>
        <pc:spChg chg="mod">
          <ac:chgData name="Danny Alberto Luarte Canto" userId="01864023-a306-4040-9773-946c92c655fb" providerId="ADAL" clId="{F440B5D0-04B6-40D1-9ED8-3CD12711DA1B}" dt="2024-03-06T23:13:26.106" v="1523" actId="123"/>
          <ac:spMkLst>
            <pc:docMk/>
            <pc:sldMk cId="680837511" sldId="283"/>
            <ac:spMk id="5" creationId="{5A049559-648E-027B-933D-6EB743E03256}"/>
          </ac:spMkLst>
        </pc:spChg>
        <pc:picChg chg="del">
          <ac:chgData name="Danny Alberto Luarte Canto" userId="01864023-a306-4040-9773-946c92c655fb" providerId="ADAL" clId="{F440B5D0-04B6-40D1-9ED8-3CD12711DA1B}" dt="2024-03-06T22:57:30.277" v="1315" actId="478"/>
          <ac:picMkLst>
            <pc:docMk/>
            <pc:sldMk cId="680837511" sldId="283"/>
            <ac:picMk id="3" creationId="{F8BC377C-165B-FC3C-D311-50A5A2AAFDD3}"/>
          </ac:picMkLst>
        </pc:picChg>
        <pc:picChg chg="add mod">
          <ac:chgData name="Danny Alberto Luarte Canto" userId="01864023-a306-4040-9773-946c92c655fb" providerId="ADAL" clId="{F440B5D0-04B6-40D1-9ED8-3CD12711DA1B}" dt="2024-03-06T22:57:47.336" v="1319" actId="1076"/>
          <ac:picMkLst>
            <pc:docMk/>
            <pc:sldMk cId="680837511" sldId="283"/>
            <ac:picMk id="4" creationId="{42E225E6-628E-EA26-0B16-EE9749A59CAE}"/>
          </ac:picMkLst>
        </pc:picChg>
        <pc:picChg chg="del">
          <ac:chgData name="Danny Alberto Luarte Canto" userId="01864023-a306-4040-9773-946c92c655fb" providerId="ADAL" clId="{F440B5D0-04B6-40D1-9ED8-3CD12711DA1B}" dt="2024-03-06T22:57:34.239" v="1316" actId="478"/>
          <ac:picMkLst>
            <pc:docMk/>
            <pc:sldMk cId="680837511" sldId="283"/>
            <ac:picMk id="7" creationId="{F5AE52E8-22AC-C021-FDF4-E7669CE2FCC8}"/>
          </ac:picMkLst>
        </pc:picChg>
      </pc:sldChg>
      <pc:sldChg chg="addSp delSp modSp add mod setBg">
        <pc:chgData name="Danny Alberto Luarte Canto" userId="01864023-a306-4040-9773-946c92c655fb" providerId="ADAL" clId="{F440B5D0-04B6-40D1-9ED8-3CD12711DA1B}" dt="2024-03-06T23:45:23.741" v="1979" actId="20577"/>
        <pc:sldMkLst>
          <pc:docMk/>
          <pc:sldMk cId="4153099010" sldId="284"/>
        </pc:sldMkLst>
        <pc:spChg chg="mod ord">
          <ac:chgData name="Danny Alberto Luarte Canto" userId="01864023-a306-4040-9773-946c92c655fb" providerId="ADAL" clId="{F440B5D0-04B6-40D1-9ED8-3CD12711DA1B}" dt="2024-03-06T23:45:23.741" v="1979" actId="20577"/>
          <ac:spMkLst>
            <pc:docMk/>
            <pc:sldMk cId="4153099010" sldId="284"/>
            <ac:spMk id="5" creationId="{038BC919-548B-5607-D9F1-FBF218E600FE}"/>
          </ac:spMkLst>
        </pc:spChg>
        <pc:spChg chg="mod">
          <ac:chgData name="Danny Alberto Luarte Canto" userId="01864023-a306-4040-9773-946c92c655fb" providerId="ADAL" clId="{F440B5D0-04B6-40D1-9ED8-3CD12711DA1B}" dt="2024-03-06T23:12:48.070" v="1518" actId="26606"/>
          <ac:spMkLst>
            <pc:docMk/>
            <pc:sldMk cId="4153099010" sldId="284"/>
            <ac:spMk id="6" creationId="{EC8FEDC8-ABD3-A2AA-D594-2A087F292550}"/>
          </ac:spMkLst>
        </pc:spChg>
        <pc:spChg chg="add del">
          <ac:chgData name="Danny Alberto Luarte Canto" userId="01864023-a306-4040-9773-946c92c655fb" providerId="ADAL" clId="{F440B5D0-04B6-40D1-9ED8-3CD12711DA1B}" dt="2024-03-06T23:12:06.016" v="1510" actId="26606"/>
          <ac:spMkLst>
            <pc:docMk/>
            <pc:sldMk cId="4153099010" sldId="284"/>
            <ac:spMk id="11" creationId="{649C91A9-84E7-4BF0-9026-62F01380D853}"/>
          </ac:spMkLst>
        </pc:spChg>
        <pc:spChg chg="add del">
          <ac:chgData name="Danny Alberto Luarte Canto" userId="01864023-a306-4040-9773-946c92c655fb" providerId="ADAL" clId="{F440B5D0-04B6-40D1-9ED8-3CD12711DA1B}" dt="2024-03-06T23:12:06.016" v="1510" actId="26606"/>
          <ac:spMkLst>
            <pc:docMk/>
            <pc:sldMk cId="4153099010" sldId="284"/>
            <ac:spMk id="13" creationId="{9B47378D-AD27-45D0-8C1C-5B1098DCC068}"/>
          </ac:spMkLst>
        </pc:spChg>
        <pc:spChg chg="add del">
          <ac:chgData name="Danny Alberto Luarte Canto" userId="01864023-a306-4040-9773-946c92c655fb" providerId="ADAL" clId="{F440B5D0-04B6-40D1-9ED8-3CD12711DA1B}" dt="2024-03-06T23:12:08.121" v="1512" actId="26606"/>
          <ac:spMkLst>
            <pc:docMk/>
            <pc:sldMk cId="4153099010" sldId="284"/>
            <ac:spMk id="15" creationId="{426B127E-6498-4C77-9C9D-4553A5113B80}"/>
          </ac:spMkLst>
        </pc:spChg>
        <pc:spChg chg="add del">
          <ac:chgData name="Danny Alberto Luarte Canto" userId="01864023-a306-4040-9773-946c92c655fb" providerId="ADAL" clId="{F440B5D0-04B6-40D1-9ED8-3CD12711DA1B}" dt="2024-03-06T23:12:08.121" v="1512" actId="26606"/>
          <ac:spMkLst>
            <pc:docMk/>
            <pc:sldMk cId="4153099010" sldId="284"/>
            <ac:spMk id="16" creationId="{4AC6B390-BC59-4F1D-A0EE-D71A92F0A0B2}"/>
          </ac:spMkLst>
        </pc:spChg>
        <pc:spChg chg="add del">
          <ac:chgData name="Danny Alberto Luarte Canto" userId="01864023-a306-4040-9773-946c92c655fb" providerId="ADAL" clId="{F440B5D0-04B6-40D1-9ED8-3CD12711DA1B}" dt="2024-03-06T23:12:08.121" v="1512" actId="26606"/>
          <ac:spMkLst>
            <pc:docMk/>
            <pc:sldMk cId="4153099010" sldId="284"/>
            <ac:spMk id="17" creationId="{B6C60D79-16F1-4C4B-B7E3-7634E7069CDE}"/>
          </ac:spMkLst>
        </pc:spChg>
        <pc:spChg chg="add del">
          <ac:chgData name="Danny Alberto Luarte Canto" userId="01864023-a306-4040-9773-946c92c655fb" providerId="ADAL" clId="{F440B5D0-04B6-40D1-9ED8-3CD12711DA1B}" dt="2024-03-06T23:12:16.536" v="1514" actId="26606"/>
          <ac:spMkLst>
            <pc:docMk/>
            <pc:sldMk cId="4153099010" sldId="284"/>
            <ac:spMk id="19" creationId="{2EB492CD-616E-47F8-933B-5E2D952A0593}"/>
          </ac:spMkLst>
        </pc:spChg>
        <pc:spChg chg="add del">
          <ac:chgData name="Danny Alberto Luarte Canto" userId="01864023-a306-4040-9773-946c92c655fb" providerId="ADAL" clId="{F440B5D0-04B6-40D1-9ED8-3CD12711DA1B}" dt="2024-03-06T23:12:16.536" v="1514" actId="26606"/>
          <ac:spMkLst>
            <pc:docMk/>
            <pc:sldMk cId="4153099010" sldId="284"/>
            <ac:spMk id="20" creationId="{59383CF9-23B5-4335-9B21-1791C4CF1C75}"/>
          </ac:spMkLst>
        </pc:spChg>
        <pc:spChg chg="add del">
          <ac:chgData name="Danny Alberto Luarte Canto" userId="01864023-a306-4040-9773-946c92c655fb" providerId="ADAL" clId="{F440B5D0-04B6-40D1-9ED8-3CD12711DA1B}" dt="2024-03-06T23:12:16.536" v="1514" actId="26606"/>
          <ac:spMkLst>
            <pc:docMk/>
            <pc:sldMk cId="4153099010" sldId="284"/>
            <ac:spMk id="21" creationId="{0007FE00-9498-4706-B255-6437B0252C02}"/>
          </ac:spMkLst>
        </pc:spChg>
        <pc:spChg chg="add del">
          <ac:chgData name="Danny Alberto Luarte Canto" userId="01864023-a306-4040-9773-946c92c655fb" providerId="ADAL" clId="{F440B5D0-04B6-40D1-9ED8-3CD12711DA1B}" dt="2024-03-06T23:12:20.727" v="1516" actId="26606"/>
          <ac:spMkLst>
            <pc:docMk/>
            <pc:sldMk cId="4153099010" sldId="284"/>
            <ac:spMk id="23" creationId="{77C59BEC-C4CC-4741-B975-08C543178D3D}"/>
          </ac:spMkLst>
        </pc:spChg>
        <pc:spChg chg="add del">
          <ac:chgData name="Danny Alberto Luarte Canto" userId="01864023-a306-4040-9773-946c92c655fb" providerId="ADAL" clId="{F440B5D0-04B6-40D1-9ED8-3CD12711DA1B}" dt="2024-03-06T23:12:20.727" v="1516" actId="26606"/>
          <ac:spMkLst>
            <pc:docMk/>
            <pc:sldMk cId="4153099010" sldId="284"/>
            <ac:spMk id="24" creationId="{72DEF309-605D-4117-9340-6D589B6C3A34}"/>
          </ac:spMkLst>
        </pc:spChg>
        <pc:spChg chg="add del">
          <ac:chgData name="Danny Alberto Luarte Canto" userId="01864023-a306-4040-9773-946c92c655fb" providerId="ADAL" clId="{F440B5D0-04B6-40D1-9ED8-3CD12711DA1B}" dt="2024-03-06T23:12:20.727" v="1516" actId="26606"/>
          <ac:spMkLst>
            <pc:docMk/>
            <pc:sldMk cId="4153099010" sldId="284"/>
            <ac:spMk id="25" creationId="{A7B99495-F43F-4D80-A44F-2CB4764EB90B}"/>
          </ac:spMkLst>
        </pc:spChg>
        <pc:spChg chg="add del">
          <ac:chgData name="Danny Alberto Luarte Canto" userId="01864023-a306-4040-9773-946c92c655fb" providerId="ADAL" clId="{F440B5D0-04B6-40D1-9ED8-3CD12711DA1B}" dt="2024-03-06T23:12:48.070" v="1518" actId="26606"/>
          <ac:spMkLst>
            <pc:docMk/>
            <pc:sldMk cId="4153099010" sldId="284"/>
            <ac:spMk id="27" creationId="{90D01200-0224-43C5-AB38-FB4D16B73FB7}"/>
          </ac:spMkLst>
        </pc:spChg>
        <pc:spChg chg="add del">
          <ac:chgData name="Danny Alberto Luarte Canto" userId="01864023-a306-4040-9773-946c92c655fb" providerId="ADAL" clId="{F440B5D0-04B6-40D1-9ED8-3CD12711DA1B}" dt="2024-03-06T23:12:48.070" v="1518" actId="26606"/>
          <ac:spMkLst>
            <pc:docMk/>
            <pc:sldMk cId="4153099010" sldId="284"/>
            <ac:spMk id="28" creationId="{728A44A4-A002-4A88-9FC9-1D0566C97A47}"/>
          </ac:spMkLst>
        </pc:spChg>
        <pc:spChg chg="add del">
          <ac:chgData name="Danny Alberto Luarte Canto" userId="01864023-a306-4040-9773-946c92c655fb" providerId="ADAL" clId="{F440B5D0-04B6-40D1-9ED8-3CD12711DA1B}" dt="2024-03-06T23:12:48.070" v="1518" actId="26606"/>
          <ac:spMkLst>
            <pc:docMk/>
            <pc:sldMk cId="4153099010" sldId="284"/>
            <ac:spMk id="29" creationId="{3E7D5C7B-DD16-401B-85CE-4AAA2A4F5136}"/>
          </ac:spMkLst>
        </pc:spChg>
        <pc:spChg chg="add">
          <ac:chgData name="Danny Alberto Luarte Canto" userId="01864023-a306-4040-9773-946c92c655fb" providerId="ADAL" clId="{F440B5D0-04B6-40D1-9ED8-3CD12711DA1B}" dt="2024-03-06T23:12:48.070" v="1518" actId="26606"/>
          <ac:spMkLst>
            <pc:docMk/>
            <pc:sldMk cId="4153099010" sldId="284"/>
            <ac:spMk id="34" creationId="{2EB492CD-616E-47F8-933B-5E2D952A0593}"/>
          </ac:spMkLst>
        </pc:spChg>
        <pc:spChg chg="add">
          <ac:chgData name="Danny Alberto Luarte Canto" userId="01864023-a306-4040-9773-946c92c655fb" providerId="ADAL" clId="{F440B5D0-04B6-40D1-9ED8-3CD12711DA1B}" dt="2024-03-06T23:12:48.070" v="1518" actId="26606"/>
          <ac:spMkLst>
            <pc:docMk/>
            <pc:sldMk cId="4153099010" sldId="284"/>
            <ac:spMk id="36" creationId="{59383CF9-23B5-4335-9B21-1791C4CF1C75}"/>
          </ac:spMkLst>
        </pc:spChg>
        <pc:spChg chg="add">
          <ac:chgData name="Danny Alberto Luarte Canto" userId="01864023-a306-4040-9773-946c92c655fb" providerId="ADAL" clId="{F440B5D0-04B6-40D1-9ED8-3CD12711DA1B}" dt="2024-03-06T23:12:48.070" v="1518" actId="26606"/>
          <ac:spMkLst>
            <pc:docMk/>
            <pc:sldMk cId="4153099010" sldId="284"/>
            <ac:spMk id="38" creationId="{0007FE00-9498-4706-B255-6437B0252C02}"/>
          </ac:spMkLst>
        </pc:spChg>
        <pc:picChg chg="add mod ord">
          <ac:chgData name="Danny Alberto Luarte Canto" userId="01864023-a306-4040-9773-946c92c655fb" providerId="ADAL" clId="{F440B5D0-04B6-40D1-9ED8-3CD12711DA1B}" dt="2024-03-06T23:12:48.070" v="1518" actId="26606"/>
          <ac:picMkLst>
            <pc:docMk/>
            <pc:sldMk cId="4153099010" sldId="284"/>
            <ac:picMk id="3" creationId="{68008097-FB63-BC47-C139-935AFD87B0C8}"/>
          </ac:picMkLst>
        </pc:picChg>
      </pc:sldChg>
      <pc:sldChg chg="addSp delSp modSp add mod setBg addAnim delAnim">
        <pc:chgData name="Danny Alberto Luarte Canto" userId="01864023-a306-4040-9773-946c92c655fb" providerId="ADAL" clId="{F440B5D0-04B6-40D1-9ED8-3CD12711DA1B}" dt="2024-03-06T23:33:01.211" v="1681" actId="20577"/>
        <pc:sldMkLst>
          <pc:docMk/>
          <pc:sldMk cId="1996446180" sldId="285"/>
        </pc:sldMkLst>
        <pc:spChg chg="mod">
          <ac:chgData name="Danny Alberto Luarte Canto" userId="01864023-a306-4040-9773-946c92c655fb" providerId="ADAL" clId="{F440B5D0-04B6-40D1-9ED8-3CD12711DA1B}" dt="2024-03-06T23:32:36.061" v="1674" actId="26606"/>
          <ac:spMkLst>
            <pc:docMk/>
            <pc:sldMk cId="1996446180" sldId="285"/>
            <ac:spMk id="2" creationId="{FB0EE92E-00C3-20C8-C70A-8E252A4B0DC1}"/>
          </ac:spMkLst>
        </pc:spChg>
        <pc:spChg chg="add del mod ord">
          <ac:chgData name="Danny Alberto Luarte Canto" userId="01864023-a306-4040-9773-946c92c655fb" providerId="ADAL" clId="{F440B5D0-04B6-40D1-9ED8-3CD12711DA1B}" dt="2024-03-06T23:33:01.211" v="1681" actId="20577"/>
          <ac:spMkLst>
            <pc:docMk/>
            <pc:sldMk cId="1996446180" sldId="285"/>
            <ac:spMk id="3" creationId="{B011E29B-5E5B-B62E-36A5-9EFB796F03F7}"/>
          </ac:spMkLst>
        </pc:spChg>
        <pc:spChg chg="add del">
          <ac:chgData name="Danny Alberto Luarte Canto" userId="01864023-a306-4040-9773-946c92c655fb" providerId="ADAL" clId="{F440B5D0-04B6-40D1-9ED8-3CD12711DA1B}" dt="2024-03-06T23:32:29.791" v="1671" actId="26606"/>
          <ac:spMkLst>
            <pc:docMk/>
            <pc:sldMk cId="1996446180" sldId="285"/>
            <ac:spMk id="14" creationId="{B9E248E0-55F8-4E45-A07F-B49E0EEA97ED}"/>
          </ac:spMkLst>
        </pc:spChg>
        <pc:spChg chg="add del">
          <ac:chgData name="Danny Alberto Luarte Canto" userId="01864023-a306-4040-9773-946c92c655fb" providerId="ADAL" clId="{F440B5D0-04B6-40D1-9ED8-3CD12711DA1B}" dt="2024-03-06T23:32:29.791" v="1671" actId="26606"/>
          <ac:spMkLst>
            <pc:docMk/>
            <pc:sldMk cId="1996446180" sldId="285"/>
            <ac:spMk id="16" creationId="{311F016A-A753-449B-9EA6-322199B7119E}"/>
          </ac:spMkLst>
        </pc:spChg>
        <pc:spChg chg="add del">
          <ac:chgData name="Danny Alberto Luarte Canto" userId="01864023-a306-4040-9773-946c92c655fb" providerId="ADAL" clId="{F440B5D0-04B6-40D1-9ED8-3CD12711DA1B}" dt="2024-03-06T23:32:36.046" v="1673" actId="26606"/>
          <ac:spMkLst>
            <pc:docMk/>
            <pc:sldMk cId="1996446180" sldId="285"/>
            <ac:spMk id="18" creationId="{99ED5833-B85B-4103-8A3B-CAB0308E6C15}"/>
          </ac:spMkLst>
        </pc:spChg>
        <pc:spChg chg="add">
          <ac:chgData name="Danny Alberto Luarte Canto" userId="01864023-a306-4040-9773-946c92c655fb" providerId="ADAL" clId="{F440B5D0-04B6-40D1-9ED8-3CD12711DA1B}" dt="2024-03-06T23:32:36.061" v="1674" actId="26606"/>
          <ac:spMkLst>
            <pc:docMk/>
            <pc:sldMk cId="1996446180" sldId="285"/>
            <ac:spMk id="20" creationId="{53E60C6D-4E85-4E14-BCDF-BF15C241F7CA}"/>
          </ac:spMkLst>
        </pc:spChg>
        <pc:spChg chg="add">
          <ac:chgData name="Danny Alberto Luarte Canto" userId="01864023-a306-4040-9773-946c92c655fb" providerId="ADAL" clId="{F440B5D0-04B6-40D1-9ED8-3CD12711DA1B}" dt="2024-03-06T23:32:36.061" v="1674" actId="26606"/>
          <ac:spMkLst>
            <pc:docMk/>
            <pc:sldMk cId="1996446180" sldId="285"/>
            <ac:spMk id="21" creationId="{7D42D292-4C48-479B-9E59-E29CD9871C0C}"/>
          </ac:spMkLst>
        </pc:spChg>
        <pc:spChg chg="add">
          <ac:chgData name="Danny Alberto Luarte Canto" userId="01864023-a306-4040-9773-946c92c655fb" providerId="ADAL" clId="{F440B5D0-04B6-40D1-9ED8-3CD12711DA1B}" dt="2024-03-06T23:32:36.061" v="1674" actId="26606"/>
          <ac:spMkLst>
            <pc:docMk/>
            <pc:sldMk cId="1996446180" sldId="285"/>
            <ac:spMk id="22" creationId="{533DF362-939D-4EEE-8DC4-6B54607E5611}"/>
          </ac:spMkLst>
        </pc:spChg>
        <pc:picChg chg="add del mod ord">
          <ac:chgData name="Danny Alberto Luarte Canto" userId="01864023-a306-4040-9773-946c92c655fb" providerId="ADAL" clId="{F440B5D0-04B6-40D1-9ED8-3CD12711DA1B}" dt="2024-03-06T23:28:42.258" v="1633" actId="22"/>
          <ac:picMkLst>
            <pc:docMk/>
            <pc:sldMk cId="1996446180" sldId="285"/>
            <ac:picMk id="5" creationId="{DF6C4CEC-4348-7020-00A5-E18C8F9FFF11}"/>
          </ac:picMkLst>
        </pc:picChg>
        <pc:picChg chg="add mod ord">
          <ac:chgData name="Danny Alberto Luarte Canto" userId="01864023-a306-4040-9773-946c92c655fb" providerId="ADAL" clId="{F440B5D0-04B6-40D1-9ED8-3CD12711DA1B}" dt="2024-03-06T23:32:51.232" v="1680" actId="14100"/>
          <ac:picMkLst>
            <pc:docMk/>
            <pc:sldMk cId="1996446180" sldId="285"/>
            <ac:picMk id="7" creationId="{783B3898-5611-F04F-A880-E2152E62140C}"/>
          </ac:picMkLst>
        </pc:picChg>
        <pc:picChg chg="add mod">
          <ac:chgData name="Danny Alberto Luarte Canto" userId="01864023-a306-4040-9773-946c92c655fb" providerId="ADAL" clId="{F440B5D0-04B6-40D1-9ED8-3CD12711DA1B}" dt="2024-03-06T23:32:44.709" v="1677" actId="1076"/>
          <ac:picMkLst>
            <pc:docMk/>
            <pc:sldMk cId="1996446180" sldId="285"/>
            <ac:picMk id="9" creationId="{14BC10B3-CAC0-2E58-F33F-A8D0374FA729}"/>
          </ac:picMkLst>
        </pc:picChg>
      </pc:sldChg>
      <pc:sldChg chg="addSp delSp modSp add mod">
        <pc:chgData name="Danny Alberto Luarte Canto" userId="01864023-a306-4040-9773-946c92c655fb" providerId="ADAL" clId="{F440B5D0-04B6-40D1-9ED8-3CD12711DA1B}" dt="2024-03-07T00:02:39.602" v="2112"/>
        <pc:sldMkLst>
          <pc:docMk/>
          <pc:sldMk cId="492445813" sldId="286"/>
        </pc:sldMkLst>
        <pc:spChg chg="mod">
          <ac:chgData name="Danny Alberto Luarte Canto" userId="01864023-a306-4040-9773-946c92c655fb" providerId="ADAL" clId="{F440B5D0-04B6-40D1-9ED8-3CD12711DA1B}" dt="2024-03-07T00:02:39.602" v="2112"/>
          <ac:spMkLst>
            <pc:docMk/>
            <pc:sldMk cId="492445813" sldId="286"/>
            <ac:spMk id="2" creationId="{BCDBED66-1BC5-A75B-500E-3CF60EDCC9D3}"/>
          </ac:spMkLst>
        </pc:spChg>
        <pc:spChg chg="mod">
          <ac:chgData name="Danny Alberto Luarte Canto" userId="01864023-a306-4040-9773-946c92c655fb" providerId="ADAL" clId="{F440B5D0-04B6-40D1-9ED8-3CD12711DA1B}" dt="2024-03-07T00:02:14.046" v="2104" actId="5793"/>
          <ac:spMkLst>
            <pc:docMk/>
            <pc:sldMk cId="492445813" sldId="286"/>
            <ac:spMk id="3" creationId="{8132A491-B198-9EC7-2B3F-3769D32EB9A2}"/>
          </ac:spMkLst>
        </pc:spChg>
        <pc:picChg chg="del">
          <ac:chgData name="Danny Alberto Luarte Canto" userId="01864023-a306-4040-9773-946c92c655fb" providerId="ADAL" clId="{F440B5D0-04B6-40D1-9ED8-3CD12711DA1B}" dt="2024-03-06T23:21:19.207" v="1620" actId="478"/>
          <ac:picMkLst>
            <pc:docMk/>
            <pc:sldMk cId="492445813" sldId="286"/>
            <ac:picMk id="5" creationId="{137328EB-6F5A-6B77-D323-50BEFD6C7254}"/>
          </ac:picMkLst>
        </pc:picChg>
        <pc:picChg chg="add mod">
          <ac:chgData name="Danny Alberto Luarte Canto" userId="01864023-a306-4040-9773-946c92c655fb" providerId="ADAL" clId="{F440B5D0-04B6-40D1-9ED8-3CD12711DA1B}" dt="2024-03-07T00:02:18.539" v="2109" actId="1035"/>
          <ac:picMkLst>
            <pc:docMk/>
            <pc:sldMk cId="492445813" sldId="286"/>
            <ac:picMk id="6" creationId="{48F4C964-6BC8-ECB3-D327-D8D4445CA68A}"/>
          </ac:picMkLst>
        </pc:picChg>
        <pc:picChg chg="del mod">
          <ac:chgData name="Danny Alberto Luarte Canto" userId="01864023-a306-4040-9773-946c92c655fb" providerId="ADAL" clId="{F440B5D0-04B6-40D1-9ED8-3CD12711DA1B}" dt="2024-03-07T00:02:04.411" v="2101" actId="478"/>
          <ac:picMkLst>
            <pc:docMk/>
            <pc:sldMk cId="492445813" sldId="286"/>
            <ac:picMk id="7" creationId="{5AC32D6C-4908-5D96-195B-6E859ECBAFA1}"/>
          </ac:picMkLst>
        </pc:picChg>
      </pc:sldChg>
      <pc:sldChg chg="delSp modSp add mod ord">
        <pc:chgData name="Danny Alberto Luarte Canto" userId="01864023-a306-4040-9773-946c92c655fb" providerId="ADAL" clId="{F440B5D0-04B6-40D1-9ED8-3CD12711DA1B}" dt="2024-03-06T23:37:14.802" v="1713" actId="123"/>
        <pc:sldMkLst>
          <pc:docMk/>
          <pc:sldMk cId="1192194737" sldId="287"/>
        </pc:sldMkLst>
        <pc:spChg chg="mod">
          <ac:chgData name="Danny Alberto Luarte Canto" userId="01864023-a306-4040-9773-946c92c655fb" providerId="ADAL" clId="{F440B5D0-04B6-40D1-9ED8-3CD12711DA1B}" dt="2024-03-06T23:37:14.802" v="1713" actId="123"/>
          <ac:spMkLst>
            <pc:docMk/>
            <pc:sldMk cId="1192194737" sldId="287"/>
            <ac:spMk id="3" creationId="{BF2B6793-C650-6FC4-B24C-1AE316DFE788}"/>
          </ac:spMkLst>
        </pc:spChg>
        <pc:picChg chg="del">
          <ac:chgData name="Danny Alberto Luarte Canto" userId="01864023-a306-4040-9773-946c92c655fb" providerId="ADAL" clId="{F440B5D0-04B6-40D1-9ED8-3CD12711DA1B}" dt="2024-03-06T23:36:18.944" v="1693" actId="478"/>
          <ac:picMkLst>
            <pc:docMk/>
            <pc:sldMk cId="1192194737" sldId="287"/>
            <ac:picMk id="5" creationId="{245F5FFB-D1C7-7785-95CE-BCD2FA8DA005}"/>
          </ac:picMkLst>
        </pc:picChg>
      </pc:sldChg>
      <pc:sldChg chg="addSp delSp modSp add mod">
        <pc:chgData name="Danny Alberto Luarte Canto" userId="01864023-a306-4040-9773-946c92c655fb" providerId="ADAL" clId="{F440B5D0-04B6-40D1-9ED8-3CD12711DA1B}" dt="2024-03-07T00:45:10.255" v="3394" actId="20577"/>
        <pc:sldMkLst>
          <pc:docMk/>
          <pc:sldMk cId="1879725831" sldId="288"/>
        </pc:sldMkLst>
        <pc:spChg chg="mod">
          <ac:chgData name="Danny Alberto Luarte Canto" userId="01864023-a306-4040-9773-946c92c655fb" providerId="ADAL" clId="{F440B5D0-04B6-40D1-9ED8-3CD12711DA1B}" dt="2024-03-07T00:45:10.255" v="3394" actId="20577"/>
          <ac:spMkLst>
            <pc:docMk/>
            <pc:sldMk cId="1879725831" sldId="288"/>
            <ac:spMk id="3" creationId="{CC8A803F-9FA0-679D-C95E-99BF801F7D54}"/>
          </ac:spMkLst>
        </pc:spChg>
        <pc:picChg chg="del">
          <ac:chgData name="Danny Alberto Luarte Canto" userId="01864023-a306-4040-9773-946c92c655fb" providerId="ADAL" clId="{F440B5D0-04B6-40D1-9ED8-3CD12711DA1B}" dt="2024-03-07T00:09:56.307" v="2478" actId="478"/>
          <ac:picMkLst>
            <pc:docMk/>
            <pc:sldMk cId="1879725831" sldId="288"/>
            <ac:picMk id="5" creationId="{95002666-F2D9-E036-4CC6-2C467813F676}"/>
          </ac:picMkLst>
        </pc:picChg>
        <pc:picChg chg="del">
          <ac:chgData name="Danny Alberto Luarte Canto" userId="01864023-a306-4040-9773-946c92c655fb" providerId="ADAL" clId="{F440B5D0-04B6-40D1-9ED8-3CD12711DA1B}" dt="2024-03-07T00:09:54.586" v="2477" actId="478"/>
          <ac:picMkLst>
            <pc:docMk/>
            <pc:sldMk cId="1879725831" sldId="288"/>
            <ac:picMk id="6" creationId="{61F75D8B-422F-72CF-3372-9EDD3F8A4B7E}"/>
          </ac:picMkLst>
        </pc:picChg>
        <pc:picChg chg="add mod">
          <ac:chgData name="Danny Alberto Luarte Canto" userId="01864023-a306-4040-9773-946c92c655fb" providerId="ADAL" clId="{F440B5D0-04B6-40D1-9ED8-3CD12711DA1B}" dt="2024-03-07T00:26:15.569" v="3219" actId="1076"/>
          <ac:picMkLst>
            <pc:docMk/>
            <pc:sldMk cId="1879725831" sldId="288"/>
            <ac:picMk id="7" creationId="{66AD1287-0A75-DF02-B1AC-05F8DF7E3CD6}"/>
          </ac:picMkLst>
        </pc:picChg>
        <pc:picChg chg="del">
          <ac:chgData name="Danny Alberto Luarte Canto" userId="01864023-a306-4040-9773-946c92c655fb" providerId="ADAL" clId="{F440B5D0-04B6-40D1-9ED8-3CD12711DA1B}" dt="2024-03-07T00:09:58.324" v="2480" actId="478"/>
          <ac:picMkLst>
            <pc:docMk/>
            <pc:sldMk cId="1879725831" sldId="288"/>
            <ac:picMk id="8" creationId="{4CCAACC7-40A6-5F60-DA07-F68A48038F5C}"/>
          </ac:picMkLst>
        </pc:picChg>
        <pc:picChg chg="del">
          <ac:chgData name="Danny Alberto Luarte Canto" userId="01864023-a306-4040-9773-946c92c655fb" providerId="ADAL" clId="{F440B5D0-04B6-40D1-9ED8-3CD12711DA1B}" dt="2024-03-07T00:09:57.026" v="2479" actId="478"/>
          <ac:picMkLst>
            <pc:docMk/>
            <pc:sldMk cId="1879725831" sldId="288"/>
            <ac:picMk id="10" creationId="{D3650DFD-D9A9-01E6-5D55-1258ABDE868F}"/>
          </ac:picMkLst>
        </pc:picChg>
      </pc:sldChg>
      <pc:sldChg chg="modSp add del mod">
        <pc:chgData name="Danny Alberto Luarte Canto" userId="01864023-a306-4040-9773-946c92c655fb" providerId="ADAL" clId="{F440B5D0-04B6-40D1-9ED8-3CD12711DA1B}" dt="2024-03-06T23:51:26.569" v="2033" actId="47"/>
        <pc:sldMkLst>
          <pc:docMk/>
          <pc:sldMk cId="3754747962" sldId="288"/>
        </pc:sldMkLst>
        <pc:spChg chg="mod">
          <ac:chgData name="Danny Alberto Luarte Canto" userId="01864023-a306-4040-9773-946c92c655fb" providerId="ADAL" clId="{F440B5D0-04B6-40D1-9ED8-3CD12711DA1B}" dt="2024-03-06T23:44:07.333" v="1970" actId="20577"/>
          <ac:spMkLst>
            <pc:docMk/>
            <pc:sldMk cId="3754747962" sldId="288"/>
            <ac:spMk id="3" creationId="{3EC65D51-963D-21B3-138B-FF039324A730}"/>
          </ac:spMkLst>
        </pc:spChg>
      </pc:sldChg>
      <pc:sldChg chg="addSp delSp modSp add mod">
        <pc:chgData name="Danny Alberto Luarte Canto" userId="01864023-a306-4040-9773-946c92c655fb" providerId="ADAL" clId="{F440B5D0-04B6-40D1-9ED8-3CD12711DA1B}" dt="2024-03-07T00:45:29.546" v="3406" actId="20577"/>
        <pc:sldMkLst>
          <pc:docMk/>
          <pc:sldMk cId="3617320928" sldId="289"/>
        </pc:sldMkLst>
        <pc:spChg chg="mod">
          <ac:chgData name="Danny Alberto Luarte Canto" userId="01864023-a306-4040-9773-946c92c655fb" providerId="ADAL" clId="{F440B5D0-04B6-40D1-9ED8-3CD12711DA1B}" dt="2024-03-07T00:45:29.546" v="3406" actId="20577"/>
          <ac:spMkLst>
            <pc:docMk/>
            <pc:sldMk cId="3617320928" sldId="289"/>
            <ac:spMk id="3" creationId="{55C56B23-6D73-3DF5-CF0B-178BD8762403}"/>
          </ac:spMkLst>
        </pc:spChg>
        <pc:picChg chg="del">
          <ac:chgData name="Danny Alberto Luarte Canto" userId="01864023-a306-4040-9773-946c92c655fb" providerId="ADAL" clId="{F440B5D0-04B6-40D1-9ED8-3CD12711DA1B}" dt="2024-03-07T00:10:04.229" v="2481" actId="478"/>
          <ac:picMkLst>
            <pc:docMk/>
            <pc:sldMk cId="3617320928" sldId="289"/>
            <ac:picMk id="5" creationId="{C45B7953-ABB8-2155-EFC7-481C8714153B}"/>
          </ac:picMkLst>
        </pc:picChg>
        <pc:picChg chg="del">
          <ac:chgData name="Danny Alberto Luarte Canto" userId="01864023-a306-4040-9773-946c92c655fb" providerId="ADAL" clId="{F440B5D0-04B6-40D1-9ED8-3CD12711DA1B}" dt="2024-03-07T00:10:06.225" v="2482" actId="478"/>
          <ac:picMkLst>
            <pc:docMk/>
            <pc:sldMk cId="3617320928" sldId="289"/>
            <ac:picMk id="6" creationId="{F6ADEDE6-0FDE-2E9F-461E-68B13256D7FD}"/>
          </ac:picMkLst>
        </pc:picChg>
        <pc:picChg chg="add mod">
          <ac:chgData name="Danny Alberto Luarte Canto" userId="01864023-a306-4040-9773-946c92c655fb" providerId="ADAL" clId="{F440B5D0-04B6-40D1-9ED8-3CD12711DA1B}" dt="2024-03-07T00:27:36.864" v="3222" actId="1076"/>
          <ac:picMkLst>
            <pc:docMk/>
            <pc:sldMk cId="3617320928" sldId="289"/>
            <ac:picMk id="7" creationId="{97607F35-C5F4-738A-6BB2-86477292AC9D}"/>
          </ac:picMkLst>
        </pc:picChg>
        <pc:picChg chg="del">
          <ac:chgData name="Danny Alberto Luarte Canto" userId="01864023-a306-4040-9773-946c92c655fb" providerId="ADAL" clId="{F440B5D0-04B6-40D1-9ED8-3CD12711DA1B}" dt="2024-03-07T00:10:06.225" v="2482" actId="478"/>
          <ac:picMkLst>
            <pc:docMk/>
            <pc:sldMk cId="3617320928" sldId="289"/>
            <ac:picMk id="8" creationId="{07B770B0-CF6B-AE17-6E20-387AB7490569}"/>
          </ac:picMkLst>
        </pc:picChg>
        <pc:picChg chg="del">
          <ac:chgData name="Danny Alberto Luarte Canto" userId="01864023-a306-4040-9773-946c92c655fb" providerId="ADAL" clId="{F440B5D0-04B6-40D1-9ED8-3CD12711DA1B}" dt="2024-03-07T00:10:04.229" v="2481" actId="478"/>
          <ac:picMkLst>
            <pc:docMk/>
            <pc:sldMk cId="3617320928" sldId="289"/>
            <ac:picMk id="10" creationId="{B480CA68-C073-2381-59D0-F3A824E7FCA2}"/>
          </ac:picMkLst>
        </pc:picChg>
        <pc:picChg chg="add mod">
          <ac:chgData name="Danny Alberto Luarte Canto" userId="01864023-a306-4040-9773-946c92c655fb" providerId="ADAL" clId="{F440B5D0-04B6-40D1-9ED8-3CD12711DA1B}" dt="2024-03-07T00:28:23.556" v="3229" actId="1076"/>
          <ac:picMkLst>
            <pc:docMk/>
            <pc:sldMk cId="3617320928" sldId="289"/>
            <ac:picMk id="12" creationId="{EFE62AD5-3FBE-3569-A10A-0F009CB8DA87}"/>
          </ac:picMkLst>
        </pc:picChg>
        <pc:picChg chg="add mod">
          <ac:chgData name="Danny Alberto Luarte Canto" userId="01864023-a306-4040-9773-946c92c655fb" providerId="ADAL" clId="{F440B5D0-04B6-40D1-9ED8-3CD12711DA1B}" dt="2024-03-07T00:28:21.168" v="3228" actId="1076"/>
          <ac:picMkLst>
            <pc:docMk/>
            <pc:sldMk cId="3617320928" sldId="289"/>
            <ac:picMk id="14" creationId="{69C0BEDC-4077-5376-BFA0-25E2BFDBCD32}"/>
          </ac:picMkLst>
        </pc:picChg>
      </pc:sldChg>
      <pc:sldChg chg="addSp delSp modSp add del mod">
        <pc:chgData name="Danny Alberto Luarte Canto" userId="01864023-a306-4040-9773-946c92c655fb" providerId="ADAL" clId="{F440B5D0-04B6-40D1-9ED8-3CD12711DA1B}" dt="2024-03-07T00:32:46.693" v="3247" actId="47"/>
        <pc:sldMkLst>
          <pc:docMk/>
          <pc:sldMk cId="3404660307" sldId="290"/>
        </pc:sldMkLst>
        <pc:spChg chg="mod">
          <ac:chgData name="Danny Alberto Luarte Canto" userId="01864023-a306-4040-9773-946c92c655fb" providerId="ADAL" clId="{F440B5D0-04B6-40D1-9ED8-3CD12711DA1B}" dt="2024-03-07T00:20:32.525" v="2913" actId="20577"/>
          <ac:spMkLst>
            <pc:docMk/>
            <pc:sldMk cId="3404660307" sldId="290"/>
            <ac:spMk id="3" creationId="{FD15BCA5-147F-8352-30FC-77835DA5C035}"/>
          </ac:spMkLst>
        </pc:spChg>
        <pc:picChg chg="add del mod">
          <ac:chgData name="Danny Alberto Luarte Canto" userId="01864023-a306-4040-9773-946c92c655fb" providerId="ADAL" clId="{F440B5D0-04B6-40D1-9ED8-3CD12711DA1B}" dt="2024-03-07T00:32:16.690" v="3245" actId="478"/>
          <ac:picMkLst>
            <pc:docMk/>
            <pc:sldMk cId="3404660307" sldId="290"/>
            <ac:picMk id="4" creationId="{2688DE6A-9B4F-9F13-7013-427A87941987}"/>
          </ac:picMkLst>
        </pc:picChg>
        <pc:picChg chg="del">
          <ac:chgData name="Danny Alberto Luarte Canto" userId="01864023-a306-4040-9773-946c92c655fb" providerId="ADAL" clId="{F440B5D0-04B6-40D1-9ED8-3CD12711DA1B}" dt="2024-03-07T00:10:10.419" v="2483" actId="478"/>
          <ac:picMkLst>
            <pc:docMk/>
            <pc:sldMk cId="3404660307" sldId="290"/>
            <ac:picMk id="5" creationId="{58BFAB6B-257A-83DB-1037-513B33819956}"/>
          </ac:picMkLst>
        </pc:picChg>
        <pc:picChg chg="del">
          <ac:chgData name="Danny Alberto Luarte Canto" userId="01864023-a306-4040-9773-946c92c655fb" providerId="ADAL" clId="{F440B5D0-04B6-40D1-9ED8-3CD12711DA1B}" dt="2024-03-07T00:10:10.419" v="2483" actId="478"/>
          <ac:picMkLst>
            <pc:docMk/>
            <pc:sldMk cId="3404660307" sldId="290"/>
            <ac:picMk id="6" creationId="{8AC1E47D-370C-FF51-1C1F-ED8F4D24A0DC}"/>
          </ac:picMkLst>
        </pc:picChg>
        <pc:picChg chg="del">
          <ac:chgData name="Danny Alberto Luarte Canto" userId="01864023-a306-4040-9773-946c92c655fb" providerId="ADAL" clId="{F440B5D0-04B6-40D1-9ED8-3CD12711DA1B}" dt="2024-03-07T00:10:10.419" v="2483" actId="478"/>
          <ac:picMkLst>
            <pc:docMk/>
            <pc:sldMk cId="3404660307" sldId="290"/>
            <ac:picMk id="8" creationId="{4A227D60-AF6C-931F-5785-4314BF8E9DC1}"/>
          </ac:picMkLst>
        </pc:picChg>
        <pc:picChg chg="del">
          <ac:chgData name="Danny Alberto Luarte Canto" userId="01864023-a306-4040-9773-946c92c655fb" providerId="ADAL" clId="{F440B5D0-04B6-40D1-9ED8-3CD12711DA1B}" dt="2024-03-07T00:10:10.419" v="2483" actId="478"/>
          <ac:picMkLst>
            <pc:docMk/>
            <pc:sldMk cId="3404660307" sldId="290"/>
            <ac:picMk id="10" creationId="{7B77E659-13AE-B5B7-1A54-9FEC99D38AE1}"/>
          </ac:picMkLst>
        </pc:picChg>
      </pc:sldChg>
      <pc:sldChg chg="addSp delSp modSp add mod">
        <pc:chgData name="Danny Alberto Luarte Canto" userId="01864023-a306-4040-9773-946c92c655fb" providerId="ADAL" clId="{F440B5D0-04B6-40D1-9ED8-3CD12711DA1B}" dt="2024-03-07T00:30:15.050" v="3237" actId="1076"/>
        <pc:sldMkLst>
          <pc:docMk/>
          <pc:sldMk cId="3669561796" sldId="291"/>
        </pc:sldMkLst>
        <pc:spChg chg="mod">
          <ac:chgData name="Danny Alberto Luarte Canto" userId="01864023-a306-4040-9773-946c92c655fb" providerId="ADAL" clId="{F440B5D0-04B6-40D1-9ED8-3CD12711DA1B}" dt="2024-03-07T00:21:28.860" v="3035" actId="20577"/>
          <ac:spMkLst>
            <pc:docMk/>
            <pc:sldMk cId="3669561796" sldId="291"/>
            <ac:spMk id="3" creationId="{263352B9-526B-6746-F3DA-56E33F30CA50}"/>
          </ac:spMkLst>
        </pc:spChg>
        <pc:picChg chg="add mod">
          <ac:chgData name="Danny Alberto Luarte Canto" userId="01864023-a306-4040-9773-946c92c655fb" providerId="ADAL" clId="{F440B5D0-04B6-40D1-9ED8-3CD12711DA1B}" dt="2024-03-07T00:30:15.050" v="3237" actId="1076"/>
          <ac:picMkLst>
            <pc:docMk/>
            <pc:sldMk cId="3669561796" sldId="291"/>
            <ac:picMk id="4" creationId="{634BCD00-93FA-7D85-980A-3DD3B13764EC}"/>
          </ac:picMkLst>
        </pc:picChg>
        <pc:picChg chg="del">
          <ac:chgData name="Danny Alberto Luarte Canto" userId="01864023-a306-4040-9773-946c92c655fb" providerId="ADAL" clId="{F440B5D0-04B6-40D1-9ED8-3CD12711DA1B}" dt="2024-03-07T00:10:16.711" v="2484" actId="478"/>
          <ac:picMkLst>
            <pc:docMk/>
            <pc:sldMk cId="3669561796" sldId="291"/>
            <ac:picMk id="5" creationId="{6DE92AEB-360F-C683-7CE5-1762F3020CC3}"/>
          </ac:picMkLst>
        </pc:picChg>
        <pc:picChg chg="del">
          <ac:chgData name="Danny Alberto Luarte Canto" userId="01864023-a306-4040-9773-946c92c655fb" providerId="ADAL" clId="{F440B5D0-04B6-40D1-9ED8-3CD12711DA1B}" dt="2024-03-07T00:10:16.711" v="2484" actId="478"/>
          <ac:picMkLst>
            <pc:docMk/>
            <pc:sldMk cId="3669561796" sldId="291"/>
            <ac:picMk id="6" creationId="{86882626-2592-3E5F-E8DF-CA0A188FA867}"/>
          </ac:picMkLst>
        </pc:picChg>
        <pc:picChg chg="del">
          <ac:chgData name="Danny Alberto Luarte Canto" userId="01864023-a306-4040-9773-946c92c655fb" providerId="ADAL" clId="{F440B5D0-04B6-40D1-9ED8-3CD12711DA1B}" dt="2024-03-07T00:10:16.711" v="2484" actId="478"/>
          <ac:picMkLst>
            <pc:docMk/>
            <pc:sldMk cId="3669561796" sldId="291"/>
            <ac:picMk id="8" creationId="{27722C54-669A-2A61-5585-651E4772FEB1}"/>
          </ac:picMkLst>
        </pc:picChg>
        <pc:picChg chg="add mod">
          <ac:chgData name="Danny Alberto Luarte Canto" userId="01864023-a306-4040-9773-946c92c655fb" providerId="ADAL" clId="{F440B5D0-04B6-40D1-9ED8-3CD12711DA1B}" dt="2024-03-07T00:30:12.733" v="3236" actId="1076"/>
          <ac:picMkLst>
            <pc:docMk/>
            <pc:sldMk cId="3669561796" sldId="291"/>
            <ac:picMk id="9" creationId="{603BA961-DF4F-1EBB-0563-D62D699B6128}"/>
          </ac:picMkLst>
        </pc:picChg>
        <pc:picChg chg="del">
          <ac:chgData name="Danny Alberto Luarte Canto" userId="01864023-a306-4040-9773-946c92c655fb" providerId="ADAL" clId="{F440B5D0-04B6-40D1-9ED8-3CD12711DA1B}" dt="2024-03-07T00:10:16.711" v="2484" actId="478"/>
          <ac:picMkLst>
            <pc:docMk/>
            <pc:sldMk cId="3669561796" sldId="291"/>
            <ac:picMk id="10" creationId="{C2950DB4-78AF-4A9B-E5FD-495F0F5B56EB}"/>
          </ac:picMkLst>
        </pc:picChg>
      </pc:sldChg>
      <pc:sldChg chg="addSp delSp modSp add mod">
        <pc:chgData name="Danny Alberto Luarte Canto" userId="01864023-a306-4040-9773-946c92c655fb" providerId="ADAL" clId="{F440B5D0-04B6-40D1-9ED8-3CD12711DA1B}" dt="2024-03-07T00:30:41.263" v="3241" actId="1076"/>
        <pc:sldMkLst>
          <pc:docMk/>
          <pc:sldMk cId="3139011926" sldId="292"/>
        </pc:sldMkLst>
        <pc:spChg chg="mod">
          <ac:chgData name="Danny Alberto Luarte Canto" userId="01864023-a306-4040-9773-946c92c655fb" providerId="ADAL" clId="{F440B5D0-04B6-40D1-9ED8-3CD12711DA1B}" dt="2024-03-07T00:22:31.003" v="3211" actId="20577"/>
          <ac:spMkLst>
            <pc:docMk/>
            <pc:sldMk cId="3139011926" sldId="292"/>
            <ac:spMk id="3" creationId="{1588830E-8C92-16E5-75BB-13016D554092}"/>
          </ac:spMkLst>
        </pc:spChg>
        <pc:picChg chg="add mod">
          <ac:chgData name="Danny Alberto Luarte Canto" userId="01864023-a306-4040-9773-946c92c655fb" providerId="ADAL" clId="{F440B5D0-04B6-40D1-9ED8-3CD12711DA1B}" dt="2024-03-07T00:29:56.774" v="3232"/>
          <ac:picMkLst>
            <pc:docMk/>
            <pc:sldMk cId="3139011926" sldId="292"/>
            <ac:picMk id="4" creationId="{BD519592-4043-42E3-4960-6A09D77B1C46}"/>
          </ac:picMkLst>
        </pc:picChg>
        <pc:picChg chg="del">
          <ac:chgData name="Danny Alberto Luarte Canto" userId="01864023-a306-4040-9773-946c92c655fb" providerId="ADAL" clId="{F440B5D0-04B6-40D1-9ED8-3CD12711DA1B}" dt="2024-03-07T00:10:20.852" v="2485" actId="478"/>
          <ac:picMkLst>
            <pc:docMk/>
            <pc:sldMk cId="3139011926" sldId="292"/>
            <ac:picMk id="5" creationId="{92224700-C312-AE8D-9BF2-0D2F114160F9}"/>
          </ac:picMkLst>
        </pc:picChg>
        <pc:picChg chg="del">
          <ac:chgData name="Danny Alberto Luarte Canto" userId="01864023-a306-4040-9773-946c92c655fb" providerId="ADAL" clId="{F440B5D0-04B6-40D1-9ED8-3CD12711DA1B}" dt="2024-03-07T00:10:20.852" v="2485" actId="478"/>
          <ac:picMkLst>
            <pc:docMk/>
            <pc:sldMk cId="3139011926" sldId="292"/>
            <ac:picMk id="6" creationId="{57448A2C-368E-7922-5321-61E95F80D318}"/>
          </ac:picMkLst>
        </pc:picChg>
        <pc:picChg chg="del">
          <ac:chgData name="Danny Alberto Luarte Canto" userId="01864023-a306-4040-9773-946c92c655fb" providerId="ADAL" clId="{F440B5D0-04B6-40D1-9ED8-3CD12711DA1B}" dt="2024-03-07T00:10:20.852" v="2485" actId="478"/>
          <ac:picMkLst>
            <pc:docMk/>
            <pc:sldMk cId="3139011926" sldId="292"/>
            <ac:picMk id="8" creationId="{5683334E-AE78-7348-1679-D033F8B9222A}"/>
          </ac:picMkLst>
        </pc:picChg>
        <pc:picChg chg="add mod">
          <ac:chgData name="Danny Alberto Luarte Canto" userId="01864023-a306-4040-9773-946c92c655fb" providerId="ADAL" clId="{F440B5D0-04B6-40D1-9ED8-3CD12711DA1B}" dt="2024-03-07T00:30:41.263" v="3241" actId="1076"/>
          <ac:picMkLst>
            <pc:docMk/>
            <pc:sldMk cId="3139011926" sldId="292"/>
            <ac:picMk id="9" creationId="{2C35A776-4F15-2A4C-82A5-E70F90CF0D2B}"/>
          </ac:picMkLst>
        </pc:picChg>
        <pc:picChg chg="del">
          <ac:chgData name="Danny Alberto Luarte Canto" userId="01864023-a306-4040-9773-946c92c655fb" providerId="ADAL" clId="{F440B5D0-04B6-40D1-9ED8-3CD12711DA1B}" dt="2024-03-07T00:10:20.852" v="2485" actId="478"/>
          <ac:picMkLst>
            <pc:docMk/>
            <pc:sldMk cId="3139011926" sldId="292"/>
            <ac:picMk id="10" creationId="{F821CBF6-AD57-A9AE-7024-E3F306577D6F}"/>
          </ac:picMkLst>
        </pc:picChg>
      </pc:sldChg>
      <pc:sldChg chg="addSp delSp modSp add mod">
        <pc:chgData name="Danny Alberto Luarte Canto" userId="01864023-a306-4040-9773-946c92c655fb" providerId="ADAL" clId="{F440B5D0-04B6-40D1-9ED8-3CD12711DA1B}" dt="2024-03-07T01:25:20.934" v="3425" actId="14100"/>
        <pc:sldMkLst>
          <pc:docMk/>
          <pc:sldMk cId="2869906833" sldId="293"/>
        </pc:sldMkLst>
        <pc:spChg chg="mod">
          <ac:chgData name="Danny Alberto Luarte Canto" userId="01864023-a306-4040-9773-946c92c655fb" providerId="ADAL" clId="{F440B5D0-04B6-40D1-9ED8-3CD12711DA1B}" dt="2024-03-07T00:32:34.741" v="3246" actId="26606"/>
          <ac:spMkLst>
            <pc:docMk/>
            <pc:sldMk cId="2869906833" sldId="293"/>
            <ac:spMk id="2" creationId="{3866A13C-7D4E-3BB4-7B8C-CC2CD13A6F78}"/>
          </ac:spMkLst>
        </pc:spChg>
        <pc:spChg chg="mod ord">
          <ac:chgData name="Danny Alberto Luarte Canto" userId="01864023-a306-4040-9773-946c92c655fb" providerId="ADAL" clId="{F440B5D0-04B6-40D1-9ED8-3CD12711DA1B}" dt="2024-03-07T00:32:34.741" v="3246" actId="26606"/>
          <ac:spMkLst>
            <pc:docMk/>
            <pc:sldMk cId="2869906833" sldId="293"/>
            <ac:spMk id="3" creationId="{3FDB8046-4221-1B2C-AE86-E173D1E623F9}"/>
          </ac:spMkLst>
        </pc:spChg>
        <pc:spChg chg="del">
          <ac:chgData name="Danny Alberto Luarte Canto" userId="01864023-a306-4040-9773-946c92c655fb" providerId="ADAL" clId="{F440B5D0-04B6-40D1-9ED8-3CD12711DA1B}" dt="2024-03-07T00:32:34.741" v="3246" actId="26606"/>
          <ac:spMkLst>
            <pc:docMk/>
            <pc:sldMk cId="2869906833" sldId="293"/>
            <ac:spMk id="11" creationId="{24889FE0-2BF5-3B48-0508-095828EF6B16}"/>
          </ac:spMkLst>
        </pc:spChg>
        <pc:spChg chg="del">
          <ac:chgData name="Danny Alberto Luarte Canto" userId="01864023-a306-4040-9773-946c92c655fb" providerId="ADAL" clId="{F440B5D0-04B6-40D1-9ED8-3CD12711DA1B}" dt="2024-03-07T00:32:34.741" v="3246" actId="26606"/>
          <ac:spMkLst>
            <pc:docMk/>
            <pc:sldMk cId="2869906833" sldId="293"/>
            <ac:spMk id="13" creationId="{0BDD00EB-0B11-0B0E-8655-6D3D6DADCD82}"/>
          </ac:spMkLst>
        </pc:spChg>
        <pc:spChg chg="add">
          <ac:chgData name="Danny Alberto Luarte Canto" userId="01864023-a306-4040-9773-946c92c655fb" providerId="ADAL" clId="{F440B5D0-04B6-40D1-9ED8-3CD12711DA1B}" dt="2024-03-07T00:32:34.741" v="3246" actId="26606"/>
          <ac:spMkLst>
            <pc:docMk/>
            <pc:sldMk cId="2869906833" sldId="293"/>
            <ac:spMk id="18" creationId="{2EB492CD-616E-47F8-933B-5E2D952A0593}"/>
          </ac:spMkLst>
        </pc:spChg>
        <pc:spChg chg="add">
          <ac:chgData name="Danny Alberto Luarte Canto" userId="01864023-a306-4040-9773-946c92c655fb" providerId="ADAL" clId="{F440B5D0-04B6-40D1-9ED8-3CD12711DA1B}" dt="2024-03-07T00:32:34.741" v="3246" actId="26606"/>
          <ac:spMkLst>
            <pc:docMk/>
            <pc:sldMk cId="2869906833" sldId="293"/>
            <ac:spMk id="20" creationId="{59383CF9-23B5-4335-9B21-1791C4CF1C75}"/>
          </ac:spMkLst>
        </pc:spChg>
        <pc:spChg chg="add">
          <ac:chgData name="Danny Alberto Luarte Canto" userId="01864023-a306-4040-9773-946c92c655fb" providerId="ADAL" clId="{F440B5D0-04B6-40D1-9ED8-3CD12711DA1B}" dt="2024-03-07T00:32:34.741" v="3246" actId="26606"/>
          <ac:spMkLst>
            <pc:docMk/>
            <pc:sldMk cId="2869906833" sldId="293"/>
            <ac:spMk id="22" creationId="{0007FE00-9498-4706-B255-6437B0252C02}"/>
          </ac:spMkLst>
        </pc:spChg>
        <pc:picChg chg="del">
          <ac:chgData name="Danny Alberto Luarte Canto" userId="01864023-a306-4040-9773-946c92c655fb" providerId="ADAL" clId="{F440B5D0-04B6-40D1-9ED8-3CD12711DA1B}" dt="2024-03-07T00:31:58.220" v="3243" actId="478"/>
          <ac:picMkLst>
            <pc:docMk/>
            <pc:sldMk cId="2869906833" sldId="293"/>
            <ac:picMk id="4" creationId="{41F5AFEC-E535-695D-7955-F9A56D7709EF}"/>
          </ac:picMkLst>
        </pc:picChg>
        <pc:picChg chg="add mod">
          <ac:chgData name="Danny Alberto Luarte Canto" userId="01864023-a306-4040-9773-946c92c655fb" providerId="ADAL" clId="{F440B5D0-04B6-40D1-9ED8-3CD12711DA1B}" dt="2024-03-07T01:25:20.934" v="3425" actId="14100"/>
          <ac:picMkLst>
            <pc:docMk/>
            <pc:sldMk cId="2869906833" sldId="293"/>
            <ac:picMk id="5" creationId="{C9A3CFA3-A724-F59B-3A77-FA94FFC081D3}"/>
          </ac:picMkLst>
        </pc:picChg>
        <pc:picChg chg="add mod">
          <ac:chgData name="Danny Alberto Luarte Canto" userId="01864023-a306-4040-9773-946c92c655fb" providerId="ADAL" clId="{F440B5D0-04B6-40D1-9ED8-3CD12711DA1B}" dt="2024-03-07T01:24:47.105" v="3408" actId="14100"/>
          <ac:picMkLst>
            <pc:docMk/>
            <pc:sldMk cId="2869906833" sldId="293"/>
            <ac:picMk id="6" creationId="{E14352E2-2334-CB26-DB6F-DD6D71E7F12A}"/>
          </ac:picMkLst>
        </pc:picChg>
      </pc:sldChg>
      <pc:sldChg chg="delSp modSp add del mod">
        <pc:chgData name="Danny Alberto Luarte Canto" userId="01864023-a306-4040-9773-946c92c655fb" providerId="ADAL" clId="{F440B5D0-04B6-40D1-9ED8-3CD12711DA1B}" dt="2024-03-07T00:35:51.779" v="3352" actId="47"/>
        <pc:sldMkLst>
          <pc:docMk/>
          <pc:sldMk cId="2053200119" sldId="294"/>
        </pc:sldMkLst>
        <pc:spChg chg="mod">
          <ac:chgData name="Danny Alberto Luarte Canto" userId="01864023-a306-4040-9773-946c92c655fb" providerId="ADAL" clId="{F440B5D0-04B6-40D1-9ED8-3CD12711DA1B}" dt="2024-03-07T00:33:56.403" v="3275" actId="20577"/>
          <ac:spMkLst>
            <pc:docMk/>
            <pc:sldMk cId="2053200119" sldId="294"/>
            <ac:spMk id="2" creationId="{1A96C6DA-E11A-4D36-AD05-C018D76C2C09}"/>
          </ac:spMkLst>
        </pc:spChg>
        <pc:spChg chg="mod">
          <ac:chgData name="Danny Alberto Luarte Canto" userId="01864023-a306-4040-9773-946c92c655fb" providerId="ADAL" clId="{F440B5D0-04B6-40D1-9ED8-3CD12711DA1B}" dt="2024-03-07T00:35:17.241" v="3351" actId="20577"/>
          <ac:spMkLst>
            <pc:docMk/>
            <pc:sldMk cId="2053200119" sldId="294"/>
            <ac:spMk id="3" creationId="{B445B40F-DBBD-F810-C0B6-C6E9B422C23B}"/>
          </ac:spMkLst>
        </pc:spChg>
        <pc:picChg chg="del">
          <ac:chgData name="Danny Alberto Luarte Canto" userId="01864023-a306-4040-9773-946c92c655fb" providerId="ADAL" clId="{F440B5D0-04B6-40D1-9ED8-3CD12711DA1B}" dt="2024-03-07T00:34:01.671" v="3277" actId="478"/>
          <ac:picMkLst>
            <pc:docMk/>
            <pc:sldMk cId="2053200119" sldId="294"/>
            <ac:picMk id="6" creationId="{610D19F8-D02F-52DF-CE07-1587CB57775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C3AB61FD-A3CB-36A6-5F94-534181B313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48773321-8F44-0A8F-0E55-C964422941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6AC289-8881-45A7-885A-CB6D776FBE05}" type="datetimeFigureOut">
              <a:rPr lang="es-CL" smtClean="0"/>
              <a:t>06-03-2024</a:t>
            </a:fld>
            <a:endParaRPr lang="es-CL"/>
          </a:p>
        </p:txBody>
      </p:sp>
      <p:sp>
        <p:nvSpPr>
          <p:cNvPr id="4" name="Marcador de pie de página 3">
            <a:extLst>
              <a:ext uri="{FF2B5EF4-FFF2-40B4-BE49-F238E27FC236}">
                <a16:creationId xmlns:a16="http://schemas.microsoft.com/office/drawing/2014/main" id="{0E6282DF-43D6-FFDB-9E09-385EC4388FD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39540F5B-E443-26A1-B487-8B6AD8883A9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33C5E1-D96E-47FB-90AC-9256E1E7341F}" type="slidenum">
              <a:rPr lang="es-CL" smtClean="0"/>
              <a:t>‹Nº›</a:t>
            </a:fld>
            <a:endParaRPr lang="es-CL"/>
          </a:p>
        </p:txBody>
      </p:sp>
    </p:spTree>
    <p:extLst>
      <p:ext uri="{BB962C8B-B14F-4D97-AF65-F5344CB8AC3E}">
        <p14:creationId xmlns:p14="http://schemas.microsoft.com/office/powerpoint/2010/main" val="131135217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5AB739-D952-4D1D-BC58-6EB73F6EAFC2}" type="datetimeFigureOut">
              <a:rPr lang="es-CL" smtClean="0"/>
              <a:t>06-03-2024</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2CD834-5F00-49C5-966A-753F486975A2}" type="slidenum">
              <a:rPr lang="es-CL" smtClean="0"/>
              <a:t>‹Nº›</a:t>
            </a:fld>
            <a:endParaRPr lang="es-CL"/>
          </a:p>
        </p:txBody>
      </p:sp>
    </p:spTree>
    <p:extLst>
      <p:ext uri="{BB962C8B-B14F-4D97-AF65-F5344CB8AC3E}">
        <p14:creationId xmlns:p14="http://schemas.microsoft.com/office/powerpoint/2010/main" val="299401451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D3F14-4BA3-1729-8F0C-48E112FE624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1B809A69-3F1C-F870-77DB-F1BAEBF139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AE0A16BE-9FA3-EC09-02E4-ED9B3DD1155A}"/>
              </a:ext>
            </a:extLst>
          </p:cNvPr>
          <p:cNvSpPr>
            <a:spLocks noGrp="1"/>
          </p:cNvSpPr>
          <p:nvPr>
            <p:ph type="dt" sz="half" idx="10"/>
          </p:nvPr>
        </p:nvSpPr>
        <p:spPr/>
        <p:txBody>
          <a:bodyPr/>
          <a:lstStyle/>
          <a:p>
            <a:fld id="{9927A518-8E3B-44DD-9F32-45594A51D0F6}" type="datetime1">
              <a:rPr lang="es-CL" smtClean="0"/>
              <a:t>06-03-2024</a:t>
            </a:fld>
            <a:endParaRPr lang="es-CL"/>
          </a:p>
        </p:txBody>
      </p:sp>
      <p:sp>
        <p:nvSpPr>
          <p:cNvPr id="5" name="Marcador de pie de página 4">
            <a:extLst>
              <a:ext uri="{FF2B5EF4-FFF2-40B4-BE49-F238E27FC236}">
                <a16:creationId xmlns:a16="http://schemas.microsoft.com/office/drawing/2014/main" id="{3E381FB9-1818-030C-C1AD-B70BF1923958}"/>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748A2967-9DC3-FFD2-A961-3FFC7B4ECCBE}"/>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1087677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420D7F-21AE-8225-8B0E-5835B91FE93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60548C1-3546-7111-79AB-2A62FBE7D92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2918AEAE-6A95-8984-FA4F-357688166695}"/>
              </a:ext>
            </a:extLst>
          </p:cNvPr>
          <p:cNvSpPr>
            <a:spLocks noGrp="1"/>
          </p:cNvSpPr>
          <p:nvPr>
            <p:ph type="dt" sz="half" idx="10"/>
          </p:nvPr>
        </p:nvSpPr>
        <p:spPr/>
        <p:txBody>
          <a:bodyPr/>
          <a:lstStyle/>
          <a:p>
            <a:fld id="{085A892D-149B-4E41-9CDF-306E853DB9B0}" type="datetime1">
              <a:rPr lang="es-CL" smtClean="0"/>
              <a:t>06-03-2024</a:t>
            </a:fld>
            <a:endParaRPr lang="es-CL"/>
          </a:p>
        </p:txBody>
      </p:sp>
      <p:sp>
        <p:nvSpPr>
          <p:cNvPr id="5" name="Marcador de pie de página 4">
            <a:extLst>
              <a:ext uri="{FF2B5EF4-FFF2-40B4-BE49-F238E27FC236}">
                <a16:creationId xmlns:a16="http://schemas.microsoft.com/office/drawing/2014/main" id="{DA1645F6-91A3-82EC-8914-066DEF13EDB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4E04F0A-288E-C2BD-9F5E-806EF9648565}"/>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1671082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F09BF4-2ACC-0E6A-A9BB-1860857BDEB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82718E92-6CDF-7E48-74F7-63CAF3DAE6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59D1EC8-B3C2-4165-7E48-B9E32DD8E7D8}"/>
              </a:ext>
            </a:extLst>
          </p:cNvPr>
          <p:cNvSpPr>
            <a:spLocks noGrp="1"/>
          </p:cNvSpPr>
          <p:nvPr>
            <p:ph type="dt" sz="half" idx="10"/>
          </p:nvPr>
        </p:nvSpPr>
        <p:spPr/>
        <p:txBody>
          <a:bodyPr/>
          <a:lstStyle/>
          <a:p>
            <a:fld id="{6F436C11-461C-4CCC-83B8-071EBC96CDC8}" type="datetime1">
              <a:rPr lang="es-CL" smtClean="0"/>
              <a:t>06-03-2024</a:t>
            </a:fld>
            <a:endParaRPr lang="es-CL"/>
          </a:p>
        </p:txBody>
      </p:sp>
      <p:sp>
        <p:nvSpPr>
          <p:cNvPr id="5" name="Marcador de pie de página 4">
            <a:extLst>
              <a:ext uri="{FF2B5EF4-FFF2-40B4-BE49-F238E27FC236}">
                <a16:creationId xmlns:a16="http://schemas.microsoft.com/office/drawing/2014/main" id="{7D953C5B-A6DC-15F4-A09D-2EEC0F4B9421}"/>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75C9C2F-F463-4806-DA1B-3B86209C7A36}"/>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863737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A07BE3-F3CF-EBF6-F0E9-EA489C576CD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9DC050E-67FB-0BF0-6D7D-EBE2A327A35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1D32828C-6F97-6099-6598-FF50AC5E4E8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CCA949BE-E0D3-5F40-A905-F9AF4789BCD9}"/>
              </a:ext>
            </a:extLst>
          </p:cNvPr>
          <p:cNvSpPr>
            <a:spLocks noGrp="1"/>
          </p:cNvSpPr>
          <p:nvPr>
            <p:ph type="dt" sz="half" idx="10"/>
          </p:nvPr>
        </p:nvSpPr>
        <p:spPr/>
        <p:txBody>
          <a:bodyPr/>
          <a:lstStyle/>
          <a:p>
            <a:fld id="{4F9F1FA0-F496-403D-BBCB-C2B8D7CE694F}" type="datetime1">
              <a:rPr lang="es-CL" smtClean="0"/>
              <a:t>06-03-2024</a:t>
            </a:fld>
            <a:endParaRPr lang="es-CL"/>
          </a:p>
        </p:txBody>
      </p:sp>
      <p:sp>
        <p:nvSpPr>
          <p:cNvPr id="6" name="Marcador de pie de página 5">
            <a:extLst>
              <a:ext uri="{FF2B5EF4-FFF2-40B4-BE49-F238E27FC236}">
                <a16:creationId xmlns:a16="http://schemas.microsoft.com/office/drawing/2014/main" id="{E94D6DB6-E074-06B2-3C58-F61A4EBB8C6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B29D40B-B3AB-9614-0505-5C8EC8F3B003}"/>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2711127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8067FE-7EDD-3B7F-A629-549DC25DF71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31E015D0-53AD-6539-40D2-BEDA0E8274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C786E6F-FC29-E25E-1BB4-DD9E73C866B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D070BDB2-3865-610B-4D67-C26DC97500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CAE1A5-8E06-F50F-A8D2-6E6BF72E3CA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D7C8D63F-B2D3-6F44-DFE1-B695FF4B9B7E}"/>
              </a:ext>
            </a:extLst>
          </p:cNvPr>
          <p:cNvSpPr>
            <a:spLocks noGrp="1"/>
          </p:cNvSpPr>
          <p:nvPr>
            <p:ph type="dt" sz="half" idx="10"/>
          </p:nvPr>
        </p:nvSpPr>
        <p:spPr/>
        <p:txBody>
          <a:bodyPr/>
          <a:lstStyle/>
          <a:p>
            <a:fld id="{B4430761-2A8F-4D22-9345-8A84700802C3}" type="datetime1">
              <a:rPr lang="es-CL" smtClean="0"/>
              <a:t>06-03-2024</a:t>
            </a:fld>
            <a:endParaRPr lang="es-CL"/>
          </a:p>
        </p:txBody>
      </p:sp>
      <p:sp>
        <p:nvSpPr>
          <p:cNvPr id="8" name="Marcador de pie de página 7">
            <a:extLst>
              <a:ext uri="{FF2B5EF4-FFF2-40B4-BE49-F238E27FC236}">
                <a16:creationId xmlns:a16="http://schemas.microsoft.com/office/drawing/2014/main" id="{6B18EF93-6871-9894-A440-7B76B8597F80}"/>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AD4D4A2C-C7A3-BF3B-AE3C-885B43662D05}"/>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297481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F24032-3EB4-25F9-B904-80DF5825EEF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E5FBCA80-C440-E138-36F3-989BD87F2453}"/>
              </a:ext>
            </a:extLst>
          </p:cNvPr>
          <p:cNvSpPr>
            <a:spLocks noGrp="1"/>
          </p:cNvSpPr>
          <p:nvPr>
            <p:ph type="dt" sz="half" idx="10"/>
          </p:nvPr>
        </p:nvSpPr>
        <p:spPr/>
        <p:txBody>
          <a:bodyPr/>
          <a:lstStyle/>
          <a:p>
            <a:fld id="{6B837D6B-F534-4C81-BBB9-7E7EE28130CB}" type="datetime1">
              <a:rPr lang="es-CL" smtClean="0"/>
              <a:t>06-03-2024</a:t>
            </a:fld>
            <a:endParaRPr lang="es-CL"/>
          </a:p>
        </p:txBody>
      </p:sp>
      <p:sp>
        <p:nvSpPr>
          <p:cNvPr id="4" name="Marcador de pie de página 3">
            <a:extLst>
              <a:ext uri="{FF2B5EF4-FFF2-40B4-BE49-F238E27FC236}">
                <a16:creationId xmlns:a16="http://schemas.microsoft.com/office/drawing/2014/main" id="{FBDA718D-9C61-66B1-B0F0-4D52510A1F09}"/>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FF9F81F0-71DF-E0A1-C504-2A739E10CF6A}"/>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198008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56F27BC-F630-68A9-A6F3-9E92ACE1737F}"/>
              </a:ext>
            </a:extLst>
          </p:cNvPr>
          <p:cNvSpPr>
            <a:spLocks noGrp="1"/>
          </p:cNvSpPr>
          <p:nvPr>
            <p:ph type="dt" sz="half" idx="10"/>
          </p:nvPr>
        </p:nvSpPr>
        <p:spPr/>
        <p:txBody>
          <a:bodyPr/>
          <a:lstStyle/>
          <a:p>
            <a:fld id="{534F0C27-CD62-47F4-9FF4-505DA84F067A}" type="datetime1">
              <a:rPr lang="es-CL" smtClean="0"/>
              <a:t>06-03-2024</a:t>
            </a:fld>
            <a:endParaRPr lang="es-CL"/>
          </a:p>
        </p:txBody>
      </p:sp>
      <p:sp>
        <p:nvSpPr>
          <p:cNvPr id="3" name="Marcador de pie de página 2">
            <a:extLst>
              <a:ext uri="{FF2B5EF4-FFF2-40B4-BE49-F238E27FC236}">
                <a16:creationId xmlns:a16="http://schemas.microsoft.com/office/drawing/2014/main" id="{ADB441D9-BFC2-A9D6-41BF-E02352348CB7}"/>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77AE161D-4790-63F3-7846-F4D23F54A7C4}"/>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2099727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636527-85A6-5139-E124-222D35ECF57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4F24711-9DB1-0BB9-1DDC-7F9312F320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9CCC3133-7FF5-F40C-CFDC-8A382E489E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3AD2859-0A19-B3C3-B89A-24C1A04E939D}"/>
              </a:ext>
            </a:extLst>
          </p:cNvPr>
          <p:cNvSpPr>
            <a:spLocks noGrp="1"/>
          </p:cNvSpPr>
          <p:nvPr>
            <p:ph type="dt" sz="half" idx="10"/>
          </p:nvPr>
        </p:nvSpPr>
        <p:spPr/>
        <p:txBody>
          <a:bodyPr/>
          <a:lstStyle/>
          <a:p>
            <a:fld id="{A04F8594-D31C-409D-8804-BC8C95A93D66}" type="datetime1">
              <a:rPr lang="es-CL" smtClean="0"/>
              <a:t>06-03-2024</a:t>
            </a:fld>
            <a:endParaRPr lang="es-CL"/>
          </a:p>
        </p:txBody>
      </p:sp>
      <p:sp>
        <p:nvSpPr>
          <p:cNvPr id="6" name="Marcador de pie de página 5">
            <a:extLst>
              <a:ext uri="{FF2B5EF4-FFF2-40B4-BE49-F238E27FC236}">
                <a16:creationId xmlns:a16="http://schemas.microsoft.com/office/drawing/2014/main" id="{E7767CF1-FAA0-AA06-B688-56DE3449F47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DB53A33-8CCB-B8CA-7FD9-F5E76ADBC171}"/>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15436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84FB99-916F-3A5E-9272-084D8164156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D5F21494-C618-A71C-9F3F-BE7001670A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742B7E18-7626-A446-5CF6-0665F16D8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7C636F8-CE30-2D3B-0FE4-7D22CB07D101}"/>
              </a:ext>
            </a:extLst>
          </p:cNvPr>
          <p:cNvSpPr>
            <a:spLocks noGrp="1"/>
          </p:cNvSpPr>
          <p:nvPr>
            <p:ph type="dt" sz="half" idx="10"/>
          </p:nvPr>
        </p:nvSpPr>
        <p:spPr/>
        <p:txBody>
          <a:bodyPr/>
          <a:lstStyle/>
          <a:p>
            <a:fld id="{06656E88-E976-4562-92B3-B09A8400387F}" type="datetime1">
              <a:rPr lang="es-CL" smtClean="0"/>
              <a:t>06-03-2024</a:t>
            </a:fld>
            <a:endParaRPr lang="es-CL"/>
          </a:p>
        </p:txBody>
      </p:sp>
      <p:sp>
        <p:nvSpPr>
          <p:cNvPr id="6" name="Marcador de pie de página 5">
            <a:extLst>
              <a:ext uri="{FF2B5EF4-FFF2-40B4-BE49-F238E27FC236}">
                <a16:creationId xmlns:a16="http://schemas.microsoft.com/office/drawing/2014/main" id="{0CCC393F-BFC4-D16B-0DA9-87011CA91AA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51A3CAC-F332-5AB0-0EDF-89EA8816149C}"/>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1686912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0AE779-AD9B-C4F9-7ABA-3A4A6106A97E}"/>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380936C7-6A87-8393-5F31-DA2CEDABE9B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50169537-CE70-DD08-3250-9D27185E0E19}"/>
              </a:ext>
            </a:extLst>
          </p:cNvPr>
          <p:cNvSpPr>
            <a:spLocks noGrp="1"/>
          </p:cNvSpPr>
          <p:nvPr>
            <p:ph type="dt" sz="half" idx="10"/>
          </p:nvPr>
        </p:nvSpPr>
        <p:spPr/>
        <p:txBody>
          <a:bodyPr/>
          <a:lstStyle/>
          <a:p>
            <a:fld id="{D240FEBE-62FF-43A4-B460-A0F53371086A}" type="datetime1">
              <a:rPr lang="es-CL" smtClean="0"/>
              <a:t>06-03-2024</a:t>
            </a:fld>
            <a:endParaRPr lang="es-CL"/>
          </a:p>
        </p:txBody>
      </p:sp>
      <p:sp>
        <p:nvSpPr>
          <p:cNvPr id="5" name="Marcador de pie de página 4">
            <a:extLst>
              <a:ext uri="{FF2B5EF4-FFF2-40B4-BE49-F238E27FC236}">
                <a16:creationId xmlns:a16="http://schemas.microsoft.com/office/drawing/2014/main" id="{73C7155E-C55D-63B8-59E5-72E1EAD7B64A}"/>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CD8C60-72FF-D39D-7BDE-670C685AF496}"/>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3618015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699AED2-AFC8-48B8-CCFB-549C8A0CAF1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255DE573-FEC5-6E1F-EE78-842351AEF06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3C5DDCB7-6301-64F8-9AA1-39FF3D37E429}"/>
              </a:ext>
            </a:extLst>
          </p:cNvPr>
          <p:cNvSpPr>
            <a:spLocks noGrp="1"/>
          </p:cNvSpPr>
          <p:nvPr>
            <p:ph type="dt" sz="half" idx="10"/>
          </p:nvPr>
        </p:nvSpPr>
        <p:spPr/>
        <p:txBody>
          <a:bodyPr/>
          <a:lstStyle/>
          <a:p>
            <a:fld id="{0108B333-9AE3-41E0-93BB-181109FAC56E}" type="datetime1">
              <a:rPr lang="es-CL" smtClean="0"/>
              <a:t>06-03-2024</a:t>
            </a:fld>
            <a:endParaRPr lang="es-CL"/>
          </a:p>
        </p:txBody>
      </p:sp>
      <p:sp>
        <p:nvSpPr>
          <p:cNvPr id="5" name="Marcador de pie de página 4">
            <a:extLst>
              <a:ext uri="{FF2B5EF4-FFF2-40B4-BE49-F238E27FC236}">
                <a16:creationId xmlns:a16="http://schemas.microsoft.com/office/drawing/2014/main" id="{A0173A97-B90E-D9CB-625A-238FCFDA87C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BC44C88-5782-0E05-EAFF-0DF63CE1A189}"/>
              </a:ext>
            </a:extLst>
          </p:cNvPr>
          <p:cNvSpPr>
            <a:spLocks noGrp="1"/>
          </p:cNvSpPr>
          <p:nvPr>
            <p:ph type="sldNum" sz="quarter" idx="12"/>
          </p:nvPr>
        </p:nvSpPr>
        <p:spPr/>
        <p:txBody>
          <a:bodyPr/>
          <a:lstStyle/>
          <a:p>
            <a:fld id="{28890D56-5D7D-4A99-96BC-796B8A191E1E}" type="slidenum">
              <a:rPr lang="es-CL" smtClean="0"/>
              <a:t>‹Nº›</a:t>
            </a:fld>
            <a:endParaRPr lang="es-CL"/>
          </a:p>
        </p:txBody>
      </p:sp>
    </p:spTree>
    <p:extLst>
      <p:ext uri="{BB962C8B-B14F-4D97-AF65-F5344CB8AC3E}">
        <p14:creationId xmlns:p14="http://schemas.microsoft.com/office/powerpoint/2010/main" val="156352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ADECB6-72B9-3F76-DC9A-832D4CBC5F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55C43A4B-D56F-6AB1-1CE7-B84F9C8B08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0DE6C0D-E2CC-381B-AFF9-04D3EDE967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41EB48-6D91-4FF6-9B28-5DC8C0773112}" type="datetime1">
              <a:rPr lang="es-CL" smtClean="0"/>
              <a:t>06-03-2024</a:t>
            </a:fld>
            <a:endParaRPr lang="es-CL"/>
          </a:p>
        </p:txBody>
      </p:sp>
      <p:sp>
        <p:nvSpPr>
          <p:cNvPr id="5" name="Marcador de pie de página 4">
            <a:extLst>
              <a:ext uri="{FF2B5EF4-FFF2-40B4-BE49-F238E27FC236}">
                <a16:creationId xmlns:a16="http://schemas.microsoft.com/office/drawing/2014/main" id="{C794DCE4-2F66-B787-5F97-15176D834B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510A07E0-971A-A8D2-ED2B-931170333D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890D56-5D7D-4A99-96BC-796B8A191E1E}" type="slidenum">
              <a:rPr lang="es-CL" smtClean="0"/>
              <a:t>‹Nº›</a:t>
            </a:fld>
            <a:endParaRPr lang="es-CL"/>
          </a:p>
        </p:txBody>
      </p:sp>
    </p:spTree>
    <p:extLst>
      <p:ext uri="{BB962C8B-B14F-4D97-AF65-F5344CB8AC3E}">
        <p14:creationId xmlns:p14="http://schemas.microsoft.com/office/powerpoint/2010/main" val="13302691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CFD868-2834-635D-31FC-CE762BBAAB71}"/>
              </a:ext>
            </a:extLst>
          </p:cNvPr>
          <p:cNvSpPr>
            <a:spLocks noGrp="1"/>
          </p:cNvSpPr>
          <p:nvPr>
            <p:ph type="ctrTitle"/>
          </p:nvPr>
        </p:nvSpPr>
        <p:spPr>
          <a:xfrm>
            <a:off x="1524000" y="1427166"/>
            <a:ext cx="9144000" cy="2387600"/>
          </a:xfrm>
        </p:spPr>
        <p:txBody>
          <a:bodyPr>
            <a:normAutofit fontScale="90000"/>
          </a:bodyPr>
          <a:lstStyle/>
          <a:p>
            <a:r>
              <a:rPr lang="es-CL" sz="5400" dirty="0"/>
              <a:t>Sistemas Lineales Dinámicos</a:t>
            </a:r>
            <a:br>
              <a:rPr lang="es-CL" dirty="0"/>
            </a:br>
            <a:r>
              <a:rPr lang="es-CL" sz="3200" dirty="0"/>
              <a:t>S1-2024</a:t>
            </a:r>
            <a:br>
              <a:rPr lang="es-CL" dirty="0"/>
            </a:br>
            <a:r>
              <a:rPr lang="es-CL" sz="5400" dirty="0"/>
              <a:t>Capítulo 1: Introducción</a:t>
            </a:r>
            <a:br>
              <a:rPr lang="es-CL" sz="5400" dirty="0"/>
            </a:br>
            <a:r>
              <a:rPr kumimoji="0" lang="es-CL" sz="3200" b="0" i="0" u="none" strike="noStrike" kern="1200" cap="none" spc="0" normalizeH="0" baseline="0" noProof="0" dirty="0">
                <a:ln>
                  <a:noFill/>
                </a:ln>
                <a:solidFill>
                  <a:prstClr val="black"/>
                </a:solidFill>
                <a:effectLst/>
                <a:uLnTx/>
                <a:uFillTx/>
                <a:latin typeface="Calibri Light" panose="020F0302020204030204"/>
                <a:ea typeface="+mj-ea"/>
                <a:cs typeface="+mj-cs"/>
              </a:rPr>
              <a:t>Clase 1</a:t>
            </a:r>
            <a:endParaRPr lang="es-CL" dirty="0"/>
          </a:p>
        </p:txBody>
      </p:sp>
      <p:sp>
        <p:nvSpPr>
          <p:cNvPr id="3" name="Subtítulo 2">
            <a:extLst>
              <a:ext uri="{FF2B5EF4-FFF2-40B4-BE49-F238E27FC236}">
                <a16:creationId xmlns:a16="http://schemas.microsoft.com/office/drawing/2014/main" id="{12C094A1-0D37-3945-07BE-8F022C475BC4}"/>
              </a:ext>
            </a:extLst>
          </p:cNvPr>
          <p:cNvSpPr>
            <a:spLocks noGrp="1"/>
          </p:cNvSpPr>
          <p:nvPr>
            <p:ph type="subTitle" idx="1"/>
          </p:nvPr>
        </p:nvSpPr>
        <p:spPr>
          <a:xfrm>
            <a:off x="1524000" y="4182144"/>
            <a:ext cx="9144000" cy="1655762"/>
          </a:xfrm>
        </p:spPr>
        <p:txBody>
          <a:bodyPr/>
          <a:lstStyle/>
          <a:p>
            <a:r>
              <a:rPr lang="es-CL" dirty="0"/>
              <a:t>Prof. Danny Luarte</a:t>
            </a:r>
          </a:p>
          <a:p>
            <a:r>
              <a:rPr lang="es-CL" sz="2000" dirty="0"/>
              <a:t>dannyluarte@udec.cl</a:t>
            </a:r>
          </a:p>
        </p:txBody>
      </p:sp>
      <p:pic>
        <p:nvPicPr>
          <p:cNvPr id="5" name="Imagen 4" descr="Logotipo&#10;&#10;Descripción generada automáticamente">
            <a:extLst>
              <a:ext uri="{FF2B5EF4-FFF2-40B4-BE49-F238E27FC236}">
                <a16:creationId xmlns:a16="http://schemas.microsoft.com/office/drawing/2014/main" id="{975B42E4-489F-3638-C81E-AEC8ACC5E6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3667" y="356625"/>
            <a:ext cx="1024444" cy="1019891"/>
          </a:xfrm>
          <a:prstGeom prst="rect">
            <a:avLst/>
          </a:prstGeom>
        </p:spPr>
      </p:pic>
      <p:pic>
        <p:nvPicPr>
          <p:cNvPr id="7" name="Imagen 6" descr="Logotipo&#10;&#10;Descripción generada automáticamente">
            <a:extLst>
              <a:ext uri="{FF2B5EF4-FFF2-40B4-BE49-F238E27FC236}">
                <a16:creationId xmlns:a16="http://schemas.microsoft.com/office/drawing/2014/main" id="{1C4363CE-5FCA-1F09-2B74-3035442083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403" y="415619"/>
            <a:ext cx="829512" cy="1019891"/>
          </a:xfrm>
          <a:prstGeom prst="rect">
            <a:avLst/>
          </a:prstGeom>
        </p:spPr>
      </p:pic>
    </p:spTree>
    <p:extLst>
      <p:ext uri="{BB962C8B-B14F-4D97-AF65-F5344CB8AC3E}">
        <p14:creationId xmlns:p14="http://schemas.microsoft.com/office/powerpoint/2010/main" val="1427364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D0261FD-12EC-E96B-8788-D46D47618D92}"/>
              </a:ext>
            </a:extLst>
          </p:cNvPr>
          <p:cNvSpPr>
            <a:spLocks noGrp="1"/>
          </p:cNvSpPr>
          <p:nvPr>
            <p:ph type="title"/>
          </p:nvPr>
        </p:nvSpPr>
        <p:spPr>
          <a:xfrm>
            <a:off x="5297762" y="329184"/>
            <a:ext cx="6251110" cy="1783080"/>
          </a:xfrm>
        </p:spPr>
        <p:txBody>
          <a:bodyPr anchor="b">
            <a:normAutofit/>
          </a:bodyPr>
          <a:lstStyle/>
          <a:p>
            <a:r>
              <a:rPr lang="en-US" sz="5400"/>
              <a:t>En la </a:t>
            </a:r>
            <a:r>
              <a:rPr lang="es-CL" sz="5400"/>
              <a:t>clase</a:t>
            </a:r>
            <a:r>
              <a:rPr lang="en-US" sz="5400"/>
              <a:t> de hoy</a:t>
            </a:r>
          </a:p>
        </p:txBody>
      </p:sp>
      <p:pic>
        <p:nvPicPr>
          <p:cNvPr id="14" name="Picture 4" descr="Rompecabezas blanco con una pieza roja">
            <a:extLst>
              <a:ext uri="{FF2B5EF4-FFF2-40B4-BE49-F238E27FC236}">
                <a16:creationId xmlns:a16="http://schemas.microsoft.com/office/drawing/2014/main" id="{8D56F9D0-C31A-21D5-20FB-7B31ABC5C4CD}"/>
              </a:ext>
            </a:extLst>
          </p:cNvPr>
          <p:cNvPicPr>
            <a:picLocks noChangeAspect="1"/>
          </p:cNvPicPr>
          <p:nvPr/>
        </p:nvPicPr>
        <p:blipFill rotWithShape="1">
          <a:blip r:embed="rId2"/>
          <a:srcRect l="31702" r="30098"/>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588C798-762A-EF46-F83E-F9B993942267}"/>
              </a:ext>
            </a:extLst>
          </p:cNvPr>
          <p:cNvSpPr>
            <a:spLocks noGrp="1"/>
          </p:cNvSpPr>
          <p:nvPr>
            <p:ph idx="1"/>
          </p:nvPr>
        </p:nvSpPr>
        <p:spPr>
          <a:xfrm>
            <a:off x="5297762" y="2706624"/>
            <a:ext cx="6251110" cy="3483864"/>
          </a:xfrm>
        </p:spPr>
        <p:txBody>
          <a:bodyPr>
            <a:normAutofit/>
          </a:bodyPr>
          <a:lstStyle/>
          <a:p>
            <a:r>
              <a:rPr lang="en-US" sz="2200"/>
              <a:t>1.1 Proceso y Sistema</a:t>
            </a:r>
          </a:p>
          <a:p>
            <a:r>
              <a:rPr lang="en-US" sz="2200"/>
              <a:t>1.2 Modelo</a:t>
            </a:r>
          </a:p>
          <a:p>
            <a:r>
              <a:rPr lang="en-US" sz="2200"/>
              <a:t>1.3 Clasificación de Sistemas y Modelos</a:t>
            </a:r>
          </a:p>
        </p:txBody>
      </p:sp>
      <p:sp>
        <p:nvSpPr>
          <p:cNvPr id="4" name="CuadroTexto 3">
            <a:extLst>
              <a:ext uri="{FF2B5EF4-FFF2-40B4-BE49-F238E27FC236}">
                <a16:creationId xmlns:a16="http://schemas.microsoft.com/office/drawing/2014/main" id="{ED8AAC5C-A0F3-787F-F310-E9B67D4E2D78}"/>
              </a:ext>
            </a:extLst>
          </p:cNvPr>
          <p:cNvSpPr txBox="1"/>
          <p:nvPr/>
        </p:nvSpPr>
        <p:spPr>
          <a:xfrm>
            <a:off x="487386" y="6474352"/>
            <a:ext cx="11704614" cy="646331"/>
          </a:xfrm>
          <a:prstGeom prst="rect">
            <a:avLst/>
          </a:prstGeom>
          <a:noFill/>
        </p:spPr>
        <p:txBody>
          <a:bodyPr wrap="none" rtlCol="0">
            <a:spAutoFit/>
          </a:bodyPr>
          <a:lstStyle/>
          <a:p>
            <a:r>
              <a:rPr lang="es-CL" dirty="0"/>
              <a:t>J. Espinoza, D. </a:t>
            </a:r>
            <a:r>
              <a:rPr lang="es-CL" dirty="0" err="1"/>
              <a:t>Sbarbaro</a:t>
            </a:r>
            <a:r>
              <a:rPr lang="es-CL" dirty="0"/>
              <a:t>, “Sistemas Lineales Dinámicos”, http://www2.udec.cl/jose.espinoza/SLD/543214_SLD_Apuntes.pdf</a:t>
            </a:r>
          </a:p>
          <a:p>
            <a:endParaRPr lang="es-CL" dirty="0"/>
          </a:p>
        </p:txBody>
      </p:sp>
    </p:spTree>
    <p:extLst>
      <p:ext uri="{BB962C8B-B14F-4D97-AF65-F5344CB8AC3E}">
        <p14:creationId xmlns:p14="http://schemas.microsoft.com/office/powerpoint/2010/main" val="1864721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ítulo 1">
            <a:extLst>
              <a:ext uri="{FF2B5EF4-FFF2-40B4-BE49-F238E27FC236}">
                <a16:creationId xmlns:a16="http://schemas.microsoft.com/office/drawing/2014/main" id="{195EC640-63C1-E5B4-EBAC-BBE71C870CD0}"/>
              </a:ext>
            </a:extLst>
          </p:cNvPr>
          <p:cNvSpPr>
            <a:spLocks noGrp="1"/>
          </p:cNvSpPr>
          <p:nvPr>
            <p:ph type="title"/>
          </p:nvPr>
        </p:nvSpPr>
        <p:spPr>
          <a:xfrm>
            <a:off x="838200" y="365125"/>
            <a:ext cx="10515600" cy="1325563"/>
          </a:xfrm>
        </p:spPr>
        <p:txBody>
          <a:bodyPr>
            <a:normAutofit/>
          </a:bodyPr>
          <a:lstStyle/>
          <a:p>
            <a:r>
              <a:rPr lang="es-US" dirty="0"/>
              <a:t>1.1 Proceso y Sistema</a:t>
            </a:r>
            <a:endParaRPr lang="es-CL" dirty="0"/>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Marcador de contenido 4">
            <a:extLst>
              <a:ext uri="{FF2B5EF4-FFF2-40B4-BE49-F238E27FC236}">
                <a16:creationId xmlns:a16="http://schemas.microsoft.com/office/drawing/2014/main" id="{45F236DD-1E03-E2EA-F1F3-646C55F285E5}"/>
              </a:ext>
            </a:extLst>
          </p:cNvPr>
          <p:cNvSpPr>
            <a:spLocks noGrp="1"/>
          </p:cNvSpPr>
          <p:nvPr>
            <p:ph idx="1"/>
          </p:nvPr>
        </p:nvSpPr>
        <p:spPr>
          <a:xfrm>
            <a:off x="838200" y="1825625"/>
            <a:ext cx="10515600" cy="4351338"/>
          </a:xfrm>
        </p:spPr>
        <p:txBody>
          <a:bodyPr>
            <a:normAutofit/>
          </a:bodyPr>
          <a:lstStyle/>
          <a:p>
            <a:r>
              <a:rPr lang="es-ES" dirty="0"/>
              <a:t>Por </a:t>
            </a:r>
            <a:r>
              <a:rPr lang="es-ES" b="1" dirty="0"/>
              <a:t>proceso</a:t>
            </a:r>
            <a:r>
              <a:rPr lang="es-ES" dirty="0"/>
              <a:t> se entenderá una realidad física cualquiera que conlleva, en algún intervalo de tiempo, un cambio de estado que exhiben sus componentes esenciales.</a:t>
            </a:r>
            <a:endParaRPr lang="es-ES"/>
          </a:p>
          <a:p>
            <a:endParaRPr lang="es-ES"/>
          </a:p>
          <a:p>
            <a:r>
              <a:rPr lang="es-ES" dirty="0"/>
              <a:t>Un </a:t>
            </a:r>
            <a:r>
              <a:rPr lang="es-ES" b="1" dirty="0"/>
              <a:t>sistema</a:t>
            </a:r>
            <a:r>
              <a:rPr lang="es-ES" dirty="0"/>
              <a:t> es una abstracción de una realidad física de acuerdo a los objetivos de estudio planteados.</a:t>
            </a:r>
            <a:endParaRPr lang="es-ES"/>
          </a:p>
          <a:p>
            <a:pPr marL="0" indent="0">
              <a:buNone/>
            </a:pPr>
            <a:endParaRPr lang="es-ES"/>
          </a:p>
        </p:txBody>
      </p:sp>
    </p:spTree>
    <p:extLst>
      <p:ext uri="{BB962C8B-B14F-4D97-AF65-F5344CB8AC3E}">
        <p14:creationId xmlns:p14="http://schemas.microsoft.com/office/powerpoint/2010/main" val="2218455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297680-4725-DF62-327E-767CCAD163B4}"/>
            </a:ext>
          </a:extLst>
        </p:cNvPr>
        <p:cNvGrpSpPr/>
        <p:nvPr/>
      </p:nvGrpSpPr>
      <p:grpSpPr>
        <a:xfrm>
          <a:off x="0" y="0"/>
          <a:ext cx="0" cy="0"/>
          <a:chOff x="0" y="0"/>
          <a:chExt cx="0" cy="0"/>
        </a:xfrm>
      </p:grpSpPr>
      <p:sp useBgFill="1">
        <p:nvSpPr>
          <p:cNvPr id="19" name="Rectangle 12">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1">
            <a:extLst>
              <a:ext uri="{FF2B5EF4-FFF2-40B4-BE49-F238E27FC236}">
                <a16:creationId xmlns:a16="http://schemas.microsoft.com/office/drawing/2014/main" id="{3354EA4F-7AE5-8B16-661A-B8D002582FF3}"/>
              </a:ext>
            </a:extLst>
          </p:cNvPr>
          <p:cNvSpPr>
            <a:spLocks noGrp="1"/>
          </p:cNvSpPr>
          <p:nvPr>
            <p:ph type="title"/>
          </p:nvPr>
        </p:nvSpPr>
        <p:spPr>
          <a:xfrm>
            <a:off x="838201" y="365125"/>
            <a:ext cx="3816095" cy="1938076"/>
          </a:xfrm>
        </p:spPr>
        <p:txBody>
          <a:bodyPr>
            <a:normAutofit/>
          </a:bodyPr>
          <a:lstStyle/>
          <a:p>
            <a:r>
              <a:rPr lang="es-US"/>
              <a:t>1.1 Proceso y Sistema</a:t>
            </a:r>
            <a:endParaRPr lang="es-CL" dirty="0"/>
          </a:p>
        </p:txBody>
      </p:sp>
      <p:sp>
        <p:nvSpPr>
          <p:cNvPr id="5" name="Marcador de contenido 4">
            <a:extLst>
              <a:ext uri="{FF2B5EF4-FFF2-40B4-BE49-F238E27FC236}">
                <a16:creationId xmlns:a16="http://schemas.microsoft.com/office/drawing/2014/main" id="{888B4EC9-14FD-BC79-7756-89FF605204A5}"/>
              </a:ext>
            </a:extLst>
          </p:cNvPr>
          <p:cNvSpPr>
            <a:spLocks noGrp="1"/>
          </p:cNvSpPr>
          <p:nvPr>
            <p:ph idx="1"/>
          </p:nvPr>
        </p:nvSpPr>
        <p:spPr>
          <a:xfrm>
            <a:off x="838201" y="2482589"/>
            <a:ext cx="3816096" cy="3694373"/>
          </a:xfrm>
        </p:spPr>
        <p:txBody>
          <a:bodyPr>
            <a:normAutofit/>
          </a:bodyPr>
          <a:lstStyle/>
          <a:p>
            <a:pPr algn="just"/>
            <a:r>
              <a:rPr lang="es-ES" sz="2000" dirty="0"/>
              <a:t>Ejemplos de procesos (realidad física): </a:t>
            </a:r>
          </a:p>
          <a:p>
            <a:pPr lvl="1" algn="just"/>
            <a:r>
              <a:rPr lang="es-ES" sz="2000" dirty="0"/>
              <a:t>Generación hidroeléctrica.</a:t>
            </a:r>
          </a:p>
          <a:p>
            <a:pPr lvl="1" algn="just"/>
            <a:r>
              <a:rPr lang="es-ES" sz="2000" dirty="0"/>
              <a:t>Generación solar.</a:t>
            </a:r>
          </a:p>
          <a:p>
            <a:pPr lvl="1" algn="just"/>
            <a:r>
              <a:rPr lang="es-ES" sz="2000" dirty="0"/>
              <a:t>Descarga de estanques.</a:t>
            </a:r>
          </a:p>
          <a:p>
            <a:pPr lvl="1" algn="just"/>
            <a:r>
              <a:rPr lang="es-ES" sz="2000" dirty="0"/>
              <a:t>Conducción de calor.</a:t>
            </a:r>
          </a:p>
        </p:txBody>
      </p:sp>
      <p:pic>
        <p:nvPicPr>
          <p:cNvPr id="2" name="Imagen 1">
            <a:extLst>
              <a:ext uri="{FF2B5EF4-FFF2-40B4-BE49-F238E27FC236}">
                <a16:creationId xmlns:a16="http://schemas.microsoft.com/office/drawing/2014/main" id="{7E2E6FB7-7FEA-CA0D-DCEE-FD44C80CB58A}"/>
              </a:ext>
            </a:extLst>
          </p:cNvPr>
          <p:cNvPicPr>
            <a:picLocks noChangeAspect="1"/>
          </p:cNvPicPr>
          <p:nvPr/>
        </p:nvPicPr>
        <p:blipFill rotWithShape="1">
          <a:blip r:embed="rId2"/>
          <a:srcRect t="10131" r="-1" b="13638"/>
          <a:stretch/>
        </p:blipFill>
        <p:spPr>
          <a:xfrm>
            <a:off x="4904316" y="-4"/>
            <a:ext cx="7287684" cy="3694372"/>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3" name="Imagen 2">
            <a:extLst>
              <a:ext uri="{FF2B5EF4-FFF2-40B4-BE49-F238E27FC236}">
                <a16:creationId xmlns:a16="http://schemas.microsoft.com/office/drawing/2014/main" id="{C397F427-FF35-A68E-A088-7A8539D5F914}"/>
              </a:ext>
            </a:extLst>
          </p:cNvPr>
          <p:cNvPicPr>
            <a:picLocks noChangeAspect="1"/>
          </p:cNvPicPr>
          <p:nvPr/>
        </p:nvPicPr>
        <p:blipFill rotWithShape="1">
          <a:blip r:embed="rId3"/>
          <a:srcRect t="13012"/>
          <a:stretch/>
        </p:blipFill>
        <p:spPr>
          <a:xfrm>
            <a:off x="4726728" y="3802961"/>
            <a:ext cx="7472381" cy="3055043"/>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pic>
    </p:spTree>
    <p:extLst>
      <p:ext uri="{BB962C8B-B14F-4D97-AF65-F5344CB8AC3E}">
        <p14:creationId xmlns:p14="http://schemas.microsoft.com/office/powerpoint/2010/main" val="2301236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B5748F-1612-F3B9-C9C9-0122357DC8E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1">
            <a:extLst>
              <a:ext uri="{FF2B5EF4-FFF2-40B4-BE49-F238E27FC236}">
                <a16:creationId xmlns:a16="http://schemas.microsoft.com/office/drawing/2014/main" id="{57EA1751-76F2-EC7E-BD8C-3D4EB8955975}"/>
              </a:ext>
            </a:extLst>
          </p:cNvPr>
          <p:cNvSpPr>
            <a:spLocks noGrp="1"/>
          </p:cNvSpPr>
          <p:nvPr>
            <p:ph type="title"/>
          </p:nvPr>
        </p:nvSpPr>
        <p:spPr>
          <a:xfrm>
            <a:off x="838201" y="345810"/>
            <a:ext cx="5120561" cy="1325563"/>
          </a:xfrm>
        </p:spPr>
        <p:txBody>
          <a:bodyPr>
            <a:normAutofit/>
          </a:bodyPr>
          <a:lstStyle/>
          <a:p>
            <a:r>
              <a:rPr lang="es-US" dirty="0"/>
              <a:t>1.1 Proceso y Sistema</a:t>
            </a:r>
            <a:endParaRPr lang="es-CL" dirty="0"/>
          </a:p>
        </p:txBody>
      </p:sp>
      <p:sp>
        <p:nvSpPr>
          <p:cNvPr id="5" name="Marcador de contenido 4">
            <a:extLst>
              <a:ext uri="{FF2B5EF4-FFF2-40B4-BE49-F238E27FC236}">
                <a16:creationId xmlns:a16="http://schemas.microsoft.com/office/drawing/2014/main" id="{002DBE6F-6193-FCEA-51BB-CC2BB6FF1FA2}"/>
              </a:ext>
            </a:extLst>
          </p:cNvPr>
          <p:cNvSpPr>
            <a:spLocks noGrp="1"/>
          </p:cNvSpPr>
          <p:nvPr>
            <p:ph idx="1"/>
          </p:nvPr>
        </p:nvSpPr>
        <p:spPr>
          <a:xfrm>
            <a:off x="838201" y="1825625"/>
            <a:ext cx="5092194" cy="4351338"/>
          </a:xfrm>
        </p:spPr>
        <p:txBody>
          <a:bodyPr>
            <a:normAutofit/>
          </a:bodyPr>
          <a:lstStyle/>
          <a:p>
            <a:r>
              <a:rPr lang="es-ES" dirty="0"/>
              <a:t>Ejemplos de sistemas (abstracción de la realidad):</a:t>
            </a:r>
          </a:p>
          <a:p>
            <a:pPr lvl="1"/>
            <a:r>
              <a:rPr lang="es-ES" dirty="0"/>
              <a:t>Sistema de generación hidroeléctrica.</a:t>
            </a:r>
          </a:p>
          <a:p>
            <a:pPr lvl="1"/>
            <a:r>
              <a:rPr lang="es-ES" dirty="0"/>
              <a:t>Sistema de generación solar.</a:t>
            </a:r>
          </a:p>
          <a:p>
            <a:pPr lvl="1"/>
            <a:r>
              <a:rPr lang="es-ES" dirty="0"/>
              <a:t>Sistema de descarga de estanques.</a:t>
            </a:r>
          </a:p>
          <a:p>
            <a:pPr lvl="1"/>
            <a:r>
              <a:rPr lang="es-ES" dirty="0"/>
              <a:t>Sistema de conducción de calor.</a:t>
            </a:r>
          </a:p>
        </p:txBody>
      </p:sp>
      <p:sp>
        <p:nvSpPr>
          <p:cNvPr id="14" name="Oval 13">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Imagen 6">
            <a:extLst>
              <a:ext uri="{FF2B5EF4-FFF2-40B4-BE49-F238E27FC236}">
                <a16:creationId xmlns:a16="http://schemas.microsoft.com/office/drawing/2014/main" id="{A0476704-B381-CE42-DA18-2BB2B0331201}"/>
              </a:ext>
            </a:extLst>
          </p:cNvPr>
          <p:cNvPicPr>
            <a:picLocks noChangeAspect="1"/>
          </p:cNvPicPr>
          <p:nvPr/>
        </p:nvPicPr>
        <p:blipFill rotWithShape="1">
          <a:blip r:embed="rId2"/>
          <a:srcRect t="3517" r="-3" b="-3"/>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16" name="Arc 15">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3" name="Imagen 2">
            <a:extLst>
              <a:ext uri="{FF2B5EF4-FFF2-40B4-BE49-F238E27FC236}">
                <a16:creationId xmlns:a16="http://schemas.microsoft.com/office/drawing/2014/main" id="{B87A474A-A9BC-A23B-B65F-AB23B6E8A588}"/>
              </a:ext>
            </a:extLst>
          </p:cNvPr>
          <p:cNvPicPr>
            <a:picLocks noChangeAspect="1"/>
          </p:cNvPicPr>
          <p:nvPr/>
        </p:nvPicPr>
        <p:blipFill rotWithShape="1">
          <a:blip r:embed="rId3"/>
          <a:srcRect t="6286" r="-2" b="-2"/>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2414582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1B5476-BD0E-21DD-3E46-3EDA21F0DF8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6E02FF7-8EEF-8883-4C3A-605019626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1">
            <a:extLst>
              <a:ext uri="{FF2B5EF4-FFF2-40B4-BE49-F238E27FC236}">
                <a16:creationId xmlns:a16="http://schemas.microsoft.com/office/drawing/2014/main" id="{DF3E7B98-85EA-5BFA-54D3-52B34932D589}"/>
              </a:ext>
            </a:extLst>
          </p:cNvPr>
          <p:cNvSpPr>
            <a:spLocks noGrp="1"/>
          </p:cNvSpPr>
          <p:nvPr>
            <p:ph type="title"/>
          </p:nvPr>
        </p:nvSpPr>
        <p:spPr>
          <a:xfrm>
            <a:off x="838201" y="345810"/>
            <a:ext cx="5120561" cy="1325563"/>
          </a:xfrm>
        </p:spPr>
        <p:txBody>
          <a:bodyPr>
            <a:normAutofit/>
          </a:bodyPr>
          <a:lstStyle/>
          <a:p>
            <a:r>
              <a:rPr lang="es-US" dirty="0"/>
              <a:t>1.1 Proceso y Sistema</a:t>
            </a:r>
            <a:endParaRPr lang="es-CL" dirty="0"/>
          </a:p>
        </p:txBody>
      </p:sp>
      <p:sp>
        <p:nvSpPr>
          <p:cNvPr id="5" name="Marcador de contenido 4">
            <a:extLst>
              <a:ext uri="{FF2B5EF4-FFF2-40B4-BE49-F238E27FC236}">
                <a16:creationId xmlns:a16="http://schemas.microsoft.com/office/drawing/2014/main" id="{5A049559-648E-027B-933D-6EB743E03256}"/>
              </a:ext>
            </a:extLst>
          </p:cNvPr>
          <p:cNvSpPr>
            <a:spLocks noGrp="1"/>
          </p:cNvSpPr>
          <p:nvPr>
            <p:ph idx="1"/>
          </p:nvPr>
        </p:nvSpPr>
        <p:spPr>
          <a:xfrm>
            <a:off x="838201" y="1825625"/>
            <a:ext cx="5092194" cy="4351338"/>
          </a:xfrm>
        </p:spPr>
        <p:txBody>
          <a:bodyPr>
            <a:normAutofit/>
          </a:bodyPr>
          <a:lstStyle/>
          <a:p>
            <a:pPr marL="0" indent="0" algn="just">
              <a:buNone/>
            </a:pPr>
            <a:r>
              <a:rPr lang="es-ES" dirty="0"/>
              <a:t>A un mismo proceso pueden asociarse variados sistemas. La asociación depende de cuáles sean los objetivos de análisis considerados.</a:t>
            </a:r>
          </a:p>
        </p:txBody>
      </p:sp>
      <p:sp>
        <p:nvSpPr>
          <p:cNvPr id="14" name="Oval 13">
            <a:extLst>
              <a:ext uri="{FF2B5EF4-FFF2-40B4-BE49-F238E27FC236}">
                <a16:creationId xmlns:a16="http://schemas.microsoft.com/office/drawing/2014/main" id="{3A2414E4-19B4-476E-6C19-A99A75B155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36FA9315-97E2-37DA-EEAA-F0A52AD59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 name="Imagen 3">
            <a:extLst>
              <a:ext uri="{FF2B5EF4-FFF2-40B4-BE49-F238E27FC236}">
                <a16:creationId xmlns:a16="http://schemas.microsoft.com/office/drawing/2014/main" id="{42E225E6-628E-EA26-0B16-EE9749A59CAE}"/>
              </a:ext>
            </a:extLst>
          </p:cNvPr>
          <p:cNvPicPr>
            <a:picLocks noChangeAspect="1"/>
          </p:cNvPicPr>
          <p:nvPr/>
        </p:nvPicPr>
        <p:blipFill>
          <a:blip r:embed="rId2"/>
          <a:stretch>
            <a:fillRect/>
          </a:stretch>
        </p:blipFill>
        <p:spPr>
          <a:xfrm>
            <a:off x="5330849" y="3840149"/>
            <a:ext cx="6535062" cy="2172003"/>
          </a:xfrm>
          <a:prstGeom prst="rect">
            <a:avLst/>
          </a:prstGeom>
        </p:spPr>
      </p:pic>
    </p:spTree>
    <p:extLst>
      <p:ext uri="{BB962C8B-B14F-4D97-AF65-F5344CB8AC3E}">
        <p14:creationId xmlns:p14="http://schemas.microsoft.com/office/powerpoint/2010/main" val="680837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490ECA-B511-FC2C-96AB-A4F9C675452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ítulo 1">
            <a:extLst>
              <a:ext uri="{FF2B5EF4-FFF2-40B4-BE49-F238E27FC236}">
                <a16:creationId xmlns:a16="http://schemas.microsoft.com/office/drawing/2014/main" id="{712EB352-0271-46C0-6192-05460DA61C11}"/>
              </a:ext>
            </a:extLst>
          </p:cNvPr>
          <p:cNvSpPr>
            <a:spLocks noGrp="1"/>
          </p:cNvSpPr>
          <p:nvPr>
            <p:ph type="title"/>
          </p:nvPr>
        </p:nvSpPr>
        <p:spPr>
          <a:xfrm>
            <a:off x="838200" y="365125"/>
            <a:ext cx="10515600" cy="1325563"/>
          </a:xfrm>
        </p:spPr>
        <p:txBody>
          <a:bodyPr>
            <a:normAutofit/>
          </a:bodyPr>
          <a:lstStyle/>
          <a:p>
            <a:r>
              <a:rPr lang="es-US" dirty="0"/>
              <a:t>1.1 Proceso y Sistema</a:t>
            </a:r>
            <a:endParaRPr lang="es-CL" dirty="0"/>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Marcador de contenido 4">
            <a:extLst>
              <a:ext uri="{FF2B5EF4-FFF2-40B4-BE49-F238E27FC236}">
                <a16:creationId xmlns:a16="http://schemas.microsoft.com/office/drawing/2014/main" id="{9B0D529C-5477-E60C-E0DD-D05E31D163EE}"/>
              </a:ext>
            </a:extLst>
          </p:cNvPr>
          <p:cNvSpPr>
            <a:spLocks noGrp="1"/>
          </p:cNvSpPr>
          <p:nvPr>
            <p:ph idx="1"/>
          </p:nvPr>
        </p:nvSpPr>
        <p:spPr>
          <a:xfrm>
            <a:off x="838200" y="1825625"/>
            <a:ext cx="10515600" cy="4351338"/>
          </a:xfrm>
        </p:spPr>
        <p:txBody>
          <a:bodyPr>
            <a:normAutofit/>
          </a:bodyPr>
          <a:lstStyle/>
          <a:p>
            <a:pPr marL="0" indent="0">
              <a:buNone/>
            </a:pPr>
            <a:r>
              <a:rPr lang="es-US" u="sng" dirty="0"/>
              <a:t>Cantidades en sistemas:</a:t>
            </a:r>
          </a:p>
          <a:p>
            <a:pPr marL="0" indent="0">
              <a:buNone/>
            </a:pPr>
            <a:endParaRPr lang="es-US" dirty="0"/>
          </a:p>
          <a:p>
            <a:r>
              <a:rPr lang="es-US" dirty="0"/>
              <a:t>Variables de entrada</a:t>
            </a:r>
          </a:p>
          <a:p>
            <a:r>
              <a:rPr lang="es-US" dirty="0"/>
              <a:t>Variables de salida</a:t>
            </a:r>
          </a:p>
          <a:p>
            <a:r>
              <a:rPr lang="es-US" dirty="0"/>
              <a:t>Perturbaciones</a:t>
            </a:r>
          </a:p>
          <a:p>
            <a:r>
              <a:rPr lang="es-US" dirty="0"/>
              <a:t>Variables de estado</a:t>
            </a:r>
          </a:p>
          <a:p>
            <a:r>
              <a:rPr lang="es-US" dirty="0"/>
              <a:t>Parámetros</a:t>
            </a:r>
          </a:p>
        </p:txBody>
      </p:sp>
    </p:spTree>
    <p:extLst>
      <p:ext uri="{BB962C8B-B14F-4D97-AF65-F5344CB8AC3E}">
        <p14:creationId xmlns:p14="http://schemas.microsoft.com/office/powerpoint/2010/main" val="3746788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CB30B3-F15D-ECE1-434D-9FD0EF9804E2}"/>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6" name="Arc 3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 name="Título 1">
            <a:extLst>
              <a:ext uri="{FF2B5EF4-FFF2-40B4-BE49-F238E27FC236}">
                <a16:creationId xmlns:a16="http://schemas.microsoft.com/office/drawing/2014/main" id="{EC8FEDC8-ABD3-A2AA-D594-2A087F292550}"/>
              </a:ext>
            </a:extLst>
          </p:cNvPr>
          <p:cNvSpPr>
            <a:spLocks noGrp="1"/>
          </p:cNvSpPr>
          <p:nvPr>
            <p:ph type="title"/>
          </p:nvPr>
        </p:nvSpPr>
        <p:spPr>
          <a:xfrm>
            <a:off x="5894962" y="479493"/>
            <a:ext cx="5458838" cy="1325563"/>
          </a:xfrm>
        </p:spPr>
        <p:txBody>
          <a:bodyPr>
            <a:normAutofit/>
          </a:bodyPr>
          <a:lstStyle/>
          <a:p>
            <a:r>
              <a:rPr lang="es-US"/>
              <a:t>1.1 Proceso y Sistema</a:t>
            </a:r>
            <a:endParaRPr lang="es-CL"/>
          </a:p>
        </p:txBody>
      </p:sp>
      <p:sp>
        <p:nvSpPr>
          <p:cNvPr id="38" name="Freeform: Shape 3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Imagen 2">
            <a:extLst>
              <a:ext uri="{FF2B5EF4-FFF2-40B4-BE49-F238E27FC236}">
                <a16:creationId xmlns:a16="http://schemas.microsoft.com/office/drawing/2014/main" id="{68008097-FB63-BC47-C139-935AFD87B0C8}"/>
              </a:ext>
            </a:extLst>
          </p:cNvPr>
          <p:cNvPicPr>
            <a:picLocks noChangeAspect="1"/>
          </p:cNvPicPr>
          <p:nvPr/>
        </p:nvPicPr>
        <p:blipFill>
          <a:blip r:embed="rId2"/>
          <a:stretch>
            <a:fillRect/>
          </a:stretch>
        </p:blipFill>
        <p:spPr>
          <a:xfrm>
            <a:off x="703182" y="727304"/>
            <a:ext cx="4777381" cy="523364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5" name="Marcador de contenido 4">
            <a:extLst>
              <a:ext uri="{FF2B5EF4-FFF2-40B4-BE49-F238E27FC236}">
                <a16:creationId xmlns:a16="http://schemas.microsoft.com/office/drawing/2014/main" id="{038BC919-548B-5607-D9F1-FBF218E600FE}"/>
              </a:ext>
            </a:extLst>
          </p:cNvPr>
          <p:cNvSpPr>
            <a:spLocks noGrp="1"/>
          </p:cNvSpPr>
          <p:nvPr>
            <p:ph idx="1"/>
          </p:nvPr>
        </p:nvSpPr>
        <p:spPr>
          <a:xfrm>
            <a:off x="5894962" y="1984443"/>
            <a:ext cx="5458838" cy="4192520"/>
          </a:xfrm>
        </p:spPr>
        <p:txBody>
          <a:bodyPr>
            <a:normAutofit/>
          </a:bodyPr>
          <a:lstStyle/>
          <a:p>
            <a:pPr marL="0" indent="0" algn="just">
              <a:buNone/>
            </a:pPr>
            <a:r>
              <a:rPr lang="es-US" b="1" dirty="0"/>
              <a:t>Ejercicio</a:t>
            </a:r>
            <a:r>
              <a:rPr lang="es-US" dirty="0"/>
              <a:t>: </a:t>
            </a:r>
            <a:r>
              <a:rPr lang="es-ES" dirty="0"/>
              <a:t>Considere el sistema de un </a:t>
            </a:r>
            <a:r>
              <a:rPr lang="es-ES" dirty="0" err="1"/>
              <a:t>levitador</a:t>
            </a:r>
            <a:r>
              <a:rPr lang="es-ES" dirty="0"/>
              <a:t> magnético, el cual tiene por objetivo sostener una bola de acero a una distancia desde el suelo. </a:t>
            </a:r>
          </a:p>
          <a:p>
            <a:pPr marL="0" indent="0" algn="just">
              <a:buNone/>
            </a:pPr>
            <a:endParaRPr lang="es-ES" dirty="0"/>
          </a:p>
          <a:p>
            <a:pPr marL="0" indent="0" algn="just">
              <a:buNone/>
            </a:pPr>
            <a:r>
              <a:rPr lang="es-ES" dirty="0"/>
              <a:t>Identifique los parámetros, entradas, perturbaciones, salidas y variables de estado del sistema.</a:t>
            </a:r>
            <a:endParaRPr lang="es-US" dirty="0"/>
          </a:p>
        </p:txBody>
      </p:sp>
    </p:spTree>
    <p:extLst>
      <p:ext uri="{BB962C8B-B14F-4D97-AF65-F5344CB8AC3E}">
        <p14:creationId xmlns:p14="http://schemas.microsoft.com/office/powerpoint/2010/main" val="4153099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4DF02544-596F-5DEA-4879-A6A661F00870}"/>
              </a:ext>
            </a:extLst>
          </p:cNvPr>
          <p:cNvSpPr>
            <a:spLocks noGrp="1"/>
          </p:cNvSpPr>
          <p:nvPr>
            <p:ph type="title"/>
          </p:nvPr>
        </p:nvSpPr>
        <p:spPr>
          <a:xfrm>
            <a:off x="838200" y="365125"/>
            <a:ext cx="10515600" cy="1325563"/>
          </a:xfrm>
        </p:spPr>
        <p:txBody>
          <a:bodyPr>
            <a:normAutofit/>
          </a:bodyPr>
          <a:lstStyle/>
          <a:p>
            <a:r>
              <a:rPr lang="en-US" dirty="0"/>
              <a:t>1.2 </a:t>
            </a:r>
            <a:r>
              <a:rPr lang="en-US" dirty="0" err="1"/>
              <a:t>Modelo</a:t>
            </a:r>
            <a:endParaRPr lang="en-US"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964C8A0A-72BB-9273-382C-3322E6BDC6A1}"/>
              </a:ext>
            </a:extLst>
          </p:cNvPr>
          <p:cNvSpPr>
            <a:spLocks noGrp="1"/>
          </p:cNvSpPr>
          <p:nvPr>
            <p:ph idx="1"/>
          </p:nvPr>
        </p:nvSpPr>
        <p:spPr>
          <a:xfrm>
            <a:off x="838200" y="1825625"/>
            <a:ext cx="10515600" cy="4351338"/>
          </a:xfrm>
        </p:spPr>
        <p:txBody>
          <a:bodyPr>
            <a:normAutofit/>
          </a:bodyPr>
          <a:lstStyle/>
          <a:p>
            <a:r>
              <a:rPr lang="es-ES" dirty="0"/>
              <a:t>Un </a:t>
            </a:r>
            <a:r>
              <a:rPr lang="es-ES" b="1" dirty="0"/>
              <a:t>modelo</a:t>
            </a:r>
            <a:r>
              <a:rPr lang="es-ES" dirty="0"/>
              <a:t> es una representación de un sistema. Proporcionan un medio más simple para conocer el comportamiento del proceso.</a:t>
            </a:r>
          </a:p>
          <a:p>
            <a:endParaRPr lang="es-ES" dirty="0"/>
          </a:p>
          <a:p>
            <a:r>
              <a:rPr lang="es-ES" dirty="0"/>
              <a:t>Se pueden clasificar en:</a:t>
            </a:r>
          </a:p>
          <a:p>
            <a:pPr lvl="1"/>
            <a:r>
              <a:rPr lang="es-ES" dirty="0"/>
              <a:t>Conceptuales</a:t>
            </a:r>
          </a:p>
          <a:p>
            <a:pPr lvl="1"/>
            <a:r>
              <a:rPr lang="es-ES" dirty="0"/>
              <a:t>Matemáticos</a:t>
            </a:r>
          </a:p>
          <a:p>
            <a:pPr lvl="1"/>
            <a:r>
              <a:rPr lang="es-ES" dirty="0"/>
              <a:t>Lingüísticos</a:t>
            </a:r>
            <a:endParaRPr lang="en-US" dirty="0"/>
          </a:p>
        </p:txBody>
      </p:sp>
      <p:pic>
        <p:nvPicPr>
          <p:cNvPr id="5" name="Imagen 4">
            <a:extLst>
              <a:ext uri="{FF2B5EF4-FFF2-40B4-BE49-F238E27FC236}">
                <a16:creationId xmlns:a16="http://schemas.microsoft.com/office/drawing/2014/main" id="{D211772E-EFA6-6D4D-6923-3F6163BB2C83}"/>
              </a:ext>
            </a:extLst>
          </p:cNvPr>
          <p:cNvPicPr>
            <a:picLocks noChangeAspect="1"/>
          </p:cNvPicPr>
          <p:nvPr/>
        </p:nvPicPr>
        <p:blipFill>
          <a:blip r:embed="rId2"/>
          <a:stretch>
            <a:fillRect/>
          </a:stretch>
        </p:blipFill>
        <p:spPr>
          <a:xfrm>
            <a:off x="4552334" y="3720952"/>
            <a:ext cx="7488131" cy="2841376"/>
          </a:xfrm>
          <a:prstGeom prst="rect">
            <a:avLst/>
          </a:prstGeom>
        </p:spPr>
      </p:pic>
    </p:spTree>
    <p:extLst>
      <p:ext uri="{BB962C8B-B14F-4D97-AF65-F5344CB8AC3E}">
        <p14:creationId xmlns:p14="http://schemas.microsoft.com/office/powerpoint/2010/main" val="2399822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32DB96-676E-3834-108F-C461881B811E}"/>
            </a:ext>
          </a:extLst>
        </p:cNvPr>
        <p:cNvGrpSpPr/>
        <p:nvPr/>
      </p:nvGrpSpPr>
      <p:grpSpPr>
        <a:xfrm>
          <a:off x="0" y="0"/>
          <a:ext cx="0" cy="0"/>
          <a:chOff x="0" y="0"/>
          <a:chExt cx="0" cy="0"/>
        </a:xfrm>
      </p:grpSpPr>
      <p:sp useBgFill="1">
        <p:nvSpPr>
          <p:cNvPr id="20" name="Rectangle 13">
            <a:extLst>
              <a:ext uri="{FF2B5EF4-FFF2-40B4-BE49-F238E27FC236}">
                <a16:creationId xmlns:a16="http://schemas.microsoft.com/office/drawing/2014/main" id="{53E60C6D-4E85-4E14-BCDF-BF15C241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B0EE92E-00C3-20C8-C70A-8E252A4B0DC1}"/>
              </a:ext>
            </a:extLst>
          </p:cNvPr>
          <p:cNvSpPr>
            <a:spLocks noGrp="1"/>
          </p:cNvSpPr>
          <p:nvPr>
            <p:ph type="title"/>
          </p:nvPr>
        </p:nvSpPr>
        <p:spPr>
          <a:xfrm>
            <a:off x="6151294" y="486184"/>
            <a:ext cx="5397237" cy="1325563"/>
          </a:xfrm>
        </p:spPr>
        <p:txBody>
          <a:bodyPr>
            <a:normAutofit/>
          </a:bodyPr>
          <a:lstStyle/>
          <a:p>
            <a:r>
              <a:rPr lang="en-US"/>
              <a:t>1.2 Modelo</a:t>
            </a:r>
            <a:endParaRPr lang="en-US" dirty="0"/>
          </a:p>
        </p:txBody>
      </p:sp>
      <p:pic>
        <p:nvPicPr>
          <p:cNvPr id="7" name="Imagen 6">
            <a:extLst>
              <a:ext uri="{FF2B5EF4-FFF2-40B4-BE49-F238E27FC236}">
                <a16:creationId xmlns:a16="http://schemas.microsoft.com/office/drawing/2014/main" id="{783B3898-5611-F04F-A880-E2152E62140C}"/>
              </a:ext>
            </a:extLst>
          </p:cNvPr>
          <p:cNvPicPr>
            <a:picLocks noChangeAspect="1"/>
          </p:cNvPicPr>
          <p:nvPr/>
        </p:nvPicPr>
        <p:blipFill>
          <a:blip r:embed="rId2"/>
          <a:stretch>
            <a:fillRect/>
          </a:stretch>
        </p:blipFill>
        <p:spPr>
          <a:xfrm>
            <a:off x="3619583" y="3400503"/>
            <a:ext cx="7151060" cy="3271609"/>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sp>
        <p:nvSpPr>
          <p:cNvPr id="21" name="Freeform: Shape 15">
            <a:extLst>
              <a:ext uri="{FF2B5EF4-FFF2-40B4-BE49-F238E27FC236}">
                <a16:creationId xmlns:a16="http://schemas.microsoft.com/office/drawing/2014/main" id="{7D42D292-4C48-479B-9E59-E29CD9871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Imagen 8">
            <a:extLst>
              <a:ext uri="{FF2B5EF4-FFF2-40B4-BE49-F238E27FC236}">
                <a16:creationId xmlns:a16="http://schemas.microsoft.com/office/drawing/2014/main" id="{14BC10B3-CAC0-2E58-F33F-A8D0374FA729}"/>
              </a:ext>
            </a:extLst>
          </p:cNvPr>
          <p:cNvPicPr>
            <a:picLocks noChangeAspect="1"/>
          </p:cNvPicPr>
          <p:nvPr/>
        </p:nvPicPr>
        <p:blipFill>
          <a:blip r:embed="rId3"/>
          <a:stretch>
            <a:fillRect/>
          </a:stretch>
        </p:blipFill>
        <p:spPr>
          <a:xfrm>
            <a:off x="228260" y="663932"/>
            <a:ext cx="4555700" cy="2521237"/>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sp>
        <p:nvSpPr>
          <p:cNvPr id="3" name="Marcador de contenido 2">
            <a:extLst>
              <a:ext uri="{FF2B5EF4-FFF2-40B4-BE49-F238E27FC236}">
                <a16:creationId xmlns:a16="http://schemas.microsoft.com/office/drawing/2014/main" id="{B011E29B-5E5B-B62E-36A5-9EFB796F03F7}"/>
              </a:ext>
            </a:extLst>
          </p:cNvPr>
          <p:cNvSpPr>
            <a:spLocks noGrp="1"/>
          </p:cNvSpPr>
          <p:nvPr>
            <p:ph idx="1"/>
          </p:nvPr>
        </p:nvSpPr>
        <p:spPr>
          <a:xfrm>
            <a:off x="6151294" y="1946684"/>
            <a:ext cx="5397237" cy="4351338"/>
          </a:xfrm>
        </p:spPr>
        <p:txBody>
          <a:bodyPr>
            <a:normAutofit/>
          </a:bodyPr>
          <a:lstStyle/>
          <a:p>
            <a:pPr marL="0" indent="0">
              <a:buNone/>
            </a:pPr>
            <a:endParaRPr lang="en-US" dirty="0"/>
          </a:p>
          <a:p>
            <a:pPr marL="0" indent="0">
              <a:buNone/>
            </a:pPr>
            <a:r>
              <a:rPr lang="en-US" dirty="0" err="1"/>
              <a:t>Ejemplos</a:t>
            </a:r>
            <a:r>
              <a:rPr lang="en-US" dirty="0"/>
              <a:t> de </a:t>
            </a:r>
            <a:r>
              <a:rPr lang="en-US" dirty="0" err="1"/>
              <a:t>modelos</a:t>
            </a:r>
            <a:endParaRPr lang="en-US" dirty="0"/>
          </a:p>
        </p:txBody>
      </p:sp>
      <p:sp>
        <p:nvSpPr>
          <p:cNvPr id="22" name="Arc 17">
            <a:extLst>
              <a:ext uri="{FF2B5EF4-FFF2-40B4-BE49-F238E27FC236}">
                <a16:creationId xmlns:a16="http://schemas.microsoft.com/office/drawing/2014/main" id="{533DF362-939D-4EEE-8DC4-6B54607E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95198">
            <a:off x="1539683" y="162676"/>
            <a:ext cx="4083433" cy="4083433"/>
          </a:xfrm>
          <a:prstGeom prst="arc">
            <a:avLst>
              <a:gd name="adj1" fmla="val 17445962"/>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996446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EAD4CF-BB59-D58A-816F-95CC75716BC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222453-DFF1-D5BE-4EA8-E356FAEF8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345E47E-69DB-1298-1189-15F2DD872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3DA10B83-EB55-D510-1554-5DC5844990F3}"/>
              </a:ext>
            </a:extLst>
          </p:cNvPr>
          <p:cNvSpPr>
            <a:spLocks noGrp="1"/>
          </p:cNvSpPr>
          <p:nvPr>
            <p:ph type="title"/>
          </p:nvPr>
        </p:nvSpPr>
        <p:spPr>
          <a:xfrm>
            <a:off x="838200" y="365125"/>
            <a:ext cx="10515600" cy="1325563"/>
          </a:xfrm>
        </p:spPr>
        <p:txBody>
          <a:bodyPr>
            <a:normAutofit/>
          </a:bodyPr>
          <a:lstStyle/>
          <a:p>
            <a:r>
              <a:rPr lang="en-US" dirty="0"/>
              <a:t>1.2 </a:t>
            </a:r>
            <a:r>
              <a:rPr lang="en-US" dirty="0" err="1"/>
              <a:t>Modelo</a:t>
            </a:r>
            <a:endParaRPr lang="en-US" dirty="0"/>
          </a:p>
        </p:txBody>
      </p:sp>
      <p:sp>
        <p:nvSpPr>
          <p:cNvPr id="12" name="Arc 11">
            <a:extLst>
              <a:ext uri="{FF2B5EF4-FFF2-40B4-BE49-F238E27FC236}">
                <a16:creationId xmlns:a16="http://schemas.microsoft.com/office/drawing/2014/main" id="{B592B017-9AFA-6949-E522-90A68FE02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BF2B6793-C650-6FC4-B24C-1AE316DFE788}"/>
              </a:ext>
            </a:extLst>
          </p:cNvPr>
          <p:cNvSpPr>
            <a:spLocks noGrp="1"/>
          </p:cNvSpPr>
          <p:nvPr>
            <p:ph idx="1"/>
          </p:nvPr>
        </p:nvSpPr>
        <p:spPr>
          <a:xfrm>
            <a:off x="838200" y="1825625"/>
            <a:ext cx="10515600" cy="4351338"/>
          </a:xfrm>
        </p:spPr>
        <p:txBody>
          <a:bodyPr>
            <a:normAutofit/>
          </a:bodyPr>
          <a:lstStyle/>
          <a:p>
            <a:r>
              <a:rPr lang="es-ES" dirty="0"/>
              <a:t>Para reducir la complejidad de los modelos se puede recurrir a simplificaciones tales como:</a:t>
            </a:r>
          </a:p>
          <a:p>
            <a:endParaRPr lang="es-ES" dirty="0"/>
          </a:p>
          <a:p>
            <a:pPr lvl="1" algn="just"/>
            <a:r>
              <a:rPr lang="es-ES" u="sng" dirty="0"/>
              <a:t>Reducción de orden</a:t>
            </a:r>
            <a:r>
              <a:rPr lang="es-ES" dirty="0"/>
              <a:t>: en este caso se eliminan algunos parámetros o ecuaciones que tienen poca influencia en la variable que se está modelando.</a:t>
            </a:r>
          </a:p>
          <a:p>
            <a:pPr lvl="1" algn="just"/>
            <a:r>
              <a:rPr lang="es-ES" u="sng" dirty="0"/>
              <a:t>Concentración de parámetros</a:t>
            </a:r>
            <a:r>
              <a:rPr lang="es-ES" dirty="0"/>
              <a:t>: en sistemas con parámetros distribuidos se puede resumir (concentrar) los efectos en tan solo un punto.</a:t>
            </a:r>
          </a:p>
          <a:p>
            <a:pPr lvl="1" algn="just"/>
            <a:r>
              <a:rPr lang="es-ES" u="sng" dirty="0"/>
              <a:t>Linealización</a:t>
            </a:r>
            <a:r>
              <a:rPr lang="es-ES" dirty="0"/>
              <a:t>: se considera el sistema operando en un rango pequeño de variaciones, donde una aproximación en serie de primer orden da una muy buena aproximación. Cabe destacar que esta simplificación sustenta gran parte de este curso.</a:t>
            </a:r>
          </a:p>
        </p:txBody>
      </p:sp>
    </p:spTree>
    <p:extLst>
      <p:ext uri="{BB962C8B-B14F-4D97-AF65-F5344CB8AC3E}">
        <p14:creationId xmlns:p14="http://schemas.microsoft.com/office/powerpoint/2010/main" val="1192194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ítulo 1">
            <a:extLst>
              <a:ext uri="{FF2B5EF4-FFF2-40B4-BE49-F238E27FC236}">
                <a16:creationId xmlns:a16="http://schemas.microsoft.com/office/drawing/2014/main" id="{1E5B34E0-58E0-3A67-020E-19D1597B3AE3}"/>
              </a:ext>
            </a:extLst>
          </p:cNvPr>
          <p:cNvSpPr>
            <a:spLocks noGrp="1"/>
          </p:cNvSpPr>
          <p:nvPr>
            <p:ph type="title"/>
          </p:nvPr>
        </p:nvSpPr>
        <p:spPr>
          <a:xfrm>
            <a:off x="4184542" y="486184"/>
            <a:ext cx="7363990" cy="1325563"/>
          </a:xfrm>
        </p:spPr>
        <p:txBody>
          <a:bodyPr>
            <a:normAutofit/>
          </a:bodyPr>
          <a:lstStyle/>
          <a:p>
            <a:r>
              <a:rPr lang="en-US" dirty="0"/>
              <a:t>1.3 </a:t>
            </a:r>
            <a:r>
              <a:rPr lang="en-US" dirty="0" err="1"/>
              <a:t>Clasificación</a:t>
            </a:r>
            <a:r>
              <a:rPr lang="en-US" dirty="0"/>
              <a:t> de </a:t>
            </a:r>
            <a:r>
              <a:rPr lang="en-US" dirty="0" err="1"/>
              <a:t>Sistemas</a:t>
            </a:r>
            <a:r>
              <a:rPr lang="en-US" dirty="0"/>
              <a:t> y </a:t>
            </a:r>
            <a:r>
              <a:rPr lang="en-US" dirty="0" err="1"/>
              <a:t>Modelos</a:t>
            </a:r>
            <a:endParaRPr lang="en-US" dirty="0"/>
          </a:p>
        </p:txBody>
      </p:sp>
      <p:pic>
        <p:nvPicPr>
          <p:cNvPr id="6" name="Imagen 5">
            <a:extLst>
              <a:ext uri="{FF2B5EF4-FFF2-40B4-BE49-F238E27FC236}">
                <a16:creationId xmlns:a16="http://schemas.microsoft.com/office/drawing/2014/main" id="{31F37BAB-C918-E0F2-B7E1-242D944D600D}"/>
              </a:ext>
            </a:extLst>
          </p:cNvPr>
          <p:cNvPicPr>
            <a:picLocks noChangeAspect="1"/>
          </p:cNvPicPr>
          <p:nvPr/>
        </p:nvPicPr>
        <p:blipFill rotWithShape="1">
          <a:blip r:embed="rId2"/>
          <a:srcRect t="758" r="4" b="4"/>
          <a:stretch/>
        </p:blipFill>
        <p:spPr>
          <a:xfrm>
            <a:off x="0" y="3429000"/>
            <a:ext cx="2636140" cy="2636140"/>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5" name="Imagen 4">
            <a:extLst>
              <a:ext uri="{FF2B5EF4-FFF2-40B4-BE49-F238E27FC236}">
                <a16:creationId xmlns:a16="http://schemas.microsoft.com/office/drawing/2014/main" id="{80680718-5B31-02DA-5DE1-4B82C3F7A416}"/>
              </a:ext>
            </a:extLst>
          </p:cNvPr>
          <p:cNvPicPr>
            <a:picLocks noChangeAspect="1"/>
          </p:cNvPicPr>
          <p:nvPr/>
        </p:nvPicPr>
        <p:blipFill rotWithShape="1">
          <a:blip r:embed="rId3"/>
          <a:srcRect l="4198" r="13373"/>
          <a:stretch/>
        </p:blipFill>
        <p:spPr>
          <a:xfrm>
            <a:off x="104978" y="221988"/>
            <a:ext cx="2531162" cy="2531162"/>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3" name="Marcador de contenido 2">
            <a:extLst>
              <a:ext uri="{FF2B5EF4-FFF2-40B4-BE49-F238E27FC236}">
                <a16:creationId xmlns:a16="http://schemas.microsoft.com/office/drawing/2014/main" id="{BC8D48BF-960A-9724-E8BB-52D6411FB5E4}"/>
              </a:ext>
            </a:extLst>
          </p:cNvPr>
          <p:cNvSpPr>
            <a:spLocks noGrp="1"/>
          </p:cNvSpPr>
          <p:nvPr>
            <p:ph idx="1"/>
          </p:nvPr>
        </p:nvSpPr>
        <p:spPr>
          <a:xfrm>
            <a:off x="4184542" y="1946684"/>
            <a:ext cx="7363990" cy="4351338"/>
          </a:xfrm>
        </p:spPr>
        <p:txBody>
          <a:bodyPr>
            <a:normAutofit/>
          </a:bodyPr>
          <a:lstStyle/>
          <a:p>
            <a:pPr marL="0" indent="0">
              <a:buNone/>
            </a:pPr>
            <a:r>
              <a:rPr lang="en-US" u="sng" dirty="0"/>
              <a:t>Lineal y no-lineal:</a:t>
            </a:r>
          </a:p>
          <a:p>
            <a:pPr marL="0" indent="0">
              <a:buNone/>
            </a:pPr>
            <a:endParaRPr lang="en-US" u="sng" dirty="0"/>
          </a:p>
          <a:p>
            <a:pPr algn="just"/>
            <a:r>
              <a:rPr lang="en-US" dirty="0" err="1"/>
              <a:t>Sistemas</a:t>
            </a:r>
            <a:r>
              <a:rPr lang="en-US" dirty="0"/>
              <a:t> </a:t>
            </a:r>
            <a:r>
              <a:rPr lang="en-US" dirty="0" err="1"/>
              <a:t>lineales</a:t>
            </a:r>
            <a:r>
              <a:rPr lang="en-US" dirty="0"/>
              <a:t>: </a:t>
            </a:r>
            <a:r>
              <a:rPr lang="es-CL" dirty="0"/>
              <a:t>Sistemas que cumplen con el principio de superposición (</a:t>
            </a:r>
            <a:r>
              <a:rPr lang="es-CL" dirty="0" err="1"/>
              <a:t>aditividad</a:t>
            </a:r>
            <a:r>
              <a:rPr lang="es-CL" dirty="0"/>
              <a:t>) y homogeneidad.</a:t>
            </a:r>
          </a:p>
          <a:p>
            <a:pPr algn="just"/>
            <a:endParaRPr lang="es-CL" dirty="0"/>
          </a:p>
          <a:p>
            <a:pPr algn="just"/>
            <a:r>
              <a:rPr lang="en-US" dirty="0" err="1"/>
              <a:t>Sistemas</a:t>
            </a:r>
            <a:r>
              <a:rPr lang="en-US" dirty="0"/>
              <a:t> no </a:t>
            </a:r>
            <a:r>
              <a:rPr lang="en-US" dirty="0" err="1"/>
              <a:t>lineales</a:t>
            </a:r>
            <a:r>
              <a:rPr lang="en-US" dirty="0"/>
              <a:t>: </a:t>
            </a:r>
            <a:r>
              <a:rPr lang="es-CL" dirty="0"/>
              <a:t>Sistemas que no cumplen con el principio de superposición (</a:t>
            </a:r>
            <a:r>
              <a:rPr lang="es-CL" dirty="0" err="1"/>
              <a:t>aditividad</a:t>
            </a:r>
            <a:r>
              <a:rPr lang="es-CL" dirty="0"/>
              <a:t>) u homogeneidad.</a:t>
            </a:r>
          </a:p>
          <a:p>
            <a:pPr lvl="1"/>
            <a:endParaRPr lang="en-US" dirty="0"/>
          </a:p>
          <a:p>
            <a:endParaRPr lang="en-US" dirty="0"/>
          </a:p>
        </p:txBody>
      </p:sp>
      <p:pic>
        <p:nvPicPr>
          <p:cNvPr id="8" name="Imagen 7">
            <a:extLst>
              <a:ext uri="{FF2B5EF4-FFF2-40B4-BE49-F238E27FC236}">
                <a16:creationId xmlns:a16="http://schemas.microsoft.com/office/drawing/2014/main" id="{47BA52E9-40C3-DBC2-0227-CB7E03D0575B}"/>
              </a:ext>
            </a:extLst>
          </p:cNvPr>
          <p:cNvPicPr>
            <a:picLocks noChangeAspect="1"/>
          </p:cNvPicPr>
          <p:nvPr/>
        </p:nvPicPr>
        <p:blipFill>
          <a:blip r:embed="rId4"/>
          <a:stretch>
            <a:fillRect/>
          </a:stretch>
        </p:blipFill>
        <p:spPr>
          <a:xfrm>
            <a:off x="1215849" y="6065140"/>
            <a:ext cx="1752845" cy="666843"/>
          </a:xfrm>
          <a:prstGeom prst="rect">
            <a:avLst/>
          </a:prstGeom>
        </p:spPr>
      </p:pic>
      <p:pic>
        <p:nvPicPr>
          <p:cNvPr id="10" name="Imagen 9">
            <a:extLst>
              <a:ext uri="{FF2B5EF4-FFF2-40B4-BE49-F238E27FC236}">
                <a16:creationId xmlns:a16="http://schemas.microsoft.com/office/drawing/2014/main" id="{41615C97-E348-F781-21FE-5DEF050E7F40}"/>
              </a:ext>
            </a:extLst>
          </p:cNvPr>
          <p:cNvPicPr>
            <a:picLocks noChangeAspect="1"/>
          </p:cNvPicPr>
          <p:nvPr/>
        </p:nvPicPr>
        <p:blipFill>
          <a:blip r:embed="rId5"/>
          <a:stretch>
            <a:fillRect/>
          </a:stretch>
        </p:blipFill>
        <p:spPr>
          <a:xfrm>
            <a:off x="1370559" y="2894505"/>
            <a:ext cx="1888220" cy="510150"/>
          </a:xfrm>
          <a:prstGeom prst="rect">
            <a:avLst/>
          </a:prstGeom>
        </p:spPr>
      </p:pic>
    </p:spTree>
    <p:extLst>
      <p:ext uri="{BB962C8B-B14F-4D97-AF65-F5344CB8AC3E}">
        <p14:creationId xmlns:p14="http://schemas.microsoft.com/office/powerpoint/2010/main" val="1676679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EE4E19-23B9-D919-EBC9-CF21DC0EC5F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5CAFAC2-D39C-31C0-2EF6-BE230E613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6587A720-BE02-8B60-AE33-2ED7A1647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ítulo 1">
            <a:extLst>
              <a:ext uri="{FF2B5EF4-FFF2-40B4-BE49-F238E27FC236}">
                <a16:creationId xmlns:a16="http://schemas.microsoft.com/office/drawing/2014/main" id="{F6EEB72D-4D29-F3F4-B538-3D005D3F8996}"/>
              </a:ext>
            </a:extLst>
          </p:cNvPr>
          <p:cNvSpPr>
            <a:spLocks noGrp="1"/>
          </p:cNvSpPr>
          <p:nvPr>
            <p:ph type="title"/>
          </p:nvPr>
        </p:nvSpPr>
        <p:spPr>
          <a:xfrm>
            <a:off x="4184542" y="486184"/>
            <a:ext cx="7363990" cy="1325563"/>
          </a:xfrm>
        </p:spPr>
        <p:txBody>
          <a:bodyPr>
            <a:normAutofit/>
          </a:bodyPr>
          <a:lstStyle/>
          <a:p>
            <a:r>
              <a:rPr lang="en-US" dirty="0"/>
              <a:t>1.3 </a:t>
            </a:r>
            <a:r>
              <a:rPr lang="en-US" dirty="0" err="1"/>
              <a:t>Clasificación</a:t>
            </a:r>
            <a:r>
              <a:rPr lang="en-US" dirty="0"/>
              <a:t> de </a:t>
            </a:r>
            <a:r>
              <a:rPr lang="en-US" dirty="0" err="1"/>
              <a:t>Sistemas</a:t>
            </a:r>
            <a:r>
              <a:rPr lang="en-US" dirty="0"/>
              <a:t> y </a:t>
            </a:r>
            <a:r>
              <a:rPr lang="en-US" dirty="0" err="1"/>
              <a:t>Modelos</a:t>
            </a:r>
            <a:endParaRPr lang="en-US" dirty="0"/>
          </a:p>
        </p:txBody>
      </p:sp>
      <p:sp>
        <p:nvSpPr>
          <p:cNvPr id="3" name="Marcador de contenido 2">
            <a:extLst>
              <a:ext uri="{FF2B5EF4-FFF2-40B4-BE49-F238E27FC236}">
                <a16:creationId xmlns:a16="http://schemas.microsoft.com/office/drawing/2014/main" id="{CC8A803F-9FA0-679D-C95E-99BF801F7D54}"/>
              </a:ext>
            </a:extLst>
          </p:cNvPr>
          <p:cNvSpPr>
            <a:spLocks noGrp="1"/>
          </p:cNvSpPr>
          <p:nvPr>
            <p:ph idx="1"/>
          </p:nvPr>
        </p:nvSpPr>
        <p:spPr>
          <a:xfrm>
            <a:off x="388876" y="2159204"/>
            <a:ext cx="5707124" cy="4351338"/>
          </a:xfrm>
        </p:spPr>
        <p:txBody>
          <a:bodyPr>
            <a:normAutofit/>
          </a:bodyPr>
          <a:lstStyle/>
          <a:p>
            <a:pPr marL="0" indent="0">
              <a:buNone/>
            </a:pPr>
            <a:r>
              <a:rPr lang="en-US" u="sng" dirty="0" err="1"/>
              <a:t>Continuos</a:t>
            </a:r>
            <a:r>
              <a:rPr lang="en-US" u="sng" dirty="0"/>
              <a:t> y </a:t>
            </a:r>
            <a:r>
              <a:rPr lang="en-US" u="sng" dirty="0" err="1"/>
              <a:t>discretos</a:t>
            </a:r>
            <a:r>
              <a:rPr lang="en-US" u="sng" dirty="0"/>
              <a:t>:</a:t>
            </a:r>
          </a:p>
          <a:p>
            <a:pPr marL="0" indent="0" algn="just">
              <a:buNone/>
            </a:pPr>
            <a:endParaRPr lang="en-US" u="sng" dirty="0"/>
          </a:p>
          <a:p>
            <a:pPr algn="just"/>
            <a:r>
              <a:rPr lang="en-US" dirty="0" err="1"/>
              <a:t>Sistemas</a:t>
            </a:r>
            <a:r>
              <a:rPr lang="en-US" dirty="0"/>
              <a:t> </a:t>
            </a:r>
            <a:r>
              <a:rPr lang="en-US" dirty="0" err="1"/>
              <a:t>continuos</a:t>
            </a:r>
            <a:r>
              <a:rPr lang="en-US" dirty="0"/>
              <a:t>: </a:t>
            </a:r>
            <a:r>
              <a:rPr lang="es-CL" dirty="0"/>
              <a:t>Sistemas cuyas variables independientes (tiempo) son continuas.</a:t>
            </a:r>
          </a:p>
          <a:p>
            <a:pPr algn="just"/>
            <a:endParaRPr lang="es-CL" dirty="0"/>
          </a:p>
          <a:p>
            <a:pPr algn="just"/>
            <a:r>
              <a:rPr lang="en-US" dirty="0" err="1"/>
              <a:t>Sistemas</a:t>
            </a:r>
            <a:r>
              <a:rPr lang="en-US" dirty="0"/>
              <a:t> </a:t>
            </a:r>
            <a:r>
              <a:rPr lang="en-US" dirty="0" err="1"/>
              <a:t>discretos</a:t>
            </a:r>
            <a:r>
              <a:rPr lang="en-US" dirty="0"/>
              <a:t>: </a:t>
            </a:r>
            <a:r>
              <a:rPr lang="es-CL" dirty="0"/>
              <a:t>Sistemas cuyas variables independientes son discretas.</a:t>
            </a:r>
          </a:p>
          <a:p>
            <a:pPr lvl="1"/>
            <a:endParaRPr lang="en-US" dirty="0"/>
          </a:p>
          <a:p>
            <a:endParaRPr lang="en-US" dirty="0"/>
          </a:p>
        </p:txBody>
      </p:sp>
      <p:pic>
        <p:nvPicPr>
          <p:cNvPr id="7" name="Imagen 6">
            <a:extLst>
              <a:ext uri="{FF2B5EF4-FFF2-40B4-BE49-F238E27FC236}">
                <a16:creationId xmlns:a16="http://schemas.microsoft.com/office/drawing/2014/main" id="{66AD1287-0A75-DF02-B1AC-05F8DF7E3CD6}"/>
              </a:ext>
            </a:extLst>
          </p:cNvPr>
          <p:cNvPicPr>
            <a:picLocks noChangeAspect="1"/>
          </p:cNvPicPr>
          <p:nvPr/>
        </p:nvPicPr>
        <p:blipFill>
          <a:blip r:embed="rId2"/>
          <a:stretch>
            <a:fillRect/>
          </a:stretch>
        </p:blipFill>
        <p:spPr>
          <a:xfrm>
            <a:off x="6022913" y="2297931"/>
            <a:ext cx="5982274" cy="3904064"/>
          </a:xfrm>
          <a:prstGeom prst="rect">
            <a:avLst/>
          </a:prstGeom>
        </p:spPr>
      </p:pic>
    </p:spTree>
    <p:extLst>
      <p:ext uri="{BB962C8B-B14F-4D97-AF65-F5344CB8AC3E}">
        <p14:creationId xmlns:p14="http://schemas.microsoft.com/office/powerpoint/2010/main" val="1879725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044413-23A9-DD68-F01A-65824CA03B6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1CA85A7-8D21-683D-E080-5797ABD978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A5508F80-D327-EA6D-3709-677FDB918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ítulo 1">
            <a:extLst>
              <a:ext uri="{FF2B5EF4-FFF2-40B4-BE49-F238E27FC236}">
                <a16:creationId xmlns:a16="http://schemas.microsoft.com/office/drawing/2014/main" id="{187DB66E-52D7-567A-DC6E-A6087F947FA7}"/>
              </a:ext>
            </a:extLst>
          </p:cNvPr>
          <p:cNvSpPr>
            <a:spLocks noGrp="1"/>
          </p:cNvSpPr>
          <p:nvPr>
            <p:ph type="title"/>
          </p:nvPr>
        </p:nvSpPr>
        <p:spPr>
          <a:xfrm>
            <a:off x="4184542" y="486184"/>
            <a:ext cx="7363990" cy="1325563"/>
          </a:xfrm>
        </p:spPr>
        <p:txBody>
          <a:bodyPr>
            <a:normAutofit/>
          </a:bodyPr>
          <a:lstStyle/>
          <a:p>
            <a:r>
              <a:rPr lang="en-US" dirty="0"/>
              <a:t>1.3 </a:t>
            </a:r>
            <a:r>
              <a:rPr lang="en-US" dirty="0" err="1"/>
              <a:t>Clasificación</a:t>
            </a:r>
            <a:r>
              <a:rPr lang="en-US" dirty="0"/>
              <a:t> de </a:t>
            </a:r>
            <a:r>
              <a:rPr lang="en-US" dirty="0" err="1"/>
              <a:t>Sistemas</a:t>
            </a:r>
            <a:r>
              <a:rPr lang="en-US" dirty="0"/>
              <a:t> y </a:t>
            </a:r>
            <a:r>
              <a:rPr lang="en-US" dirty="0" err="1"/>
              <a:t>Modelos</a:t>
            </a:r>
            <a:endParaRPr lang="en-US" dirty="0"/>
          </a:p>
        </p:txBody>
      </p:sp>
      <p:sp>
        <p:nvSpPr>
          <p:cNvPr id="3" name="Marcador de contenido 2">
            <a:extLst>
              <a:ext uri="{FF2B5EF4-FFF2-40B4-BE49-F238E27FC236}">
                <a16:creationId xmlns:a16="http://schemas.microsoft.com/office/drawing/2014/main" id="{55C56B23-6D73-3DF5-CF0B-178BD8762403}"/>
              </a:ext>
            </a:extLst>
          </p:cNvPr>
          <p:cNvSpPr>
            <a:spLocks noGrp="1"/>
          </p:cNvSpPr>
          <p:nvPr>
            <p:ph idx="1"/>
          </p:nvPr>
        </p:nvSpPr>
        <p:spPr>
          <a:xfrm>
            <a:off x="4184542" y="1946684"/>
            <a:ext cx="7363990" cy="4351338"/>
          </a:xfrm>
        </p:spPr>
        <p:txBody>
          <a:bodyPr>
            <a:normAutofit/>
          </a:bodyPr>
          <a:lstStyle/>
          <a:p>
            <a:pPr marL="0" indent="0">
              <a:buNone/>
            </a:pPr>
            <a:r>
              <a:rPr lang="en-US" u="sng" dirty="0" err="1"/>
              <a:t>Estáticos</a:t>
            </a:r>
            <a:r>
              <a:rPr lang="en-US" u="sng" dirty="0"/>
              <a:t> y </a:t>
            </a:r>
            <a:r>
              <a:rPr lang="en-US" u="sng" dirty="0" err="1"/>
              <a:t>dinámicos</a:t>
            </a:r>
            <a:r>
              <a:rPr lang="en-US" u="sng" dirty="0"/>
              <a:t>:</a:t>
            </a:r>
          </a:p>
          <a:p>
            <a:pPr marL="0" indent="0">
              <a:buNone/>
            </a:pPr>
            <a:endParaRPr lang="en-US" u="sng" dirty="0"/>
          </a:p>
          <a:p>
            <a:pPr algn="just"/>
            <a:r>
              <a:rPr lang="en-US" dirty="0" err="1"/>
              <a:t>Sistemas</a:t>
            </a:r>
            <a:r>
              <a:rPr lang="en-US" dirty="0"/>
              <a:t> </a:t>
            </a:r>
            <a:r>
              <a:rPr lang="en-US" dirty="0" err="1"/>
              <a:t>estáticos</a:t>
            </a:r>
            <a:r>
              <a:rPr lang="en-US" dirty="0"/>
              <a:t>: </a:t>
            </a:r>
            <a:r>
              <a:rPr lang="es-CL" dirty="0"/>
              <a:t>Sistemas en los que las entradas son fijas y no producen una variación temporal en las variables del sistema.</a:t>
            </a:r>
          </a:p>
          <a:p>
            <a:pPr algn="just"/>
            <a:endParaRPr lang="es-CL" dirty="0"/>
          </a:p>
          <a:p>
            <a:pPr algn="just"/>
            <a:r>
              <a:rPr lang="en-US" dirty="0" err="1"/>
              <a:t>Sistemas</a:t>
            </a:r>
            <a:r>
              <a:rPr lang="en-US" dirty="0"/>
              <a:t> </a:t>
            </a:r>
            <a:r>
              <a:rPr lang="en-US" dirty="0" err="1"/>
              <a:t>dinámicos</a:t>
            </a:r>
            <a:r>
              <a:rPr lang="en-US" dirty="0"/>
              <a:t>: </a:t>
            </a:r>
            <a:r>
              <a:rPr lang="es-CL" dirty="0"/>
              <a:t>Sistemas que están en evolución temporal luego de provocarse un cambio en las condiciones de operación.</a:t>
            </a:r>
          </a:p>
          <a:p>
            <a:pPr lvl="1"/>
            <a:endParaRPr lang="en-US" dirty="0"/>
          </a:p>
          <a:p>
            <a:endParaRPr lang="en-US" dirty="0"/>
          </a:p>
        </p:txBody>
      </p:sp>
      <p:pic>
        <p:nvPicPr>
          <p:cNvPr id="7" name="Imagen 6">
            <a:extLst>
              <a:ext uri="{FF2B5EF4-FFF2-40B4-BE49-F238E27FC236}">
                <a16:creationId xmlns:a16="http://schemas.microsoft.com/office/drawing/2014/main" id="{97607F35-C5F4-738A-6BB2-86477292AC9D}"/>
              </a:ext>
            </a:extLst>
          </p:cNvPr>
          <p:cNvPicPr>
            <a:picLocks noChangeAspect="1"/>
          </p:cNvPicPr>
          <p:nvPr/>
        </p:nvPicPr>
        <p:blipFill>
          <a:blip r:embed="rId2"/>
          <a:stretch>
            <a:fillRect/>
          </a:stretch>
        </p:blipFill>
        <p:spPr>
          <a:xfrm>
            <a:off x="0" y="5780488"/>
            <a:ext cx="4496427" cy="905001"/>
          </a:xfrm>
          <a:prstGeom prst="rect">
            <a:avLst/>
          </a:prstGeom>
        </p:spPr>
      </p:pic>
      <p:pic>
        <p:nvPicPr>
          <p:cNvPr id="12" name="Imagen 11">
            <a:extLst>
              <a:ext uri="{FF2B5EF4-FFF2-40B4-BE49-F238E27FC236}">
                <a16:creationId xmlns:a16="http://schemas.microsoft.com/office/drawing/2014/main" id="{EFE62AD5-3FBE-3569-A10A-0F009CB8DA87}"/>
              </a:ext>
            </a:extLst>
          </p:cNvPr>
          <p:cNvPicPr>
            <a:picLocks noChangeAspect="1"/>
          </p:cNvPicPr>
          <p:nvPr/>
        </p:nvPicPr>
        <p:blipFill>
          <a:blip r:embed="rId3"/>
          <a:stretch>
            <a:fillRect/>
          </a:stretch>
        </p:blipFill>
        <p:spPr>
          <a:xfrm>
            <a:off x="643468" y="3393771"/>
            <a:ext cx="2617287" cy="804694"/>
          </a:xfrm>
          <a:prstGeom prst="rect">
            <a:avLst/>
          </a:prstGeom>
        </p:spPr>
      </p:pic>
      <p:pic>
        <p:nvPicPr>
          <p:cNvPr id="14" name="Imagen 13">
            <a:extLst>
              <a:ext uri="{FF2B5EF4-FFF2-40B4-BE49-F238E27FC236}">
                <a16:creationId xmlns:a16="http://schemas.microsoft.com/office/drawing/2014/main" id="{69C0BEDC-4077-5376-BFA0-25E2BFDBCD32}"/>
              </a:ext>
            </a:extLst>
          </p:cNvPr>
          <p:cNvPicPr>
            <a:picLocks noChangeAspect="1"/>
          </p:cNvPicPr>
          <p:nvPr/>
        </p:nvPicPr>
        <p:blipFill rotWithShape="1">
          <a:blip r:embed="rId4"/>
          <a:srcRect l="4198" r="13373"/>
          <a:stretch/>
        </p:blipFill>
        <p:spPr>
          <a:xfrm>
            <a:off x="340952" y="0"/>
            <a:ext cx="2531162" cy="2531162"/>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Tree>
    <p:extLst>
      <p:ext uri="{BB962C8B-B14F-4D97-AF65-F5344CB8AC3E}">
        <p14:creationId xmlns:p14="http://schemas.microsoft.com/office/powerpoint/2010/main" val="3617320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683DBE-3FEF-D289-661A-5D7A4C14A0A0}"/>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Arc 19">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866A13C-7D4E-3BB4-7B8C-CC2CD13A6F78}"/>
              </a:ext>
            </a:extLst>
          </p:cNvPr>
          <p:cNvSpPr>
            <a:spLocks noGrp="1"/>
          </p:cNvSpPr>
          <p:nvPr>
            <p:ph type="title"/>
          </p:nvPr>
        </p:nvSpPr>
        <p:spPr>
          <a:xfrm>
            <a:off x="5894962" y="479493"/>
            <a:ext cx="5458838" cy="1325563"/>
          </a:xfrm>
        </p:spPr>
        <p:txBody>
          <a:bodyPr>
            <a:normAutofit/>
          </a:bodyPr>
          <a:lstStyle/>
          <a:p>
            <a:r>
              <a:rPr lang="en-US" dirty="0"/>
              <a:t>1.3 </a:t>
            </a:r>
            <a:r>
              <a:rPr lang="en-US" dirty="0" err="1"/>
              <a:t>Clasificación</a:t>
            </a:r>
            <a:r>
              <a:rPr lang="en-US" dirty="0"/>
              <a:t> de </a:t>
            </a:r>
            <a:r>
              <a:rPr lang="en-US" dirty="0" err="1"/>
              <a:t>Sistemas</a:t>
            </a:r>
            <a:r>
              <a:rPr lang="en-US" dirty="0"/>
              <a:t> y </a:t>
            </a:r>
            <a:r>
              <a:rPr lang="en-US" dirty="0" err="1"/>
              <a:t>Modelos</a:t>
            </a:r>
            <a:endParaRPr lang="en-US" dirty="0"/>
          </a:p>
        </p:txBody>
      </p:sp>
      <p:sp>
        <p:nvSpPr>
          <p:cNvPr id="22" name="Freeform: Shape 2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Imagen 5">
            <a:extLst>
              <a:ext uri="{FF2B5EF4-FFF2-40B4-BE49-F238E27FC236}">
                <a16:creationId xmlns:a16="http://schemas.microsoft.com/office/drawing/2014/main" id="{E14352E2-2334-CB26-DB6F-DD6D71E7F12A}"/>
              </a:ext>
            </a:extLst>
          </p:cNvPr>
          <p:cNvPicPr>
            <a:picLocks noChangeAspect="1"/>
          </p:cNvPicPr>
          <p:nvPr/>
        </p:nvPicPr>
        <p:blipFill>
          <a:blip r:embed="rId2"/>
          <a:stretch>
            <a:fillRect/>
          </a:stretch>
        </p:blipFill>
        <p:spPr>
          <a:xfrm>
            <a:off x="28124" y="1"/>
            <a:ext cx="5458838" cy="539060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Marcador de contenido 2">
            <a:extLst>
              <a:ext uri="{FF2B5EF4-FFF2-40B4-BE49-F238E27FC236}">
                <a16:creationId xmlns:a16="http://schemas.microsoft.com/office/drawing/2014/main" id="{3FDB8046-4221-1B2C-AE86-E173D1E623F9}"/>
              </a:ext>
            </a:extLst>
          </p:cNvPr>
          <p:cNvSpPr>
            <a:spLocks noGrp="1"/>
          </p:cNvSpPr>
          <p:nvPr>
            <p:ph idx="1"/>
          </p:nvPr>
        </p:nvSpPr>
        <p:spPr>
          <a:xfrm>
            <a:off x="5894962" y="1984443"/>
            <a:ext cx="5458838" cy="4192520"/>
          </a:xfrm>
        </p:spPr>
        <p:txBody>
          <a:bodyPr>
            <a:normAutofit/>
          </a:bodyPr>
          <a:lstStyle/>
          <a:p>
            <a:pPr marL="0" indent="0">
              <a:buNone/>
            </a:pPr>
            <a:r>
              <a:rPr lang="en-US" u="sng" dirty="0" err="1"/>
              <a:t>Causales</a:t>
            </a:r>
            <a:r>
              <a:rPr lang="en-US" u="sng" dirty="0"/>
              <a:t> y no-</a:t>
            </a:r>
            <a:r>
              <a:rPr lang="en-US" u="sng" dirty="0" err="1"/>
              <a:t>causales</a:t>
            </a:r>
            <a:r>
              <a:rPr lang="en-US" u="sng" dirty="0"/>
              <a:t>:</a:t>
            </a:r>
          </a:p>
          <a:p>
            <a:pPr marL="0" indent="0">
              <a:buNone/>
            </a:pPr>
            <a:endParaRPr lang="en-US" u="sng" dirty="0"/>
          </a:p>
          <a:p>
            <a:r>
              <a:rPr lang="en-US" dirty="0" err="1"/>
              <a:t>Sistemas</a:t>
            </a:r>
            <a:r>
              <a:rPr lang="en-US" dirty="0"/>
              <a:t> </a:t>
            </a:r>
            <a:r>
              <a:rPr lang="en-US" dirty="0" err="1"/>
              <a:t>causales</a:t>
            </a:r>
            <a:r>
              <a:rPr lang="en-US" dirty="0"/>
              <a:t>: </a:t>
            </a:r>
            <a:r>
              <a:rPr lang="es-CL" dirty="0"/>
              <a:t>Sistemas cuya salida es consecuencia del valor actual y pasado de la entrada.</a:t>
            </a:r>
          </a:p>
          <a:p>
            <a:endParaRPr lang="es-CL" dirty="0"/>
          </a:p>
          <a:p>
            <a:r>
              <a:rPr lang="en-US" dirty="0" err="1"/>
              <a:t>Sistemas</a:t>
            </a:r>
            <a:r>
              <a:rPr lang="en-US" dirty="0"/>
              <a:t> no </a:t>
            </a:r>
            <a:r>
              <a:rPr lang="en-US" dirty="0" err="1"/>
              <a:t>causales</a:t>
            </a:r>
            <a:r>
              <a:rPr lang="en-US" dirty="0"/>
              <a:t>: </a:t>
            </a:r>
            <a:r>
              <a:rPr lang="es-CL" dirty="0"/>
              <a:t>Sistemas cuya salida es consecuencia del valor futuro de la entrada.</a:t>
            </a:r>
          </a:p>
          <a:p>
            <a:endParaRPr lang="es-CL" dirty="0"/>
          </a:p>
          <a:p>
            <a:pPr lvl="1"/>
            <a:endParaRPr lang="en-US" dirty="0"/>
          </a:p>
          <a:p>
            <a:endParaRPr lang="en-US" dirty="0"/>
          </a:p>
        </p:txBody>
      </p:sp>
      <p:pic>
        <p:nvPicPr>
          <p:cNvPr id="5" name="Imagen 4">
            <a:extLst>
              <a:ext uri="{FF2B5EF4-FFF2-40B4-BE49-F238E27FC236}">
                <a16:creationId xmlns:a16="http://schemas.microsoft.com/office/drawing/2014/main" id="{C9A3CFA3-A724-F59B-3A77-FA94FFC081D3}"/>
              </a:ext>
            </a:extLst>
          </p:cNvPr>
          <p:cNvPicPr>
            <a:picLocks noChangeAspect="1"/>
          </p:cNvPicPr>
          <p:nvPr/>
        </p:nvPicPr>
        <p:blipFill>
          <a:blip r:embed="rId3"/>
          <a:stretch>
            <a:fillRect/>
          </a:stretch>
        </p:blipFill>
        <p:spPr>
          <a:xfrm>
            <a:off x="1296433" y="5510365"/>
            <a:ext cx="3495201" cy="1347635"/>
          </a:xfrm>
          <a:prstGeom prst="rect">
            <a:avLst/>
          </a:prstGeom>
        </p:spPr>
      </p:pic>
    </p:spTree>
    <p:extLst>
      <p:ext uri="{BB962C8B-B14F-4D97-AF65-F5344CB8AC3E}">
        <p14:creationId xmlns:p14="http://schemas.microsoft.com/office/powerpoint/2010/main" val="2869906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25BAC2-FE71-3A47-BC8F-81A6D2F77FB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36E6479-DEC9-3D32-3DD4-7858402CC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E07B20BB-3EE0-CAB1-0E97-6879346CC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ítulo 1">
            <a:extLst>
              <a:ext uri="{FF2B5EF4-FFF2-40B4-BE49-F238E27FC236}">
                <a16:creationId xmlns:a16="http://schemas.microsoft.com/office/drawing/2014/main" id="{E2EF4A41-EF1E-586D-9897-B37F0C25D0D5}"/>
              </a:ext>
            </a:extLst>
          </p:cNvPr>
          <p:cNvSpPr>
            <a:spLocks noGrp="1"/>
          </p:cNvSpPr>
          <p:nvPr>
            <p:ph type="title"/>
          </p:nvPr>
        </p:nvSpPr>
        <p:spPr>
          <a:xfrm>
            <a:off x="4184542" y="486184"/>
            <a:ext cx="7363990" cy="1325563"/>
          </a:xfrm>
        </p:spPr>
        <p:txBody>
          <a:bodyPr>
            <a:normAutofit/>
          </a:bodyPr>
          <a:lstStyle/>
          <a:p>
            <a:r>
              <a:rPr lang="en-US" dirty="0"/>
              <a:t>1.3 </a:t>
            </a:r>
            <a:r>
              <a:rPr lang="en-US" dirty="0" err="1"/>
              <a:t>Clasificación</a:t>
            </a:r>
            <a:r>
              <a:rPr lang="en-US" dirty="0"/>
              <a:t> de </a:t>
            </a:r>
            <a:r>
              <a:rPr lang="en-US" dirty="0" err="1"/>
              <a:t>Sistemas</a:t>
            </a:r>
            <a:r>
              <a:rPr lang="en-US" dirty="0"/>
              <a:t> y </a:t>
            </a:r>
            <a:r>
              <a:rPr lang="en-US" dirty="0" err="1"/>
              <a:t>Modelos</a:t>
            </a:r>
            <a:endParaRPr lang="en-US" dirty="0"/>
          </a:p>
        </p:txBody>
      </p:sp>
      <p:sp>
        <p:nvSpPr>
          <p:cNvPr id="3" name="Marcador de contenido 2">
            <a:extLst>
              <a:ext uri="{FF2B5EF4-FFF2-40B4-BE49-F238E27FC236}">
                <a16:creationId xmlns:a16="http://schemas.microsoft.com/office/drawing/2014/main" id="{263352B9-526B-6746-F3DA-56E33F30CA50}"/>
              </a:ext>
            </a:extLst>
          </p:cNvPr>
          <p:cNvSpPr>
            <a:spLocks noGrp="1"/>
          </p:cNvSpPr>
          <p:nvPr>
            <p:ph idx="1"/>
          </p:nvPr>
        </p:nvSpPr>
        <p:spPr>
          <a:xfrm>
            <a:off x="4184542" y="1946684"/>
            <a:ext cx="7363990" cy="4351338"/>
          </a:xfrm>
        </p:spPr>
        <p:txBody>
          <a:bodyPr>
            <a:normAutofit/>
          </a:bodyPr>
          <a:lstStyle/>
          <a:p>
            <a:pPr marL="0" indent="0">
              <a:buNone/>
            </a:pPr>
            <a:r>
              <a:rPr lang="en-US" u="sng" dirty="0" err="1"/>
              <a:t>Tiempo</a:t>
            </a:r>
            <a:r>
              <a:rPr lang="en-US" u="sng" dirty="0"/>
              <a:t> </a:t>
            </a:r>
            <a:r>
              <a:rPr lang="en-US" u="sng" dirty="0" err="1"/>
              <a:t>invariante</a:t>
            </a:r>
            <a:r>
              <a:rPr lang="en-US" u="sng" dirty="0"/>
              <a:t> y </a:t>
            </a:r>
            <a:r>
              <a:rPr lang="en-US" u="sng" dirty="0" err="1"/>
              <a:t>variante</a:t>
            </a:r>
            <a:r>
              <a:rPr lang="en-US" u="sng" dirty="0"/>
              <a:t>:</a:t>
            </a:r>
          </a:p>
          <a:p>
            <a:pPr marL="0" indent="0" algn="just">
              <a:buNone/>
            </a:pPr>
            <a:endParaRPr lang="en-US" u="sng" dirty="0"/>
          </a:p>
          <a:p>
            <a:pPr algn="just"/>
            <a:r>
              <a:rPr lang="en-US" dirty="0" err="1"/>
              <a:t>Sistemas</a:t>
            </a:r>
            <a:r>
              <a:rPr lang="en-US" dirty="0"/>
              <a:t> </a:t>
            </a:r>
            <a:r>
              <a:rPr lang="en-US" dirty="0" err="1"/>
              <a:t>tiempo</a:t>
            </a:r>
            <a:r>
              <a:rPr lang="en-US" dirty="0"/>
              <a:t> </a:t>
            </a:r>
            <a:r>
              <a:rPr lang="en-US" dirty="0" err="1"/>
              <a:t>invariante</a:t>
            </a:r>
            <a:r>
              <a:rPr lang="en-US" dirty="0"/>
              <a:t> (LTI): </a:t>
            </a:r>
            <a:r>
              <a:rPr lang="es-CL" dirty="0"/>
              <a:t>Sistemas cuyos parámetros no cambian sus valores en el tiempo.</a:t>
            </a:r>
          </a:p>
          <a:p>
            <a:pPr algn="just"/>
            <a:endParaRPr lang="es-CL" dirty="0"/>
          </a:p>
          <a:p>
            <a:pPr algn="just"/>
            <a:r>
              <a:rPr lang="en-US" dirty="0" err="1"/>
              <a:t>Sistemas</a:t>
            </a:r>
            <a:r>
              <a:rPr lang="en-US" dirty="0"/>
              <a:t> </a:t>
            </a:r>
            <a:r>
              <a:rPr lang="en-US" dirty="0" err="1"/>
              <a:t>tiempo</a:t>
            </a:r>
            <a:r>
              <a:rPr lang="en-US" dirty="0"/>
              <a:t> </a:t>
            </a:r>
            <a:r>
              <a:rPr lang="en-US" dirty="0" err="1"/>
              <a:t>variante</a:t>
            </a:r>
            <a:r>
              <a:rPr lang="en-US" dirty="0"/>
              <a:t>: </a:t>
            </a:r>
            <a:r>
              <a:rPr lang="es-CL" dirty="0"/>
              <a:t>Sistemas cuyos parámetros cambian sus valores en el tiempo.</a:t>
            </a:r>
          </a:p>
          <a:p>
            <a:pPr lvl="1"/>
            <a:endParaRPr lang="en-US" dirty="0"/>
          </a:p>
          <a:p>
            <a:endParaRPr lang="en-US" dirty="0"/>
          </a:p>
        </p:txBody>
      </p:sp>
      <p:pic>
        <p:nvPicPr>
          <p:cNvPr id="4" name="Imagen 3">
            <a:extLst>
              <a:ext uri="{FF2B5EF4-FFF2-40B4-BE49-F238E27FC236}">
                <a16:creationId xmlns:a16="http://schemas.microsoft.com/office/drawing/2014/main" id="{634BCD00-93FA-7D85-980A-3DD3B13764EC}"/>
              </a:ext>
            </a:extLst>
          </p:cNvPr>
          <p:cNvPicPr>
            <a:picLocks noChangeAspect="1"/>
          </p:cNvPicPr>
          <p:nvPr/>
        </p:nvPicPr>
        <p:blipFill rotWithShape="1">
          <a:blip r:embed="rId2"/>
          <a:srcRect l="4198" r="13373"/>
          <a:stretch/>
        </p:blipFill>
        <p:spPr>
          <a:xfrm>
            <a:off x="643468" y="196645"/>
            <a:ext cx="2531162" cy="2531162"/>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9" name="Imagen 8">
            <a:extLst>
              <a:ext uri="{FF2B5EF4-FFF2-40B4-BE49-F238E27FC236}">
                <a16:creationId xmlns:a16="http://schemas.microsoft.com/office/drawing/2014/main" id="{603BA961-DF4F-1EBB-0563-D62D699B6128}"/>
              </a:ext>
            </a:extLst>
          </p:cNvPr>
          <p:cNvPicPr>
            <a:picLocks noChangeAspect="1"/>
          </p:cNvPicPr>
          <p:nvPr/>
        </p:nvPicPr>
        <p:blipFill>
          <a:blip r:embed="rId3"/>
          <a:stretch>
            <a:fillRect/>
          </a:stretch>
        </p:blipFill>
        <p:spPr>
          <a:xfrm>
            <a:off x="992428" y="3649028"/>
            <a:ext cx="1986746" cy="2648994"/>
          </a:xfrm>
          <a:prstGeom prst="rect">
            <a:avLst/>
          </a:prstGeom>
        </p:spPr>
      </p:pic>
    </p:spTree>
    <p:extLst>
      <p:ext uri="{BB962C8B-B14F-4D97-AF65-F5344CB8AC3E}">
        <p14:creationId xmlns:p14="http://schemas.microsoft.com/office/powerpoint/2010/main" val="3669561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C6EB51-4B30-B3E7-49A2-F0A8BCF58BB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726BCC0-43E7-3C3D-F747-898110670C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45EBD15F-B43A-01A6-4C1C-7DF19376D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ítulo 1">
            <a:extLst>
              <a:ext uri="{FF2B5EF4-FFF2-40B4-BE49-F238E27FC236}">
                <a16:creationId xmlns:a16="http://schemas.microsoft.com/office/drawing/2014/main" id="{EBBFDF96-71CD-9171-8417-6B97968FFF41}"/>
              </a:ext>
            </a:extLst>
          </p:cNvPr>
          <p:cNvSpPr>
            <a:spLocks noGrp="1"/>
          </p:cNvSpPr>
          <p:nvPr>
            <p:ph type="title"/>
          </p:nvPr>
        </p:nvSpPr>
        <p:spPr>
          <a:xfrm>
            <a:off x="4184542" y="486184"/>
            <a:ext cx="7363990" cy="1325563"/>
          </a:xfrm>
        </p:spPr>
        <p:txBody>
          <a:bodyPr>
            <a:normAutofit/>
          </a:bodyPr>
          <a:lstStyle/>
          <a:p>
            <a:r>
              <a:rPr lang="en-US" dirty="0"/>
              <a:t>1.3 </a:t>
            </a:r>
            <a:r>
              <a:rPr lang="en-US" dirty="0" err="1"/>
              <a:t>Clasificación</a:t>
            </a:r>
            <a:r>
              <a:rPr lang="en-US" dirty="0"/>
              <a:t> de </a:t>
            </a:r>
            <a:r>
              <a:rPr lang="en-US" dirty="0" err="1"/>
              <a:t>Sistemas</a:t>
            </a:r>
            <a:r>
              <a:rPr lang="en-US" dirty="0"/>
              <a:t> y </a:t>
            </a:r>
            <a:r>
              <a:rPr lang="en-US" dirty="0" err="1"/>
              <a:t>Modelos</a:t>
            </a:r>
            <a:endParaRPr lang="en-US" dirty="0"/>
          </a:p>
        </p:txBody>
      </p:sp>
      <p:sp>
        <p:nvSpPr>
          <p:cNvPr id="3" name="Marcador de contenido 2">
            <a:extLst>
              <a:ext uri="{FF2B5EF4-FFF2-40B4-BE49-F238E27FC236}">
                <a16:creationId xmlns:a16="http://schemas.microsoft.com/office/drawing/2014/main" id="{1588830E-8C92-16E5-75BB-13016D554092}"/>
              </a:ext>
            </a:extLst>
          </p:cNvPr>
          <p:cNvSpPr>
            <a:spLocks noGrp="1"/>
          </p:cNvSpPr>
          <p:nvPr>
            <p:ph idx="1"/>
          </p:nvPr>
        </p:nvSpPr>
        <p:spPr>
          <a:xfrm>
            <a:off x="4184542" y="1946684"/>
            <a:ext cx="7363990" cy="4351338"/>
          </a:xfrm>
        </p:spPr>
        <p:txBody>
          <a:bodyPr>
            <a:normAutofit/>
          </a:bodyPr>
          <a:lstStyle/>
          <a:p>
            <a:pPr marL="0" indent="0">
              <a:buNone/>
            </a:pPr>
            <a:r>
              <a:rPr lang="en-US" u="sng" dirty="0" err="1"/>
              <a:t>Parámetros</a:t>
            </a:r>
            <a:r>
              <a:rPr lang="en-US" u="sng" dirty="0"/>
              <a:t> </a:t>
            </a:r>
            <a:r>
              <a:rPr lang="en-US" u="sng" dirty="0" err="1"/>
              <a:t>concentrados</a:t>
            </a:r>
            <a:r>
              <a:rPr lang="en-US" u="sng" dirty="0"/>
              <a:t> y </a:t>
            </a:r>
            <a:r>
              <a:rPr lang="en-US" u="sng" dirty="0" err="1"/>
              <a:t>distribuidos</a:t>
            </a:r>
            <a:r>
              <a:rPr lang="en-US" u="sng" dirty="0"/>
              <a:t>:</a:t>
            </a:r>
          </a:p>
          <a:p>
            <a:pPr marL="0" indent="0">
              <a:buNone/>
            </a:pPr>
            <a:endParaRPr lang="en-US" u="sng" dirty="0"/>
          </a:p>
          <a:p>
            <a:pPr algn="just"/>
            <a:r>
              <a:rPr lang="en-US" dirty="0" err="1"/>
              <a:t>Sistemas</a:t>
            </a:r>
            <a:r>
              <a:rPr lang="en-US" dirty="0"/>
              <a:t> de </a:t>
            </a:r>
            <a:r>
              <a:rPr lang="en-US" dirty="0" err="1"/>
              <a:t>parámetros</a:t>
            </a:r>
            <a:r>
              <a:rPr lang="en-US" dirty="0"/>
              <a:t> </a:t>
            </a:r>
            <a:r>
              <a:rPr lang="en-US" dirty="0" err="1"/>
              <a:t>concentrados</a:t>
            </a:r>
            <a:r>
              <a:rPr lang="en-US" dirty="0"/>
              <a:t>: </a:t>
            </a:r>
            <a:r>
              <a:rPr lang="es-CL" dirty="0"/>
              <a:t>Sistemas cuyos parámetros son independientes de su ubicación espacial.</a:t>
            </a:r>
          </a:p>
          <a:p>
            <a:pPr algn="just"/>
            <a:endParaRPr lang="es-CL" dirty="0"/>
          </a:p>
          <a:p>
            <a:pPr algn="just"/>
            <a:r>
              <a:rPr lang="en-US" dirty="0" err="1"/>
              <a:t>Sistemas</a:t>
            </a:r>
            <a:r>
              <a:rPr lang="en-US" dirty="0"/>
              <a:t> de </a:t>
            </a:r>
            <a:r>
              <a:rPr lang="en-US" dirty="0" err="1"/>
              <a:t>parámetros</a:t>
            </a:r>
            <a:r>
              <a:rPr lang="en-US" dirty="0"/>
              <a:t> </a:t>
            </a:r>
            <a:r>
              <a:rPr lang="en-US" dirty="0" err="1"/>
              <a:t>distribuidos</a:t>
            </a:r>
            <a:r>
              <a:rPr lang="en-US" dirty="0"/>
              <a:t>: </a:t>
            </a:r>
            <a:r>
              <a:rPr lang="es-CL" dirty="0"/>
              <a:t>Sistemas cuyos parámetros dependen de su ubicación espacial.</a:t>
            </a:r>
          </a:p>
          <a:p>
            <a:pPr lvl="1"/>
            <a:endParaRPr lang="en-US" dirty="0"/>
          </a:p>
          <a:p>
            <a:endParaRPr lang="en-US" dirty="0"/>
          </a:p>
        </p:txBody>
      </p:sp>
      <p:pic>
        <p:nvPicPr>
          <p:cNvPr id="4" name="Imagen 3">
            <a:extLst>
              <a:ext uri="{FF2B5EF4-FFF2-40B4-BE49-F238E27FC236}">
                <a16:creationId xmlns:a16="http://schemas.microsoft.com/office/drawing/2014/main" id="{BD519592-4043-42E3-4960-6A09D77B1C46}"/>
              </a:ext>
            </a:extLst>
          </p:cNvPr>
          <p:cNvPicPr>
            <a:picLocks noChangeAspect="1"/>
          </p:cNvPicPr>
          <p:nvPr/>
        </p:nvPicPr>
        <p:blipFill rotWithShape="1">
          <a:blip r:embed="rId2"/>
          <a:srcRect l="4198" r="13373"/>
          <a:stretch/>
        </p:blipFill>
        <p:spPr>
          <a:xfrm>
            <a:off x="340952" y="0"/>
            <a:ext cx="2531162" cy="2531162"/>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9" name="Imagen 8">
            <a:extLst>
              <a:ext uri="{FF2B5EF4-FFF2-40B4-BE49-F238E27FC236}">
                <a16:creationId xmlns:a16="http://schemas.microsoft.com/office/drawing/2014/main" id="{2C35A776-4F15-2A4C-82A5-E70F90CF0D2B}"/>
              </a:ext>
            </a:extLst>
          </p:cNvPr>
          <p:cNvPicPr>
            <a:picLocks noChangeAspect="1"/>
          </p:cNvPicPr>
          <p:nvPr/>
        </p:nvPicPr>
        <p:blipFill>
          <a:blip r:embed="rId3"/>
          <a:stretch>
            <a:fillRect/>
          </a:stretch>
        </p:blipFill>
        <p:spPr>
          <a:xfrm>
            <a:off x="88571" y="4143296"/>
            <a:ext cx="4083433" cy="2154726"/>
          </a:xfrm>
          <a:prstGeom prst="rect">
            <a:avLst/>
          </a:prstGeom>
        </p:spPr>
      </p:pic>
    </p:spTree>
    <p:extLst>
      <p:ext uri="{BB962C8B-B14F-4D97-AF65-F5344CB8AC3E}">
        <p14:creationId xmlns:p14="http://schemas.microsoft.com/office/powerpoint/2010/main" val="3139011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C185-667E-5A7F-F079-A90B7A9CF6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DBED66-1BC5-A75B-500E-3CF60EDCC9D3}"/>
              </a:ext>
            </a:extLst>
          </p:cNvPr>
          <p:cNvSpPr>
            <a:spLocks noGrp="1"/>
          </p:cNvSpPr>
          <p:nvPr>
            <p:ph type="title"/>
          </p:nvPr>
        </p:nvSpPr>
        <p:spPr/>
        <p:txBody>
          <a:bodyPr/>
          <a:lstStyle/>
          <a:p>
            <a:r>
              <a:rPr lang="en-US" dirty="0"/>
              <a:t>1.3 </a:t>
            </a:r>
            <a:r>
              <a:rPr lang="en-US" dirty="0" err="1"/>
              <a:t>Clasificación</a:t>
            </a:r>
            <a:r>
              <a:rPr lang="en-US" dirty="0"/>
              <a:t> de </a:t>
            </a:r>
            <a:r>
              <a:rPr lang="en-US" dirty="0" err="1"/>
              <a:t>Sistemas</a:t>
            </a:r>
            <a:r>
              <a:rPr lang="en-US" dirty="0"/>
              <a:t> y </a:t>
            </a:r>
            <a:r>
              <a:rPr lang="en-US" dirty="0" err="1"/>
              <a:t>Modelos</a:t>
            </a:r>
            <a:endParaRPr lang="es-CL" dirty="0"/>
          </a:p>
        </p:txBody>
      </p:sp>
      <p:sp>
        <p:nvSpPr>
          <p:cNvPr id="3" name="Marcador de contenido 2">
            <a:extLst>
              <a:ext uri="{FF2B5EF4-FFF2-40B4-BE49-F238E27FC236}">
                <a16:creationId xmlns:a16="http://schemas.microsoft.com/office/drawing/2014/main" id="{8132A491-B198-9EC7-2B3F-3769D32EB9A2}"/>
              </a:ext>
            </a:extLst>
          </p:cNvPr>
          <p:cNvSpPr>
            <a:spLocks noGrp="1"/>
          </p:cNvSpPr>
          <p:nvPr>
            <p:ph idx="1"/>
          </p:nvPr>
        </p:nvSpPr>
        <p:spPr/>
        <p:txBody>
          <a:bodyPr/>
          <a:lstStyle/>
          <a:p>
            <a:pPr marL="0" indent="0">
              <a:buNone/>
            </a:pPr>
            <a:r>
              <a:rPr lang="es-ES" b="1" dirty="0"/>
              <a:t>Ejercicio</a:t>
            </a:r>
            <a:r>
              <a:rPr lang="es-ES" dirty="0"/>
              <a:t>: Indique si el sistema descrito por:</a:t>
            </a:r>
          </a:p>
          <a:p>
            <a:endParaRPr lang="es-ES" dirty="0"/>
          </a:p>
          <a:p>
            <a:pPr marL="0" indent="0">
              <a:buNone/>
            </a:pPr>
            <a:r>
              <a:rPr lang="es-ES" dirty="0"/>
              <a:t>es (i) lineal y/o (</a:t>
            </a:r>
            <a:r>
              <a:rPr lang="es-ES" dirty="0" err="1"/>
              <a:t>ii</a:t>
            </a:r>
            <a:r>
              <a:rPr lang="es-ES" dirty="0"/>
              <a:t>) causal, y/o (</a:t>
            </a:r>
            <a:r>
              <a:rPr lang="es-ES" dirty="0" err="1"/>
              <a:t>iii</a:t>
            </a:r>
            <a:r>
              <a:rPr lang="es-ES" dirty="0"/>
              <a:t>) variante en el tiempo.</a:t>
            </a:r>
            <a:endParaRPr lang="es-CL" dirty="0"/>
          </a:p>
        </p:txBody>
      </p:sp>
      <p:pic>
        <p:nvPicPr>
          <p:cNvPr id="6" name="Imagen 5">
            <a:extLst>
              <a:ext uri="{FF2B5EF4-FFF2-40B4-BE49-F238E27FC236}">
                <a16:creationId xmlns:a16="http://schemas.microsoft.com/office/drawing/2014/main" id="{48F4C964-6BC8-ECB3-D327-D8D4445CA68A}"/>
              </a:ext>
            </a:extLst>
          </p:cNvPr>
          <p:cNvPicPr>
            <a:picLocks noChangeAspect="1"/>
          </p:cNvPicPr>
          <p:nvPr/>
        </p:nvPicPr>
        <p:blipFill>
          <a:blip r:embed="rId2"/>
          <a:stretch>
            <a:fillRect/>
          </a:stretch>
        </p:blipFill>
        <p:spPr>
          <a:xfrm>
            <a:off x="3666786" y="2289284"/>
            <a:ext cx="4858428" cy="523948"/>
          </a:xfrm>
          <a:prstGeom prst="rect">
            <a:avLst/>
          </a:prstGeom>
        </p:spPr>
      </p:pic>
    </p:spTree>
    <p:extLst>
      <p:ext uri="{BB962C8B-B14F-4D97-AF65-F5344CB8AC3E}">
        <p14:creationId xmlns:p14="http://schemas.microsoft.com/office/powerpoint/2010/main" val="492445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04AD7-308D-A47F-B255-4F85E232E5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1B6AFB-96A2-4B58-51BC-F43EFCE2537D}"/>
              </a:ext>
            </a:extLst>
          </p:cNvPr>
          <p:cNvSpPr>
            <a:spLocks noGrp="1"/>
          </p:cNvSpPr>
          <p:nvPr>
            <p:ph type="ctrTitle"/>
          </p:nvPr>
        </p:nvSpPr>
        <p:spPr>
          <a:xfrm>
            <a:off x="1524000" y="1427166"/>
            <a:ext cx="9144000" cy="2387600"/>
          </a:xfrm>
        </p:spPr>
        <p:txBody>
          <a:bodyPr>
            <a:normAutofit fontScale="90000"/>
          </a:bodyPr>
          <a:lstStyle/>
          <a:p>
            <a:r>
              <a:rPr lang="es-CL" sz="5400" dirty="0"/>
              <a:t>Sistemas Lineales Dinámicos</a:t>
            </a:r>
            <a:br>
              <a:rPr lang="es-CL" dirty="0"/>
            </a:br>
            <a:r>
              <a:rPr lang="es-CL" sz="3200" dirty="0"/>
              <a:t>S1-2024</a:t>
            </a:r>
            <a:br>
              <a:rPr lang="es-CL" dirty="0"/>
            </a:br>
            <a:r>
              <a:rPr lang="es-CL" sz="5400" dirty="0"/>
              <a:t>Capítulo 1: Introducción</a:t>
            </a:r>
            <a:br>
              <a:rPr lang="es-CL" sz="5400" dirty="0"/>
            </a:br>
            <a:r>
              <a:rPr kumimoji="0" lang="es-CL" sz="3200" b="0" i="0" u="none" strike="noStrike" kern="1200" cap="none" spc="0" normalizeH="0" baseline="0" noProof="0" dirty="0">
                <a:ln>
                  <a:noFill/>
                </a:ln>
                <a:solidFill>
                  <a:prstClr val="black"/>
                </a:solidFill>
                <a:effectLst/>
                <a:uLnTx/>
                <a:uFillTx/>
                <a:latin typeface="Calibri Light" panose="020F0302020204030204"/>
                <a:ea typeface="+mj-ea"/>
                <a:cs typeface="+mj-cs"/>
              </a:rPr>
              <a:t>Clase 1</a:t>
            </a:r>
            <a:endParaRPr lang="es-CL" dirty="0"/>
          </a:p>
        </p:txBody>
      </p:sp>
      <p:sp>
        <p:nvSpPr>
          <p:cNvPr id="3" name="Subtítulo 2">
            <a:extLst>
              <a:ext uri="{FF2B5EF4-FFF2-40B4-BE49-F238E27FC236}">
                <a16:creationId xmlns:a16="http://schemas.microsoft.com/office/drawing/2014/main" id="{A084441D-7A70-7C49-1D8B-2F65A48759AA}"/>
              </a:ext>
            </a:extLst>
          </p:cNvPr>
          <p:cNvSpPr>
            <a:spLocks noGrp="1"/>
          </p:cNvSpPr>
          <p:nvPr>
            <p:ph type="subTitle" idx="1"/>
          </p:nvPr>
        </p:nvSpPr>
        <p:spPr>
          <a:xfrm>
            <a:off x="1524000" y="4182144"/>
            <a:ext cx="9144000" cy="1655762"/>
          </a:xfrm>
        </p:spPr>
        <p:txBody>
          <a:bodyPr/>
          <a:lstStyle/>
          <a:p>
            <a:r>
              <a:rPr lang="es-CL" dirty="0"/>
              <a:t>Prof. Danny Luarte</a:t>
            </a:r>
          </a:p>
          <a:p>
            <a:r>
              <a:rPr lang="es-CL" sz="2000" dirty="0"/>
              <a:t>dannyluarte@udec.cl</a:t>
            </a:r>
          </a:p>
        </p:txBody>
      </p:sp>
      <p:pic>
        <p:nvPicPr>
          <p:cNvPr id="5" name="Imagen 4" descr="Logotipo&#10;&#10;Descripción generada automáticamente">
            <a:extLst>
              <a:ext uri="{FF2B5EF4-FFF2-40B4-BE49-F238E27FC236}">
                <a16:creationId xmlns:a16="http://schemas.microsoft.com/office/drawing/2014/main" id="{1AF670C6-A8D0-2270-2B85-E7028FD07C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3667" y="356625"/>
            <a:ext cx="1024444" cy="1019891"/>
          </a:xfrm>
          <a:prstGeom prst="rect">
            <a:avLst/>
          </a:prstGeom>
        </p:spPr>
      </p:pic>
      <p:pic>
        <p:nvPicPr>
          <p:cNvPr id="7" name="Imagen 6" descr="Logotipo&#10;&#10;Descripción generada automáticamente">
            <a:extLst>
              <a:ext uri="{FF2B5EF4-FFF2-40B4-BE49-F238E27FC236}">
                <a16:creationId xmlns:a16="http://schemas.microsoft.com/office/drawing/2014/main" id="{84D16BF6-C686-9035-E2DD-978792D1C2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403" y="415619"/>
            <a:ext cx="829512" cy="1019891"/>
          </a:xfrm>
          <a:prstGeom prst="rect">
            <a:avLst/>
          </a:prstGeom>
        </p:spPr>
      </p:pic>
    </p:spTree>
    <p:extLst>
      <p:ext uri="{BB962C8B-B14F-4D97-AF65-F5344CB8AC3E}">
        <p14:creationId xmlns:p14="http://schemas.microsoft.com/office/powerpoint/2010/main" val="2593998083"/>
      </p:ext>
    </p:extLst>
  </p:cSld>
  <p:clrMapOvr>
    <a:masterClrMapping/>
  </p:clrMapOvr>
</p:sld>
</file>

<file path=ppt/theme/theme1.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1515</TotalTime>
  <Words>732</Words>
  <Application>Microsoft Office PowerPoint</Application>
  <PresentationFormat>Panorámica</PresentationFormat>
  <Paragraphs>98</Paragraphs>
  <Slides>19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Calibri Light</vt:lpstr>
      <vt:lpstr>Diseño personalizado</vt:lpstr>
      <vt:lpstr>Sistemas Lineales Dinámicos S1-2024 Capítulo 1: Introducción Clase 1</vt:lpstr>
      <vt:lpstr>En la clase de hoy</vt:lpstr>
      <vt:lpstr>1.1 Proceso y Sistema</vt:lpstr>
      <vt:lpstr>1.1 Proceso y Sistema</vt:lpstr>
      <vt:lpstr>1.1 Proceso y Sistema</vt:lpstr>
      <vt:lpstr>1.1 Proceso y Sistema</vt:lpstr>
      <vt:lpstr>1.1 Proceso y Sistema</vt:lpstr>
      <vt:lpstr>1.1 Proceso y Sistema</vt:lpstr>
      <vt:lpstr>1.2 Modelo</vt:lpstr>
      <vt:lpstr>1.2 Modelo</vt:lpstr>
      <vt:lpstr>1.2 Modelo</vt:lpstr>
      <vt:lpstr>1.3 Clasificación de Sistemas y Modelos</vt:lpstr>
      <vt:lpstr>1.3 Clasificación de Sistemas y Modelos</vt:lpstr>
      <vt:lpstr>1.3 Clasificación de Sistemas y Modelos</vt:lpstr>
      <vt:lpstr>1.3 Clasificación de Sistemas y Modelos</vt:lpstr>
      <vt:lpstr>1.3 Clasificación de Sistemas y Modelos</vt:lpstr>
      <vt:lpstr>1.3 Clasificación de Sistemas y Modelos</vt:lpstr>
      <vt:lpstr>1.3 Clasificación de Sistemas y Modelos</vt:lpstr>
      <vt:lpstr>Sistemas Lineales Dinámicos S1-2024 Capítulo 1: Introducción Clase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Danny Alberto Luarte Canto</dc:creator>
  <cp:lastModifiedBy>Danny Alberto Luarte Canto</cp:lastModifiedBy>
  <cp:revision>2</cp:revision>
  <dcterms:created xsi:type="dcterms:W3CDTF">2023-02-09T18:36:30Z</dcterms:created>
  <dcterms:modified xsi:type="dcterms:W3CDTF">2024-03-07T01:25:27Z</dcterms:modified>
</cp:coreProperties>
</file>