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handoutMasterIdLst>
    <p:handoutMasterId r:id="rId30"/>
  </p:handoutMasterIdLst>
  <p:sldIdLst>
    <p:sldId id="256" r:id="rId2"/>
    <p:sldId id="279" r:id="rId3"/>
    <p:sldId id="337" r:id="rId4"/>
    <p:sldId id="338" r:id="rId5"/>
    <p:sldId id="358" r:id="rId6"/>
    <p:sldId id="339" r:id="rId7"/>
    <p:sldId id="359" r:id="rId8"/>
    <p:sldId id="320" r:id="rId9"/>
    <p:sldId id="360" r:id="rId10"/>
    <p:sldId id="340" r:id="rId11"/>
    <p:sldId id="361" r:id="rId12"/>
    <p:sldId id="341" r:id="rId13"/>
    <p:sldId id="342" r:id="rId14"/>
    <p:sldId id="343" r:id="rId15"/>
    <p:sldId id="344" r:id="rId16"/>
    <p:sldId id="348" r:id="rId17"/>
    <p:sldId id="349" r:id="rId18"/>
    <p:sldId id="350" r:id="rId19"/>
    <p:sldId id="351" r:id="rId20"/>
    <p:sldId id="347" r:id="rId21"/>
    <p:sldId id="346" r:id="rId22"/>
    <p:sldId id="354" r:id="rId23"/>
    <p:sldId id="345" r:id="rId24"/>
    <p:sldId id="355" r:id="rId25"/>
    <p:sldId id="356" r:id="rId26"/>
    <p:sldId id="357" r:id="rId27"/>
    <p:sldId id="336" r:id="rId2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F5BBEE-E9B6-4306-8A98-67B79816207D}" v="30" dt="2024-03-17T04:38:17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Alberto Luarte Canto" userId="01864023-a306-4040-9773-946c92c655fb" providerId="ADAL" clId="{5F1E9923-F754-492A-A850-7A0FE558DF66}"/>
    <pc:docChg chg="undo redo custSel addSld delSld modSld sldOrd">
      <pc:chgData name="Danny Alberto Luarte Canto" userId="01864023-a306-4040-9773-946c92c655fb" providerId="ADAL" clId="{5F1E9923-F754-492A-A850-7A0FE558DF66}" dt="2023-03-13T02:51:53.082" v="1757"/>
      <pc:docMkLst>
        <pc:docMk/>
      </pc:docMkLst>
      <pc:sldChg chg="modSp mod">
        <pc:chgData name="Danny Alberto Luarte Canto" userId="01864023-a306-4040-9773-946c92c655fb" providerId="ADAL" clId="{5F1E9923-F754-492A-A850-7A0FE558DF66}" dt="2023-03-07T13:17:09.486" v="665" actId="404"/>
        <pc:sldMkLst>
          <pc:docMk/>
          <pc:sldMk cId="1427364313" sldId="256"/>
        </pc:sldMkLst>
        <pc:spChg chg="mod">
          <ac:chgData name="Danny Alberto Luarte Canto" userId="01864023-a306-4040-9773-946c92c655fb" providerId="ADAL" clId="{5F1E9923-F754-492A-A850-7A0FE558DF66}" dt="2023-03-07T13:17:09.486" v="665" actId="404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5F1E9923-F754-492A-A850-7A0FE558DF66}" dt="2023-02-23T15:21:57.148" v="352" actId="1036"/>
          <ac:spMkLst>
            <pc:docMk/>
            <pc:sldMk cId="1427364313" sldId="256"/>
            <ac:spMk id="3" creationId="{12C094A1-0D37-3945-07BE-8F022C475BC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8T22:30:26.429" v="1350" actId="20577"/>
        <pc:sldMkLst>
          <pc:docMk/>
          <pc:sldMk cId="1836166502" sldId="257"/>
        </pc:sldMkLst>
        <pc:spChg chg="mod">
          <ac:chgData name="Danny Alberto Luarte Canto" userId="01864023-a306-4040-9773-946c92c655fb" providerId="ADAL" clId="{5F1E9923-F754-492A-A850-7A0FE558DF66}" dt="2023-03-08T22:30:03.671" v="1318" actId="20577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26.429" v="1350" actId="20577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6T14:06:11.135" v="625" actId="403"/>
        <pc:sldMkLst>
          <pc:docMk/>
          <pc:sldMk cId="2905431894" sldId="258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5F1E9923-F754-492A-A850-7A0FE558DF66}" dt="2023-03-06T14:06:11.135" v="625" actId="403"/>
          <ac:spMkLst>
            <pc:docMk/>
            <pc:sldMk cId="2905431894" sldId="258"/>
            <ac:spMk id="3" creationId="{D64ECE64-3A19-2618-84C3-EEA0B903C332}"/>
          </ac:spMkLst>
        </pc:spChg>
      </pc:sldChg>
      <pc:sldChg chg="modSp new mod">
        <pc:chgData name="Danny Alberto Luarte Canto" userId="01864023-a306-4040-9773-946c92c655fb" providerId="ADAL" clId="{5F1E9923-F754-492A-A850-7A0FE558DF66}" dt="2023-03-08T02:47:54.113" v="1272" actId="20577"/>
        <pc:sldMkLst>
          <pc:docMk/>
          <pc:sldMk cId="344972090" sldId="259"/>
        </pc:sldMkLst>
        <pc:spChg chg="mod">
          <ac:chgData name="Danny Alberto Luarte Canto" userId="01864023-a306-4040-9773-946c92c655fb" providerId="ADAL" clId="{5F1E9923-F754-492A-A850-7A0FE558DF66}" dt="2023-03-08T02:47:54.113" v="1272" actId="20577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344972090" sldId="259"/>
            <ac:spMk id="3" creationId="{D6B54DB2-5879-0C56-AFF9-632AD83B0DA6}"/>
          </ac:spMkLst>
        </pc:spChg>
      </pc:sldChg>
      <pc:sldChg chg="new del">
        <pc:chgData name="Danny Alberto Luarte Canto" userId="01864023-a306-4040-9773-946c92c655fb" providerId="ADAL" clId="{5F1E9923-F754-492A-A850-7A0FE558DF66}" dt="2023-02-09T20:06:37.257" v="127" actId="680"/>
        <pc:sldMkLst>
          <pc:docMk/>
          <pc:sldMk cId="3612981634" sldId="259"/>
        </pc:sldMkLst>
      </pc:sldChg>
      <pc:sldChg chg="addSp delSp modSp new mod">
        <pc:chgData name="Danny Alberto Luarte Canto" userId="01864023-a306-4040-9773-946c92c655fb" providerId="ADAL" clId="{5F1E9923-F754-492A-A850-7A0FE558DF66}" dt="2023-03-06T13:53:23.569" v="592"/>
        <pc:sldMkLst>
          <pc:docMk/>
          <pc:sldMk cId="1461003787" sldId="260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1461003787" sldId="260"/>
            <ac:spMk id="2" creationId="{E7A9E2DC-3B75-E3F7-D306-9190550906DC}"/>
          </ac:spMkLst>
        </pc:spChg>
        <pc:spChg chg="del">
          <ac:chgData name="Danny Alberto Luarte Canto" userId="01864023-a306-4040-9773-946c92c655fb" providerId="ADAL" clId="{5F1E9923-F754-492A-A850-7A0FE558DF66}" dt="2023-02-09T20:33:22.892" v="177" actId="478"/>
          <ac:spMkLst>
            <pc:docMk/>
            <pc:sldMk cId="1461003787" sldId="260"/>
            <ac:spMk id="3" creationId="{2C748166-BB78-582B-712D-BE47F7A3AE0B}"/>
          </ac:spMkLst>
        </pc:spChg>
        <pc:picChg chg="add mod">
          <ac:chgData name="Danny Alberto Luarte Canto" userId="01864023-a306-4040-9773-946c92c655fb" providerId="ADAL" clId="{5F1E9923-F754-492A-A850-7A0FE558DF66}" dt="2023-02-09T20:34:05.988" v="224" actId="1076"/>
          <ac:picMkLst>
            <pc:docMk/>
            <pc:sldMk cId="1461003787" sldId="260"/>
            <ac:picMk id="5" creationId="{D20608A6-BC31-F3A0-1FAD-D580F786BE5C}"/>
          </ac:picMkLst>
        </pc:picChg>
      </pc:sldChg>
      <pc:sldChg chg="new del">
        <pc:chgData name="Danny Alberto Luarte Canto" userId="01864023-a306-4040-9773-946c92c655fb" providerId="ADAL" clId="{5F1E9923-F754-492A-A850-7A0FE558DF66}" dt="2023-02-09T20:29:25.197" v="175" actId="680"/>
        <pc:sldMkLst>
          <pc:docMk/>
          <pc:sldMk cId="1996565668" sldId="260"/>
        </pc:sldMkLst>
      </pc:sldChg>
      <pc:sldChg chg="new del">
        <pc:chgData name="Danny Alberto Luarte Canto" userId="01864023-a306-4040-9773-946c92c655fb" providerId="ADAL" clId="{5F1E9923-F754-492A-A850-7A0FE558DF66}" dt="2023-02-23T15:11:54.748" v="227" actId="680"/>
        <pc:sldMkLst>
          <pc:docMk/>
          <pc:sldMk cId="2531055004" sldId="261"/>
        </pc:sldMkLst>
      </pc:sldChg>
      <pc:sldChg chg="addSp delSp modSp new mod">
        <pc:chgData name="Danny Alberto Luarte Canto" userId="01864023-a306-4040-9773-946c92c655fb" providerId="ADAL" clId="{5F1E9923-F754-492A-A850-7A0FE558DF66}" dt="2023-03-12T19:44:30.637" v="1401"/>
        <pc:sldMkLst>
          <pc:docMk/>
          <pc:sldMk cId="3450533065" sldId="261"/>
        </pc:sldMkLst>
        <pc:spChg chg="del mod">
          <ac:chgData name="Danny Alberto Luarte Canto" userId="01864023-a306-4040-9773-946c92c655fb" providerId="ADAL" clId="{5F1E9923-F754-492A-A850-7A0FE558DF66}" dt="2023-03-12T19:44:28.126" v="1398" actId="478"/>
          <ac:spMkLst>
            <pc:docMk/>
            <pc:sldMk cId="3450533065" sldId="261"/>
            <ac:spMk id="2" creationId="{F6557ADB-6229-37E2-205A-359B0C15D047}"/>
          </ac:spMkLst>
        </pc:spChg>
        <pc:spChg chg="del">
          <ac:chgData name="Danny Alberto Luarte Canto" userId="01864023-a306-4040-9773-946c92c655fb" providerId="ADAL" clId="{5F1E9923-F754-492A-A850-7A0FE558DF66}" dt="2023-02-23T15:16:59.510" v="249" actId="931"/>
          <ac:spMkLst>
            <pc:docMk/>
            <pc:sldMk cId="3450533065" sldId="261"/>
            <ac:spMk id="3" creationId="{EE9739DA-CCAD-33E7-8E9D-37016483B414}"/>
          </ac:spMkLst>
        </pc:spChg>
        <pc:spChg chg="add del mod">
          <ac:chgData name="Danny Alberto Luarte Canto" userId="01864023-a306-4040-9773-946c92c655fb" providerId="ADAL" clId="{5F1E9923-F754-492A-A850-7A0FE558DF66}" dt="2023-03-12T19:44:29.886" v="1400" actId="478"/>
          <ac:spMkLst>
            <pc:docMk/>
            <pc:sldMk cId="3450533065" sldId="261"/>
            <ac:spMk id="4" creationId="{1A015C2A-445A-5B08-07C9-36449B0BBF76}"/>
          </ac:spMkLst>
        </pc:spChg>
        <pc:spChg chg="add mod">
          <ac:chgData name="Danny Alberto Luarte Canto" userId="01864023-a306-4040-9773-946c92c655fb" providerId="ADAL" clId="{5F1E9923-F754-492A-A850-7A0FE558DF66}" dt="2023-03-12T19:44:30.637" v="1401"/>
          <ac:spMkLst>
            <pc:docMk/>
            <pc:sldMk cId="3450533065" sldId="261"/>
            <ac:spMk id="6" creationId="{C3666C63-41DF-3D5E-F94C-D161F40D4DFA}"/>
          </ac:spMkLst>
        </pc:spChg>
        <pc:picChg chg="add mod">
          <ac:chgData name="Danny Alberto Luarte Canto" userId="01864023-a306-4040-9773-946c92c655fb" providerId="ADAL" clId="{5F1E9923-F754-492A-A850-7A0FE558DF66}" dt="2023-02-23T16:00:43.565" v="364" actId="1076"/>
          <ac:picMkLst>
            <pc:docMk/>
            <pc:sldMk cId="3450533065" sldId="261"/>
            <ac:picMk id="5" creationId="{22F05E2F-5B7B-E026-EC4B-5F848906133C}"/>
          </ac:picMkLst>
        </pc:picChg>
      </pc:sldChg>
      <pc:sldChg chg="addSp delSp modSp add mod modClrScheme chgLayout">
        <pc:chgData name="Danny Alberto Luarte Canto" userId="01864023-a306-4040-9773-946c92c655fb" providerId="ADAL" clId="{5F1E9923-F754-492A-A850-7A0FE558DF66}" dt="2023-03-12T19:43:36.929" v="1387" actId="1076"/>
        <pc:sldMkLst>
          <pc:docMk/>
          <pc:sldMk cId="898572923" sldId="262"/>
        </pc:sldMkLst>
        <pc:spChg chg="mod ord">
          <ac:chgData name="Danny Alberto Luarte Canto" userId="01864023-a306-4040-9773-946c92c655fb" providerId="ADAL" clId="{5F1E9923-F754-492A-A850-7A0FE558DF66}" dt="2023-03-12T19:43:36.929" v="1387" actId="1076"/>
          <ac:spMkLst>
            <pc:docMk/>
            <pc:sldMk cId="898572923" sldId="262"/>
            <ac:spMk id="2" creationId="{F6557ADB-6229-37E2-205A-359B0C15D047}"/>
          </ac:spMkLst>
        </pc:spChg>
        <pc:spChg chg="add del mod ord">
          <ac:chgData name="Danny Alberto Luarte Canto" userId="01864023-a306-4040-9773-946c92c655fb" providerId="ADAL" clId="{5F1E9923-F754-492A-A850-7A0FE558DF66}" dt="2023-02-23T15:59:32.994" v="360" actId="700"/>
          <ac:spMkLst>
            <pc:docMk/>
            <pc:sldMk cId="898572923" sldId="262"/>
            <ac:spMk id="3" creationId="{FA7C8F68-C5B8-28A4-D84B-C591D558C042}"/>
          </ac:spMkLst>
        </pc:spChg>
        <pc:picChg chg="add mod">
          <ac:chgData name="Danny Alberto Luarte Canto" userId="01864023-a306-4040-9773-946c92c655fb" providerId="ADAL" clId="{5F1E9923-F754-492A-A850-7A0FE558DF66}" dt="2023-02-23T16:01:12.652" v="369" actId="1076"/>
          <ac:picMkLst>
            <pc:docMk/>
            <pc:sldMk cId="898572923" sldId="262"/>
            <ac:picMk id="4" creationId="{EFD97994-C690-FE5B-61D4-69847064641A}"/>
          </ac:picMkLst>
        </pc:picChg>
        <pc:picChg chg="mod ord">
          <ac:chgData name="Danny Alberto Luarte Canto" userId="01864023-a306-4040-9773-946c92c655fb" providerId="ADAL" clId="{5F1E9923-F754-492A-A850-7A0FE558DF66}" dt="2023-02-23T16:00:55.284" v="367" actId="1076"/>
          <ac:picMkLst>
            <pc:docMk/>
            <pc:sldMk cId="898572923" sldId="262"/>
            <ac:picMk id="5" creationId="{22F05E2F-5B7B-E026-EC4B-5F848906133C}"/>
          </ac:picMkLst>
        </pc:picChg>
      </pc:sldChg>
      <pc:sldChg chg="new del">
        <pc:chgData name="Danny Alberto Luarte Canto" userId="01864023-a306-4040-9773-946c92c655fb" providerId="ADAL" clId="{5F1E9923-F754-492A-A850-7A0FE558DF66}" dt="2023-02-23T15:18:21.229" v="254" actId="2696"/>
        <pc:sldMkLst>
          <pc:docMk/>
          <pc:sldMk cId="1498525826" sldId="262"/>
        </pc:sldMkLst>
      </pc:sldChg>
      <pc:sldChg chg="add del ord">
        <pc:chgData name="Danny Alberto Luarte Canto" userId="01864023-a306-4040-9773-946c92c655fb" providerId="ADAL" clId="{5F1E9923-F754-492A-A850-7A0FE558DF66}" dt="2023-02-23T15:22:08.114" v="356" actId="47"/>
        <pc:sldMkLst>
          <pc:docMk/>
          <pc:sldMk cId="4157213617" sldId="263"/>
        </pc:sldMkLst>
      </pc:sldChg>
      <pc:sldChg chg="add del ord">
        <pc:chgData name="Danny Alberto Luarte Canto" userId="01864023-a306-4040-9773-946c92c655fb" providerId="ADAL" clId="{5F1E9923-F754-492A-A850-7A0FE558DF66}" dt="2023-03-07T13:17:38.917" v="669" actId="47"/>
        <pc:sldMkLst>
          <pc:docMk/>
          <pc:sldMk cId="4085669331" sldId="264"/>
        </pc:sldMkLst>
      </pc:sldChg>
      <pc:sldChg chg="modSp add del mod">
        <pc:chgData name="Danny Alberto Luarte Canto" userId="01864023-a306-4040-9773-946c92c655fb" providerId="ADAL" clId="{5F1E9923-F754-492A-A850-7A0FE558DF66}" dt="2023-03-07T13:30:02.638" v="942" actId="47"/>
        <pc:sldMkLst>
          <pc:docMk/>
          <pc:sldMk cId="4162904605" sldId="265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3" creationId="{EAADEC5F-E51D-6DCD-0067-DD0E14B31C04}"/>
          </ac:spMkLst>
        </pc:spChg>
      </pc:sldChg>
      <pc:sldChg chg="addSp delSp modSp add mod ord">
        <pc:chgData name="Danny Alberto Luarte Canto" userId="01864023-a306-4040-9773-946c92c655fb" providerId="ADAL" clId="{5F1E9923-F754-492A-A850-7A0FE558DF66}" dt="2023-03-12T19:43:58.507" v="1393" actId="478"/>
        <pc:sldMkLst>
          <pc:docMk/>
          <pc:sldMk cId="4119847291" sldId="266"/>
        </pc:sldMkLst>
        <pc:spChg chg="del mod">
          <ac:chgData name="Danny Alberto Luarte Canto" userId="01864023-a306-4040-9773-946c92c655fb" providerId="ADAL" clId="{5F1E9923-F754-492A-A850-7A0FE558DF66}" dt="2023-03-12T19:43:47.391" v="1390" actId="478"/>
          <ac:spMkLst>
            <pc:docMk/>
            <pc:sldMk cId="4119847291" sldId="266"/>
            <ac:spMk id="2" creationId="{F6557ADB-6229-37E2-205A-359B0C15D047}"/>
          </ac:spMkLst>
        </pc:spChg>
        <pc:spChg chg="add del mod">
          <ac:chgData name="Danny Alberto Luarte Canto" userId="01864023-a306-4040-9773-946c92c655fb" providerId="ADAL" clId="{5F1E9923-F754-492A-A850-7A0FE558DF66}" dt="2023-03-06T13:40:14.368" v="389"/>
          <ac:spMkLst>
            <pc:docMk/>
            <pc:sldMk cId="4119847291" sldId="266"/>
            <ac:spMk id="3" creationId="{323D0BD8-8A32-1517-E843-9AE98C51439E}"/>
          </ac:spMkLst>
        </pc:spChg>
        <pc:spChg chg="add del mod">
          <ac:chgData name="Danny Alberto Luarte Canto" userId="01864023-a306-4040-9773-946c92c655fb" providerId="ADAL" clId="{5F1E9923-F754-492A-A850-7A0FE558DF66}" dt="2023-03-12T19:43:44.224" v="1389" actId="478"/>
          <ac:spMkLst>
            <pc:docMk/>
            <pc:sldMk cId="4119847291" sldId="266"/>
            <ac:spMk id="3" creationId="{BF2FC8DD-04A9-D45A-D9BE-87E212DBF17D}"/>
          </ac:spMkLst>
        </pc:spChg>
        <pc:spChg chg="add mod">
          <ac:chgData name="Danny Alberto Luarte Canto" userId="01864023-a306-4040-9773-946c92c655fb" providerId="ADAL" clId="{5F1E9923-F754-492A-A850-7A0FE558DF66}" dt="2023-03-12T19:43:53.197" v="1392" actId="1076"/>
          <ac:spMkLst>
            <pc:docMk/>
            <pc:sldMk cId="4119847291" sldId="266"/>
            <ac:spMk id="4" creationId="{FAD626FC-EEDF-27F2-8308-6DAF82726C6D}"/>
          </ac:spMkLst>
        </pc:spChg>
        <pc:spChg chg="add del mod">
          <ac:chgData name="Danny Alberto Luarte Canto" userId="01864023-a306-4040-9773-946c92c655fb" providerId="ADAL" clId="{5F1E9923-F754-492A-A850-7A0FE558DF66}" dt="2023-03-06T13:41:41.338" v="416"/>
          <ac:spMkLst>
            <pc:docMk/>
            <pc:sldMk cId="4119847291" sldId="266"/>
            <ac:spMk id="6" creationId="{AC913461-1113-6B6C-B868-E198CF169DAB}"/>
          </ac:spMkLst>
        </pc:spChg>
        <pc:spChg chg="add mod">
          <ac:chgData name="Danny Alberto Luarte Canto" userId="01864023-a306-4040-9773-946c92c655fb" providerId="ADAL" clId="{5F1E9923-F754-492A-A850-7A0FE558DF66}" dt="2023-03-06T18:04:43.212" v="635" actId="20577"/>
          <ac:spMkLst>
            <pc:docMk/>
            <pc:sldMk cId="4119847291" sldId="266"/>
            <ac:spMk id="7" creationId="{B292BDFD-9999-8A54-CE5B-B702CACB6747}"/>
          </ac:spMkLst>
        </pc:spChg>
        <pc:spChg chg="add del mod">
          <ac:chgData name="Danny Alberto Luarte Canto" userId="01864023-a306-4040-9773-946c92c655fb" providerId="ADAL" clId="{5F1E9923-F754-492A-A850-7A0FE558DF66}" dt="2023-03-12T19:43:58.507" v="1393" actId="478"/>
          <ac:spMkLst>
            <pc:docMk/>
            <pc:sldMk cId="4119847291" sldId="266"/>
            <ac:spMk id="8" creationId="{3DF4D9EA-6283-2300-83CF-0DCAD1C07456}"/>
          </ac:spMkLst>
        </pc:spChg>
        <pc:spChg chg="add mod">
          <ac:chgData name="Danny Alberto Luarte Canto" userId="01864023-a306-4040-9773-946c92c655fb" providerId="ADAL" clId="{5F1E9923-F754-492A-A850-7A0FE558DF66}" dt="2023-03-12T19:43:50.787" v="1391"/>
          <ac:spMkLst>
            <pc:docMk/>
            <pc:sldMk cId="4119847291" sldId="266"/>
            <ac:spMk id="9" creationId="{788F2F8E-AF8C-0668-6026-F063DC65D2C5}"/>
          </ac:spMkLst>
        </pc:spChg>
      </pc:sldChg>
      <pc:sldChg chg="modSp new del mod">
        <pc:chgData name="Danny Alberto Luarte Canto" userId="01864023-a306-4040-9773-946c92c655fb" providerId="ADAL" clId="{5F1E9923-F754-492A-A850-7A0FE558DF66}" dt="2023-03-12T19:44:58.371" v="1405" actId="47"/>
        <pc:sldMkLst>
          <pc:docMk/>
          <pc:sldMk cId="4180263173" sldId="267"/>
        </pc:sldMkLst>
        <pc:spChg chg="mod">
          <ac:chgData name="Danny Alberto Luarte Canto" userId="01864023-a306-4040-9773-946c92c655fb" providerId="ADAL" clId="{5F1E9923-F754-492A-A850-7A0FE558DF66}" dt="2023-03-07T13:13:11.781" v="646" actId="20577"/>
          <ac:spMkLst>
            <pc:docMk/>
            <pc:sldMk cId="4180263173" sldId="267"/>
            <ac:spMk id="2" creationId="{9A12176F-7370-1599-EFC7-399303FE397C}"/>
          </ac:spMkLst>
        </pc:spChg>
        <pc:spChg chg="mod">
          <ac:chgData name="Danny Alberto Luarte Canto" userId="01864023-a306-4040-9773-946c92c655fb" providerId="ADAL" clId="{5F1E9923-F754-492A-A850-7A0FE558DF66}" dt="2023-03-07T18:51:44.570" v="1171" actId="20577"/>
          <ac:spMkLst>
            <pc:docMk/>
            <pc:sldMk cId="4180263173" sldId="267"/>
            <ac:spMk id="3" creationId="{8B826DB3-49E6-FC33-4B50-3857C28BEC97}"/>
          </ac:spMkLst>
        </pc:spChg>
      </pc:sldChg>
      <pc:sldChg chg="addSp delSp modSp new mod">
        <pc:chgData name="Danny Alberto Luarte Canto" userId="01864023-a306-4040-9773-946c92c655fb" providerId="ADAL" clId="{5F1E9923-F754-492A-A850-7A0FE558DF66}" dt="2023-03-13T02:51:53.082" v="1757"/>
        <pc:sldMkLst>
          <pc:docMk/>
          <pc:sldMk cId="2218455948" sldId="268"/>
        </pc:sldMkLst>
        <pc:spChg chg="del mod">
          <ac:chgData name="Danny Alberto Luarte Canto" userId="01864023-a306-4040-9773-946c92c655fb" providerId="ADAL" clId="{5F1E9923-F754-492A-A850-7A0FE558DF66}" dt="2023-03-13T02:51:51.455" v="1755" actId="478"/>
          <ac:spMkLst>
            <pc:docMk/>
            <pc:sldMk cId="2218455948" sldId="268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2T19:44:56.533" v="1404"/>
          <ac:spMkLst>
            <pc:docMk/>
            <pc:sldMk cId="2218455948" sldId="268"/>
            <ac:spMk id="3" creationId="{D2256D52-52DB-5EC4-B069-86181CE5A67F}"/>
          </ac:spMkLst>
        </pc:spChg>
        <pc:spChg chg="add del mod">
          <ac:chgData name="Danny Alberto Luarte Canto" userId="01864023-a306-4040-9773-946c92c655fb" providerId="ADAL" clId="{5F1E9923-F754-492A-A850-7A0FE558DF66}" dt="2023-03-13T02:51:52.879" v="1756" actId="478"/>
          <ac:spMkLst>
            <pc:docMk/>
            <pc:sldMk cId="2218455948" sldId="268"/>
            <ac:spMk id="4" creationId="{2D6CC46B-14F3-DD1A-FA5F-2721A70A6B17}"/>
          </ac:spMkLst>
        </pc:spChg>
        <pc:spChg chg="add mod">
          <ac:chgData name="Danny Alberto Luarte Canto" userId="01864023-a306-4040-9773-946c92c655fb" providerId="ADAL" clId="{5F1E9923-F754-492A-A850-7A0FE558DF66}" dt="2023-03-13T02:51:53.082" v="1757"/>
          <ac:spMkLst>
            <pc:docMk/>
            <pc:sldMk cId="2218455948" sldId="268"/>
            <ac:spMk id="6" creationId="{195EC640-63C1-E5B4-EBAC-BBE71C870CD0}"/>
          </ac:spMkLst>
        </pc:spChg>
      </pc:sldChg>
      <pc:sldChg chg="add ord">
        <pc:chgData name="Danny Alberto Luarte Canto" userId="01864023-a306-4040-9773-946c92c655fb" providerId="ADAL" clId="{5F1E9923-F754-492A-A850-7A0FE558DF66}" dt="2023-03-07T13:17:35.898" v="668"/>
        <pc:sldMkLst>
          <pc:docMk/>
          <pc:sldMk cId="3954892210" sldId="269"/>
        </pc:sldMkLst>
      </pc:sldChg>
      <pc:sldChg chg="modSp add mod">
        <pc:chgData name="Danny Alberto Luarte Canto" userId="01864023-a306-4040-9773-946c92c655fb" providerId="ADAL" clId="{5F1E9923-F754-492A-A850-7A0FE558DF66}" dt="2023-03-08T22:30:34.563" v="1359" actId="20577"/>
        <pc:sldMkLst>
          <pc:docMk/>
          <pc:sldMk cId="80477184" sldId="270"/>
        </pc:sldMkLst>
        <pc:spChg chg="mod">
          <ac:chgData name="Danny Alberto Luarte Canto" userId="01864023-a306-4040-9773-946c92c655fb" providerId="ADAL" clId="{5F1E9923-F754-492A-A850-7A0FE558DF66}" dt="2023-03-08T22:30:07.762" v="1333" actId="20577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34.563" v="1359" actId="20577"/>
          <ac:spMkLst>
            <pc:docMk/>
            <pc:sldMk cId="80477184" sldId="270"/>
            <ac:spMk id="3" creationId="{EAADEC5F-E51D-6DCD-0067-DD0E14B31C04}"/>
          </ac:spMkLst>
        </pc:spChg>
      </pc:sldChg>
      <pc:sldChg chg="addSp modSp new mod">
        <pc:chgData name="Danny Alberto Luarte Canto" userId="01864023-a306-4040-9773-946c92c655fb" providerId="ADAL" clId="{5F1E9923-F754-492A-A850-7A0FE558DF66}" dt="2023-03-13T02:12:50.863" v="1645" actId="14100"/>
        <pc:sldMkLst>
          <pc:docMk/>
          <pc:sldMk cId="2919403080" sldId="271"/>
        </pc:sldMkLst>
        <pc:spChg chg="mod">
          <ac:chgData name="Danny Alberto Luarte Canto" userId="01864023-a306-4040-9773-946c92c655fb" providerId="ADAL" clId="{5F1E9923-F754-492A-A850-7A0FE558DF66}" dt="2023-03-07T18:59:21.873" v="1172" actId="6549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5F1E9923-F754-492A-A850-7A0FE558DF66}" dt="2023-03-13T02:04:13.356" v="1627" actId="20577"/>
          <ac:spMkLst>
            <pc:docMk/>
            <pc:sldMk cId="2919403080" sldId="271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2:50.863" v="1645" actId="14100"/>
          <ac:picMkLst>
            <pc:docMk/>
            <pc:sldMk cId="2919403080" sldId="271"/>
            <ac:picMk id="5" creationId="{48E3C48E-4469-16AD-8945-CB70B7921074}"/>
          </ac:picMkLst>
        </pc:picChg>
        <pc:picChg chg="add mod">
          <ac:chgData name="Danny Alberto Luarte Canto" userId="01864023-a306-4040-9773-946c92c655fb" providerId="ADAL" clId="{5F1E9923-F754-492A-A850-7A0FE558DF66}" dt="2023-03-13T02:11:55.475" v="1640" actId="1076"/>
          <ac:picMkLst>
            <pc:docMk/>
            <pc:sldMk cId="2919403080" sldId="271"/>
            <ac:picMk id="7" creationId="{22314CC1-788A-A210-BD1A-CECD386E2081}"/>
          </ac:picMkLst>
        </pc:picChg>
        <pc:picChg chg="add mod">
          <ac:chgData name="Danny Alberto Luarte Canto" userId="01864023-a306-4040-9773-946c92c655fb" providerId="ADAL" clId="{5F1E9923-F754-492A-A850-7A0FE558DF66}" dt="2023-03-13T02:12:48.236" v="1643" actId="1076"/>
          <ac:picMkLst>
            <pc:docMk/>
            <pc:sldMk cId="2919403080" sldId="271"/>
            <ac:picMk id="9" creationId="{E93AF4A5-213E-9512-B17B-57A955E43F9D}"/>
          </ac:picMkLst>
        </pc:picChg>
      </pc:sldChg>
      <pc:sldChg chg="addSp delSp modSp mod">
        <pc:chgData name="Danny Alberto Luarte Canto" userId="01864023-a306-4040-9773-946c92c655fb" providerId="ADAL" clId="{5F1E9923-F754-492A-A850-7A0FE558DF66}" dt="2023-03-12T19:44:21.664" v="1397"/>
        <pc:sldMkLst>
          <pc:docMk/>
          <pc:sldMk cId="3146726808" sldId="272"/>
        </pc:sldMkLst>
        <pc:spChg chg="del">
          <ac:chgData name="Danny Alberto Luarte Canto" userId="01864023-a306-4040-9773-946c92c655fb" providerId="ADAL" clId="{5F1E9923-F754-492A-A850-7A0FE558DF66}" dt="2023-03-12T19:44:18.813" v="1394" actId="478"/>
          <ac:spMkLst>
            <pc:docMk/>
            <pc:sldMk cId="3146726808" sldId="272"/>
            <ac:spMk id="2" creationId="{1DF33ABD-D186-3DDE-D23E-F09518FA386C}"/>
          </ac:spMkLst>
        </pc:spChg>
        <pc:spChg chg="add del mod">
          <ac:chgData name="Danny Alberto Luarte Canto" userId="01864023-a306-4040-9773-946c92c655fb" providerId="ADAL" clId="{5F1E9923-F754-492A-A850-7A0FE558DF66}" dt="2023-03-12T19:44:20.847" v="1396" actId="478"/>
          <ac:spMkLst>
            <pc:docMk/>
            <pc:sldMk cId="3146726808" sldId="272"/>
            <ac:spMk id="5" creationId="{D6556049-00D5-FDE0-81A5-A59C6D851597}"/>
          </ac:spMkLst>
        </pc:spChg>
        <pc:spChg chg="add mod">
          <ac:chgData name="Danny Alberto Luarte Canto" userId="01864023-a306-4040-9773-946c92c655fb" providerId="ADAL" clId="{5F1E9923-F754-492A-A850-7A0FE558DF66}" dt="2023-03-12T19:44:21.664" v="1397"/>
          <ac:spMkLst>
            <pc:docMk/>
            <pc:sldMk cId="3146726808" sldId="272"/>
            <ac:spMk id="6" creationId="{010A6B6D-4C0A-474A-3D7D-B5BCC6DA5E6F}"/>
          </ac:spMkLst>
        </pc:spChg>
      </pc:sldChg>
      <pc:sldChg chg="addSp modSp mod">
        <pc:chgData name="Danny Alberto Luarte Canto" userId="01864023-a306-4040-9773-946c92c655fb" providerId="ADAL" clId="{5F1E9923-F754-492A-A850-7A0FE558DF66}" dt="2023-03-13T02:51:34.214" v="1754" actId="1036"/>
        <pc:sldMkLst>
          <pc:docMk/>
          <pc:sldMk cId="3952805714" sldId="273"/>
        </pc:sldMkLst>
        <pc:spChg chg="mod">
          <ac:chgData name="Danny Alberto Luarte Canto" userId="01864023-a306-4040-9773-946c92c655fb" providerId="ADAL" clId="{5F1E9923-F754-492A-A850-7A0FE558DF66}" dt="2023-03-13T02:50:46.025" v="1707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3T02:51:22.087" v="1742" actId="20577"/>
          <ac:spMkLst>
            <pc:docMk/>
            <pc:sldMk cId="3952805714" sldId="273"/>
            <ac:spMk id="3" creationId="{D2256D52-52DB-5EC4-B069-86181CE5A67F}"/>
          </ac:spMkLst>
        </pc:spChg>
        <pc:spChg chg="add mod">
          <ac:chgData name="Danny Alberto Luarte Canto" userId="01864023-a306-4040-9773-946c92c655fb" providerId="ADAL" clId="{5F1E9923-F754-492A-A850-7A0FE558DF66}" dt="2023-03-13T02:51:34.214" v="1754" actId="1036"/>
          <ac:spMkLst>
            <pc:docMk/>
            <pc:sldMk cId="3952805714" sldId="273"/>
            <ac:spMk id="6" creationId="{EDD2B987-C22F-4033-6460-F98D30DE4EE7}"/>
          </ac:spMkLst>
        </pc:spChg>
        <pc:picChg chg="add mod">
          <ac:chgData name="Danny Alberto Luarte Canto" userId="01864023-a306-4040-9773-946c92c655fb" providerId="ADAL" clId="{5F1E9923-F754-492A-A850-7A0FE558DF66}" dt="2023-03-13T02:51:34.214" v="1754" actId="1036"/>
          <ac:picMkLst>
            <pc:docMk/>
            <pc:sldMk cId="3952805714" sldId="273"/>
            <ac:picMk id="5" creationId="{208D085F-A417-10E5-A842-82AE54980B61}"/>
          </ac:picMkLst>
        </pc:picChg>
      </pc:sldChg>
      <pc:sldChg chg="del">
        <pc:chgData name="Danny Alberto Luarte Canto" userId="01864023-a306-4040-9773-946c92c655fb" providerId="ADAL" clId="{5F1E9923-F754-492A-A850-7A0FE558DF66}" dt="2023-03-13T01:39:39.162" v="1465" actId="47"/>
        <pc:sldMkLst>
          <pc:docMk/>
          <pc:sldMk cId="255003223" sldId="274"/>
        </pc:sldMkLst>
      </pc:sldChg>
      <pc:sldChg chg="addSp modSp add mod">
        <pc:chgData name="Danny Alberto Luarte Canto" userId="01864023-a306-4040-9773-946c92c655fb" providerId="ADAL" clId="{5F1E9923-F754-492A-A850-7A0FE558DF66}" dt="2023-03-13T02:10:51.389" v="1633" actId="1076"/>
        <pc:sldMkLst>
          <pc:docMk/>
          <pc:sldMk cId="1602980298" sldId="274"/>
        </pc:sldMkLst>
        <pc:spChg chg="mod">
          <ac:chgData name="Danny Alberto Luarte Canto" userId="01864023-a306-4040-9773-946c92c655fb" providerId="ADAL" clId="{5F1E9923-F754-492A-A850-7A0FE558DF66}" dt="2023-03-13T02:04:01.967" v="1624" actId="20577"/>
          <ac:spMkLst>
            <pc:docMk/>
            <pc:sldMk cId="1602980298" sldId="274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0:01.800" v="1629" actId="1076"/>
          <ac:picMkLst>
            <pc:docMk/>
            <pc:sldMk cId="1602980298" sldId="274"/>
            <ac:picMk id="5" creationId="{3B376430-1D9F-8D2B-2AB0-92F6EB8EF263}"/>
          </ac:picMkLst>
        </pc:picChg>
        <pc:picChg chg="add mod">
          <ac:chgData name="Danny Alberto Luarte Canto" userId="01864023-a306-4040-9773-946c92c655fb" providerId="ADAL" clId="{5F1E9923-F754-492A-A850-7A0FE558DF66}" dt="2023-03-13T02:10:51.389" v="1633" actId="1076"/>
          <ac:picMkLst>
            <pc:docMk/>
            <pc:sldMk cId="1602980298" sldId="274"/>
            <ac:picMk id="7" creationId="{EE1801E4-F755-5474-3744-108829533086}"/>
          </ac:picMkLst>
        </pc:picChg>
      </pc:sldChg>
    </pc:docChg>
  </pc:docChgLst>
  <pc:docChgLst>
    <pc:chgData name="Danny Alberto Luarte Canto" userId="01864023-a306-4040-9773-946c92c655fb" providerId="ADAL" clId="{39CB55A8-3B9B-4FB2-B5DA-9F8A148DC808}"/>
    <pc:docChg chg="addSld delSld modSld">
      <pc:chgData name="Danny Alberto Luarte Canto" userId="01864023-a306-4040-9773-946c92c655fb" providerId="ADAL" clId="{39CB55A8-3B9B-4FB2-B5DA-9F8A148DC808}" dt="2024-03-04T01:17:36.922" v="868" actId="47"/>
      <pc:docMkLst>
        <pc:docMk/>
      </pc:docMkLst>
      <pc:sldChg chg="modSp mod">
        <pc:chgData name="Danny Alberto Luarte Canto" userId="01864023-a306-4040-9773-946c92c655fb" providerId="ADAL" clId="{39CB55A8-3B9B-4FB2-B5DA-9F8A148DC808}" dt="2024-03-03T19:19:33.953" v="2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39CB55A8-3B9B-4FB2-B5DA-9F8A148DC808}" dt="2024-03-03T19:19:33.953" v="2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5.994" v="867" actId="47"/>
        <pc:sldMkLst>
          <pc:docMk/>
          <pc:sldMk cId="1836166502" sldId="257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27:26.380" v="121" actId="20577"/>
        <pc:sldMkLst>
          <pc:docMk/>
          <pc:sldMk cId="2905431894" sldId="25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39CB55A8-3B9B-4FB2-B5DA-9F8A148DC808}" dt="2024-03-03T19:27:26.380" v="121" actId="20577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44972090" sldId="259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3" creationId="{D6B54DB2-5879-0C56-AFF9-632AD83B0DA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461003787" sldId="26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461003787" sldId="260"/>
            <ac:spMk id="2" creationId="{E7A9E2DC-3B75-E3F7-D306-9190550906DC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218455948" sldId="26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6" creationId="{195EC640-63C1-E5B4-EBAC-BBE71C870CD0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19:41.458" v="4" actId="20577"/>
        <pc:sldMkLst>
          <pc:docMk/>
          <pc:sldMk cId="3954892210" sldId="269"/>
        </pc:sldMkLst>
        <pc:spChg chg="mod">
          <ac:chgData name="Danny Alberto Luarte Canto" userId="01864023-a306-4040-9773-946c92c655fb" providerId="ADAL" clId="{39CB55A8-3B9B-4FB2-B5DA-9F8A148DC808}" dt="2024-03-03T19:19:41.458" v="4" actId="20577"/>
          <ac:spMkLst>
            <pc:docMk/>
            <pc:sldMk cId="3954892210" sldId="269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6.922" v="868" actId="47"/>
        <pc:sldMkLst>
          <pc:docMk/>
          <pc:sldMk cId="80477184" sldId="27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3" creationId="{EAADEC5F-E51D-6DCD-0067-DD0E14B31C04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919403080" sldId="271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3" creationId="{EA48B16B-8E63-333F-2971-B6228B3BF4F8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146726808" sldId="272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146726808" sldId="272"/>
            <ac:spMk id="3" creationId="{D9AE748B-E62D-D4BC-AC54-B5EDC9162BE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952805714" sldId="273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3" creationId="{D2256D52-52DB-5EC4-B069-86181CE5A67F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602980298" sldId="274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3" creationId="{EA48B16B-8E63-333F-2971-B6228B3BF4F8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1:09:24.959" v="866" actId="20577"/>
        <pc:sldMkLst>
          <pc:docMk/>
          <pc:sldMk cId="2399822016" sldId="275"/>
        </pc:sldMkLst>
        <pc:spChg chg="mod">
          <ac:chgData name="Danny Alberto Luarte Canto" userId="01864023-a306-4040-9773-946c92c655fb" providerId="ADAL" clId="{39CB55A8-3B9B-4FB2-B5DA-9F8A148DC808}" dt="2024-03-04T01:09:24.959" v="866" actId="20577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39CB55A8-3B9B-4FB2-B5DA-9F8A148DC808}" dt="2024-03-04T00:34:47.316" v="724" actId="20577"/>
          <ac:spMkLst>
            <pc:docMk/>
            <pc:sldMk cId="2399822016" sldId="275"/>
            <ac:spMk id="3" creationId="{964C8A0A-72BB-9273-382C-3322E6BDC6A1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0:53:58.804" v="852" actId="20577"/>
        <pc:sldMkLst>
          <pc:docMk/>
          <pc:sldMk cId="1676679384" sldId="276"/>
        </pc:sldMkLst>
        <pc:spChg chg="mod">
          <ac:chgData name="Danny Alberto Luarte Canto" userId="01864023-a306-4040-9773-946c92c655fb" providerId="ADAL" clId="{39CB55A8-3B9B-4FB2-B5DA-9F8A148DC808}" dt="2024-03-04T00:24:09.227" v="247" actId="20577"/>
          <ac:spMkLst>
            <pc:docMk/>
            <pc:sldMk cId="1676679384" sldId="276"/>
            <ac:spMk id="2" creationId="{1E5B34E0-58E0-3A67-020E-19D1597B3AE3}"/>
          </ac:spMkLst>
        </pc:spChg>
        <pc:spChg chg="mod">
          <ac:chgData name="Danny Alberto Luarte Canto" userId="01864023-a306-4040-9773-946c92c655fb" providerId="ADAL" clId="{39CB55A8-3B9B-4FB2-B5DA-9F8A148DC808}" dt="2024-03-04T00:53:58.804" v="852" actId="20577"/>
          <ac:spMkLst>
            <pc:docMk/>
            <pc:sldMk cId="1676679384" sldId="276"/>
            <ac:spMk id="3" creationId="{BC8D48BF-960A-9724-E8BB-52D6411FB5E4}"/>
          </ac:spMkLst>
        </pc:spChg>
      </pc:sldChg>
    </pc:docChg>
  </pc:docChgLst>
  <pc:docChgLst>
    <pc:chgData name="Danny Alberto Luarte Canto" userId="01864023-a306-4040-9773-946c92c655fb" providerId="ADAL" clId="{8908C264-3169-4C4E-9191-05A1D8F9A501}"/>
    <pc:docChg chg="undo redo custSel addSld delSld modSld sldOrd">
      <pc:chgData name="Danny Alberto Luarte Canto" userId="01864023-a306-4040-9773-946c92c655fb" providerId="ADAL" clId="{8908C264-3169-4C4E-9191-05A1D8F9A501}" dt="2024-03-11T12:02:54.148" v="1543" actId="47"/>
      <pc:docMkLst>
        <pc:docMk/>
      </pc:docMkLst>
      <pc:sldChg chg="modSp mod">
        <pc:chgData name="Danny Alberto Luarte Canto" userId="01864023-a306-4040-9773-946c92c655fb" providerId="ADAL" clId="{8908C264-3169-4C4E-9191-05A1D8F9A501}" dt="2024-03-09T18:37:00.851" v="43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8908C264-3169-4C4E-9191-05A1D8F9A501}" dt="2024-03-09T18:37:00.851" v="43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add del mod">
        <pc:chgData name="Danny Alberto Luarte Canto" userId="01864023-a306-4040-9773-946c92c655fb" providerId="ADAL" clId="{8908C264-3169-4C4E-9191-05A1D8F9A501}" dt="2024-03-10T00:48:58.571" v="714" actId="47"/>
        <pc:sldMkLst>
          <pc:docMk/>
          <pc:sldMk cId="3619085410" sldId="264"/>
        </pc:sldMkLst>
        <pc:spChg chg="mod">
          <ac:chgData name="Danny Alberto Luarte Canto" userId="01864023-a306-4040-9773-946c92c655fb" providerId="ADAL" clId="{8908C264-3169-4C4E-9191-05A1D8F9A501}" dt="2024-03-10T00:34:19.062" v="706"/>
          <ac:spMkLst>
            <pc:docMk/>
            <pc:sldMk cId="3619085410" sldId="264"/>
            <ac:spMk id="2" creationId="{8CF39592-2E01-4BA6-F154-8D7346A5CCFC}"/>
          </ac:spMkLst>
        </pc:spChg>
      </pc:sldChg>
      <pc:sldChg chg="addSp delSp modSp add del mod setBg delDesignElem">
        <pc:chgData name="Danny Alberto Luarte Canto" userId="01864023-a306-4040-9773-946c92c655fb" providerId="ADAL" clId="{8908C264-3169-4C4E-9191-05A1D8F9A501}" dt="2024-03-09T23:46:49.722" v="110"/>
        <pc:sldMkLst>
          <pc:docMk/>
          <pc:sldMk cId="2218455948" sldId="268"/>
        </pc:sldMkLst>
        <pc:spChg chg="add del mod">
          <ac:chgData name="Danny Alberto Luarte Canto" userId="01864023-a306-4040-9773-946c92c655fb" providerId="ADAL" clId="{8908C264-3169-4C4E-9191-05A1D8F9A501}" dt="2024-03-09T23:46:35.852" v="107" actId="478"/>
          <ac:spMkLst>
            <pc:docMk/>
            <pc:sldMk cId="2218455948" sldId="268"/>
            <ac:spMk id="3" creationId="{4B305D9B-87E4-4768-3F9E-01D97D01FE34}"/>
          </ac:spMkLst>
        </pc:spChg>
        <pc:spChg chg="add mod">
          <ac:chgData name="Danny Alberto Luarte Canto" userId="01864023-a306-4040-9773-946c92c655fb" providerId="ADAL" clId="{8908C264-3169-4C4E-9191-05A1D8F9A501}" dt="2024-03-09T23:46:36.117" v="108"/>
          <ac:spMkLst>
            <pc:docMk/>
            <pc:sldMk cId="2218455948" sldId="268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8908C264-3169-4C4E-9191-05A1D8F9A501}" dt="2024-03-09T23:46:34.582" v="106" actId="478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8908C264-3169-4C4E-9191-05A1D8F9A501}" dt="2024-03-09T23:46:49.722" v="110"/>
          <ac:spMkLst>
            <pc:docMk/>
            <pc:sldMk cId="2218455948" sldId="268"/>
            <ac:spMk id="6" creationId="{195EC640-63C1-E5B4-EBAC-BBE71C870CD0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1" creationId="{1BB867FF-FC45-48F7-8104-F89BE54909F1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3" creationId="{8BB56887-D0D5-4F0C-9E19-7247EB83C8B7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5" creationId="{081E4A58-353D-44AE-B2FC-2A74E2E400F7}"/>
          </ac:spMkLst>
        </pc:spChg>
        <pc:picChg chg="add mod">
          <ac:chgData name="Danny Alberto Luarte Canto" userId="01864023-a306-4040-9773-946c92c655fb" providerId="ADAL" clId="{8908C264-3169-4C4E-9191-05A1D8F9A501}" dt="2024-03-09T23:46:36.117" v="108"/>
          <ac:picMkLst>
            <pc:docMk/>
            <pc:sldMk cId="2218455948" sldId="268"/>
            <ac:picMk id="7" creationId="{239826E2-2077-4CC7-8DED-CF9143D221D2}"/>
          </ac:picMkLst>
        </pc:picChg>
      </pc:sldChg>
      <pc:sldChg chg="del">
        <pc:chgData name="Danny Alberto Luarte Canto" userId="01864023-a306-4040-9773-946c92c655fb" providerId="ADAL" clId="{8908C264-3169-4C4E-9191-05A1D8F9A501}" dt="2024-03-09T18:32:57.458" v="20" actId="47"/>
        <pc:sldMkLst>
          <pc:docMk/>
          <pc:sldMk cId="2399822016" sldId="275"/>
        </pc:sldMkLst>
      </pc:sldChg>
      <pc:sldChg chg="addSp delSp modSp mod">
        <pc:chgData name="Danny Alberto Luarte Canto" userId="01864023-a306-4040-9773-946c92c655fb" providerId="ADAL" clId="{8908C264-3169-4C4E-9191-05A1D8F9A501}" dt="2024-03-10T18:51:24.675" v="1487" actId="1035"/>
        <pc:sldMkLst>
          <pc:docMk/>
          <pc:sldMk cId="1676679384" sldId="276"/>
        </pc:sldMkLst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4" creationId="{34B8721E-74C6-B92B-DF77-ABF1E6B686F0}"/>
          </ac:picMkLst>
        </pc:picChg>
        <pc:picChg chg="del mod">
          <ac:chgData name="Danny Alberto Luarte Canto" userId="01864023-a306-4040-9773-946c92c655fb" providerId="ADAL" clId="{8908C264-3169-4C4E-9191-05A1D8F9A501}" dt="2024-03-09T18:36:22.053" v="33" actId="478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5" creationId="{F140071E-DD07-7FD3-952C-22EEA565A9A9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8908C264-3169-4C4E-9191-05A1D8F9A501}" dt="2024-03-10T18:48:06.190" v="1431" actId="1038"/>
          <ac:picMkLst>
            <pc:docMk/>
            <pc:sldMk cId="1676679384" sldId="276"/>
            <ac:picMk id="7" creationId="{8A7CBA49-D25D-A4A1-AF47-C7A61C279F3A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8" creationId="{47BA52E9-40C3-DBC2-0227-CB7E03D0575B}"/>
          </ac:picMkLst>
        </pc:picChg>
        <pc:picChg chg="mod">
          <ac:chgData name="Danny Alberto Luarte Canto" userId="01864023-a306-4040-9773-946c92c655fb" providerId="ADAL" clId="{8908C264-3169-4C4E-9191-05A1D8F9A501}" dt="2024-03-10T18:48:07.470" v="1432" actId="1038"/>
          <ac:picMkLst>
            <pc:docMk/>
            <pc:sldMk cId="1676679384" sldId="276"/>
            <ac:picMk id="10" creationId="{41615C97-E348-F781-21FE-5DEF050E7F40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09T18:37:06.222" v="45" actId="20577"/>
        <pc:sldMkLst>
          <pc:docMk/>
          <pc:sldMk cId="2593998083" sldId="278"/>
        </pc:sldMkLst>
        <pc:spChg chg="mod">
          <ac:chgData name="Danny Alberto Luarte Canto" userId="01864023-a306-4040-9773-946c92c655fb" providerId="ADAL" clId="{8908C264-3169-4C4E-9191-05A1D8F9A501}" dt="2024-03-09T18:37:06.222" v="45" actId="20577"/>
          <ac:spMkLst>
            <pc:docMk/>
            <pc:sldMk cId="2593998083" sldId="278"/>
            <ac:spMk id="2" creationId="{E01B6AFB-96A2-4B58-51BC-F43EFCE2537D}"/>
          </ac:spMkLst>
        </pc:spChg>
      </pc:sldChg>
      <pc:sldChg chg="modSp mod">
        <pc:chgData name="Danny Alberto Luarte Canto" userId="01864023-a306-4040-9773-946c92c655fb" providerId="ADAL" clId="{8908C264-3169-4C4E-9191-05A1D8F9A501}" dt="2024-03-09T18:30:49.215" v="6"/>
        <pc:sldMkLst>
          <pc:docMk/>
          <pc:sldMk cId="1864721776" sldId="279"/>
        </pc:sldMkLst>
        <pc:spChg chg="mod">
          <ac:chgData name="Danny Alberto Luarte Canto" userId="01864023-a306-4040-9773-946c92c655fb" providerId="ADAL" clId="{8908C264-3169-4C4E-9191-05A1D8F9A501}" dt="2024-03-09T18:30:49.215" v="6"/>
          <ac:spMkLst>
            <pc:docMk/>
            <pc:sldMk cId="1864721776" sldId="279"/>
            <ac:spMk id="3" creationId="{B588C798-762A-EF46-F83E-F9B993942267}"/>
          </ac:spMkLst>
        </pc:spChg>
      </pc:sldChg>
      <pc:sldChg chg="del">
        <pc:chgData name="Danny Alberto Luarte Canto" userId="01864023-a306-4040-9773-946c92c655fb" providerId="ADAL" clId="{8908C264-3169-4C4E-9191-05A1D8F9A501}" dt="2024-03-09T18:32:33.405" v="11" actId="47"/>
        <pc:sldMkLst>
          <pc:docMk/>
          <pc:sldMk cId="3746788493" sldId="280"/>
        </pc:sldMkLst>
      </pc:sldChg>
      <pc:sldChg chg="del">
        <pc:chgData name="Danny Alberto Luarte Canto" userId="01864023-a306-4040-9773-946c92c655fb" providerId="ADAL" clId="{8908C264-3169-4C4E-9191-05A1D8F9A501}" dt="2024-03-09T18:32:19.141" v="9" actId="47"/>
        <pc:sldMkLst>
          <pc:docMk/>
          <pc:sldMk cId="2414582946" sldId="281"/>
        </pc:sldMkLst>
      </pc:sldChg>
      <pc:sldChg chg="del">
        <pc:chgData name="Danny Alberto Luarte Canto" userId="01864023-a306-4040-9773-946c92c655fb" providerId="ADAL" clId="{8908C264-3169-4C4E-9191-05A1D8F9A501}" dt="2024-03-09T18:32:16.924" v="8" actId="47"/>
        <pc:sldMkLst>
          <pc:docMk/>
          <pc:sldMk cId="2301236418" sldId="282"/>
        </pc:sldMkLst>
      </pc:sldChg>
      <pc:sldChg chg="del">
        <pc:chgData name="Danny Alberto Luarte Canto" userId="01864023-a306-4040-9773-946c92c655fb" providerId="ADAL" clId="{8908C264-3169-4C4E-9191-05A1D8F9A501}" dt="2024-03-09T18:32:20.383" v="10" actId="47"/>
        <pc:sldMkLst>
          <pc:docMk/>
          <pc:sldMk cId="680837511" sldId="283"/>
        </pc:sldMkLst>
      </pc:sldChg>
      <pc:sldChg chg="modSp mod">
        <pc:chgData name="Danny Alberto Luarte Canto" userId="01864023-a306-4040-9773-946c92c655fb" providerId="ADAL" clId="{8908C264-3169-4C4E-9191-05A1D8F9A501}" dt="2024-03-09T18:32:46.842" v="19" actId="20577"/>
        <pc:sldMkLst>
          <pc:docMk/>
          <pc:sldMk cId="4153099010" sldId="284"/>
        </pc:sldMkLst>
        <pc:spChg chg="mod">
          <ac:chgData name="Danny Alberto Luarte Canto" userId="01864023-a306-4040-9773-946c92c655fb" providerId="ADAL" clId="{8908C264-3169-4C4E-9191-05A1D8F9A501}" dt="2024-03-09T18:32:46.842" v="19" actId="20577"/>
          <ac:spMkLst>
            <pc:docMk/>
            <pc:sldMk cId="4153099010" sldId="284"/>
            <ac:spMk id="6" creationId="{EC8FEDC8-ABD3-A2AA-D594-2A087F292550}"/>
          </ac:spMkLst>
        </pc:spChg>
      </pc:sldChg>
      <pc:sldChg chg="del">
        <pc:chgData name="Danny Alberto Luarte Canto" userId="01864023-a306-4040-9773-946c92c655fb" providerId="ADAL" clId="{8908C264-3169-4C4E-9191-05A1D8F9A501}" dt="2024-03-09T18:33:00.588" v="21" actId="47"/>
        <pc:sldMkLst>
          <pc:docMk/>
          <pc:sldMk cId="1996446180" sldId="285"/>
        </pc:sldMkLst>
      </pc:sldChg>
      <pc:sldChg chg="add del">
        <pc:chgData name="Danny Alberto Luarte Canto" userId="01864023-a306-4040-9773-946c92c655fb" providerId="ADAL" clId="{8908C264-3169-4C4E-9191-05A1D8F9A501}" dt="2024-03-10T00:57:48.310" v="962" actId="47"/>
        <pc:sldMkLst>
          <pc:docMk/>
          <pc:sldMk cId="2479497419" sldId="285"/>
        </pc:sldMkLst>
      </pc:sldChg>
      <pc:sldChg chg="del">
        <pc:chgData name="Danny Alberto Luarte Canto" userId="01864023-a306-4040-9773-946c92c655fb" providerId="ADAL" clId="{8908C264-3169-4C4E-9191-05A1D8F9A501}" dt="2024-03-09T23:46:40.302" v="109" actId="47"/>
        <pc:sldMkLst>
          <pc:docMk/>
          <pc:sldMk cId="492445813" sldId="286"/>
        </pc:sldMkLst>
      </pc:sldChg>
      <pc:sldChg chg="add del">
        <pc:chgData name="Danny Alberto Luarte Canto" userId="01864023-a306-4040-9773-946c92c655fb" providerId="ADAL" clId="{8908C264-3169-4C4E-9191-05A1D8F9A501}" dt="2024-03-10T01:02:13.685" v="1097" actId="47"/>
        <pc:sldMkLst>
          <pc:docMk/>
          <pc:sldMk cId="2369496182" sldId="286"/>
        </pc:sldMkLst>
      </pc:sldChg>
      <pc:sldChg chg="add del">
        <pc:chgData name="Danny Alberto Luarte Canto" userId="01864023-a306-4040-9773-946c92c655fb" providerId="ADAL" clId="{8908C264-3169-4C4E-9191-05A1D8F9A501}" dt="2024-03-09T18:36:09.642" v="28" actId="47"/>
        <pc:sldMkLst>
          <pc:docMk/>
          <pc:sldMk cId="1192194737" sldId="287"/>
        </pc:sldMkLst>
      </pc:sldChg>
      <pc:sldChg chg="addSp delSp modSp mod">
        <pc:chgData name="Danny Alberto Luarte Canto" userId="01864023-a306-4040-9773-946c92c655fb" providerId="ADAL" clId="{8908C264-3169-4C4E-9191-05A1D8F9A501}" dt="2024-03-10T01:05:22.650" v="1185" actId="1076"/>
        <pc:sldMkLst>
          <pc:docMk/>
          <pc:sldMk cId="3617320928" sldId="289"/>
        </pc:sldMkLst>
        <pc:picChg chg="add mod">
          <ac:chgData name="Danny Alberto Luarte Canto" userId="01864023-a306-4040-9773-946c92c655fb" providerId="ADAL" clId="{8908C264-3169-4C4E-9191-05A1D8F9A501}" dt="2024-03-09T18:36:35.101" v="37"/>
          <ac:picMkLst>
            <pc:docMk/>
            <pc:sldMk cId="3617320928" sldId="289"/>
            <ac:picMk id="4" creationId="{CFDE8E5D-D30A-2A8F-3F32-05EF2DFE4E6A}"/>
          </ac:picMkLst>
        </pc:picChg>
        <pc:picChg chg="mod">
          <ac:chgData name="Danny Alberto Luarte Canto" userId="01864023-a306-4040-9773-946c92c655fb" providerId="ADAL" clId="{8908C264-3169-4C4E-9191-05A1D8F9A501}" dt="2024-03-10T01:05:13.865" v="1184" actId="1036"/>
          <ac:picMkLst>
            <pc:docMk/>
            <pc:sldMk cId="3617320928" sldId="289"/>
            <ac:picMk id="7" creationId="{97607F35-C5F4-738A-6BB2-86477292AC9D}"/>
          </ac:picMkLst>
        </pc:picChg>
        <pc:picChg chg="mod">
          <ac:chgData name="Danny Alberto Luarte Canto" userId="01864023-a306-4040-9773-946c92c655fb" providerId="ADAL" clId="{8908C264-3169-4C4E-9191-05A1D8F9A501}" dt="2024-03-10T01:05:22.650" v="1185" actId="1076"/>
          <ac:picMkLst>
            <pc:docMk/>
            <pc:sldMk cId="3617320928" sldId="289"/>
            <ac:picMk id="12" creationId="{EFE62AD5-3FBE-3569-A10A-0F009CB8DA87}"/>
          </ac:picMkLst>
        </pc:picChg>
        <pc:picChg chg="del">
          <ac:chgData name="Danny Alberto Luarte Canto" userId="01864023-a306-4040-9773-946c92c655fb" providerId="ADAL" clId="{8908C264-3169-4C4E-9191-05A1D8F9A501}" dt="2024-03-09T18:36:34.884" v="36" actId="478"/>
          <ac:picMkLst>
            <pc:docMk/>
            <pc:sldMk cId="3617320928" sldId="289"/>
            <ac:picMk id="14" creationId="{69C0BEDC-4077-5376-BFA0-25E2BFDBCD32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5:12.497" v="852" actId="47"/>
        <pc:sldMkLst>
          <pc:docMk/>
          <pc:sldMk cId="1569083346" sldId="290"/>
        </pc:sldMkLst>
      </pc:sldChg>
      <pc:sldChg chg="addSp delSp modSp mod">
        <pc:chgData name="Danny Alberto Luarte Canto" userId="01864023-a306-4040-9773-946c92c655fb" providerId="ADAL" clId="{8908C264-3169-4C4E-9191-05A1D8F9A501}" dt="2024-03-09T18:36:39.204" v="39"/>
        <pc:sldMkLst>
          <pc:docMk/>
          <pc:sldMk cId="3669561796" sldId="291"/>
        </pc:sldMkLst>
        <pc:picChg chg="del">
          <ac:chgData name="Danny Alberto Luarte Canto" userId="01864023-a306-4040-9773-946c92c655fb" providerId="ADAL" clId="{8908C264-3169-4C4E-9191-05A1D8F9A501}" dt="2024-03-09T18:36:38.688" v="38" actId="478"/>
          <ac:picMkLst>
            <pc:docMk/>
            <pc:sldMk cId="3669561796" sldId="291"/>
            <ac:picMk id="4" creationId="{634BCD00-93FA-7D85-980A-3DD3B13764EC}"/>
          </ac:picMkLst>
        </pc:picChg>
        <pc:picChg chg="add mod">
          <ac:chgData name="Danny Alberto Luarte Canto" userId="01864023-a306-4040-9773-946c92c655fb" providerId="ADAL" clId="{8908C264-3169-4C4E-9191-05A1D8F9A501}" dt="2024-03-09T18:36:39.204" v="39"/>
          <ac:picMkLst>
            <pc:docMk/>
            <pc:sldMk cId="3669561796" sldId="291"/>
            <ac:picMk id="5" creationId="{265BAA16-25DC-026D-7D54-8DBC705511CE}"/>
          </ac:picMkLst>
        </pc:picChg>
      </pc:sldChg>
      <pc:sldChg chg="addSp delSp modSp mod">
        <pc:chgData name="Danny Alberto Luarte Canto" userId="01864023-a306-4040-9773-946c92c655fb" providerId="ADAL" clId="{8908C264-3169-4C4E-9191-05A1D8F9A501}" dt="2024-03-10T18:53:15.351" v="1524" actId="20577"/>
        <pc:sldMkLst>
          <pc:docMk/>
          <pc:sldMk cId="3139011926" sldId="292"/>
        </pc:sldMkLst>
        <pc:spChg chg="mod">
          <ac:chgData name="Danny Alberto Luarte Canto" userId="01864023-a306-4040-9773-946c92c655fb" providerId="ADAL" clId="{8908C264-3169-4C4E-9191-05A1D8F9A501}" dt="2024-03-10T18:53:15.351" v="1524" actId="20577"/>
          <ac:spMkLst>
            <pc:docMk/>
            <pc:sldMk cId="3139011926" sldId="292"/>
            <ac:spMk id="3" creationId="{1588830E-8C92-16E5-75BB-13016D554092}"/>
          </ac:spMkLst>
        </pc:spChg>
        <pc:picChg chg="del">
          <ac:chgData name="Danny Alberto Luarte Canto" userId="01864023-a306-4040-9773-946c92c655fb" providerId="ADAL" clId="{8908C264-3169-4C4E-9191-05A1D8F9A501}" dt="2024-03-09T18:36:42.598" v="40" actId="478"/>
          <ac:picMkLst>
            <pc:docMk/>
            <pc:sldMk cId="3139011926" sldId="292"/>
            <ac:picMk id="4" creationId="{BD519592-4043-42E3-4960-6A09D77B1C46}"/>
          </ac:picMkLst>
        </pc:picChg>
        <pc:picChg chg="add mod">
          <ac:chgData name="Danny Alberto Luarte Canto" userId="01864023-a306-4040-9773-946c92c655fb" providerId="ADAL" clId="{8908C264-3169-4C4E-9191-05A1D8F9A501}" dt="2024-03-09T18:36:42.819" v="41"/>
          <ac:picMkLst>
            <pc:docMk/>
            <pc:sldMk cId="3139011926" sldId="292"/>
            <ac:picMk id="5" creationId="{E9D788DD-E150-F847-D0BD-54388700B82F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11T11:44:47.735" v="1542" actId="1076"/>
        <pc:sldMkLst>
          <pc:docMk/>
          <pc:sldMk cId="2869906833" sldId="293"/>
        </pc:sldMkLst>
        <pc:spChg chg="mod">
          <ac:chgData name="Danny Alberto Luarte Canto" userId="01864023-a306-4040-9773-946c92c655fb" providerId="ADAL" clId="{8908C264-3169-4C4E-9191-05A1D8F9A501}" dt="2024-03-11T00:46:21.397" v="1527" actId="123"/>
          <ac:spMkLst>
            <pc:docMk/>
            <pc:sldMk cId="2869906833" sldId="293"/>
            <ac:spMk id="3" creationId="{3FDB8046-4221-1B2C-AE86-E173D1E623F9}"/>
          </ac:spMkLst>
        </pc:spChg>
        <pc:picChg chg="mod">
          <ac:chgData name="Danny Alberto Luarte Canto" userId="01864023-a306-4040-9773-946c92c655fb" providerId="ADAL" clId="{8908C264-3169-4C4E-9191-05A1D8F9A501}" dt="2024-03-11T11:44:47.735" v="1542" actId="1076"/>
          <ac:picMkLst>
            <pc:docMk/>
            <pc:sldMk cId="2869906833" sldId="293"/>
            <ac:picMk id="6" creationId="{E14352E2-2334-CB26-DB6F-DD6D71E7F12A}"/>
          </ac:picMkLst>
        </pc:picChg>
      </pc:sldChg>
      <pc:sldChg chg="delSp modSp add del mod setBg delDesignElem">
        <pc:chgData name="Danny Alberto Luarte Canto" userId="01864023-a306-4040-9773-946c92c655fb" providerId="ADAL" clId="{8908C264-3169-4C4E-9191-05A1D8F9A501}" dt="2024-03-09T23:39:37.913" v="102" actId="47"/>
        <pc:sldMkLst>
          <pc:docMk/>
          <pc:sldMk cId="4063719240" sldId="294"/>
        </pc:sldMkLst>
        <pc:spChg chg="mod">
          <ac:chgData name="Danny Alberto Luarte Canto" userId="01864023-a306-4040-9773-946c92c655fb" providerId="ADAL" clId="{8908C264-3169-4C4E-9191-05A1D8F9A501}" dt="2024-03-09T18:44:05.757" v="93" actId="20577"/>
          <ac:spMkLst>
            <pc:docMk/>
            <pc:sldMk cId="4063719240" sldId="294"/>
            <ac:spMk id="4" creationId="{48AD163C-E917-6041-5D83-750E32C60D43}"/>
          </ac:spMkLst>
        </pc:spChg>
        <pc:spChg chg="mod">
          <ac:chgData name="Danny Alberto Luarte Canto" userId="01864023-a306-4040-9773-946c92c655fb" providerId="ADAL" clId="{8908C264-3169-4C4E-9191-05A1D8F9A501}" dt="2024-03-09T18:42:51.841" v="55" actId="20577"/>
          <ac:spMkLst>
            <pc:docMk/>
            <pc:sldMk cId="4063719240" sldId="294"/>
            <ac:spMk id="6" creationId="{EC8FEDC8-ABD3-A2AA-D594-2A087F292550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4" creationId="{2EB492CD-616E-47F8-933B-5E2D952A0593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6" creationId="{59383CF9-23B5-4335-9B21-1791C4CF1C75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8" creationId="{0007FE00-9498-4706-B255-6437B0252C02}"/>
          </ac:spMkLst>
        </pc:spChg>
      </pc:sldChg>
      <pc:sldChg chg="addSp delSp modSp add mod">
        <pc:chgData name="Danny Alberto Luarte Canto" userId="01864023-a306-4040-9773-946c92c655fb" providerId="ADAL" clId="{8908C264-3169-4C4E-9191-05A1D8F9A501}" dt="2024-03-09T23:39:29.586" v="101"/>
        <pc:sldMkLst>
          <pc:docMk/>
          <pc:sldMk cId="4064182714" sldId="295"/>
        </pc:sldMkLst>
        <pc:spChg chg="add del mod">
          <ac:chgData name="Danny Alberto Luarte Canto" userId="01864023-a306-4040-9773-946c92c655fb" providerId="ADAL" clId="{8908C264-3169-4C4E-9191-05A1D8F9A501}" dt="2024-03-09T23:39:01.143" v="98" actId="478"/>
          <ac:spMkLst>
            <pc:docMk/>
            <pc:sldMk cId="4064182714" sldId="295"/>
            <ac:spMk id="4" creationId="{8597411B-4EC3-577B-F7DA-8BFB9C1DEECE}"/>
          </ac:spMkLst>
        </pc:spChg>
        <pc:spChg chg="add del">
          <ac:chgData name="Danny Alberto Luarte Canto" userId="01864023-a306-4040-9773-946c92c655fb" providerId="ADAL" clId="{8908C264-3169-4C4E-9191-05A1D8F9A501}" dt="2024-03-09T23:39:24.126" v="99" actId="478"/>
          <ac:spMkLst>
            <pc:docMk/>
            <pc:sldMk cId="4064182714" sldId="295"/>
            <ac:spMk id="5" creationId="{038BC919-548B-5607-D9F1-FBF218E600FE}"/>
          </ac:spMkLst>
        </pc:spChg>
        <pc:spChg chg="add mod">
          <ac:chgData name="Danny Alberto Luarte Canto" userId="01864023-a306-4040-9773-946c92c655fb" providerId="ADAL" clId="{8908C264-3169-4C4E-9191-05A1D8F9A501}" dt="2024-03-09T23:39:00.740" v="97"/>
          <ac:spMkLst>
            <pc:docMk/>
            <pc:sldMk cId="4064182714" sldId="295"/>
            <ac:spMk id="7" creationId="{D504E32E-1CB4-DCC1-317C-2E62A2466A86}"/>
          </ac:spMkLst>
        </pc:spChg>
        <pc:spChg chg="add del mod">
          <ac:chgData name="Danny Alberto Luarte Canto" userId="01864023-a306-4040-9773-946c92c655fb" providerId="ADAL" clId="{8908C264-3169-4C4E-9191-05A1D8F9A501}" dt="2024-03-09T23:39:29.113" v="100" actId="478"/>
          <ac:spMkLst>
            <pc:docMk/>
            <pc:sldMk cId="4064182714" sldId="295"/>
            <ac:spMk id="9" creationId="{89679F6E-3DD6-5D31-9364-BDBD2B2E58A8}"/>
          </ac:spMkLst>
        </pc:spChg>
        <pc:spChg chg="add mod">
          <ac:chgData name="Danny Alberto Luarte Canto" userId="01864023-a306-4040-9773-946c92c655fb" providerId="ADAL" clId="{8908C264-3169-4C4E-9191-05A1D8F9A501}" dt="2024-03-09T23:39:29.586" v="101"/>
          <ac:spMkLst>
            <pc:docMk/>
            <pc:sldMk cId="4064182714" sldId="295"/>
            <ac:spMk id="10" creationId="{4A70A651-FCDC-4D9B-A3BD-E30A51A9EB15}"/>
          </ac:spMkLst>
        </pc:sp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1" creationId="{A0329B2B-FD47-AB33-7108-1C73D47BBF08}"/>
          </ac:picMkLst>
        </pc:pic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2" creationId="{EA2338FA-8332-3199-35CD-C444D176D625}"/>
          </ac:picMkLst>
        </pc:picChg>
      </pc:sldChg>
      <pc:sldChg chg="delSp modSp add mod">
        <pc:chgData name="Danny Alberto Luarte Canto" userId="01864023-a306-4040-9773-946c92c655fb" providerId="ADAL" clId="{8908C264-3169-4C4E-9191-05A1D8F9A501}" dt="2024-03-09T23:52:11.606" v="173" actId="123"/>
        <pc:sldMkLst>
          <pc:docMk/>
          <pc:sldMk cId="4060002539" sldId="296"/>
        </pc:sldMkLst>
        <pc:spChg chg="mod">
          <ac:chgData name="Danny Alberto Luarte Canto" userId="01864023-a306-4040-9773-946c92c655fb" providerId="ADAL" clId="{8908C264-3169-4C4E-9191-05A1D8F9A501}" dt="2024-03-09T23:52:11.606" v="173" actId="123"/>
          <ac:spMkLst>
            <pc:docMk/>
            <pc:sldMk cId="4060002539" sldId="29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09T23:47:59.635" v="112"/>
          <ac:spMkLst>
            <pc:docMk/>
            <pc:sldMk cId="4060002539" sldId="296"/>
            <ac:spMk id="6" creationId="{195EC640-63C1-E5B4-EBAC-BBE71C870CD0}"/>
          </ac:spMkLst>
        </pc:spChg>
        <pc:picChg chg="del">
          <ac:chgData name="Danny Alberto Luarte Canto" userId="01864023-a306-4040-9773-946c92c655fb" providerId="ADAL" clId="{8908C264-3169-4C4E-9191-05A1D8F9A501}" dt="2024-03-09T23:48:02.982" v="113" actId="478"/>
          <ac:picMkLst>
            <pc:docMk/>
            <pc:sldMk cId="4060002539" sldId="296"/>
            <ac:picMk id="7" creationId="{239826E2-2077-4CC7-8DED-CF9143D221D2}"/>
          </ac:picMkLst>
        </pc:picChg>
      </pc:sldChg>
      <pc:sldChg chg="addSp delSp modSp add mod">
        <pc:chgData name="Danny Alberto Luarte Canto" userId="01864023-a306-4040-9773-946c92c655fb" providerId="ADAL" clId="{8908C264-3169-4C4E-9191-05A1D8F9A501}" dt="2024-03-10T00:24:53.145" v="704" actId="1036"/>
        <pc:sldMkLst>
          <pc:docMk/>
          <pc:sldMk cId="955988166" sldId="297"/>
        </pc:sldMkLst>
        <pc:spChg chg="mod">
          <ac:chgData name="Danny Alberto Luarte Canto" userId="01864023-a306-4040-9773-946c92c655fb" providerId="ADAL" clId="{8908C264-3169-4C4E-9191-05A1D8F9A501}" dt="2024-03-10T00:24:40.720" v="682" actId="20577"/>
          <ac:spMkLst>
            <pc:docMk/>
            <pc:sldMk cId="955988166" sldId="29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3" creationId="{0187CAD2-7EE1-DD8C-AAB5-0B3C839FD543}"/>
          </ac:picMkLst>
        </pc:picChg>
        <pc:picChg chg="add del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7" creationId="{8A214024-63A1-6670-E104-A040373DBF32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9" creationId="{F9413CDB-79E2-E1F1-6EE8-F81A9D28037A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12" creationId="{74BFF61D-8EEE-9BA3-4134-36DB85B1CFC0}"/>
          </ac:picMkLst>
        </pc:picChg>
        <pc:picChg chg="add mod">
          <ac:chgData name="Danny Alberto Luarte Canto" userId="01864023-a306-4040-9773-946c92c655fb" providerId="ADAL" clId="{8908C264-3169-4C4E-9191-05A1D8F9A501}" dt="2024-03-10T00:11:49.952" v="640" actId="1076"/>
          <ac:picMkLst>
            <pc:docMk/>
            <pc:sldMk cId="955988166" sldId="297"/>
            <ac:picMk id="16" creationId="{5353A38D-8AE9-BD5A-0D5C-223E46F4291F}"/>
          </ac:picMkLst>
        </pc:picChg>
      </pc:sldChg>
      <pc:sldChg chg="new del">
        <pc:chgData name="Danny Alberto Luarte Canto" userId="01864023-a306-4040-9773-946c92c655fb" providerId="ADAL" clId="{8908C264-3169-4C4E-9191-05A1D8F9A501}" dt="2024-03-09T23:52:28.249" v="175" actId="680"/>
        <pc:sldMkLst>
          <pc:docMk/>
          <pc:sldMk cId="3968799832" sldId="297"/>
        </pc:sldMkLst>
      </pc:sldChg>
      <pc:sldChg chg="add del">
        <pc:chgData name="Danny Alberto Luarte Canto" userId="01864023-a306-4040-9773-946c92c655fb" providerId="ADAL" clId="{8908C264-3169-4C4E-9191-05A1D8F9A501}" dt="2024-03-10T00:53:24.365" v="814" actId="47"/>
        <pc:sldMkLst>
          <pc:docMk/>
          <pc:sldMk cId="1809405155" sldId="298"/>
        </pc:sldMkLst>
      </pc:sldChg>
      <pc:sldChg chg="add del">
        <pc:chgData name="Danny Alberto Luarte Canto" userId="01864023-a306-4040-9773-946c92c655fb" providerId="ADAL" clId="{8908C264-3169-4C4E-9191-05A1D8F9A501}" dt="2024-03-10T00:54:33.573" v="824" actId="47"/>
        <pc:sldMkLst>
          <pc:docMk/>
          <pc:sldMk cId="2066012042" sldId="299"/>
        </pc:sldMkLst>
      </pc:sldChg>
      <pc:sldChg chg="add del">
        <pc:chgData name="Danny Alberto Luarte Canto" userId="01864023-a306-4040-9773-946c92c655fb" providerId="ADAL" clId="{8908C264-3169-4C4E-9191-05A1D8F9A501}" dt="2024-03-10T00:56:42.586" v="878" actId="47"/>
        <pc:sldMkLst>
          <pc:docMk/>
          <pc:sldMk cId="3934242533" sldId="300"/>
        </pc:sldMkLst>
      </pc:sldChg>
      <pc:sldChg chg="add del">
        <pc:chgData name="Danny Alberto Luarte Canto" userId="01864023-a306-4040-9773-946c92c655fb" providerId="ADAL" clId="{8908C264-3169-4C4E-9191-05A1D8F9A501}" dt="2024-03-10T00:57:33.008" v="910" actId="47"/>
        <pc:sldMkLst>
          <pc:docMk/>
          <pc:sldMk cId="1959486843" sldId="301"/>
        </pc:sldMkLst>
      </pc:sldChg>
      <pc:sldChg chg="addSp delSp modSp add mod">
        <pc:chgData name="Danny Alberto Luarte Canto" userId="01864023-a306-4040-9773-946c92c655fb" providerId="ADAL" clId="{8908C264-3169-4C4E-9191-05A1D8F9A501}" dt="2024-03-10T01:00:02.172" v="1050" actId="1076"/>
        <pc:sldMkLst>
          <pc:docMk/>
          <pc:sldMk cId="1543867182" sldId="302"/>
        </pc:sldMkLst>
        <pc:spChg chg="add mod">
          <ac:chgData name="Danny Alberto Luarte Canto" userId="01864023-a306-4040-9773-946c92c655fb" providerId="ADAL" clId="{8908C264-3169-4C4E-9191-05A1D8F9A501}" dt="2024-03-10T00:54:19.339" v="823" actId="14100"/>
          <ac:spMkLst>
            <pc:docMk/>
            <pc:sldMk cId="1543867182" sldId="302"/>
            <ac:spMk id="2" creationId="{4EC3DFAC-1AB5-C2DC-A098-ECD1508794EA}"/>
          </ac:spMkLst>
        </pc:spChg>
        <pc:spChg chg="del">
          <ac:chgData name="Danny Alberto Luarte Canto" userId="01864023-a306-4040-9773-946c92c655fb" providerId="ADAL" clId="{8908C264-3169-4C4E-9191-05A1D8F9A501}" dt="2024-03-10T00:47:45.845" v="708" actId="478"/>
          <ac:spMkLst>
            <pc:docMk/>
            <pc:sldMk cId="1543867182" sldId="302"/>
            <ac:spMk id="4" creationId="{1822B87D-DD3A-2663-9295-305E16A49FF7}"/>
          </ac:spMkLst>
        </pc:spChg>
        <pc:spChg chg="add del mod">
          <ac:chgData name="Danny Alberto Luarte Canto" userId="01864023-a306-4040-9773-946c92c655fb" providerId="ADAL" clId="{8908C264-3169-4C4E-9191-05A1D8F9A501}" dt="2024-03-10T00:47:54.340" v="709" actId="478"/>
          <ac:spMkLst>
            <pc:docMk/>
            <pc:sldMk cId="1543867182" sldId="302"/>
            <ac:spMk id="5" creationId="{FA2265D8-AE69-6B8B-72CB-2A840ADEC811}"/>
          </ac:spMkLst>
        </pc:sp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3" creationId="{0187CAD2-7EE1-DD8C-AAB5-0B3C839FD543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3" creationId="{739323CB-1745-37FC-69B1-4472DA25FC2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4" creationId="{99EBFDE5-6F71-F357-F53F-3BC3465F137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5" creationId="{CC4FB12E-E842-6D24-465F-9128D86F1D6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7" creationId="{8A214024-63A1-6670-E104-A040373DBF3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9" creationId="{F9413CDB-79E2-E1F1-6EE8-F81A9D28037A}"/>
          </ac:picMkLst>
        </pc:picChg>
        <pc:picChg chg="del">
          <ac:chgData name="Danny Alberto Luarte Canto" userId="01864023-a306-4040-9773-946c92c655fb" providerId="ADAL" clId="{8908C264-3169-4C4E-9191-05A1D8F9A501}" dt="2024-03-10T00:48:01.677" v="711" actId="478"/>
          <ac:picMkLst>
            <pc:docMk/>
            <pc:sldMk cId="1543867182" sldId="302"/>
            <ac:picMk id="12" creationId="{74BFF61D-8EEE-9BA3-4134-36DB85B1CFC0}"/>
          </ac:picMkLst>
        </pc:picChg>
      </pc:sldChg>
      <pc:sldChg chg="addSp delSp modSp add mod ord delDesignElem chgLayout">
        <pc:chgData name="Danny Alberto Luarte Canto" userId="01864023-a306-4040-9773-946c92c655fb" providerId="ADAL" clId="{8908C264-3169-4C4E-9191-05A1D8F9A501}" dt="2024-03-10T01:02:46.348" v="1121" actId="1035"/>
        <pc:sldMkLst>
          <pc:docMk/>
          <pc:sldMk cId="2308912279" sldId="303"/>
        </pc:sldMkLst>
        <pc:spChg chg="mod or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6" creationId="{195EC640-63C1-E5B4-EBAC-BBE71C870CD0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7" creationId="{2DD821DC-C74C-39EF-2A4E-34EB8C9AAFC5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8" creationId="{F0BA1694-FC3C-C56F-66B5-79468EF75B28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0" creationId="{12750032-F27B-972B-4C8E-E98152A6DD0E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3" creationId="{8BB56887-D0D5-4F0C-9E19-7247EB83C8B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4" creationId="{ED51143F-6369-39E2-343B-DDD3D6B48A60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7" creationId="{21E56D8F-E477-6BFD-A27F-7DAD65CF44E3}"/>
          </ac:spMkLst>
        </pc:spChg>
        <pc:spChg chg="add mod">
          <ac:chgData name="Danny Alberto Luarte Canto" userId="01864023-a306-4040-9773-946c92c655fb" providerId="ADAL" clId="{8908C264-3169-4C4E-9191-05A1D8F9A501}" dt="2024-03-10T00:51:30.112" v="803" actId="1076"/>
          <ac:spMkLst>
            <pc:docMk/>
            <pc:sldMk cId="2308912279" sldId="303"/>
            <ac:spMk id="19" creationId="{F74D0250-F8AB-8BE2-7F51-BCBB26C242EE}"/>
          </ac:spMkLst>
        </pc:spChg>
        <pc:spChg chg="add mod">
          <ac:chgData name="Danny Alberto Luarte Canto" userId="01864023-a306-4040-9773-946c92c655fb" providerId="ADAL" clId="{8908C264-3169-4C4E-9191-05A1D8F9A501}" dt="2024-03-10T01:02:46.348" v="1121" actId="1035"/>
          <ac:spMkLst>
            <pc:docMk/>
            <pc:sldMk cId="2308912279" sldId="303"/>
            <ac:spMk id="20" creationId="{A34E98E3-624E-388B-9FA0-168E9A6B782D}"/>
          </ac:spMkLst>
        </pc:spChg>
        <pc:spChg chg="add del mo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21" creationId="{4531F6AF-9B9C-8436-165C-A1430576B98F}"/>
          </ac:spMkLst>
        </pc:spChg>
        <pc:spChg chg="add del mod ord">
          <ac:chgData name="Danny Alberto Luarte Canto" userId="01864023-a306-4040-9773-946c92c655fb" providerId="ADAL" clId="{8908C264-3169-4C4E-9191-05A1D8F9A501}" dt="2024-03-10T00:56:19.194" v="875" actId="478"/>
          <ac:spMkLst>
            <pc:docMk/>
            <pc:sldMk cId="2308912279" sldId="303"/>
            <ac:spMk id="22" creationId="{9C9E00A7-5908-4490-7385-BBEE14B77C8A}"/>
          </ac:spMkLst>
        </pc:sp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2" creationId="{205A012E-614C-DAE5-09BD-14F7BEABE62B}"/>
          </ac:picMkLst>
        </pc:pic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3" creationId="{3CE6F4C1-E030-C847-0D59-5557D377E41E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4" creationId="{5E36A841-CFD6-3BB9-C4AE-C4755A0CDE2F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5" creationId="{0CA3D8D1-D832-255B-C877-DC6DA2334E88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9" creationId="{4F8742C5-19AA-9C02-2166-8AEF95ACEF0B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2" creationId="{D003914E-CBA2-B129-AB89-AD25385FC5F1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6" creationId="{DE945219-48F9-B5A0-FA87-7B1A2192B902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8" creationId="{EA859228-26FA-2712-80D8-3675F6954B45}"/>
          </ac:picMkLst>
        </pc:picChg>
      </pc:sldChg>
      <pc:sldChg chg="addSp delSp modSp add del mod">
        <pc:chgData name="Danny Alberto Luarte Canto" userId="01864023-a306-4040-9773-946c92c655fb" providerId="ADAL" clId="{8908C264-3169-4C4E-9191-05A1D8F9A501}" dt="2024-03-10T01:00:20.281" v="1070" actId="47"/>
        <pc:sldMkLst>
          <pc:docMk/>
          <pc:sldMk cId="1128465781" sldId="304"/>
        </pc:sldMkLst>
        <pc:spChg chg="add mod">
          <ac:chgData name="Danny Alberto Luarte Canto" userId="01864023-a306-4040-9773-946c92c655fb" providerId="ADAL" clId="{8908C264-3169-4C4E-9191-05A1D8F9A501}" dt="2024-03-10T00:58:28.011" v="966" actId="1076"/>
          <ac:spMkLst>
            <pc:docMk/>
            <pc:sldMk cId="1128465781" sldId="304"/>
            <ac:spMk id="14" creationId="{B485A01D-19E7-3500-BE6A-CB4FD3BD8978}"/>
          </ac:spMkLst>
        </pc:spChg>
        <pc:spChg chg="add del mod">
          <ac:chgData name="Danny Alberto Luarte Canto" userId="01864023-a306-4040-9773-946c92c655fb" providerId="ADAL" clId="{8908C264-3169-4C4E-9191-05A1D8F9A501}" dt="2024-03-10T00:58:21.335" v="965" actId="478"/>
          <ac:spMkLst>
            <pc:docMk/>
            <pc:sldMk cId="1128465781" sldId="304"/>
            <ac:spMk id="16" creationId="{ADD388F3-3B3E-06B0-729D-E6D4BA280FEF}"/>
          </ac:spMkLst>
        </pc:sp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2" creationId="{C3A88370-D50B-1C8E-4115-B76935E83B4B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3" creationId="{D167DC76-6286-67A3-4810-624BFDBE934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4" creationId="{B2D6B0B5-4CDA-CE90-1E4B-A9A59AE3965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5" creationId="{F8048CC7-18E8-7455-1B28-3187ACAE118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7" creationId="{A5D7BE6A-D984-BA8C-9E0D-8C6C5AFF04B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8" creationId="{CA0ED3A2-8153-4145-D8F2-E5D1D5CADFF1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9" creationId="{63D25CD6-1DA9-009C-BFF3-297AC59E01DF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0" creationId="{5E52C23A-30A5-3F87-4E69-54B0DE0686F5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2" creationId="{D66EA017-6673-55D7-030F-04EE9FE6201A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7:25.719" v="907" actId="47"/>
        <pc:sldMkLst>
          <pc:docMk/>
          <pc:sldMk cId="3584617823" sldId="305"/>
        </pc:sldMkLst>
      </pc:sldChg>
      <pc:sldChg chg="addSp delSp modSp add mod ord">
        <pc:chgData name="Danny Alberto Luarte Canto" userId="01864023-a306-4040-9773-946c92c655fb" providerId="ADAL" clId="{8908C264-3169-4C4E-9191-05A1D8F9A501}" dt="2024-03-11T00:46:55.686" v="1528" actId="123"/>
        <pc:sldMkLst>
          <pc:docMk/>
          <pc:sldMk cId="2053755782" sldId="306"/>
        </pc:sldMkLst>
        <pc:spChg chg="add del mod">
          <ac:chgData name="Danny Alberto Luarte Canto" userId="01864023-a306-4040-9773-946c92c655fb" providerId="ADAL" clId="{8908C264-3169-4C4E-9191-05A1D8F9A501}" dt="2024-03-10T00:53:00.355" v="810" actId="478"/>
          <ac:spMkLst>
            <pc:docMk/>
            <pc:sldMk cId="2053755782" sldId="306"/>
            <ac:spMk id="2" creationId="{FE371F0B-E9C2-986F-2919-A535653D9749}"/>
          </ac:spMkLst>
        </pc:spChg>
        <pc:spChg chg="add mod">
          <ac:chgData name="Danny Alberto Luarte Canto" userId="01864023-a306-4040-9773-946c92c655fb" providerId="ADAL" clId="{8908C264-3169-4C4E-9191-05A1D8F9A501}" dt="2024-03-11T00:46:55.686" v="1528" actId="123"/>
          <ac:spMkLst>
            <pc:docMk/>
            <pc:sldMk cId="2053755782" sldId="306"/>
            <ac:spMk id="3" creationId="{7E79AA57-36AD-2A8A-6767-6CBE59A818A6}"/>
          </ac:spMkLst>
        </pc:spChg>
      </pc:sldChg>
      <pc:sldChg chg="add del">
        <pc:chgData name="Danny Alberto Luarte Canto" userId="01864023-a306-4040-9773-946c92c655fb" providerId="ADAL" clId="{8908C264-3169-4C4E-9191-05A1D8F9A501}" dt="2024-03-10T00:57:27.064" v="908" actId="47"/>
        <pc:sldMkLst>
          <pc:docMk/>
          <pc:sldMk cId="3462845093" sldId="307"/>
        </pc:sldMkLst>
      </pc:sldChg>
      <pc:sldChg chg="addSp delSp modSp add mod">
        <pc:chgData name="Danny Alberto Luarte Canto" userId="01864023-a306-4040-9773-946c92c655fb" providerId="ADAL" clId="{8908C264-3169-4C4E-9191-05A1D8F9A501}" dt="2024-03-10T01:01:34.065" v="1078" actId="1076"/>
        <pc:sldMkLst>
          <pc:docMk/>
          <pc:sldMk cId="2920291268" sldId="308"/>
        </pc:sldMkLst>
        <pc:spChg chg="add del mod">
          <ac:chgData name="Danny Alberto Luarte Canto" userId="01864023-a306-4040-9773-946c92c655fb" providerId="ADAL" clId="{8908C264-3169-4C4E-9191-05A1D8F9A501}" dt="2024-03-10T00:58:45.185" v="979" actId="478"/>
          <ac:spMkLst>
            <pc:docMk/>
            <pc:sldMk cId="2920291268" sldId="308"/>
            <ac:spMk id="2" creationId="{D1D1D7EB-5F79-FDDF-9860-6AE91FDF7362}"/>
          </ac:spMkLst>
        </pc:sp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3" creationId="{24DF45E9-6F8B-4192-9314-DCB331BEB7CD}"/>
          </ac:picMkLst>
        </pc:pic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4" creationId="{CB5B10CE-6E0B-665A-0BA5-CDAAB012EE3C}"/>
          </ac:picMkLst>
        </pc:picChg>
      </pc:sldChg>
      <pc:sldChg chg="addSp delSp modSp add del mod delDesignElem chgLayout">
        <pc:chgData name="Danny Alberto Luarte Canto" userId="01864023-a306-4040-9773-946c92c655fb" providerId="ADAL" clId="{8908C264-3169-4C4E-9191-05A1D8F9A501}" dt="2024-03-10T00:59:42.287" v="1049" actId="47"/>
        <pc:sldMkLst>
          <pc:docMk/>
          <pc:sldMk cId="3277870567" sldId="309"/>
        </pc:sldMkLst>
        <pc:spChg chg="add del mod">
          <ac:chgData name="Danny Alberto Luarte Canto" userId="01864023-a306-4040-9773-946c92c655fb" providerId="ADAL" clId="{8908C264-3169-4C4E-9191-05A1D8F9A501}" dt="2024-03-10T00:58:33.437" v="967" actId="478"/>
          <ac:spMkLst>
            <pc:docMk/>
            <pc:sldMk cId="3277870567" sldId="309"/>
            <ac:spMk id="2" creationId="{5D9A872F-E159-6F89-3AD7-C8D9E9BBDA14}"/>
          </ac:spMkLst>
        </pc:spChg>
        <pc:spChg chg="mod or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8:40.632" v="978" actId="1035"/>
          <ac:spMkLst>
            <pc:docMk/>
            <pc:sldMk cId="3277870567" sldId="309"/>
            <ac:spMk id="18" creationId="{6C4F41EB-99A8-04C2-429B-5FA4561E889A}"/>
          </ac:spMkLst>
        </pc:spChg>
        <pc:spChg chg="add del mo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9" creationId="{8773D826-8047-721A-37EF-6E253F5472F8}"/>
          </ac:spMkLst>
        </pc:spChg>
        <pc:spChg chg="add del mod ord">
          <ac:chgData name="Danny Alberto Luarte Canto" userId="01864023-a306-4040-9773-946c92c655fb" providerId="ADAL" clId="{8908C264-3169-4C4E-9191-05A1D8F9A501}" dt="2024-03-10T00:56:33.823" v="877" actId="478"/>
          <ac:spMkLst>
            <pc:docMk/>
            <pc:sldMk cId="3277870567" sldId="309"/>
            <ac:spMk id="20" creationId="{B3FBDD0A-093E-CCB3-E84E-BFEE61F72189}"/>
          </ac:spMkLst>
        </pc:sp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3" creationId="{72BFD54D-209E-030C-0782-B009A88BA1E9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4" creationId="{DE6887D0-C41E-E50F-960D-1E128F9DD6A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5" creationId="{622B608F-6D3D-8F9B-10FF-F22A49845CDB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7" creationId="{5E9E83F0-71CB-AD55-21F1-F76103068EC6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8" creationId="{DE2A2313-0168-7FC1-C9CB-2AFB592E755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9" creationId="{7313F316-8EAD-9627-7B2C-09AB7897B5F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0" creationId="{211E2160-89D4-A54D-EAB1-21E60FB3A5F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2" creationId="{F70B8EBF-EB9B-E5D8-55C5-0494DF962CD4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4" creationId="{D9E66450-34B5-B48B-AEBF-15FC0F257B2C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6" creationId="{CE791444-135A-7256-7396-61C7926D4CA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7" creationId="{217B883A-0C4C-DBAA-4BF3-EB8F65DC9D87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00.307" v="1075" actId="47"/>
        <pc:sldMkLst>
          <pc:docMk/>
          <pc:sldMk cId="1179333486" sldId="310"/>
        </pc:sldMkLst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5" creationId="{DFDD3AE8-C258-C4A8-C8BD-7CA30AC29026}"/>
          </ac:picMkLst>
        </pc:picChg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7" creationId="{38546A39-345F-6335-075F-A024F6CCC697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981" v="1096" actId="47"/>
        <pc:sldMkLst>
          <pc:docMk/>
          <pc:sldMk cId="1623329898" sldId="311"/>
        </pc:sldMkLst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8" creationId="{014C6507-F78B-B075-768A-E705E2D0C336}"/>
          </ac:picMkLst>
        </pc:picChg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9" creationId="{A214CDA6-F6C2-CE94-36E1-413659F8478A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51.433" v="1082" actId="47"/>
        <pc:sldMkLst>
          <pc:docMk/>
          <pc:sldMk cId="1118970539" sldId="312"/>
        </pc:sldMkLst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2" creationId="{913560FD-D53A-1FDC-F890-1C2442F2A874}"/>
          </ac:picMkLst>
        </pc:picChg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5" creationId="{17B9B95C-8531-9AA4-823B-A69124B9D08D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0:45.080" v="1074" actId="47"/>
        <pc:sldMkLst>
          <pc:docMk/>
          <pc:sldMk cId="3908784246" sldId="313"/>
        </pc:sldMkLst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6" creationId="{5ABC22FA-4008-C0AB-1EDD-CAAD93696217}"/>
          </ac:picMkLst>
        </pc:picChg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7" creationId="{F7CC997B-DC1B-47EE-8F75-BA402EB5622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15.137" v="1069" actId="1036"/>
        <pc:sldMkLst>
          <pc:docMk/>
          <pc:sldMk cId="950722121" sldId="314"/>
        </pc:sldMkLst>
        <pc:spChg chg="add mod">
          <ac:chgData name="Danny Alberto Luarte Canto" userId="01864023-a306-4040-9773-946c92c655fb" providerId="ADAL" clId="{8908C264-3169-4C4E-9191-05A1D8F9A501}" dt="2024-03-10T01:00:15.137" v="1069" actId="1036"/>
          <ac:spMkLst>
            <pc:docMk/>
            <pc:sldMk cId="950722121" sldId="314"/>
            <ac:spMk id="16" creationId="{91DE7B71-F959-C61D-007F-F6810EE2301B}"/>
          </ac:spMkLst>
        </pc:sp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7" creationId="{0B54F834-A01A-195C-DD3E-33617E8BA9A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8" creationId="{E4BB7EE4-CB38-33A7-4A62-EBA907D2B6B7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9" creationId="{914CC4A0-C74F-61F7-6375-24096F2C350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0" creationId="{36A78FB8-169B-5D9C-5A95-E5B72B2A2AD2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2" creationId="{43A60A70-064C-05A6-4A4F-0B16E7699553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4" creationId="{FBB4DB6C-232E-6C7C-E6C0-9291E256B43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41.138" v="1073" actId="1076"/>
        <pc:sldMkLst>
          <pc:docMk/>
          <pc:sldMk cId="4212751199" sldId="315"/>
        </pc:sldMkLst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7" creationId="{2E916C8E-E95C-0124-403C-7AA54C20F36D}"/>
          </ac:picMkLst>
        </pc:picChg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8" creationId="{01AD35E5-8778-2F84-D0CB-3AA4D5C8823B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105" v="1095" actId="47"/>
        <pc:sldMkLst>
          <pc:docMk/>
          <pc:sldMk cId="2266338872" sldId="316"/>
        </pc:sldMkLst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7" creationId="{8A475D2E-BF79-0A5B-CEC8-05873E5D44BF}"/>
          </ac:picMkLst>
        </pc:picChg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8" creationId="{A998C0A6-4D1D-9089-A783-2CA8B18331BA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1:49.743" v="1081" actId="1076"/>
        <pc:sldMkLst>
          <pc:docMk/>
          <pc:sldMk cId="4245718461" sldId="317"/>
        </pc:sldMkLst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2" creationId="{1AF0D323-FBE0-5A14-DE15-315A271F136C}"/>
          </ac:picMkLst>
        </pc:picChg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5" creationId="{4F8BEF0F-2AF4-40D4-672D-4F26EFAEF186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2:09.132" v="1094" actId="1076"/>
        <pc:sldMkLst>
          <pc:docMk/>
          <pc:sldMk cId="2417716215" sldId="318"/>
        </pc:sldMkLst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7" creationId="{3A4AAA2D-651B-B29D-CE30-C077A696CBC8}"/>
          </ac:picMkLst>
        </pc:picChg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8" creationId="{DEFD4FBD-7CD0-3360-C84E-E9519E932B46}"/>
          </ac:picMkLst>
        </pc:picChg>
      </pc:sldChg>
      <pc:sldChg chg="addSp delSp modSp add mod ord">
        <pc:chgData name="Danny Alberto Luarte Canto" userId="01864023-a306-4040-9773-946c92c655fb" providerId="ADAL" clId="{8908C264-3169-4C4E-9191-05A1D8F9A501}" dt="2024-03-10T18:30:10.633" v="1388" actId="1037"/>
        <pc:sldMkLst>
          <pc:docMk/>
          <pc:sldMk cId="3191731156" sldId="319"/>
        </pc:sldMkLst>
        <pc:spChg chg="mod">
          <ac:chgData name="Danny Alberto Luarte Canto" userId="01864023-a306-4040-9773-946c92c655fb" providerId="ADAL" clId="{8908C264-3169-4C4E-9191-05A1D8F9A501}" dt="2024-03-10T18:30:05.019" v="1368" actId="20577"/>
          <ac:spMkLst>
            <pc:docMk/>
            <pc:sldMk cId="3191731156" sldId="31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10T18:29:38.567" v="1366"/>
          <ac:spMkLst>
            <pc:docMk/>
            <pc:sldMk cId="3191731156" sldId="319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8908C264-3169-4C4E-9191-05A1D8F9A501}" dt="2024-03-10T18:24:11.606" v="1217" actId="1036"/>
          <ac:picMkLst>
            <pc:docMk/>
            <pc:sldMk cId="3191731156" sldId="319"/>
            <ac:picMk id="3" creationId="{8734A9A2-E5FD-024B-021B-30AC143FDC66}"/>
          </ac:picMkLst>
        </pc:picChg>
        <pc:picChg chg="del">
          <ac:chgData name="Danny Alberto Luarte Canto" userId="01864023-a306-4040-9773-946c92c655fb" providerId="ADAL" clId="{8908C264-3169-4C4E-9191-05A1D8F9A501}" dt="2024-03-10T18:23:58.654" v="1200" actId="478"/>
          <ac:picMkLst>
            <pc:docMk/>
            <pc:sldMk cId="3191731156" sldId="319"/>
            <ac:picMk id="7" creationId="{239826E2-2077-4CC7-8DED-CF9143D221D2}"/>
          </ac:picMkLst>
        </pc:picChg>
        <pc:picChg chg="add mod">
          <ac:chgData name="Danny Alberto Luarte Canto" userId="01864023-a306-4040-9773-946c92c655fb" providerId="ADAL" clId="{8908C264-3169-4C4E-9191-05A1D8F9A501}" dt="2024-03-10T18:30:10.633" v="1388" actId="1037"/>
          <ac:picMkLst>
            <pc:docMk/>
            <pc:sldMk cId="3191731156" sldId="319"/>
            <ac:picMk id="8" creationId="{51F7A966-004C-AA95-1B0E-7210AF398A49}"/>
          </ac:picMkLst>
        </pc:picChg>
      </pc:sldChg>
      <pc:sldChg chg="addSp modSp add">
        <pc:chgData name="Danny Alberto Luarte Canto" userId="01864023-a306-4040-9773-946c92c655fb" providerId="ADAL" clId="{8908C264-3169-4C4E-9191-05A1D8F9A501}" dt="2024-03-10T18:56:19.036" v="1526"/>
        <pc:sldMkLst>
          <pc:docMk/>
          <pc:sldMk cId="3420530657" sldId="320"/>
        </pc:sldMkLst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7" creationId="{191F4571-B6A9-A932-BA0D-6F92833B3584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8" creationId="{6970C2CE-826D-C98E-4EDA-65FB8B80D89E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9" creationId="{3C74C080-EC9A-819D-3D88-0D529E38C4B0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10" creationId="{BD1496BA-8DFB-1F15-E06D-487A9A2DEE25}"/>
          </ac:picMkLst>
        </pc:picChg>
      </pc:sldChg>
      <pc:sldChg chg="addSp delSp modSp add del mod">
        <pc:chgData name="Danny Alberto Luarte Canto" userId="01864023-a306-4040-9773-946c92c655fb" providerId="ADAL" clId="{8908C264-3169-4C4E-9191-05A1D8F9A501}" dt="2024-03-11T12:02:54.148" v="1543" actId="47"/>
        <pc:sldMkLst>
          <pc:docMk/>
          <pc:sldMk cId="835973961" sldId="321"/>
        </pc:sldMkLst>
        <pc:spChg chg="del">
          <ac:chgData name="Danny Alberto Luarte Canto" userId="01864023-a306-4040-9773-946c92c655fb" providerId="ADAL" clId="{8908C264-3169-4C4E-9191-05A1D8F9A501}" dt="2024-03-11T11:41:36.859" v="1534" actId="478"/>
          <ac:spMkLst>
            <pc:docMk/>
            <pc:sldMk cId="835973961" sldId="321"/>
            <ac:spMk id="2" creationId="{3866A13C-7D4E-3BB4-7B8C-CC2CD13A6F78}"/>
          </ac:spMkLst>
        </pc:spChg>
        <pc:spChg chg="del">
          <ac:chgData name="Danny Alberto Luarte Canto" userId="01864023-a306-4040-9773-946c92c655fb" providerId="ADAL" clId="{8908C264-3169-4C4E-9191-05A1D8F9A501}" dt="2024-03-11T11:41:39.971" v="1535" actId="478"/>
          <ac:spMkLst>
            <pc:docMk/>
            <pc:sldMk cId="835973961" sldId="321"/>
            <ac:spMk id="3" creationId="{3FDB8046-4221-1B2C-AE86-E173D1E623F9}"/>
          </ac:spMkLst>
        </pc:spChg>
        <pc:spChg chg="add del mod">
          <ac:chgData name="Danny Alberto Luarte Canto" userId="01864023-a306-4040-9773-946c92c655fb" providerId="ADAL" clId="{8908C264-3169-4C4E-9191-05A1D8F9A501}" dt="2024-03-11T11:41:45.833" v="1537" actId="478"/>
          <ac:spMkLst>
            <pc:docMk/>
            <pc:sldMk cId="835973961" sldId="321"/>
            <ac:spMk id="7" creationId="{B6C0B117-33A6-8C78-9D75-0FF3ADC5BA4D}"/>
          </ac:spMkLst>
        </pc:spChg>
        <pc:spChg chg="add del mod">
          <ac:chgData name="Danny Alberto Luarte Canto" userId="01864023-a306-4040-9773-946c92c655fb" providerId="ADAL" clId="{8908C264-3169-4C4E-9191-05A1D8F9A501}" dt="2024-03-11T11:41:43.523" v="1536" actId="478"/>
          <ac:spMkLst>
            <pc:docMk/>
            <pc:sldMk cId="835973961" sldId="321"/>
            <ac:spMk id="9" creationId="{1BC1951F-5653-BFFD-06E5-5DC41B6F12B1}"/>
          </ac:spMkLst>
        </pc:spChg>
        <pc:picChg chg="del">
          <ac:chgData name="Danny Alberto Luarte Canto" userId="01864023-a306-4040-9773-946c92c655fb" providerId="ADAL" clId="{8908C264-3169-4C4E-9191-05A1D8F9A501}" dt="2024-03-11T11:41:58.789" v="1539" actId="478"/>
          <ac:picMkLst>
            <pc:docMk/>
            <pc:sldMk cId="835973961" sldId="321"/>
            <ac:picMk id="5" creationId="{C9A3CFA3-A724-F59B-3A77-FA94FFC081D3}"/>
          </ac:picMkLst>
        </pc:picChg>
        <pc:picChg chg="mod">
          <ac:chgData name="Danny Alberto Luarte Canto" userId="01864023-a306-4040-9773-946c92c655fb" providerId="ADAL" clId="{8908C264-3169-4C4E-9191-05A1D8F9A501}" dt="2024-03-11T11:42:03.709" v="1541" actId="1076"/>
          <ac:picMkLst>
            <pc:docMk/>
            <pc:sldMk cId="835973961" sldId="321"/>
            <ac:picMk id="6" creationId="{E14352E2-2334-CB26-DB6F-DD6D71E7F12A}"/>
          </ac:picMkLst>
        </pc:picChg>
      </pc:sldChg>
    </pc:docChg>
  </pc:docChgLst>
  <pc:docChgLst>
    <pc:chgData name="Danny Alberto Luarte Canto" userId="01864023-a306-4040-9773-946c92c655fb" providerId="ADAL" clId="{45B508FF-90EA-4187-A498-E3263B4B896D}"/>
    <pc:docChg chg="custSel addSld delSld modSld sldOrd addMainMaster modMainMaster">
      <pc:chgData name="Danny Alberto Luarte Canto" userId="01864023-a306-4040-9773-946c92c655fb" providerId="ADAL" clId="{45B508FF-90EA-4187-A498-E3263B4B896D}" dt="2023-02-09T19:39:01.440" v="242" actId="1037"/>
      <pc:docMkLst>
        <pc:docMk/>
      </pc:docMkLst>
      <pc:sldChg chg="addSp modSp new mod">
        <pc:chgData name="Danny Alberto Luarte Canto" userId="01864023-a306-4040-9773-946c92c655fb" providerId="ADAL" clId="{45B508FF-90EA-4187-A498-E3263B4B896D}" dt="2023-02-09T19:39:01.440" v="242" actId="1037"/>
        <pc:sldMkLst>
          <pc:docMk/>
          <pc:sldMk cId="1427364313" sldId="256"/>
        </pc:sldMkLst>
        <pc:spChg chg="mod">
          <ac:chgData name="Danny Alberto Luarte Canto" userId="01864023-a306-4040-9773-946c92c655fb" providerId="ADAL" clId="{45B508FF-90EA-4187-A498-E3263B4B896D}" dt="2023-02-09T19:34:42.498" v="160" actId="962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45B508FF-90EA-4187-A498-E3263B4B896D}" dt="2023-02-09T19:11:11.602" v="124" actId="255"/>
          <ac:spMkLst>
            <pc:docMk/>
            <pc:sldMk cId="1427364313" sldId="256"/>
            <ac:spMk id="3" creationId="{12C094A1-0D37-3945-07BE-8F022C475BC4}"/>
          </ac:spMkLst>
        </pc:spChg>
        <pc:picChg chg="add mod">
          <ac:chgData name="Danny Alberto Luarte Canto" userId="01864023-a306-4040-9773-946c92c655fb" providerId="ADAL" clId="{45B508FF-90EA-4187-A498-E3263B4B896D}" dt="2023-02-09T19:39:01.440" v="242" actId="1037"/>
          <ac:picMkLst>
            <pc:docMk/>
            <pc:sldMk cId="1427364313" sldId="256"/>
            <ac:picMk id="5" creationId="{975B42E4-489F-3638-C81E-AEC8ACC5E689}"/>
          </ac:picMkLst>
        </pc:picChg>
        <pc:picChg chg="add mod">
          <ac:chgData name="Danny Alberto Luarte Canto" userId="01864023-a306-4040-9773-946c92c655fb" providerId="ADAL" clId="{45B508FF-90EA-4187-A498-E3263B4B896D}" dt="2023-02-09T19:38:50.763" v="209" actId="14100"/>
          <ac:picMkLst>
            <pc:docMk/>
            <pc:sldMk cId="1427364313" sldId="256"/>
            <ac:picMk id="7" creationId="{1C4363CE-5FCA-1F09-2B74-3035442083B1}"/>
          </ac:picMkLst>
        </pc:picChg>
      </pc:sldChg>
      <pc:sldChg chg="new del setBg">
        <pc:chgData name="Danny Alberto Luarte Canto" userId="01864023-a306-4040-9773-946c92c655fb" providerId="ADAL" clId="{45B508FF-90EA-4187-A498-E3263B4B896D}" dt="2023-02-09T19:03:27.154" v="25" actId="47"/>
        <pc:sldMkLst>
          <pc:docMk/>
          <pc:sldMk cId="3931773161" sldId="256"/>
        </pc:sldMkLst>
      </pc:sldChg>
      <pc:sldChg chg="new del setBg">
        <pc:chgData name="Danny Alberto Luarte Canto" userId="01864023-a306-4040-9773-946c92c655fb" providerId="ADAL" clId="{45B508FF-90EA-4187-A498-E3263B4B896D}" dt="2023-02-09T19:03:29.847" v="26" actId="47"/>
        <pc:sldMkLst>
          <pc:docMk/>
          <pc:sldMk cId="206922486" sldId="257"/>
        </pc:sldMkLst>
      </pc:sldChg>
      <pc:sldChg chg="new del">
        <pc:chgData name="Danny Alberto Luarte Canto" userId="01864023-a306-4040-9773-946c92c655fb" providerId="ADAL" clId="{45B508FF-90EA-4187-A498-E3263B4B896D}" dt="2023-02-09T19:08:18.048" v="40" actId="47"/>
        <pc:sldMkLst>
          <pc:docMk/>
          <pc:sldMk cId="815423653" sldId="257"/>
        </pc:sldMkLst>
      </pc:sldChg>
      <pc:sldChg chg="new del">
        <pc:chgData name="Danny Alberto Luarte Canto" userId="01864023-a306-4040-9773-946c92c655fb" providerId="ADAL" clId="{45B508FF-90EA-4187-A498-E3263B4B896D}" dt="2023-02-09T19:08:25.457" v="44" actId="47"/>
        <pc:sldMkLst>
          <pc:docMk/>
          <pc:sldMk cId="850021279" sldId="257"/>
        </pc:sldMkLst>
      </pc:sldChg>
      <pc:sldChg chg="new">
        <pc:chgData name="Danny Alberto Luarte Canto" userId="01864023-a306-4040-9773-946c92c655fb" providerId="ADAL" clId="{45B508FF-90EA-4187-A498-E3263B4B896D}" dt="2023-02-09T19:08:41.276" v="45" actId="680"/>
        <pc:sldMkLst>
          <pc:docMk/>
          <pc:sldMk cId="1836166502" sldId="257"/>
        </pc:sldMkLst>
      </pc:sldChg>
      <pc:sldChg chg="new del">
        <pc:chgData name="Danny Alberto Luarte Canto" userId="01864023-a306-4040-9773-946c92c655fb" providerId="ADAL" clId="{45B508FF-90EA-4187-A498-E3263B4B896D}" dt="2023-02-09T19:08:17.569" v="39" actId="47"/>
        <pc:sldMkLst>
          <pc:docMk/>
          <pc:sldMk cId="359002733" sldId="258"/>
        </pc:sldMkLst>
      </pc:sldChg>
      <pc:sldChg chg="new del">
        <pc:chgData name="Danny Alberto Luarte Canto" userId="01864023-a306-4040-9773-946c92c655fb" providerId="ADAL" clId="{45B508FF-90EA-4187-A498-E3263B4B896D}" dt="2023-02-09T19:08:25.079" v="43" actId="47"/>
        <pc:sldMkLst>
          <pc:docMk/>
          <pc:sldMk cId="2167165625" sldId="258"/>
        </pc:sldMkLst>
      </pc:sldChg>
      <pc:sldChg chg="new">
        <pc:chgData name="Danny Alberto Luarte Canto" userId="01864023-a306-4040-9773-946c92c655fb" providerId="ADAL" clId="{45B508FF-90EA-4187-A498-E3263B4B896D}" dt="2023-02-09T19:08:48.422" v="46" actId="680"/>
        <pc:sldMkLst>
          <pc:docMk/>
          <pc:sldMk cId="2905431894" sldId="258"/>
        </pc:sldMkLst>
      </pc:sldChg>
      <pc:sldChg chg="add del ord setBg">
        <pc:chgData name="Danny Alberto Luarte Canto" userId="01864023-a306-4040-9773-946c92c655fb" providerId="ADAL" clId="{45B508FF-90EA-4187-A498-E3263B4B896D}" dt="2023-02-09T19:04:00.787" v="31" actId="47"/>
        <pc:sldMkLst>
          <pc:docMk/>
          <pc:sldMk cId="3291932837" sldId="258"/>
        </pc:sldMkLst>
      </pc:sldChg>
      <pc:sldChg chg="add del">
        <pc:chgData name="Danny Alberto Luarte Canto" userId="01864023-a306-4040-9773-946c92c655fb" providerId="ADAL" clId="{45B508FF-90EA-4187-A498-E3263B4B896D}" dt="2023-02-09T19:09:03.011" v="49" actId="47"/>
        <pc:sldMkLst>
          <pc:docMk/>
          <pc:sldMk cId="53432160" sldId="259"/>
        </pc:sldMkLst>
      </pc:sldChg>
      <pc:sldChg chg="add del">
        <pc:chgData name="Danny Alberto Luarte Canto" userId="01864023-a306-4040-9773-946c92c655fb" providerId="ADAL" clId="{45B508FF-90EA-4187-A498-E3263B4B896D}" dt="2023-02-09T19:03:59.641" v="27" actId="47"/>
        <pc:sldMkLst>
          <pc:docMk/>
          <pc:sldMk cId="452719508" sldId="259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2938596496" sldId="259"/>
        </pc:sldMkLst>
      </pc:sldChg>
      <pc:sldChg chg="add del">
        <pc:chgData name="Danny Alberto Luarte Canto" userId="01864023-a306-4040-9773-946c92c655fb" providerId="ADAL" clId="{45B508FF-90EA-4187-A498-E3263B4B896D}" dt="2023-02-09T19:09:04.947" v="50" actId="47"/>
        <pc:sldMkLst>
          <pc:docMk/>
          <pc:sldMk cId="3050817168" sldId="260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3398744726" sldId="260"/>
        </pc:sldMkLst>
      </pc:sldChg>
      <pc:sldChg chg="add del setBg">
        <pc:chgData name="Danny Alberto Luarte Canto" userId="01864023-a306-4040-9773-946c92c655fb" providerId="ADAL" clId="{45B508FF-90EA-4187-A498-E3263B4B896D}" dt="2023-02-09T19:03:59.835" v="28" actId="47"/>
        <pc:sldMkLst>
          <pc:docMk/>
          <pc:sldMk cId="3765572676" sldId="260"/>
        </pc:sldMkLst>
      </pc:sldChg>
      <pc:sldChg chg="add del">
        <pc:chgData name="Danny Alberto Luarte Canto" userId="01864023-a306-4040-9773-946c92c655fb" providerId="ADAL" clId="{45B508FF-90EA-4187-A498-E3263B4B896D}" dt="2023-02-09T19:09:06.079" v="51" actId="47"/>
        <pc:sldMkLst>
          <pc:docMk/>
          <pc:sldMk cId="2189838179" sldId="261"/>
        </pc:sldMkLst>
      </pc:sldChg>
      <pc:sldChg chg="add del">
        <pc:chgData name="Danny Alberto Luarte Canto" userId="01864023-a306-4040-9773-946c92c655fb" providerId="ADAL" clId="{45B508FF-90EA-4187-A498-E3263B4B896D}" dt="2023-02-09T19:04:00.018" v="29" actId="47"/>
        <pc:sldMkLst>
          <pc:docMk/>
          <pc:sldMk cId="4089873560" sldId="261"/>
        </pc:sldMkLst>
      </pc:sldChg>
      <pc:sldChg chg="add del setBg">
        <pc:chgData name="Danny Alberto Luarte Canto" userId="01864023-a306-4040-9773-946c92c655fb" providerId="ADAL" clId="{45B508FF-90EA-4187-A498-E3263B4B896D}" dt="2023-02-09T19:04:00.175" v="30" actId="47"/>
        <pc:sldMkLst>
          <pc:docMk/>
          <pc:sldMk cId="813643315" sldId="262"/>
        </pc:sldMkLst>
      </pc:sldChg>
      <pc:sldChg chg="add del">
        <pc:chgData name="Danny Alberto Luarte Canto" userId="01864023-a306-4040-9773-946c92c655fb" providerId="ADAL" clId="{45B508FF-90EA-4187-A498-E3263B4B896D}" dt="2023-02-09T19:09:06.881" v="52" actId="47"/>
        <pc:sldMkLst>
          <pc:docMk/>
          <pc:sldMk cId="1932025118" sldId="262"/>
        </pc:sldMkLst>
      </pc:sldChg>
      <pc:sldMasterChg chg="setBg modSldLayout">
        <pc:chgData name="Danny Alberto Luarte Canto" userId="01864023-a306-4040-9773-946c92c655fb" providerId="ADAL" clId="{45B508FF-90EA-4187-A498-E3263B4B896D}" dt="2023-02-09T19:05:22.145" v="37"/>
        <pc:sldMasterMkLst>
          <pc:docMk/>
          <pc:sldMasterMk cId="1896092045" sldId="2147483648"/>
        </pc:sldMasterMkLst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650922924" sldId="2147483649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01494975" sldId="2147483650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196877695" sldId="2147483651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32736273" sldId="2147483652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84952306" sldId="2147483653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4087360589" sldId="2147483654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842854175" sldId="2147483655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739836239" sldId="2147483656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66474456" sldId="2147483657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586776485" sldId="2147483658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572704862" sldId="2147483659"/>
          </pc:sldLayoutMkLst>
        </pc:sldLayoutChg>
      </pc:sldMasterChg>
      <pc:sldMasterChg chg="new mod addSldLayout">
        <pc:chgData name="Danny Alberto Luarte Canto" userId="01864023-a306-4040-9773-946c92c655fb" providerId="ADAL" clId="{45B508FF-90EA-4187-A498-E3263B4B896D}" dt="2023-02-09T19:06:38.397" v="38" actId="6938"/>
        <pc:sldMasterMkLst>
          <pc:docMk/>
          <pc:sldMasterMk cId="1330269124" sldId="2147483660"/>
        </pc:sldMasterMkLst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087677461" sldId="2147483661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71082115" sldId="2147483662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863737590" sldId="2147483663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711127281" sldId="2147483664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974814072" sldId="2147483665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98008336" sldId="2147483666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099727356" sldId="2147483667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436700" sldId="2147483668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86912293" sldId="2147483669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3618015717" sldId="2147483670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63529670" sldId="2147483671"/>
          </pc:sldLayoutMkLst>
        </pc:sldLayoutChg>
      </pc:sldMasterChg>
    </pc:docChg>
  </pc:docChgLst>
  <pc:docChgLst>
    <pc:chgData name="Danny Alberto Luarte Canto" userId="01864023-a306-4040-9773-946c92c655fb" providerId="ADAL" clId="{4BA3C3EC-6793-A849-BF5A-E47F8C78F398}"/>
    <pc:docChg chg="custSel addSld modSld">
      <pc:chgData name="Danny Alberto Luarte Canto" userId="01864023-a306-4040-9773-946c92c655fb" providerId="ADAL" clId="{4BA3C3EC-6793-A849-BF5A-E47F8C78F398}" dt="2023-03-12T16:55:06.767" v="95" actId="20577"/>
      <pc:docMkLst>
        <pc:docMk/>
      </pc:docMkLst>
      <pc:sldChg chg="modSp mod chgLayout">
        <pc:chgData name="Danny Alberto Luarte Canto" userId="01864023-a306-4040-9773-946c92c655fb" providerId="ADAL" clId="{4BA3C3EC-6793-A849-BF5A-E47F8C78F398}" dt="2023-03-12T16:52:57.152" v="30" actId="700"/>
        <pc:sldMkLst>
          <pc:docMk/>
          <pc:sldMk cId="2905431894" sldId="258"/>
        </pc:sldMkLst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2" creationId="{AADD0399-1126-A4A5-B6EE-534BB134D682}"/>
          </ac:spMkLst>
        </pc:spChg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13.868" v="68" actId="20577"/>
        <pc:sldMkLst>
          <pc:docMk/>
          <pc:sldMk cId="3450533065" sldId="261"/>
        </pc:sldMkLst>
        <pc:spChg chg="mod">
          <ac:chgData name="Danny Alberto Luarte Canto" userId="01864023-a306-4040-9773-946c92c655fb" providerId="ADAL" clId="{4BA3C3EC-6793-A849-BF5A-E47F8C78F398}" dt="2023-03-12T16:54:13.868" v="68" actId="20577"/>
          <ac:spMkLst>
            <pc:docMk/>
            <pc:sldMk cId="3450533065" sldId="261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52.316" v="84" actId="1076"/>
        <pc:sldMkLst>
          <pc:docMk/>
          <pc:sldMk cId="898572923" sldId="262"/>
        </pc:sldMkLst>
        <pc:spChg chg="mod">
          <ac:chgData name="Danny Alberto Luarte Canto" userId="01864023-a306-4040-9773-946c92c655fb" providerId="ADAL" clId="{4BA3C3EC-6793-A849-BF5A-E47F8C78F398}" dt="2023-03-12T16:54:40.340" v="82" actId="20577"/>
          <ac:spMkLst>
            <pc:docMk/>
            <pc:sldMk cId="898572923" sldId="262"/>
            <ac:spMk id="2" creationId="{F6557ADB-6229-37E2-205A-359B0C15D047}"/>
          </ac:spMkLst>
        </pc:spChg>
        <pc:picChg chg="mod">
          <ac:chgData name="Danny Alberto Luarte Canto" userId="01864023-a306-4040-9773-946c92c655fb" providerId="ADAL" clId="{4BA3C3EC-6793-A849-BF5A-E47F8C78F398}" dt="2023-03-12T16:54:52.316" v="84" actId="1076"/>
          <ac:picMkLst>
            <pc:docMk/>
            <pc:sldMk cId="898572923" sldId="262"/>
            <ac:picMk id="4" creationId="{EFD97994-C690-FE5B-61D4-69847064641A}"/>
          </ac:picMkLst>
        </pc:picChg>
      </pc:sldChg>
      <pc:sldChg chg="modSp">
        <pc:chgData name="Danny Alberto Luarte Canto" userId="01864023-a306-4040-9773-946c92c655fb" providerId="ADAL" clId="{4BA3C3EC-6793-A849-BF5A-E47F8C78F398}" dt="2023-03-12T16:55:06.767" v="95" actId="20577"/>
        <pc:sldMkLst>
          <pc:docMk/>
          <pc:sldMk cId="4119847291" sldId="266"/>
        </pc:sldMkLst>
        <pc:spChg chg="mod">
          <ac:chgData name="Danny Alberto Luarte Canto" userId="01864023-a306-4040-9773-946c92c655fb" providerId="ADAL" clId="{4BA3C3EC-6793-A849-BF5A-E47F8C78F398}" dt="2023-03-12T16:55:06.767" v="95" actId="20577"/>
          <ac:spMkLst>
            <pc:docMk/>
            <pc:sldMk cId="4119847291" sldId="266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2:05.742" v="29" actId="20577"/>
        <pc:sldMkLst>
          <pc:docMk/>
          <pc:sldMk cId="4180263173" sldId="267"/>
        </pc:sldMkLst>
        <pc:spChg chg="mod">
          <ac:chgData name="Danny Alberto Luarte Canto" userId="01864023-a306-4040-9773-946c92c655fb" providerId="ADAL" clId="{4BA3C3EC-6793-A849-BF5A-E47F8C78F398}" dt="2023-03-12T16:52:05.742" v="29" actId="20577"/>
          <ac:spMkLst>
            <pc:docMk/>
            <pc:sldMk cId="4180263173" sldId="267"/>
            <ac:spMk id="2" creationId="{9A12176F-7370-1599-EFC7-399303FE397C}"/>
          </ac:spMkLst>
        </pc:spChg>
      </pc:sldChg>
      <pc:sldChg chg="modSp new">
        <pc:chgData name="Danny Alberto Luarte Canto" userId="01864023-a306-4040-9773-946c92c655fb" providerId="ADAL" clId="{4BA3C3EC-6793-A849-BF5A-E47F8C78F398}" dt="2023-03-12T16:53:58.063" v="54" actId="20577"/>
        <pc:sldMkLst>
          <pc:docMk/>
          <pc:sldMk cId="3146726808" sldId="272"/>
        </pc:sldMkLst>
        <pc:spChg chg="mod">
          <ac:chgData name="Danny Alberto Luarte Canto" userId="01864023-a306-4040-9773-946c92c655fb" providerId="ADAL" clId="{4BA3C3EC-6793-A849-BF5A-E47F8C78F398}" dt="2023-03-12T16:53:58.063" v="54" actId="20577"/>
          <ac:spMkLst>
            <pc:docMk/>
            <pc:sldMk cId="3146726808" sldId="272"/>
            <ac:spMk id="2" creationId="{1DF33ABD-D186-3DDE-D23E-F09518FA386C}"/>
          </ac:spMkLst>
        </pc:spChg>
      </pc:sldChg>
    </pc:docChg>
  </pc:docChgLst>
  <pc:docChgLst>
    <pc:chgData name="Danny Alberto" userId="01864023-a306-4040-9773-946c92c655fb" providerId="ADAL" clId="{B8235F96-60BD-E54B-8F73-D8CFDD2C0BB8}"/>
    <pc:docChg chg="undo custSel addSld delSld modSld">
      <pc:chgData name="Danny Alberto" userId="01864023-a306-4040-9773-946c92c655fb" providerId="ADAL" clId="{B8235F96-60BD-E54B-8F73-D8CFDD2C0BB8}" dt="2023-03-12T21:08:28.071" v="261" actId="20577"/>
      <pc:docMkLst>
        <pc:docMk/>
      </pc:docMkLst>
      <pc:sldChg chg="addSp delSp modSp">
        <pc:chgData name="Danny Alberto" userId="01864023-a306-4040-9773-946c92c655fb" providerId="ADAL" clId="{B8235F96-60BD-E54B-8F73-D8CFDD2C0BB8}" dt="2023-03-12T20:21:47.254" v="39" actId="478"/>
        <pc:sldMkLst>
          <pc:docMk/>
          <pc:sldMk cId="2218455948" sldId="268"/>
        </pc:sldMkLst>
        <pc:spChg chg="mod">
          <ac:chgData name="Danny Alberto" userId="01864023-a306-4040-9773-946c92c655fb" providerId="ADAL" clId="{B8235F96-60BD-E54B-8F73-D8CFDD2C0BB8}" dt="2023-03-12T20:20:39.585" v="37" actId="20577"/>
          <ac:spMkLst>
            <pc:docMk/>
            <pc:sldMk cId="2218455948" sldId="268"/>
            <ac:spMk id="2" creationId="{D5AEF18C-FB06-BAA3-83E2-76C6E9485757}"/>
          </ac:spMkLst>
        </pc:spChg>
        <pc:spChg chg="del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3" creationId="{D2256D52-52DB-5EC4-B069-86181CE5A67F}"/>
          </ac:spMkLst>
        </pc:spChg>
        <pc:spChg chg="add mod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5" creationId="{45F236DD-1E03-E2EA-F1F3-646C55F285E5}"/>
          </ac:spMkLst>
        </pc:spChg>
      </pc:sldChg>
      <pc:sldChg chg="modSp">
        <pc:chgData name="Danny Alberto" userId="01864023-a306-4040-9773-946c92c655fb" providerId="ADAL" clId="{B8235F96-60BD-E54B-8F73-D8CFDD2C0BB8}" dt="2023-03-12T21:08:28.071" v="261" actId="20577"/>
        <pc:sldMkLst>
          <pc:docMk/>
          <pc:sldMk cId="2919403080" sldId="271"/>
        </pc:sldMkLst>
        <pc:spChg chg="mod">
          <ac:chgData name="Danny Alberto" userId="01864023-a306-4040-9773-946c92c655fb" providerId="ADAL" clId="{B8235F96-60BD-E54B-8F73-D8CFDD2C0BB8}" dt="2023-03-12T20:50:22.750" v="221" actId="20577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" userId="01864023-a306-4040-9773-946c92c655fb" providerId="ADAL" clId="{B8235F96-60BD-E54B-8F73-D8CFDD2C0BB8}" dt="2023-03-12T21:08:28.071" v="261" actId="20577"/>
          <ac:spMkLst>
            <pc:docMk/>
            <pc:sldMk cId="2919403080" sldId="271"/>
            <ac:spMk id="3" creationId="{EA48B16B-8E63-333F-2971-B6228B3BF4F8}"/>
          </ac:spMkLst>
        </pc:spChg>
      </pc:sldChg>
      <pc:sldChg chg="modSp add">
        <pc:chgData name="Danny Alberto" userId="01864023-a306-4040-9773-946c92c655fb" providerId="ADAL" clId="{B8235F96-60BD-E54B-8F73-D8CFDD2C0BB8}" dt="2023-03-12T20:48:06.707" v="197" actId="20577"/>
        <pc:sldMkLst>
          <pc:docMk/>
          <pc:sldMk cId="3952805714" sldId="273"/>
        </pc:sldMkLst>
        <pc:spChg chg="mod">
          <ac:chgData name="Danny Alberto" userId="01864023-a306-4040-9773-946c92c655fb" providerId="ADAL" clId="{B8235F96-60BD-E54B-8F73-D8CFDD2C0BB8}" dt="2023-03-12T20:48:06.707" v="197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add">
        <pc:chgData name="Danny Alberto" userId="01864023-a306-4040-9773-946c92c655fb" providerId="ADAL" clId="{B8235F96-60BD-E54B-8F73-D8CFDD2C0BB8}" dt="2023-03-12T20:47:32.925" v="153" actId="20577"/>
        <pc:sldMkLst>
          <pc:docMk/>
          <pc:sldMk cId="255003223" sldId="274"/>
        </pc:sldMkLst>
        <pc:spChg chg="mod">
          <ac:chgData name="Danny Alberto" userId="01864023-a306-4040-9773-946c92c655fb" providerId="ADAL" clId="{B8235F96-60BD-E54B-8F73-D8CFDD2C0BB8}" dt="2023-03-12T20:47:32.925" v="153" actId="20577"/>
          <ac:spMkLst>
            <pc:docMk/>
            <pc:sldMk cId="255003223" sldId="274"/>
            <ac:spMk id="2" creationId="{D5AEF18C-FB06-BAA3-83E2-76C6E9485757}"/>
          </ac:spMkLst>
        </pc:spChg>
        <pc:spChg chg="mod">
          <ac:chgData name="Danny Alberto" userId="01864023-a306-4040-9773-946c92c655fb" providerId="ADAL" clId="{B8235F96-60BD-E54B-8F73-D8CFDD2C0BB8}" dt="2023-03-12T20:47:04.126" v="133" actId="21"/>
          <ac:spMkLst>
            <pc:docMk/>
            <pc:sldMk cId="255003223" sldId="274"/>
            <ac:spMk id="3" creationId="{D2256D52-52DB-5EC4-B069-86181CE5A67F}"/>
          </ac:spMkLst>
        </pc:spChg>
      </pc:sldChg>
      <pc:sldChg chg="modSp add del">
        <pc:chgData name="Danny Alberto" userId="01864023-a306-4040-9773-946c92c655fb" providerId="ADAL" clId="{B8235F96-60BD-E54B-8F73-D8CFDD2C0BB8}" dt="2023-03-12T20:40:59.632" v="109" actId="2696"/>
        <pc:sldMkLst>
          <pc:docMk/>
          <pc:sldMk cId="2952021630" sldId="274"/>
        </pc:sldMkLst>
        <pc:spChg chg="mod">
          <ac:chgData name="Danny Alberto" userId="01864023-a306-4040-9773-946c92c655fb" providerId="ADAL" clId="{B8235F96-60BD-E54B-8F73-D8CFDD2C0BB8}" dt="2023-03-12T20:40:55.302" v="108" actId="20577"/>
          <ac:spMkLst>
            <pc:docMk/>
            <pc:sldMk cId="2952021630" sldId="274"/>
            <ac:spMk id="3" creationId="{D2256D52-52DB-5EC4-B069-86181CE5A67F}"/>
          </ac:spMkLst>
        </pc:spChg>
      </pc:sldChg>
    </pc:docChg>
  </pc:docChgLst>
  <pc:docChgLst>
    <pc:chgData name="Danny Alberto Luarte Canto" userId="01864023-a306-4040-9773-946c92c655fb" providerId="ADAL" clId="{F440B5D0-04B6-40D1-9ED8-3CD12711DA1B}"/>
    <pc:docChg chg="undo custSel addSld delSld modSld sldOrd">
      <pc:chgData name="Danny Alberto Luarte Canto" userId="01864023-a306-4040-9773-946c92c655fb" providerId="ADAL" clId="{F440B5D0-04B6-40D1-9ED8-3CD12711DA1B}" dt="2024-03-07T01:25:20.934" v="3425" actId="14100"/>
      <pc:docMkLst>
        <pc:docMk/>
      </pc:docMkLst>
      <pc:sldChg chg="modSp mod">
        <pc:chgData name="Danny Alberto Luarte Canto" userId="01864023-a306-4040-9773-946c92c655fb" providerId="ADAL" clId="{F440B5D0-04B6-40D1-9ED8-3CD12711DA1B}" dt="2024-03-06T17:20:24.493" v="50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440B5D0-04B6-40D1-9ED8-3CD12711DA1B}" dt="2024-03-06T17:20:24.493" v="50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6T19:00:55.830" v="559" actId="47"/>
        <pc:sldMkLst>
          <pc:docMk/>
          <pc:sldMk cId="2905431894" sldId="258"/>
        </pc:sldMkLst>
        <pc:spChg chg="mod">
          <ac:chgData name="Danny Alberto Luarte Canto" userId="01864023-a306-4040-9773-946c92c655fb" providerId="ADAL" clId="{F440B5D0-04B6-40D1-9ED8-3CD12711DA1B}" dt="2024-03-06T17:37:19.667" v="391" actId="20577"/>
          <ac:spMkLst>
            <pc:docMk/>
            <pc:sldMk cId="2905431894" sldId="258"/>
            <ac:spMk id="2" creationId="{AADD0399-1126-A4A5-B6EE-534BB134D682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36.581" v="393" actId="47"/>
        <pc:sldMkLst>
          <pc:docMk/>
          <pc:sldMk cId="344972090" sldId="259"/>
        </pc:sldMkLst>
      </pc:sldChg>
      <pc:sldChg chg="del">
        <pc:chgData name="Danny Alberto Luarte Canto" userId="01864023-a306-4040-9773-946c92c655fb" providerId="ADAL" clId="{F440B5D0-04B6-40D1-9ED8-3CD12711DA1B}" dt="2024-03-06T17:37:34.311" v="392" actId="47"/>
        <pc:sldMkLst>
          <pc:docMk/>
          <pc:sldMk cId="1461003787" sldId="260"/>
        </pc:sldMkLst>
      </pc:sldChg>
      <pc:sldChg chg="del">
        <pc:chgData name="Danny Alberto Luarte Canto" userId="01864023-a306-4040-9773-946c92c655fb" providerId="ADAL" clId="{F440B5D0-04B6-40D1-9ED8-3CD12711DA1B}" dt="2024-03-06T19:05:10.212" v="616" actId="47"/>
        <pc:sldMkLst>
          <pc:docMk/>
          <pc:sldMk cId="3450533065" sldId="261"/>
        </pc:sldMkLst>
      </pc:sldChg>
      <pc:sldChg chg="del">
        <pc:chgData name="Danny Alberto Luarte Canto" userId="01864023-a306-4040-9773-946c92c655fb" providerId="ADAL" clId="{F440B5D0-04B6-40D1-9ED8-3CD12711DA1B}" dt="2024-03-06T17:37:39.606" v="395" actId="47"/>
        <pc:sldMkLst>
          <pc:docMk/>
          <pc:sldMk cId="898572923" sldId="262"/>
        </pc:sldMkLst>
      </pc:sldChg>
      <pc:sldChg chg="del">
        <pc:chgData name="Danny Alberto Luarte Canto" userId="01864023-a306-4040-9773-946c92c655fb" providerId="ADAL" clId="{F440B5D0-04B6-40D1-9ED8-3CD12711DA1B}" dt="2024-03-06T17:37:38.960" v="394" actId="47"/>
        <pc:sldMkLst>
          <pc:docMk/>
          <pc:sldMk cId="4119847291" sldId="266"/>
        </pc:sldMkLst>
      </pc:sldChg>
      <pc:sldChg chg="addSp delSp modSp mod setBg">
        <pc:chgData name="Danny Alberto Luarte Canto" userId="01864023-a306-4040-9773-946c92c655fb" providerId="ADAL" clId="{F440B5D0-04B6-40D1-9ED8-3CD12711DA1B}" dt="2024-03-06T23:04:46.589" v="1436" actId="26606"/>
        <pc:sldMkLst>
          <pc:docMk/>
          <pc:sldMk cId="2218455948" sldId="268"/>
        </pc:sldMkLst>
        <pc:spChg chg="add del">
          <ac:chgData name="Danny Alberto Luarte Canto" userId="01864023-a306-4040-9773-946c92c655fb" providerId="ADAL" clId="{F440B5D0-04B6-40D1-9ED8-3CD12711DA1B}" dt="2024-03-06T21:55:19.091" v="751" actId="22"/>
          <ac:spMkLst>
            <pc:docMk/>
            <pc:sldMk cId="2218455948" sldId="268"/>
            <ac:spMk id="3" creationId="{68C6733A-19C6-7ED0-A143-CA3948BDEE86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6" creationId="{195EC640-63C1-E5B4-EBAC-BBE71C870CD0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5" creationId="{081E4A58-353D-44AE-B2FC-2A74E2E400F7}"/>
          </ac:spMkLst>
        </pc:spChg>
      </pc:sldChg>
      <pc:sldChg chg="del">
        <pc:chgData name="Danny Alberto Luarte Canto" userId="01864023-a306-4040-9773-946c92c655fb" providerId="ADAL" clId="{F440B5D0-04B6-40D1-9ED8-3CD12711DA1B}" dt="2024-03-06T17:19:06.508" v="33" actId="47"/>
        <pc:sldMkLst>
          <pc:docMk/>
          <pc:sldMk cId="3954892210" sldId="269"/>
        </pc:sldMkLst>
      </pc:sldChg>
      <pc:sldChg chg="modSp del mod">
        <pc:chgData name="Danny Alberto Luarte Canto" userId="01864023-a306-4040-9773-946c92c655fb" providerId="ADAL" clId="{F440B5D0-04B6-40D1-9ED8-3CD12711DA1B}" dt="2024-03-07T00:02:59.762" v="2113" actId="47"/>
        <pc:sldMkLst>
          <pc:docMk/>
          <pc:sldMk cId="2919403080" sldId="271"/>
        </pc:sldMkLst>
        <pc:spChg chg="mod">
          <ac:chgData name="Danny Alberto Luarte Canto" userId="01864023-a306-4040-9773-946c92c655fb" providerId="ADAL" clId="{F440B5D0-04B6-40D1-9ED8-3CD12711DA1B}" dt="2024-03-07T00:02:34.219" v="2110"/>
          <ac:spMkLst>
            <pc:docMk/>
            <pc:sldMk cId="2919403080" sldId="271"/>
            <ac:spMk id="2" creationId="{ED2C6B9C-92F5-56AF-A5FE-360E9B52FE7A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42.507" v="396" actId="47"/>
        <pc:sldMkLst>
          <pc:docMk/>
          <pc:sldMk cId="3146726808" sldId="272"/>
        </pc:sldMkLst>
      </pc:sldChg>
      <pc:sldChg chg="modSp del mod">
        <pc:chgData name="Danny Alberto Luarte Canto" userId="01864023-a306-4040-9773-946c92c655fb" providerId="ADAL" clId="{F440B5D0-04B6-40D1-9ED8-3CD12711DA1B}" dt="2024-03-06T23:50:10.367" v="2032" actId="47"/>
        <pc:sldMkLst>
          <pc:docMk/>
          <pc:sldMk cId="3952805714" sldId="273"/>
        </pc:sldMkLst>
        <pc:spChg chg="mod">
          <ac:chgData name="Danny Alberto Luarte Canto" userId="01864023-a306-4040-9773-946c92c655fb" providerId="ADAL" clId="{F440B5D0-04B6-40D1-9ED8-3CD12711DA1B}" dt="2024-03-06T19:06:14.713" v="673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F440B5D0-04B6-40D1-9ED8-3CD12711DA1B}" dt="2024-03-06T23:49:21.797" v="2005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7T00:03:03.346" v="2114" actId="47"/>
        <pc:sldMkLst>
          <pc:docMk/>
          <pc:sldMk cId="1602980298" sldId="274"/>
        </pc:sldMkLst>
        <pc:spChg chg="mod">
          <ac:chgData name="Danny Alberto Luarte Canto" userId="01864023-a306-4040-9773-946c92c655fb" providerId="ADAL" clId="{F440B5D0-04B6-40D1-9ED8-3CD12711DA1B}" dt="2024-03-07T00:02:37.288" v="2111"/>
          <ac:spMkLst>
            <pc:docMk/>
            <pc:sldMk cId="1602980298" sldId="274"/>
            <ac:spMk id="2" creationId="{ED2C6B9C-92F5-56AF-A5FE-360E9B52FE7A}"/>
          </ac:spMkLst>
        </pc:spChg>
      </pc:sldChg>
      <pc:sldChg chg="addSp modSp mod ord setBg">
        <pc:chgData name="Danny Alberto Luarte Canto" userId="01864023-a306-4040-9773-946c92c655fb" providerId="ADAL" clId="{F440B5D0-04B6-40D1-9ED8-3CD12711DA1B}" dt="2024-03-06T23:25:04.213" v="1630" actId="1076"/>
        <pc:sldMkLst>
          <pc:docMk/>
          <pc:sldMk cId="2399822016" sldId="275"/>
        </pc:sldMkLst>
        <pc:spChg chg="mo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F440B5D0-04B6-40D1-9ED8-3CD12711DA1B}" dt="2024-03-06T23:24:18.480" v="1625" actId="20577"/>
          <ac:spMkLst>
            <pc:docMk/>
            <pc:sldMk cId="2399822016" sldId="275"/>
            <ac:spMk id="3" creationId="{964C8A0A-72BB-9273-382C-3322E6BDC6A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8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2" creationId="{081E4A58-353D-44AE-B2FC-2A74E2E400F7}"/>
          </ac:spMkLst>
        </pc:spChg>
        <pc:picChg chg="add mod">
          <ac:chgData name="Danny Alberto Luarte Canto" userId="01864023-a306-4040-9773-946c92c655fb" providerId="ADAL" clId="{F440B5D0-04B6-40D1-9ED8-3CD12711DA1B}" dt="2024-03-06T23:25:04.213" v="1630" actId="1076"/>
          <ac:picMkLst>
            <pc:docMk/>
            <pc:sldMk cId="2399822016" sldId="275"/>
            <ac:picMk id="5" creationId="{D211772E-EFA6-6D4D-6923-3F6163BB2C83}"/>
          </ac:picMkLst>
        </pc:picChg>
      </pc:sldChg>
      <pc:sldChg chg="addSp delSp modSp mod ord setBg">
        <pc:chgData name="Danny Alberto Luarte Canto" userId="01864023-a306-4040-9773-946c92c655fb" providerId="ADAL" clId="{F440B5D0-04B6-40D1-9ED8-3CD12711DA1B}" dt="2024-03-07T00:16:04.337" v="2707" actId="123"/>
        <pc:sldMkLst>
          <pc:docMk/>
          <pc:sldMk cId="1676679384" sldId="276"/>
        </pc:sldMkLst>
        <pc:spChg chg="mo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2" creationId="{1E5B34E0-58E0-3A67-020E-19D1597B3AE3}"/>
          </ac:spMkLst>
        </pc:spChg>
        <pc:spChg chg="mod ord">
          <ac:chgData name="Danny Alberto Luarte Canto" userId="01864023-a306-4040-9773-946c92c655fb" providerId="ADAL" clId="{F440B5D0-04B6-40D1-9ED8-3CD12711DA1B}" dt="2024-03-07T00:16:04.337" v="2707" actId="123"/>
          <ac:spMkLst>
            <pc:docMk/>
            <pc:sldMk cId="1676679384" sldId="276"/>
            <ac:spMk id="3" creationId="{BC8D48BF-960A-9724-E8BB-52D6411FB5E4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1" creationId="{72D05657-94EE-4B2D-BC1B-A1D065063658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3" creationId="{7586665A-47B3-4AEE-BC94-15D89FF706B3}"/>
          </ac:spMkLst>
        </pc:spChg>
        <pc:picChg chg="add del mod">
          <ac:chgData name="Danny Alberto Luarte Canto" userId="01864023-a306-4040-9773-946c92c655fb" providerId="ADAL" clId="{F440B5D0-04B6-40D1-9ED8-3CD12711DA1B}" dt="2024-03-06T23:52:20.631" v="2034" actId="478"/>
          <ac:picMkLst>
            <pc:docMk/>
            <pc:sldMk cId="1676679384" sldId="276"/>
            <ac:picMk id="4" creationId="{144E9BB6-9624-93B7-7202-58F1D44F1D7D}"/>
          </ac:picMkLst>
        </pc:picChg>
        <pc:picChg chg="add mod ord">
          <ac:chgData name="Danny Alberto Luarte Canto" userId="01864023-a306-4040-9773-946c92c655fb" providerId="ADAL" clId="{F440B5D0-04B6-40D1-9ED8-3CD12711DA1B}" dt="2024-03-07T00:00:02.127" v="2088" actId="1076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F440B5D0-04B6-40D1-9ED8-3CD12711DA1B}" dt="2024-03-06T23:59:56.399" v="2086" actId="107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F440B5D0-04B6-40D1-9ED8-3CD12711DA1B}" dt="2024-03-07T00:00:00.765" v="2087" actId="1076"/>
          <ac:picMkLst>
            <pc:docMk/>
            <pc:sldMk cId="1676679384" sldId="276"/>
            <ac:picMk id="8" creationId="{47BA52E9-40C3-DBC2-0227-CB7E03D0575B}"/>
          </ac:picMkLst>
        </pc:picChg>
        <pc:picChg chg="add mod">
          <ac:chgData name="Danny Alberto Luarte Canto" userId="01864023-a306-4040-9773-946c92c655fb" providerId="ADAL" clId="{F440B5D0-04B6-40D1-9ED8-3CD12711DA1B}" dt="2024-03-07T00:01:01.961" v="2093" actId="1076"/>
          <ac:picMkLst>
            <pc:docMk/>
            <pc:sldMk cId="1676679384" sldId="276"/>
            <ac:picMk id="10" creationId="{41615C97-E348-F781-21FE-5DEF050E7F40}"/>
          </ac:picMkLst>
        </pc:picChg>
      </pc:sldChg>
      <pc:sldChg chg="addSp delSp add del mod">
        <pc:chgData name="Danny Alberto Luarte Canto" userId="01864023-a306-4040-9773-946c92c655fb" providerId="ADAL" clId="{F440B5D0-04B6-40D1-9ED8-3CD12711DA1B}" dt="2024-03-06T17:20:46.343" v="56" actId="47"/>
        <pc:sldMkLst>
          <pc:docMk/>
          <pc:sldMk cId="502389309" sldId="277"/>
        </pc:sldMkLst>
        <pc:spChg chg="add del">
          <ac:chgData name="Danny Alberto Luarte Canto" userId="01864023-a306-4040-9773-946c92c655fb" providerId="ADAL" clId="{F440B5D0-04B6-40D1-9ED8-3CD12711DA1B}" dt="2024-03-06T17:20:36.198" v="52" actId="22"/>
          <ac:spMkLst>
            <pc:docMk/>
            <pc:sldMk cId="502389309" sldId="277"/>
            <ac:spMk id="6" creationId="{7E0F2DBC-13C2-E0F3-D607-F9B26CA5F604}"/>
          </ac:spMkLst>
        </pc:spChg>
        <pc:spChg chg="add del">
          <ac:chgData name="Danny Alberto Luarte Canto" userId="01864023-a306-4040-9773-946c92c655fb" providerId="ADAL" clId="{F440B5D0-04B6-40D1-9ED8-3CD12711DA1B}" dt="2024-03-06T17:20:39.324" v="54" actId="22"/>
          <ac:spMkLst>
            <pc:docMk/>
            <pc:sldMk cId="502389309" sldId="277"/>
            <ac:spMk id="9" creationId="{80C49D05-C187-8D8E-2DF7-8CABEB4091C8}"/>
          </ac:spMkLst>
        </pc:spChg>
      </pc:sldChg>
      <pc:sldChg chg="add">
        <pc:chgData name="Danny Alberto Luarte Canto" userId="01864023-a306-4040-9773-946c92c655fb" providerId="ADAL" clId="{F440B5D0-04B6-40D1-9ED8-3CD12711DA1B}" dt="2024-03-06T17:20:43.653" v="55"/>
        <pc:sldMkLst>
          <pc:docMk/>
          <pc:sldMk cId="2593998083" sldId="278"/>
        </pc:sldMkLst>
      </pc:sldChg>
      <pc:sldChg chg="addSp delSp modSp new mod setBg">
        <pc:chgData name="Danny Alberto Luarte Canto" userId="01864023-a306-4040-9773-946c92c655fb" providerId="ADAL" clId="{F440B5D0-04B6-40D1-9ED8-3CD12711DA1B}" dt="2024-03-07T00:04:39.996" v="2123" actId="1076"/>
        <pc:sldMkLst>
          <pc:docMk/>
          <pc:sldMk cId="1864721776" sldId="279"/>
        </pc:sldMkLst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2" creationId="{AD0261FD-12EC-E96B-8788-D46D47618D92}"/>
          </ac:spMkLst>
        </pc:spChg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3" creationId="{B588C798-762A-EF46-F83E-F9B993942267}"/>
          </ac:spMkLst>
        </pc:spChg>
        <pc:spChg chg="add mod">
          <ac:chgData name="Danny Alberto Luarte Canto" userId="01864023-a306-4040-9773-946c92c655fb" providerId="ADAL" clId="{F440B5D0-04B6-40D1-9ED8-3CD12711DA1B}" dt="2024-03-07T00:04:39.996" v="2123" actId="1076"/>
          <ac:spMkLst>
            <pc:docMk/>
            <pc:sldMk cId="1864721776" sldId="279"/>
            <ac:spMk id="4" creationId="{ED8AAC5C-A0F3-787F-F310-E9B67D4E2D78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8" creationId="{1BB867FF-FC45-48F7-8104-F89BE54909F1}"/>
          </ac:spMkLst>
        </pc:spChg>
        <pc:spChg chg="add del">
          <ac:chgData name="Danny Alberto Luarte Canto" userId="01864023-a306-4040-9773-946c92c655fb" providerId="ADAL" clId="{F440B5D0-04B6-40D1-9ED8-3CD12711DA1B}" dt="2024-03-06T22:39:22.335" v="1219" actId="26606"/>
          <ac:spMkLst>
            <pc:docMk/>
            <pc:sldMk cId="1864721776" sldId="279"/>
            <ac:spMk id="9" creationId="{D009D6D5-DAC2-4A8B-A17A-E206B9012D09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1" creationId="{21540236-BFD5-4A9D-8840-4703E7F76825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2" creationId="{081E4A58-353D-44AE-B2FC-2A74E2E400F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3" creationId="{2C61293E-6EBE-43EF-A52C-9BEBFD7679D4}"/>
          </ac:spMkLst>
        </pc:spChg>
        <pc:picChg chg="add del">
          <ac:chgData name="Danny Alberto Luarte Canto" userId="01864023-a306-4040-9773-946c92c655fb" providerId="ADAL" clId="{F440B5D0-04B6-40D1-9ED8-3CD12711DA1B}" dt="2024-03-06T22:39:22.335" v="1219" actId="26606"/>
          <ac:picMkLst>
            <pc:docMk/>
            <pc:sldMk cId="1864721776" sldId="279"/>
            <ac:picMk id="5" creationId="{9FC07A98-ED26-A491-89E2-2B6D1FB04D48}"/>
          </ac:picMkLst>
        </pc:picChg>
        <pc:picChg chg="add">
          <ac:chgData name="Danny Alberto Luarte Canto" userId="01864023-a306-4040-9773-946c92c655fb" providerId="ADAL" clId="{F440B5D0-04B6-40D1-9ED8-3CD12711DA1B}" dt="2024-03-06T22:39:22.350" v="1220" actId="26606"/>
          <ac:picMkLst>
            <pc:docMk/>
            <pc:sldMk cId="1864721776" sldId="279"/>
            <ac:picMk id="14" creationId="{8D56F9D0-C31A-21D5-20FB-7B31ABC5C4CD}"/>
          </ac:picMkLst>
        </pc:picChg>
      </pc:sldChg>
      <pc:sldChg chg="addSp modSp add mod setBg">
        <pc:chgData name="Danny Alberto Luarte Canto" userId="01864023-a306-4040-9773-946c92c655fb" providerId="ADAL" clId="{F440B5D0-04B6-40D1-9ED8-3CD12711DA1B}" dt="2024-03-06T23:07:00.690" v="1458" actId="115"/>
        <pc:sldMkLst>
          <pc:docMk/>
          <pc:sldMk cId="3746788493" sldId="280"/>
        </pc:sldMkLst>
        <pc:spChg chg="mod">
          <ac:chgData name="Danny Alberto Luarte Canto" userId="01864023-a306-4040-9773-946c92c655fb" providerId="ADAL" clId="{F440B5D0-04B6-40D1-9ED8-3CD12711DA1B}" dt="2024-03-06T23:07:00.690" v="1458" actId="115"/>
          <ac:spMkLst>
            <pc:docMk/>
            <pc:sldMk cId="3746788493" sldId="280"/>
            <ac:spMk id="5" creationId="{9B0D529C-5477-E60C-E0DD-D05E31D163EE}"/>
          </ac:spMkLst>
        </pc:spChg>
        <pc:spChg chg="mo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6" creationId="{712EB352-0271-46C0-6192-05460DA61C1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5" creationId="{081E4A58-353D-44AE-B2FC-2A74E2E400F7}"/>
          </ac:spMkLst>
        </pc:spChg>
      </pc:sldChg>
      <pc:sldChg chg="addSp modSp add mod ord setBg">
        <pc:chgData name="Danny Alberto Luarte Canto" userId="01864023-a306-4040-9773-946c92c655fb" providerId="ADAL" clId="{F440B5D0-04B6-40D1-9ED8-3CD12711DA1B}" dt="2024-03-07T00:37:08.882" v="3356" actId="120"/>
        <pc:sldMkLst>
          <pc:docMk/>
          <pc:sldMk cId="2414582946" sldId="281"/>
        </pc:sldMkLst>
        <pc:spChg chg="mod">
          <ac:chgData name="Danny Alberto Luarte Canto" userId="01864023-a306-4040-9773-946c92c655fb" providerId="ADAL" clId="{F440B5D0-04B6-40D1-9ED8-3CD12711DA1B}" dt="2024-03-07T00:37:08.882" v="3356" actId="120"/>
          <ac:spMkLst>
            <pc:docMk/>
            <pc:sldMk cId="2414582946" sldId="281"/>
            <ac:spMk id="5" creationId="{002DBE6F-6193-FCEA-51BB-CC2BB6FF1FA2}"/>
          </ac:spMkLst>
        </pc:spChg>
        <pc:spChg chg="mo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6" creationId="{57EA1751-76F2-EC7E-BD8C-3D4EB8955975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2" creationId="{D2B783EE-0239-4717-BBEA-8C9EAC61C824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4" creationId="{A7B99495-F43F-4D80-A44F-2CB4764EB90B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6" creationId="{70BEB1E7-2F88-40BC-B73D-42E5B6F80BFC}"/>
          </ac:spMkLst>
        </pc:spChg>
        <pc:picChg chg="add mod or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3" creationId="{B87A474A-A9BC-A23B-B65F-AB23B6E8A588}"/>
          </ac:picMkLst>
        </pc:picChg>
        <pc:picChg chg="add mo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7" creationId="{A0476704-B381-CE42-DA18-2BB2B0331201}"/>
          </ac:picMkLst>
        </pc:picChg>
      </pc:sldChg>
      <pc:sldChg chg="new del">
        <pc:chgData name="Danny Alberto Luarte Canto" userId="01864023-a306-4040-9773-946c92c655fb" providerId="ADAL" clId="{F440B5D0-04B6-40D1-9ED8-3CD12711DA1B}" dt="2024-03-06T22:19:59.874" v="855" actId="680"/>
        <pc:sldMkLst>
          <pc:docMk/>
          <pc:sldMk cId="3157684164" sldId="281"/>
        </pc:sldMkLst>
      </pc:sldChg>
      <pc:sldChg chg="addSp delSp modSp add mod setBg">
        <pc:chgData name="Danny Alberto Luarte Canto" userId="01864023-a306-4040-9773-946c92c655fb" providerId="ADAL" clId="{F440B5D0-04B6-40D1-9ED8-3CD12711DA1B}" dt="2024-03-06T23:13:42.839" v="1524" actId="123"/>
        <pc:sldMkLst>
          <pc:docMk/>
          <pc:sldMk cId="2301236418" sldId="282"/>
        </pc:sldMkLst>
        <pc:spChg chg="mod">
          <ac:chgData name="Danny Alberto Luarte Canto" userId="01864023-a306-4040-9773-946c92c655fb" providerId="ADAL" clId="{F440B5D0-04B6-40D1-9ED8-3CD12711DA1B}" dt="2024-03-06T23:13:42.839" v="1524" actId="123"/>
          <ac:spMkLst>
            <pc:docMk/>
            <pc:sldMk cId="2301236418" sldId="282"/>
            <ac:spMk id="5" creationId="{888B4EC9-14FD-BC79-7756-89FF605204A5}"/>
          </ac:spMkLst>
        </pc:spChg>
        <pc:spChg chg="mod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6" creationId="{3354EA4F-7AE5-8B16-661A-B8D002582FF3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8" creationId="{99F1FFA9-D672-408C-9220-ADEEC6ABDD09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0" creationId="{D2B783EE-0239-4717-BBEA-8C9EAC61C824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1" creationId="{45D37F4E-DDB4-456B-97E0-9937730A039F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3" creationId="{B2DD41CD-8F47-4F56-AD12-4E2FF7696987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7" creationId="{70BEB1E7-2F88-40BC-B73D-42E5B6F80BFC}"/>
          </ac:spMkLst>
        </pc:spChg>
        <pc:spChg chg="add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19" creationId="{99F1FFA9-D672-408C-9220-ADEEC6ABDD09}"/>
          </ac:spMkLst>
        </pc:sp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2" creationId="{7E2E6FB7-7FEA-CA0D-DCEE-FD44C80CB58A}"/>
          </ac:picMkLst>
        </pc:pic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3" creationId="{C397F427-FF35-A68E-A088-7A8539D5F914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6T23:13:26.106" v="1523" actId="123"/>
        <pc:sldMkLst>
          <pc:docMk/>
          <pc:sldMk cId="680837511" sldId="283"/>
        </pc:sldMkLst>
        <pc:spChg chg="mod">
          <ac:chgData name="Danny Alberto Luarte Canto" userId="01864023-a306-4040-9773-946c92c655fb" providerId="ADAL" clId="{F440B5D0-04B6-40D1-9ED8-3CD12711DA1B}" dt="2024-03-06T23:13:26.106" v="1523" actId="123"/>
          <ac:spMkLst>
            <pc:docMk/>
            <pc:sldMk cId="680837511" sldId="283"/>
            <ac:spMk id="5" creationId="{5A049559-648E-027B-933D-6EB743E03256}"/>
          </ac:spMkLst>
        </pc:spChg>
        <pc:picChg chg="del">
          <ac:chgData name="Danny Alberto Luarte Canto" userId="01864023-a306-4040-9773-946c92c655fb" providerId="ADAL" clId="{F440B5D0-04B6-40D1-9ED8-3CD12711DA1B}" dt="2024-03-06T22:57:30.277" v="1315" actId="478"/>
          <ac:picMkLst>
            <pc:docMk/>
            <pc:sldMk cId="680837511" sldId="283"/>
            <ac:picMk id="3" creationId="{F8BC377C-165B-FC3C-D311-50A5A2AAFDD3}"/>
          </ac:picMkLst>
        </pc:picChg>
        <pc:picChg chg="add mod">
          <ac:chgData name="Danny Alberto Luarte Canto" userId="01864023-a306-4040-9773-946c92c655fb" providerId="ADAL" clId="{F440B5D0-04B6-40D1-9ED8-3CD12711DA1B}" dt="2024-03-06T22:57:47.336" v="1319" actId="1076"/>
          <ac:picMkLst>
            <pc:docMk/>
            <pc:sldMk cId="680837511" sldId="283"/>
            <ac:picMk id="4" creationId="{42E225E6-628E-EA26-0B16-EE9749A59CAE}"/>
          </ac:picMkLst>
        </pc:picChg>
        <pc:picChg chg="del">
          <ac:chgData name="Danny Alberto Luarte Canto" userId="01864023-a306-4040-9773-946c92c655fb" providerId="ADAL" clId="{F440B5D0-04B6-40D1-9ED8-3CD12711DA1B}" dt="2024-03-06T22:57:34.239" v="1316" actId="478"/>
          <ac:picMkLst>
            <pc:docMk/>
            <pc:sldMk cId="680837511" sldId="283"/>
            <ac:picMk id="7" creationId="{F5AE52E8-22AC-C021-FDF4-E7669CE2FCC8}"/>
          </ac:picMkLst>
        </pc:picChg>
      </pc:sldChg>
      <pc:sldChg chg="addSp delSp modSp add mod setBg">
        <pc:chgData name="Danny Alberto Luarte Canto" userId="01864023-a306-4040-9773-946c92c655fb" providerId="ADAL" clId="{F440B5D0-04B6-40D1-9ED8-3CD12711DA1B}" dt="2024-03-06T23:45:23.741" v="1979" actId="20577"/>
        <pc:sldMkLst>
          <pc:docMk/>
          <pc:sldMk cId="4153099010" sldId="284"/>
        </pc:sldMkLst>
        <pc:spChg chg="mod ord">
          <ac:chgData name="Danny Alberto Luarte Canto" userId="01864023-a306-4040-9773-946c92c655fb" providerId="ADAL" clId="{F440B5D0-04B6-40D1-9ED8-3CD12711DA1B}" dt="2024-03-06T23:45:23.741" v="1979" actId="20577"/>
          <ac:spMkLst>
            <pc:docMk/>
            <pc:sldMk cId="4153099010" sldId="284"/>
            <ac:spMk id="5" creationId="{038BC919-548B-5607-D9F1-FBF218E600FE}"/>
          </ac:spMkLst>
        </pc:spChg>
        <pc:spChg chg="mo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6" creationId="{EC8FEDC8-ABD3-A2AA-D594-2A087F292550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1" creationId="{649C91A9-84E7-4BF0-9026-62F01380D853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3" creationId="{9B47378D-AD27-45D0-8C1C-5B1098DCC068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5" creationId="{426B127E-6498-4C77-9C9D-4553A5113B80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6" creationId="{4AC6B390-BC59-4F1D-A0EE-D71A92F0A0B2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7" creationId="{B6C60D79-16F1-4C4B-B7E3-7634E7069CDE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19" creationId="{2EB492CD-616E-47F8-933B-5E2D952A0593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0" creationId="{59383CF9-23B5-4335-9B21-1791C4CF1C75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1" creationId="{0007FE00-9498-4706-B255-6437B0252C02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3" creationId="{77C59BEC-C4CC-4741-B975-08C543178D3D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4" creationId="{72DEF309-605D-4117-9340-6D589B6C3A34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7" creationId="{90D01200-0224-43C5-AB38-FB4D16B73FB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8" creationId="{728A44A4-A002-4A88-9FC9-1D0566C97A4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9" creationId="{3E7D5C7B-DD16-401B-85CE-4AAA2A4F5136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4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6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8" creationId="{0007FE00-9498-4706-B255-6437B0252C02}"/>
          </ac:spMkLst>
        </pc:spChg>
        <pc:picChg chg="add mod ord">
          <ac:chgData name="Danny Alberto Luarte Canto" userId="01864023-a306-4040-9773-946c92c655fb" providerId="ADAL" clId="{F440B5D0-04B6-40D1-9ED8-3CD12711DA1B}" dt="2024-03-06T23:12:48.070" v="1518" actId="26606"/>
          <ac:picMkLst>
            <pc:docMk/>
            <pc:sldMk cId="4153099010" sldId="284"/>
            <ac:picMk id="3" creationId="{68008097-FB63-BC47-C139-935AFD87B0C8}"/>
          </ac:picMkLst>
        </pc:picChg>
      </pc:sldChg>
      <pc:sldChg chg="addSp delSp modSp add mod setBg addAnim delAnim">
        <pc:chgData name="Danny Alberto Luarte Canto" userId="01864023-a306-4040-9773-946c92c655fb" providerId="ADAL" clId="{F440B5D0-04B6-40D1-9ED8-3CD12711DA1B}" dt="2024-03-06T23:33:01.211" v="1681" actId="20577"/>
        <pc:sldMkLst>
          <pc:docMk/>
          <pc:sldMk cId="1996446180" sldId="285"/>
        </pc:sldMkLst>
        <pc:spChg chg="mo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" creationId="{FB0EE92E-00C3-20C8-C70A-8E252A4B0DC1}"/>
          </ac:spMkLst>
        </pc:spChg>
        <pc:spChg chg="add del mod ord">
          <ac:chgData name="Danny Alberto Luarte Canto" userId="01864023-a306-4040-9773-946c92c655fb" providerId="ADAL" clId="{F440B5D0-04B6-40D1-9ED8-3CD12711DA1B}" dt="2024-03-06T23:33:01.211" v="1681" actId="20577"/>
          <ac:spMkLst>
            <pc:docMk/>
            <pc:sldMk cId="1996446180" sldId="285"/>
            <ac:spMk id="3" creationId="{B011E29B-5E5B-B62E-36A5-9EFB796F03F7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4" creationId="{B9E248E0-55F8-4E45-A07F-B49E0EEA97ED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6" creationId="{311F016A-A753-449B-9EA6-322199B7119E}"/>
          </ac:spMkLst>
        </pc:spChg>
        <pc:spChg chg="add del">
          <ac:chgData name="Danny Alberto Luarte Canto" userId="01864023-a306-4040-9773-946c92c655fb" providerId="ADAL" clId="{F440B5D0-04B6-40D1-9ED8-3CD12711DA1B}" dt="2024-03-06T23:32:36.046" v="1673" actId="26606"/>
          <ac:spMkLst>
            <pc:docMk/>
            <pc:sldMk cId="1996446180" sldId="285"/>
            <ac:spMk id="18" creationId="{99ED5833-B85B-4103-8A3B-CAB0308E6C15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0" creationId="{53E60C6D-4E85-4E14-BCDF-BF15C241F7CA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1" creationId="{7D42D292-4C48-479B-9E59-E29CD9871C0C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2" creationId="{533DF362-939D-4EEE-8DC4-6B54607E5611}"/>
          </ac:spMkLst>
        </pc:spChg>
        <pc:picChg chg="add del mod ord">
          <ac:chgData name="Danny Alberto Luarte Canto" userId="01864023-a306-4040-9773-946c92c655fb" providerId="ADAL" clId="{F440B5D0-04B6-40D1-9ED8-3CD12711DA1B}" dt="2024-03-06T23:28:42.258" v="1633" actId="22"/>
          <ac:picMkLst>
            <pc:docMk/>
            <pc:sldMk cId="1996446180" sldId="285"/>
            <ac:picMk id="5" creationId="{DF6C4CEC-4348-7020-00A5-E18C8F9FFF11}"/>
          </ac:picMkLst>
        </pc:picChg>
        <pc:picChg chg="add mod ord">
          <ac:chgData name="Danny Alberto Luarte Canto" userId="01864023-a306-4040-9773-946c92c655fb" providerId="ADAL" clId="{F440B5D0-04B6-40D1-9ED8-3CD12711DA1B}" dt="2024-03-06T23:32:51.232" v="1680" actId="14100"/>
          <ac:picMkLst>
            <pc:docMk/>
            <pc:sldMk cId="1996446180" sldId="285"/>
            <ac:picMk id="7" creationId="{783B3898-5611-F04F-A880-E2152E62140C}"/>
          </ac:picMkLst>
        </pc:picChg>
        <pc:picChg chg="add mod">
          <ac:chgData name="Danny Alberto Luarte Canto" userId="01864023-a306-4040-9773-946c92c655fb" providerId="ADAL" clId="{F440B5D0-04B6-40D1-9ED8-3CD12711DA1B}" dt="2024-03-06T23:32:44.709" v="1677" actId="1076"/>
          <ac:picMkLst>
            <pc:docMk/>
            <pc:sldMk cId="1996446180" sldId="285"/>
            <ac:picMk id="9" creationId="{14BC10B3-CAC0-2E58-F33F-A8D0374FA729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02:39.602" v="2112"/>
        <pc:sldMkLst>
          <pc:docMk/>
          <pc:sldMk cId="492445813" sldId="286"/>
        </pc:sldMkLst>
        <pc:spChg chg="mod">
          <ac:chgData name="Danny Alberto Luarte Canto" userId="01864023-a306-4040-9773-946c92c655fb" providerId="ADAL" clId="{F440B5D0-04B6-40D1-9ED8-3CD12711DA1B}" dt="2024-03-07T00:02:39.602" v="2112"/>
          <ac:spMkLst>
            <pc:docMk/>
            <pc:sldMk cId="492445813" sldId="286"/>
            <ac:spMk id="2" creationId="{BCDBED66-1BC5-A75B-500E-3CF60EDCC9D3}"/>
          </ac:spMkLst>
        </pc:spChg>
        <pc:spChg chg="mod">
          <ac:chgData name="Danny Alberto Luarte Canto" userId="01864023-a306-4040-9773-946c92c655fb" providerId="ADAL" clId="{F440B5D0-04B6-40D1-9ED8-3CD12711DA1B}" dt="2024-03-07T00:02:14.046" v="2104" actId="5793"/>
          <ac:spMkLst>
            <pc:docMk/>
            <pc:sldMk cId="492445813" sldId="286"/>
            <ac:spMk id="3" creationId="{8132A491-B198-9EC7-2B3F-3769D32EB9A2}"/>
          </ac:spMkLst>
        </pc:spChg>
        <pc:picChg chg="del">
          <ac:chgData name="Danny Alberto Luarte Canto" userId="01864023-a306-4040-9773-946c92c655fb" providerId="ADAL" clId="{F440B5D0-04B6-40D1-9ED8-3CD12711DA1B}" dt="2024-03-06T23:21:19.207" v="1620" actId="478"/>
          <ac:picMkLst>
            <pc:docMk/>
            <pc:sldMk cId="492445813" sldId="286"/>
            <ac:picMk id="5" creationId="{137328EB-6F5A-6B77-D323-50BEFD6C7254}"/>
          </ac:picMkLst>
        </pc:picChg>
        <pc:picChg chg="add mod">
          <ac:chgData name="Danny Alberto Luarte Canto" userId="01864023-a306-4040-9773-946c92c655fb" providerId="ADAL" clId="{F440B5D0-04B6-40D1-9ED8-3CD12711DA1B}" dt="2024-03-07T00:02:18.539" v="2109" actId="1035"/>
          <ac:picMkLst>
            <pc:docMk/>
            <pc:sldMk cId="492445813" sldId="286"/>
            <ac:picMk id="6" creationId="{48F4C964-6BC8-ECB3-D327-D8D4445CA68A}"/>
          </ac:picMkLst>
        </pc:picChg>
        <pc:picChg chg="del mod">
          <ac:chgData name="Danny Alberto Luarte Canto" userId="01864023-a306-4040-9773-946c92c655fb" providerId="ADAL" clId="{F440B5D0-04B6-40D1-9ED8-3CD12711DA1B}" dt="2024-03-07T00:02:04.411" v="2101" actId="478"/>
          <ac:picMkLst>
            <pc:docMk/>
            <pc:sldMk cId="492445813" sldId="286"/>
            <ac:picMk id="7" creationId="{5AC32D6C-4908-5D96-195B-6E859ECBAFA1}"/>
          </ac:picMkLst>
        </pc:picChg>
      </pc:sldChg>
      <pc:sldChg chg="delSp modSp add mod ord">
        <pc:chgData name="Danny Alberto Luarte Canto" userId="01864023-a306-4040-9773-946c92c655fb" providerId="ADAL" clId="{F440B5D0-04B6-40D1-9ED8-3CD12711DA1B}" dt="2024-03-06T23:37:14.802" v="1713" actId="123"/>
        <pc:sldMkLst>
          <pc:docMk/>
          <pc:sldMk cId="1192194737" sldId="287"/>
        </pc:sldMkLst>
        <pc:spChg chg="mod">
          <ac:chgData name="Danny Alberto Luarte Canto" userId="01864023-a306-4040-9773-946c92c655fb" providerId="ADAL" clId="{F440B5D0-04B6-40D1-9ED8-3CD12711DA1B}" dt="2024-03-06T23:37:14.802" v="1713" actId="123"/>
          <ac:spMkLst>
            <pc:docMk/>
            <pc:sldMk cId="1192194737" sldId="287"/>
            <ac:spMk id="3" creationId="{BF2B6793-C650-6FC4-B24C-1AE316DFE788}"/>
          </ac:spMkLst>
        </pc:spChg>
        <pc:picChg chg="del">
          <ac:chgData name="Danny Alberto Luarte Canto" userId="01864023-a306-4040-9773-946c92c655fb" providerId="ADAL" clId="{F440B5D0-04B6-40D1-9ED8-3CD12711DA1B}" dt="2024-03-06T23:36:18.944" v="1693" actId="478"/>
          <ac:picMkLst>
            <pc:docMk/>
            <pc:sldMk cId="1192194737" sldId="287"/>
            <ac:picMk id="5" creationId="{245F5FFB-D1C7-7785-95CE-BCD2FA8DA005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45:10.255" v="3394" actId="20577"/>
        <pc:sldMkLst>
          <pc:docMk/>
          <pc:sldMk cId="1879725831" sldId="288"/>
        </pc:sldMkLst>
        <pc:spChg chg="mod">
          <ac:chgData name="Danny Alberto Luarte Canto" userId="01864023-a306-4040-9773-946c92c655fb" providerId="ADAL" clId="{F440B5D0-04B6-40D1-9ED8-3CD12711DA1B}" dt="2024-03-07T00:45:10.255" v="3394" actId="20577"/>
          <ac:spMkLst>
            <pc:docMk/>
            <pc:sldMk cId="1879725831" sldId="288"/>
            <ac:spMk id="3" creationId="{CC8A803F-9FA0-679D-C95E-99BF801F7D54}"/>
          </ac:spMkLst>
        </pc:spChg>
        <pc:picChg chg="del">
          <ac:chgData name="Danny Alberto Luarte Canto" userId="01864023-a306-4040-9773-946c92c655fb" providerId="ADAL" clId="{F440B5D0-04B6-40D1-9ED8-3CD12711DA1B}" dt="2024-03-07T00:09:56.307" v="2478" actId="478"/>
          <ac:picMkLst>
            <pc:docMk/>
            <pc:sldMk cId="1879725831" sldId="288"/>
            <ac:picMk id="5" creationId="{95002666-F2D9-E036-4CC6-2C467813F676}"/>
          </ac:picMkLst>
        </pc:picChg>
        <pc:picChg chg="del">
          <ac:chgData name="Danny Alberto Luarte Canto" userId="01864023-a306-4040-9773-946c92c655fb" providerId="ADAL" clId="{F440B5D0-04B6-40D1-9ED8-3CD12711DA1B}" dt="2024-03-07T00:09:54.586" v="2477" actId="478"/>
          <ac:picMkLst>
            <pc:docMk/>
            <pc:sldMk cId="1879725831" sldId="288"/>
            <ac:picMk id="6" creationId="{61F75D8B-422F-72CF-3372-9EDD3F8A4B7E}"/>
          </ac:picMkLst>
        </pc:picChg>
        <pc:picChg chg="add mod">
          <ac:chgData name="Danny Alberto Luarte Canto" userId="01864023-a306-4040-9773-946c92c655fb" providerId="ADAL" clId="{F440B5D0-04B6-40D1-9ED8-3CD12711DA1B}" dt="2024-03-07T00:26:15.569" v="3219" actId="1076"/>
          <ac:picMkLst>
            <pc:docMk/>
            <pc:sldMk cId="1879725831" sldId="288"/>
            <ac:picMk id="7" creationId="{66AD1287-0A75-DF02-B1AC-05F8DF7E3CD6}"/>
          </ac:picMkLst>
        </pc:picChg>
        <pc:picChg chg="del">
          <ac:chgData name="Danny Alberto Luarte Canto" userId="01864023-a306-4040-9773-946c92c655fb" providerId="ADAL" clId="{F440B5D0-04B6-40D1-9ED8-3CD12711DA1B}" dt="2024-03-07T00:09:58.324" v="2480" actId="478"/>
          <ac:picMkLst>
            <pc:docMk/>
            <pc:sldMk cId="1879725831" sldId="288"/>
            <ac:picMk id="8" creationId="{4CCAACC7-40A6-5F60-DA07-F68A48038F5C}"/>
          </ac:picMkLst>
        </pc:picChg>
        <pc:picChg chg="del">
          <ac:chgData name="Danny Alberto Luarte Canto" userId="01864023-a306-4040-9773-946c92c655fb" providerId="ADAL" clId="{F440B5D0-04B6-40D1-9ED8-3CD12711DA1B}" dt="2024-03-07T00:09:57.026" v="2479" actId="478"/>
          <ac:picMkLst>
            <pc:docMk/>
            <pc:sldMk cId="1879725831" sldId="288"/>
            <ac:picMk id="10" creationId="{D3650DFD-D9A9-01E6-5D55-1258ABDE868F}"/>
          </ac:picMkLst>
        </pc:picChg>
      </pc:sldChg>
      <pc:sldChg chg="modSp add del mod">
        <pc:chgData name="Danny Alberto Luarte Canto" userId="01864023-a306-4040-9773-946c92c655fb" providerId="ADAL" clId="{F440B5D0-04B6-40D1-9ED8-3CD12711DA1B}" dt="2024-03-06T23:51:26.569" v="2033" actId="47"/>
        <pc:sldMkLst>
          <pc:docMk/>
          <pc:sldMk cId="3754747962" sldId="288"/>
        </pc:sldMkLst>
        <pc:spChg chg="mod">
          <ac:chgData name="Danny Alberto Luarte Canto" userId="01864023-a306-4040-9773-946c92c655fb" providerId="ADAL" clId="{F440B5D0-04B6-40D1-9ED8-3CD12711DA1B}" dt="2024-03-06T23:44:07.333" v="1970" actId="20577"/>
          <ac:spMkLst>
            <pc:docMk/>
            <pc:sldMk cId="3754747962" sldId="288"/>
            <ac:spMk id="3" creationId="{3EC65D51-963D-21B3-138B-FF039324A730}"/>
          </ac:spMkLst>
        </pc:spChg>
      </pc:sldChg>
      <pc:sldChg chg="addSp delSp modSp add mod">
        <pc:chgData name="Danny Alberto Luarte Canto" userId="01864023-a306-4040-9773-946c92c655fb" providerId="ADAL" clId="{F440B5D0-04B6-40D1-9ED8-3CD12711DA1B}" dt="2024-03-07T00:45:29.546" v="3406" actId="20577"/>
        <pc:sldMkLst>
          <pc:docMk/>
          <pc:sldMk cId="3617320928" sldId="289"/>
        </pc:sldMkLst>
        <pc:spChg chg="mod">
          <ac:chgData name="Danny Alberto Luarte Canto" userId="01864023-a306-4040-9773-946c92c655fb" providerId="ADAL" clId="{F440B5D0-04B6-40D1-9ED8-3CD12711DA1B}" dt="2024-03-07T00:45:29.546" v="3406" actId="20577"/>
          <ac:spMkLst>
            <pc:docMk/>
            <pc:sldMk cId="3617320928" sldId="289"/>
            <ac:spMk id="3" creationId="{55C56B23-6D73-3DF5-CF0B-178BD8762403}"/>
          </ac:spMkLst>
        </pc:sp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5" creationId="{C45B7953-ABB8-2155-EFC7-481C8714153B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6" creationId="{F6ADEDE6-0FDE-2E9F-461E-68B13256D7FD}"/>
          </ac:picMkLst>
        </pc:picChg>
        <pc:picChg chg="add mod">
          <ac:chgData name="Danny Alberto Luarte Canto" userId="01864023-a306-4040-9773-946c92c655fb" providerId="ADAL" clId="{F440B5D0-04B6-40D1-9ED8-3CD12711DA1B}" dt="2024-03-07T00:27:36.864" v="3222" actId="1076"/>
          <ac:picMkLst>
            <pc:docMk/>
            <pc:sldMk cId="3617320928" sldId="289"/>
            <ac:picMk id="7" creationId="{97607F35-C5F4-738A-6BB2-86477292AC9D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8" creationId="{07B770B0-CF6B-AE17-6E20-387AB7490569}"/>
          </ac:picMkLst>
        </pc:pic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10" creationId="{B480CA68-C073-2381-59D0-F3A824E7FCA2}"/>
          </ac:picMkLst>
        </pc:picChg>
        <pc:picChg chg="add mod">
          <ac:chgData name="Danny Alberto Luarte Canto" userId="01864023-a306-4040-9773-946c92c655fb" providerId="ADAL" clId="{F440B5D0-04B6-40D1-9ED8-3CD12711DA1B}" dt="2024-03-07T00:28:23.556" v="3229" actId="1076"/>
          <ac:picMkLst>
            <pc:docMk/>
            <pc:sldMk cId="3617320928" sldId="289"/>
            <ac:picMk id="12" creationId="{EFE62AD5-3FBE-3569-A10A-0F009CB8DA87}"/>
          </ac:picMkLst>
        </pc:picChg>
        <pc:picChg chg="add mod">
          <ac:chgData name="Danny Alberto Luarte Canto" userId="01864023-a306-4040-9773-946c92c655fb" providerId="ADAL" clId="{F440B5D0-04B6-40D1-9ED8-3CD12711DA1B}" dt="2024-03-07T00:28:21.168" v="3228" actId="1076"/>
          <ac:picMkLst>
            <pc:docMk/>
            <pc:sldMk cId="3617320928" sldId="289"/>
            <ac:picMk id="14" creationId="{69C0BEDC-4077-5376-BFA0-25E2BFDBCD32}"/>
          </ac:picMkLst>
        </pc:picChg>
      </pc:sldChg>
      <pc:sldChg chg="addSp delSp modSp add del mod">
        <pc:chgData name="Danny Alberto Luarte Canto" userId="01864023-a306-4040-9773-946c92c655fb" providerId="ADAL" clId="{F440B5D0-04B6-40D1-9ED8-3CD12711DA1B}" dt="2024-03-07T00:32:46.693" v="3247" actId="47"/>
        <pc:sldMkLst>
          <pc:docMk/>
          <pc:sldMk cId="3404660307" sldId="290"/>
        </pc:sldMkLst>
        <pc:spChg chg="mod">
          <ac:chgData name="Danny Alberto Luarte Canto" userId="01864023-a306-4040-9773-946c92c655fb" providerId="ADAL" clId="{F440B5D0-04B6-40D1-9ED8-3CD12711DA1B}" dt="2024-03-07T00:20:32.525" v="2913" actId="20577"/>
          <ac:spMkLst>
            <pc:docMk/>
            <pc:sldMk cId="3404660307" sldId="290"/>
            <ac:spMk id="3" creationId="{FD15BCA5-147F-8352-30FC-77835DA5C035}"/>
          </ac:spMkLst>
        </pc:spChg>
        <pc:picChg chg="add del mod">
          <ac:chgData name="Danny Alberto Luarte Canto" userId="01864023-a306-4040-9773-946c92c655fb" providerId="ADAL" clId="{F440B5D0-04B6-40D1-9ED8-3CD12711DA1B}" dt="2024-03-07T00:32:16.690" v="3245" actId="478"/>
          <ac:picMkLst>
            <pc:docMk/>
            <pc:sldMk cId="3404660307" sldId="290"/>
            <ac:picMk id="4" creationId="{2688DE6A-9B4F-9F13-7013-427A87941987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5" creationId="{58BFAB6B-257A-83DB-1037-513B33819956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6" creationId="{8AC1E47D-370C-FF51-1C1F-ED8F4D24A0DC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8" creationId="{4A227D60-AF6C-931F-5785-4314BF8E9DC1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10" creationId="{7B77E659-13AE-B5B7-1A54-9FEC99D38AE1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15.050" v="3237" actId="1076"/>
        <pc:sldMkLst>
          <pc:docMk/>
          <pc:sldMk cId="3669561796" sldId="291"/>
        </pc:sldMkLst>
        <pc:spChg chg="mod">
          <ac:chgData name="Danny Alberto Luarte Canto" userId="01864023-a306-4040-9773-946c92c655fb" providerId="ADAL" clId="{F440B5D0-04B6-40D1-9ED8-3CD12711DA1B}" dt="2024-03-07T00:21:28.860" v="3035" actId="20577"/>
          <ac:spMkLst>
            <pc:docMk/>
            <pc:sldMk cId="3669561796" sldId="291"/>
            <ac:spMk id="3" creationId="{263352B9-526B-6746-F3DA-56E33F30CA50}"/>
          </ac:spMkLst>
        </pc:spChg>
        <pc:picChg chg="add mod">
          <ac:chgData name="Danny Alberto Luarte Canto" userId="01864023-a306-4040-9773-946c92c655fb" providerId="ADAL" clId="{F440B5D0-04B6-40D1-9ED8-3CD12711DA1B}" dt="2024-03-07T00:30:15.050" v="3237" actId="1076"/>
          <ac:picMkLst>
            <pc:docMk/>
            <pc:sldMk cId="3669561796" sldId="291"/>
            <ac:picMk id="4" creationId="{634BCD00-93FA-7D85-980A-3DD3B13764EC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5" creationId="{6DE92AEB-360F-C683-7CE5-1762F3020CC3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6" creationId="{86882626-2592-3E5F-E8DF-CA0A188FA867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8" creationId="{27722C54-669A-2A61-5585-651E4772FEB1}"/>
          </ac:picMkLst>
        </pc:picChg>
        <pc:picChg chg="add mod">
          <ac:chgData name="Danny Alberto Luarte Canto" userId="01864023-a306-4040-9773-946c92c655fb" providerId="ADAL" clId="{F440B5D0-04B6-40D1-9ED8-3CD12711DA1B}" dt="2024-03-07T00:30:12.733" v="3236" actId="1076"/>
          <ac:picMkLst>
            <pc:docMk/>
            <pc:sldMk cId="3669561796" sldId="291"/>
            <ac:picMk id="9" creationId="{603BA961-DF4F-1EBB-0563-D62D699B6128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10" creationId="{C2950DB4-78AF-4A9B-E5FD-495F0F5B56EB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41.263" v="3241" actId="1076"/>
        <pc:sldMkLst>
          <pc:docMk/>
          <pc:sldMk cId="3139011926" sldId="292"/>
        </pc:sldMkLst>
        <pc:spChg chg="mod">
          <ac:chgData name="Danny Alberto Luarte Canto" userId="01864023-a306-4040-9773-946c92c655fb" providerId="ADAL" clId="{F440B5D0-04B6-40D1-9ED8-3CD12711DA1B}" dt="2024-03-07T00:22:31.003" v="3211" actId="20577"/>
          <ac:spMkLst>
            <pc:docMk/>
            <pc:sldMk cId="3139011926" sldId="292"/>
            <ac:spMk id="3" creationId="{1588830E-8C92-16E5-75BB-13016D554092}"/>
          </ac:spMkLst>
        </pc:spChg>
        <pc:picChg chg="add mod">
          <ac:chgData name="Danny Alberto Luarte Canto" userId="01864023-a306-4040-9773-946c92c655fb" providerId="ADAL" clId="{F440B5D0-04B6-40D1-9ED8-3CD12711DA1B}" dt="2024-03-07T00:29:56.774" v="3232"/>
          <ac:picMkLst>
            <pc:docMk/>
            <pc:sldMk cId="3139011926" sldId="292"/>
            <ac:picMk id="4" creationId="{BD519592-4043-42E3-4960-6A09D77B1C46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5" creationId="{92224700-C312-AE8D-9BF2-0D2F114160F9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6" creationId="{57448A2C-368E-7922-5321-61E95F80D318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8" creationId="{5683334E-AE78-7348-1679-D033F8B9222A}"/>
          </ac:picMkLst>
        </pc:picChg>
        <pc:picChg chg="add mod">
          <ac:chgData name="Danny Alberto Luarte Canto" userId="01864023-a306-4040-9773-946c92c655fb" providerId="ADAL" clId="{F440B5D0-04B6-40D1-9ED8-3CD12711DA1B}" dt="2024-03-07T00:30:41.263" v="3241" actId="1076"/>
          <ac:picMkLst>
            <pc:docMk/>
            <pc:sldMk cId="3139011926" sldId="292"/>
            <ac:picMk id="9" creationId="{2C35A776-4F15-2A4C-82A5-E70F90CF0D2B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10" creationId="{F821CBF6-AD57-A9AE-7024-E3F306577D6F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1:25:20.934" v="3425" actId="14100"/>
        <pc:sldMkLst>
          <pc:docMk/>
          <pc:sldMk cId="2869906833" sldId="293"/>
        </pc:sldMkLst>
        <pc:spChg chg="mo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" creationId="{3866A13C-7D4E-3BB4-7B8C-CC2CD13A6F78}"/>
          </ac:spMkLst>
        </pc:spChg>
        <pc:spChg chg="mod or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3" creationId="{3FDB8046-4221-1B2C-AE86-E173D1E623F9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1" creationId="{24889FE0-2BF5-3B48-0508-095828EF6B16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3" creationId="{0BDD00EB-0B11-0B0E-8655-6D3D6DADCD82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8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0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2" creationId="{0007FE00-9498-4706-B255-6437B0252C02}"/>
          </ac:spMkLst>
        </pc:spChg>
        <pc:picChg chg="del">
          <ac:chgData name="Danny Alberto Luarte Canto" userId="01864023-a306-4040-9773-946c92c655fb" providerId="ADAL" clId="{F440B5D0-04B6-40D1-9ED8-3CD12711DA1B}" dt="2024-03-07T00:31:58.220" v="3243" actId="478"/>
          <ac:picMkLst>
            <pc:docMk/>
            <pc:sldMk cId="2869906833" sldId="293"/>
            <ac:picMk id="4" creationId="{41F5AFEC-E535-695D-7955-F9A56D7709EF}"/>
          </ac:picMkLst>
        </pc:picChg>
        <pc:picChg chg="add mod">
          <ac:chgData name="Danny Alberto Luarte Canto" userId="01864023-a306-4040-9773-946c92c655fb" providerId="ADAL" clId="{F440B5D0-04B6-40D1-9ED8-3CD12711DA1B}" dt="2024-03-07T01:25:20.934" v="3425" actId="14100"/>
          <ac:picMkLst>
            <pc:docMk/>
            <pc:sldMk cId="2869906833" sldId="293"/>
            <ac:picMk id="5" creationId="{C9A3CFA3-A724-F59B-3A77-FA94FFC081D3}"/>
          </ac:picMkLst>
        </pc:picChg>
        <pc:picChg chg="add mod">
          <ac:chgData name="Danny Alberto Luarte Canto" userId="01864023-a306-4040-9773-946c92c655fb" providerId="ADAL" clId="{F440B5D0-04B6-40D1-9ED8-3CD12711DA1B}" dt="2024-03-07T01:24:47.105" v="3408" actId="14100"/>
          <ac:picMkLst>
            <pc:docMk/>
            <pc:sldMk cId="2869906833" sldId="293"/>
            <ac:picMk id="6" creationId="{E14352E2-2334-CB26-DB6F-DD6D71E7F12A}"/>
          </ac:picMkLst>
        </pc:picChg>
      </pc:sldChg>
      <pc:sldChg chg="delSp modSp add del mod">
        <pc:chgData name="Danny Alberto Luarte Canto" userId="01864023-a306-4040-9773-946c92c655fb" providerId="ADAL" clId="{F440B5D0-04B6-40D1-9ED8-3CD12711DA1B}" dt="2024-03-07T00:35:51.779" v="3352" actId="47"/>
        <pc:sldMkLst>
          <pc:docMk/>
          <pc:sldMk cId="2053200119" sldId="294"/>
        </pc:sldMkLst>
        <pc:spChg chg="mod">
          <ac:chgData name="Danny Alberto Luarte Canto" userId="01864023-a306-4040-9773-946c92c655fb" providerId="ADAL" clId="{F440B5D0-04B6-40D1-9ED8-3CD12711DA1B}" dt="2024-03-07T00:33:56.403" v="3275" actId="20577"/>
          <ac:spMkLst>
            <pc:docMk/>
            <pc:sldMk cId="2053200119" sldId="294"/>
            <ac:spMk id="2" creationId="{1A96C6DA-E11A-4D36-AD05-C018D76C2C09}"/>
          </ac:spMkLst>
        </pc:spChg>
        <pc:spChg chg="mod">
          <ac:chgData name="Danny Alberto Luarte Canto" userId="01864023-a306-4040-9773-946c92c655fb" providerId="ADAL" clId="{F440B5D0-04B6-40D1-9ED8-3CD12711DA1B}" dt="2024-03-07T00:35:17.241" v="3351" actId="20577"/>
          <ac:spMkLst>
            <pc:docMk/>
            <pc:sldMk cId="2053200119" sldId="294"/>
            <ac:spMk id="3" creationId="{B445B40F-DBBD-F810-C0B6-C6E9B422C23B}"/>
          </ac:spMkLst>
        </pc:spChg>
        <pc:picChg chg="del">
          <ac:chgData name="Danny Alberto Luarte Canto" userId="01864023-a306-4040-9773-946c92c655fb" providerId="ADAL" clId="{F440B5D0-04B6-40D1-9ED8-3CD12711DA1B}" dt="2024-03-07T00:34:01.671" v="3277" actId="478"/>
          <ac:picMkLst>
            <pc:docMk/>
            <pc:sldMk cId="2053200119" sldId="294"/>
            <ac:picMk id="6" creationId="{610D19F8-D02F-52DF-CE07-1587CB577751}"/>
          </ac:picMkLst>
        </pc:picChg>
      </pc:sldChg>
    </pc:docChg>
  </pc:docChgLst>
  <pc:docChgLst>
    <pc:chgData name="Danny Alberto Luarte Canto" userId="01864023-a306-4040-9773-946c92c655fb" providerId="ADAL" clId="{25B2257B-3952-46C4-8982-88BE6B6DA890}"/>
    <pc:docChg chg="undo redo custSel addSld delSld modSld sldOrd">
      <pc:chgData name="Danny Alberto Luarte Canto" userId="01864023-a306-4040-9773-946c92c655fb" providerId="ADAL" clId="{25B2257B-3952-46C4-8982-88BE6B6DA890}" dt="2024-03-14T12:14:35.859" v="3916" actId="1076"/>
      <pc:docMkLst>
        <pc:docMk/>
      </pc:docMkLst>
      <pc:sldChg chg="modSp mod">
        <pc:chgData name="Danny Alberto Luarte Canto" userId="01864023-a306-4040-9773-946c92c655fb" providerId="ADAL" clId="{25B2257B-3952-46C4-8982-88BE6B6DA890}" dt="2024-03-12T19:25:23.062" v="1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25B2257B-3952-46C4-8982-88BE6B6DA890}" dt="2024-03-12T19:25:23.062" v="1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19.045" v="43" actId="47"/>
        <pc:sldMkLst>
          <pc:docMk/>
          <pc:sldMk cId="2218455948" sldId="268"/>
        </pc:sldMkLst>
      </pc:sldChg>
      <pc:sldChg chg="del">
        <pc:chgData name="Danny Alberto Luarte Canto" userId="01864023-a306-4040-9773-946c92c655fb" providerId="ADAL" clId="{25B2257B-3952-46C4-8982-88BE6B6DA890}" dt="2024-03-12T19:27:09.065" v="37" actId="47"/>
        <pc:sldMkLst>
          <pc:docMk/>
          <pc:sldMk cId="1676679384" sldId="276"/>
        </pc:sldMkLst>
      </pc:sldChg>
      <pc:sldChg chg="modSp mod">
        <pc:chgData name="Danny Alberto Luarte Canto" userId="01864023-a306-4040-9773-946c92c655fb" providerId="ADAL" clId="{25B2257B-3952-46C4-8982-88BE6B6DA890}" dt="2024-03-12T19:25:27.819" v="3" actId="20577"/>
        <pc:sldMkLst>
          <pc:docMk/>
          <pc:sldMk cId="2593998083" sldId="278"/>
        </pc:sldMkLst>
        <pc:spChg chg="mod">
          <ac:chgData name="Danny Alberto Luarte Canto" userId="01864023-a306-4040-9773-946c92c655fb" providerId="ADAL" clId="{25B2257B-3952-46C4-8982-88BE6B6DA890}" dt="2024-03-12T19:25:27.819" v="3" actId="20577"/>
          <ac:spMkLst>
            <pc:docMk/>
            <pc:sldMk cId="2593998083" sldId="278"/>
            <ac:spMk id="2" creationId="{E01B6AFB-96A2-4B58-51BC-F43EFCE2537D}"/>
          </ac:spMkLst>
        </pc:spChg>
      </pc:sldChg>
      <pc:sldChg chg="modSp mod">
        <pc:chgData name="Danny Alberto Luarte Canto" userId="01864023-a306-4040-9773-946c92c655fb" providerId="ADAL" clId="{25B2257B-3952-46C4-8982-88BE6B6DA890}" dt="2024-03-12T19:26:22.488" v="28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25B2257B-3952-46C4-8982-88BE6B6DA890}" dt="2024-03-12T19:26:22.488" v="28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modSp del mod">
        <pc:chgData name="Danny Alberto Luarte Canto" userId="01864023-a306-4040-9773-946c92c655fb" providerId="ADAL" clId="{25B2257B-3952-46C4-8982-88BE6B6DA890}" dt="2024-03-12T19:28:05.710" v="53" actId="47"/>
        <pc:sldMkLst>
          <pc:docMk/>
          <pc:sldMk cId="4153099010" sldId="284"/>
        </pc:sldMkLst>
        <pc:spChg chg="mod">
          <ac:chgData name="Danny Alberto Luarte Canto" userId="01864023-a306-4040-9773-946c92c655fb" providerId="ADAL" clId="{25B2257B-3952-46C4-8982-88BE6B6DA890}" dt="2024-03-12T19:27:00.351" v="35" actId="20577"/>
          <ac:spMkLst>
            <pc:docMk/>
            <pc:sldMk cId="4153099010" sldId="284"/>
            <ac:spMk id="6" creationId="{EC8FEDC8-ABD3-A2AA-D594-2A087F29255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12.507" v="38" actId="47"/>
        <pc:sldMkLst>
          <pc:docMk/>
          <pc:sldMk cId="1879725831" sldId="288"/>
        </pc:sldMkLst>
      </pc:sldChg>
      <pc:sldChg chg="del">
        <pc:chgData name="Danny Alberto Luarte Canto" userId="01864023-a306-4040-9773-946c92c655fb" providerId="ADAL" clId="{25B2257B-3952-46C4-8982-88BE6B6DA890}" dt="2024-03-12T19:27:15.961" v="39" actId="47"/>
        <pc:sldMkLst>
          <pc:docMk/>
          <pc:sldMk cId="3617320928" sldId="289"/>
        </pc:sldMkLst>
      </pc:sldChg>
      <pc:sldChg chg="del">
        <pc:chgData name="Danny Alberto Luarte Canto" userId="01864023-a306-4040-9773-946c92c655fb" providerId="ADAL" clId="{25B2257B-3952-46C4-8982-88BE6B6DA890}" dt="2024-03-12T19:27:17.652" v="41" actId="47"/>
        <pc:sldMkLst>
          <pc:docMk/>
          <pc:sldMk cId="3669561796" sldId="291"/>
        </pc:sldMkLst>
      </pc:sldChg>
      <pc:sldChg chg="del">
        <pc:chgData name="Danny Alberto Luarte Canto" userId="01864023-a306-4040-9773-946c92c655fb" providerId="ADAL" clId="{25B2257B-3952-46C4-8982-88BE6B6DA890}" dt="2024-03-12T19:27:18.090" v="42" actId="47"/>
        <pc:sldMkLst>
          <pc:docMk/>
          <pc:sldMk cId="3139011926" sldId="292"/>
        </pc:sldMkLst>
      </pc:sldChg>
      <pc:sldChg chg="del">
        <pc:chgData name="Danny Alberto Luarte Canto" userId="01864023-a306-4040-9773-946c92c655fb" providerId="ADAL" clId="{25B2257B-3952-46C4-8982-88BE6B6DA890}" dt="2024-03-12T19:27:16.875" v="40" actId="47"/>
        <pc:sldMkLst>
          <pc:docMk/>
          <pc:sldMk cId="2869906833" sldId="293"/>
        </pc:sldMkLst>
      </pc:sldChg>
      <pc:sldChg chg="del">
        <pc:chgData name="Danny Alberto Luarte Canto" userId="01864023-a306-4040-9773-946c92c655fb" providerId="ADAL" clId="{25B2257B-3952-46C4-8982-88BE6B6DA890}" dt="2024-03-12T19:27:08.077" v="36" actId="47"/>
        <pc:sldMkLst>
          <pc:docMk/>
          <pc:sldMk cId="4064182714" sldId="295"/>
        </pc:sldMkLst>
      </pc:sldChg>
      <pc:sldChg chg="delSp modSp add del mod setBg delDesignElem">
        <pc:chgData name="Danny Alberto Luarte Canto" userId="01864023-a306-4040-9773-946c92c655fb" providerId="ADAL" clId="{25B2257B-3952-46C4-8982-88BE6B6DA890}" dt="2024-03-13T14:58:40.685" v="302" actId="47"/>
        <pc:sldMkLst>
          <pc:docMk/>
          <pc:sldMk cId="4060002539" sldId="296"/>
        </pc:sldMkLst>
        <pc:spChg chg="mod">
          <ac:chgData name="Danny Alberto Luarte Canto" userId="01864023-a306-4040-9773-946c92c655fb" providerId="ADAL" clId="{25B2257B-3952-46C4-8982-88BE6B6DA890}" dt="2024-03-13T14:57:34.771" v="298" actId="20577"/>
          <ac:spMkLst>
            <pc:docMk/>
            <pc:sldMk cId="4060002539" sldId="29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4:52:18.455" v="86"/>
          <ac:spMkLst>
            <pc:docMk/>
            <pc:sldMk cId="4060002539" sldId="296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5" creationId="{081E4A58-353D-44AE-B2FC-2A74E2E400F7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20.719" v="45" actId="47"/>
        <pc:sldMkLst>
          <pc:docMk/>
          <pc:sldMk cId="955988166" sldId="297"/>
        </pc:sldMkLst>
      </pc:sldChg>
      <pc:sldChg chg="del">
        <pc:chgData name="Danny Alberto Luarte Canto" userId="01864023-a306-4040-9773-946c92c655fb" providerId="ADAL" clId="{25B2257B-3952-46C4-8982-88BE6B6DA890}" dt="2024-03-12T19:27:56.060" v="52" actId="47"/>
        <pc:sldMkLst>
          <pc:docMk/>
          <pc:sldMk cId="1543867182" sldId="302"/>
        </pc:sldMkLst>
      </pc:sldChg>
      <pc:sldChg chg="modSp mod">
        <pc:chgData name="Danny Alberto Luarte Canto" userId="01864023-a306-4040-9773-946c92c655fb" providerId="ADAL" clId="{25B2257B-3952-46C4-8982-88BE6B6DA890}" dt="2024-03-12T19:28:13.313" v="67" actId="20577"/>
        <pc:sldMkLst>
          <pc:docMk/>
          <pc:sldMk cId="2308912279" sldId="303"/>
        </pc:sldMkLst>
        <pc:spChg chg="mod">
          <ac:chgData name="Danny Alberto Luarte Canto" userId="01864023-a306-4040-9773-946c92c655fb" providerId="ADAL" clId="{25B2257B-3952-46C4-8982-88BE6B6DA890}" dt="2024-03-12T19:28:13.313" v="67" actId="20577"/>
          <ac:spMkLst>
            <pc:docMk/>
            <pc:sldMk cId="2308912279" sldId="303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29.810" v="46" actId="47"/>
        <pc:sldMkLst>
          <pc:docMk/>
          <pc:sldMk cId="2053755782" sldId="306"/>
        </pc:sldMkLst>
      </pc:sldChg>
      <pc:sldChg chg="del">
        <pc:chgData name="Danny Alberto Luarte Canto" userId="01864023-a306-4040-9773-946c92c655fb" providerId="ADAL" clId="{25B2257B-3952-46C4-8982-88BE6B6DA890}" dt="2024-03-12T19:27:46.657" v="49" actId="47"/>
        <pc:sldMkLst>
          <pc:docMk/>
          <pc:sldMk cId="2920291268" sldId="308"/>
        </pc:sldMkLst>
      </pc:sldChg>
      <pc:sldChg chg="del">
        <pc:chgData name="Danny Alberto Luarte Canto" userId="01864023-a306-4040-9773-946c92c655fb" providerId="ADAL" clId="{25B2257B-3952-46C4-8982-88BE6B6DA890}" dt="2024-03-12T19:27:52.510" v="50" actId="47"/>
        <pc:sldMkLst>
          <pc:docMk/>
          <pc:sldMk cId="950722121" sldId="314"/>
        </pc:sldMkLst>
      </pc:sldChg>
      <pc:sldChg chg="modSp mod">
        <pc:chgData name="Danny Alberto Luarte Canto" userId="01864023-a306-4040-9773-946c92c655fb" providerId="ADAL" clId="{25B2257B-3952-46C4-8982-88BE6B6DA890}" dt="2024-03-12T19:28:31.715" v="75" actId="20577"/>
        <pc:sldMkLst>
          <pc:docMk/>
          <pc:sldMk cId="4212751199" sldId="315"/>
        </pc:sldMkLst>
        <pc:spChg chg="mod">
          <ac:chgData name="Danny Alberto Luarte Canto" userId="01864023-a306-4040-9773-946c92c655fb" providerId="ADAL" clId="{25B2257B-3952-46C4-8982-88BE6B6DA890}" dt="2024-03-12T19:28:31.715" v="75" actId="20577"/>
          <ac:spMkLst>
            <pc:docMk/>
            <pc:sldMk cId="4212751199" sldId="315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45.499" v="48" actId="47"/>
        <pc:sldMkLst>
          <pc:docMk/>
          <pc:sldMk cId="4245718461" sldId="317"/>
        </pc:sldMkLst>
      </pc:sldChg>
      <pc:sldChg chg="modSp mod">
        <pc:chgData name="Danny Alberto Luarte Canto" userId="01864023-a306-4040-9773-946c92c655fb" providerId="ADAL" clId="{25B2257B-3952-46C4-8982-88BE6B6DA890}" dt="2024-03-12T19:28:36.545" v="83" actId="20577"/>
        <pc:sldMkLst>
          <pc:docMk/>
          <pc:sldMk cId="2417716215" sldId="318"/>
        </pc:sldMkLst>
        <pc:spChg chg="mod">
          <ac:chgData name="Danny Alberto Luarte Canto" userId="01864023-a306-4040-9773-946c92c655fb" providerId="ADAL" clId="{25B2257B-3952-46C4-8982-88BE6B6DA890}" dt="2024-03-12T19:28:36.545" v="83" actId="20577"/>
          <ac:spMkLst>
            <pc:docMk/>
            <pc:sldMk cId="2417716215" sldId="318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34.444" v="47" actId="47"/>
        <pc:sldMkLst>
          <pc:docMk/>
          <pc:sldMk cId="3191731156" sldId="319"/>
        </pc:sldMkLst>
      </pc:sldChg>
      <pc:sldChg chg="addSp modSp add mod">
        <pc:chgData name="Danny Alberto Luarte Canto" userId="01864023-a306-4040-9773-946c92c655fb" providerId="ADAL" clId="{25B2257B-3952-46C4-8982-88BE6B6DA890}" dt="2024-03-13T23:11:15.493" v="1825" actId="1036"/>
        <pc:sldMkLst>
          <pc:docMk/>
          <pc:sldMk cId="4015384424" sldId="319"/>
        </pc:sldMkLst>
        <pc:spChg chg="mod">
          <ac:chgData name="Danny Alberto Luarte Canto" userId="01864023-a306-4040-9773-946c92c655fb" providerId="ADAL" clId="{25B2257B-3952-46C4-8982-88BE6B6DA890}" dt="2024-03-13T14:59:14.271" v="312" actId="20577"/>
          <ac:spMkLst>
            <pc:docMk/>
            <pc:sldMk cId="4015384424" sldId="31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4:58:29.351" v="300"/>
          <ac:spMkLst>
            <pc:docMk/>
            <pc:sldMk cId="4015384424" sldId="319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3" creationId="{44198536-915B-9D6C-78E2-0D671BB062EA}"/>
          </ac:picMkLst>
        </pc:pic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7" creationId="{DEB94585-8661-CC29-7D79-CF54BA5275BF}"/>
          </ac:picMkLst>
        </pc:pic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9" creationId="{8AF3F086-8230-7822-6E00-755415D61384}"/>
          </ac:picMkLst>
        </pc:picChg>
      </pc:sldChg>
      <pc:sldChg chg="delSp modSp add mod">
        <pc:chgData name="Danny Alberto Luarte Canto" userId="01864023-a306-4040-9773-946c92c655fb" providerId="ADAL" clId="{25B2257B-3952-46C4-8982-88BE6B6DA890}" dt="2024-03-13T23:11:35.803" v="1829" actId="20577"/>
        <pc:sldMkLst>
          <pc:docMk/>
          <pc:sldMk cId="1056179226" sldId="320"/>
        </pc:sldMkLst>
        <pc:spChg chg="mod">
          <ac:chgData name="Danny Alberto Luarte Canto" userId="01864023-a306-4040-9773-946c92c655fb" providerId="ADAL" clId="{25B2257B-3952-46C4-8982-88BE6B6DA890}" dt="2024-03-13T23:11:35.803" v="1829" actId="20577"/>
          <ac:spMkLst>
            <pc:docMk/>
            <pc:sldMk cId="1056179226" sldId="32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25B2257B-3952-46C4-8982-88BE6B6DA890}" dt="2024-03-13T15:00:39.603" v="339" actId="478"/>
          <ac:picMkLst>
            <pc:docMk/>
            <pc:sldMk cId="1056179226" sldId="320"/>
            <ac:picMk id="3" creationId="{44198536-915B-9D6C-78E2-0D671BB062EA}"/>
          </ac:picMkLst>
        </pc:picChg>
        <pc:picChg chg="del">
          <ac:chgData name="Danny Alberto Luarte Canto" userId="01864023-a306-4040-9773-946c92c655fb" providerId="ADAL" clId="{25B2257B-3952-46C4-8982-88BE6B6DA890}" dt="2024-03-13T15:00:37.991" v="338" actId="478"/>
          <ac:picMkLst>
            <pc:docMk/>
            <pc:sldMk cId="1056179226" sldId="320"/>
            <ac:picMk id="7" creationId="{DEB94585-8661-CC29-7D79-CF54BA5275BF}"/>
          </ac:picMkLst>
        </pc:picChg>
        <pc:picChg chg="del">
          <ac:chgData name="Danny Alberto Luarte Canto" userId="01864023-a306-4040-9773-946c92c655fb" providerId="ADAL" clId="{25B2257B-3952-46C4-8982-88BE6B6DA890}" dt="2024-03-13T15:00:37" v="337" actId="478"/>
          <ac:picMkLst>
            <pc:docMk/>
            <pc:sldMk cId="1056179226" sldId="320"/>
            <ac:picMk id="9" creationId="{8AF3F086-8230-7822-6E00-755415D61384}"/>
          </ac:picMkLst>
        </pc:picChg>
      </pc:sldChg>
      <pc:sldChg chg="del">
        <pc:chgData name="Danny Alberto Luarte Canto" userId="01864023-a306-4040-9773-946c92c655fb" providerId="ADAL" clId="{25B2257B-3952-46C4-8982-88BE6B6DA890}" dt="2024-03-12T19:27:53.856" v="51" actId="47"/>
        <pc:sldMkLst>
          <pc:docMk/>
          <pc:sldMk cId="3420530657" sldId="320"/>
        </pc:sldMkLst>
      </pc:sldChg>
      <pc:sldChg chg="modSp add mod ord">
        <pc:chgData name="Danny Alberto Luarte Canto" userId="01864023-a306-4040-9773-946c92c655fb" providerId="ADAL" clId="{25B2257B-3952-46C4-8982-88BE6B6DA890}" dt="2024-03-14T00:40:30.028" v="2639"/>
        <pc:sldMkLst>
          <pc:docMk/>
          <pc:sldMk cId="879710699" sldId="321"/>
        </pc:sldMkLst>
        <pc:spChg chg="mod">
          <ac:chgData name="Danny Alberto Luarte Canto" userId="01864023-a306-4040-9773-946c92c655fb" providerId="ADAL" clId="{25B2257B-3952-46C4-8982-88BE6B6DA890}" dt="2024-03-14T00:40:19.365" v="2637" actId="20577"/>
          <ac:spMkLst>
            <pc:docMk/>
            <pc:sldMk cId="879710699" sldId="321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5:06:16.375" v="665" actId="20577"/>
          <ac:spMkLst>
            <pc:docMk/>
            <pc:sldMk cId="879710699" sldId="321"/>
            <ac:spMk id="6" creationId="{195EC640-63C1-E5B4-EBAC-BBE71C870CD0}"/>
          </ac:spMkLst>
        </pc:spChg>
      </pc:sldChg>
      <pc:sldChg chg="new del">
        <pc:chgData name="Danny Alberto Luarte Canto" userId="01864023-a306-4040-9773-946c92c655fb" providerId="ADAL" clId="{25B2257B-3952-46C4-8982-88BE6B6DA890}" dt="2024-03-13T15:05:40.301" v="641" actId="47"/>
        <pc:sldMkLst>
          <pc:docMk/>
          <pc:sldMk cId="3977256099" sldId="321"/>
        </pc:sldMkLst>
      </pc:sldChg>
      <pc:sldChg chg="addSp delSp modSp add mod ord">
        <pc:chgData name="Danny Alberto Luarte Canto" userId="01864023-a306-4040-9773-946c92c655fb" providerId="ADAL" clId="{25B2257B-3952-46C4-8982-88BE6B6DA890}" dt="2024-03-14T01:28:36.334" v="3756" actId="1038"/>
        <pc:sldMkLst>
          <pc:docMk/>
          <pc:sldMk cId="762124911" sldId="322"/>
        </pc:sldMkLst>
        <pc:spChg chg="mod">
          <ac:chgData name="Danny Alberto Luarte Canto" userId="01864023-a306-4040-9773-946c92c655fb" providerId="ADAL" clId="{25B2257B-3952-46C4-8982-88BE6B6DA890}" dt="2024-03-14T01:28:31.578" v="3739" actId="20577"/>
          <ac:spMkLst>
            <pc:docMk/>
            <pc:sldMk cId="762124911" sldId="322"/>
            <ac:spMk id="4" creationId="{1822B87D-DD3A-2663-9295-305E16A49FF7}"/>
          </ac:spMkLst>
        </pc:spChg>
        <pc:spChg chg="add del mod">
          <ac:chgData name="Danny Alberto Luarte Canto" userId="01864023-a306-4040-9773-946c92c655fb" providerId="ADAL" clId="{25B2257B-3952-46C4-8982-88BE6B6DA890}" dt="2024-03-13T22:15:31.268" v="1023" actId="478"/>
          <ac:spMkLst>
            <pc:docMk/>
            <pc:sldMk cId="762124911" sldId="322"/>
            <ac:spMk id="5" creationId="{D25ADEE4-2944-905C-3A8A-C1C6846AEC1D}"/>
          </ac:spMkLst>
        </pc:spChg>
        <pc:picChg chg="add del mod modCrop">
          <ac:chgData name="Danny Alberto Luarte Canto" userId="01864023-a306-4040-9773-946c92c655fb" providerId="ADAL" clId="{25B2257B-3952-46C4-8982-88BE6B6DA890}" dt="2024-03-13T22:15:27.342" v="1022" actId="478"/>
          <ac:picMkLst>
            <pc:docMk/>
            <pc:sldMk cId="762124911" sldId="322"/>
            <ac:picMk id="3" creationId="{84F67293-3D0C-F3DB-D907-DAB0153C721A}"/>
          </ac:picMkLst>
        </pc:picChg>
        <pc:picChg chg="add del mod">
          <ac:chgData name="Danny Alberto Luarte Canto" userId="01864023-a306-4040-9773-946c92c655fb" providerId="ADAL" clId="{25B2257B-3952-46C4-8982-88BE6B6DA890}" dt="2024-03-13T21:56:29.434" v="983" actId="478"/>
          <ac:picMkLst>
            <pc:docMk/>
            <pc:sldMk cId="762124911" sldId="322"/>
            <ac:picMk id="7" creationId="{25F22849-102C-262D-FC79-D251325CC315}"/>
          </ac:picMkLst>
        </pc:picChg>
        <pc:picChg chg="add mod">
          <ac:chgData name="Danny Alberto Luarte Canto" userId="01864023-a306-4040-9773-946c92c655fb" providerId="ADAL" clId="{25B2257B-3952-46C4-8982-88BE6B6DA890}" dt="2024-03-13T21:56:49.931" v="1018" actId="1076"/>
          <ac:picMkLst>
            <pc:docMk/>
            <pc:sldMk cId="762124911" sldId="322"/>
            <ac:picMk id="9" creationId="{5F9D28AF-E937-DDDC-7E6F-177BB3CA845F}"/>
          </ac:picMkLst>
        </pc:picChg>
        <pc:picChg chg="add mod">
          <ac:chgData name="Danny Alberto Luarte Canto" userId="01864023-a306-4040-9773-946c92c655fb" providerId="ADAL" clId="{25B2257B-3952-46C4-8982-88BE6B6DA890}" dt="2024-03-14T01:28:36.334" v="3756" actId="1038"/>
          <ac:picMkLst>
            <pc:docMk/>
            <pc:sldMk cId="762124911" sldId="322"/>
            <ac:picMk id="10" creationId="{5A40EF16-C347-0DA3-D375-8D68EE486708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3T23:12:06.062" v="1830" actId="47"/>
        <pc:sldMkLst>
          <pc:docMk/>
          <pc:sldMk cId="2465522777" sldId="323"/>
        </pc:sldMkLst>
        <pc:spChg chg="mod">
          <ac:chgData name="Danny Alberto Luarte Canto" userId="01864023-a306-4040-9773-946c92c655fb" providerId="ADAL" clId="{25B2257B-3952-46C4-8982-88BE6B6DA890}" dt="2024-03-13T22:57:19.988" v="1347" actId="14100"/>
          <ac:spMkLst>
            <pc:docMk/>
            <pc:sldMk cId="2465522777" sldId="323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3T22:56:07.680" v="1340" actId="478"/>
          <ac:spMkLst>
            <pc:docMk/>
            <pc:sldMk cId="2465522777" sldId="323"/>
            <ac:spMk id="5" creationId="{D25ADEE4-2944-905C-3A8A-C1C6846AEC1D}"/>
          </ac:spMkLst>
        </pc:spChg>
        <pc:picChg chg="del">
          <ac:chgData name="Danny Alberto Luarte Canto" userId="01864023-a306-4040-9773-946c92c655fb" providerId="ADAL" clId="{25B2257B-3952-46C4-8982-88BE6B6DA890}" dt="2024-03-13T22:56:08.513" v="1341" actId="478"/>
          <ac:picMkLst>
            <pc:docMk/>
            <pc:sldMk cId="2465522777" sldId="323"/>
            <ac:picMk id="3" creationId="{84F67293-3D0C-F3DB-D907-DAB0153C721A}"/>
          </ac:picMkLst>
        </pc:picChg>
        <pc:picChg chg="add del mod">
          <ac:chgData name="Danny Alberto Luarte Canto" userId="01864023-a306-4040-9773-946c92c655fb" providerId="ADAL" clId="{25B2257B-3952-46C4-8982-88BE6B6DA890}" dt="2024-03-13T22:38:02.153" v="1241" actId="478"/>
          <ac:picMkLst>
            <pc:docMk/>
            <pc:sldMk cId="2465522777" sldId="323"/>
            <ac:picMk id="7" creationId="{DE5C4B84-F185-7614-7106-BECEDC813435}"/>
          </ac:picMkLst>
        </pc:picChg>
        <pc:picChg chg="mod modCrop">
          <ac:chgData name="Danny Alberto Luarte Canto" userId="01864023-a306-4040-9773-946c92c655fb" providerId="ADAL" clId="{25B2257B-3952-46C4-8982-88BE6B6DA890}" dt="2024-03-13T22:19:17.830" v="1165" actId="1076"/>
          <ac:picMkLst>
            <pc:docMk/>
            <pc:sldMk cId="2465522777" sldId="323"/>
            <ac:picMk id="9" creationId="{5F9D28AF-E937-DDDC-7E6F-177BB3CA845F}"/>
          </ac:picMkLst>
        </pc:picChg>
        <pc:picChg chg="add del mod">
          <ac:chgData name="Danny Alberto Luarte Canto" userId="01864023-a306-4040-9773-946c92c655fb" providerId="ADAL" clId="{25B2257B-3952-46C4-8982-88BE6B6DA890}" dt="2024-03-13T22:38:06.004" v="1242" actId="478"/>
          <ac:picMkLst>
            <pc:docMk/>
            <pc:sldMk cId="2465522777" sldId="323"/>
            <ac:picMk id="10" creationId="{46CDF429-DC84-2E9D-2ACF-6F2029603808}"/>
          </ac:picMkLst>
        </pc:picChg>
        <pc:picChg chg="add mod">
          <ac:chgData name="Danny Alberto Luarte Canto" userId="01864023-a306-4040-9773-946c92c655fb" providerId="ADAL" clId="{25B2257B-3952-46C4-8982-88BE6B6DA890}" dt="2024-03-13T22:57:40.238" v="1359" actId="1035"/>
          <ac:picMkLst>
            <pc:docMk/>
            <pc:sldMk cId="2465522777" sldId="323"/>
            <ac:picMk id="12" creationId="{D10AFAC4-6A69-1FD0-D264-8C4F8899D306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3:44.002" v="3759" actId="478"/>
        <pc:sldMkLst>
          <pc:docMk/>
          <pc:sldMk cId="1438259400" sldId="324"/>
        </pc:sldMkLst>
        <pc:spChg chg="mod">
          <ac:chgData name="Danny Alberto Luarte Canto" userId="01864023-a306-4040-9773-946c92c655fb" providerId="ADAL" clId="{25B2257B-3952-46C4-8982-88BE6B6DA890}" dt="2024-03-13T23:24:45.775" v="2057" actId="20577"/>
          <ac:spMkLst>
            <pc:docMk/>
            <pc:sldMk cId="1438259400" sldId="324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3T22:45:01.054" v="1281" actId="478"/>
          <ac:spMkLst>
            <pc:docMk/>
            <pc:sldMk cId="1438259400" sldId="324"/>
            <ac:spMk id="5" creationId="{D25ADEE4-2944-905C-3A8A-C1C6846AEC1D}"/>
          </ac:spMkLst>
        </pc:spChg>
        <pc:picChg chg="del">
          <ac:chgData name="Danny Alberto Luarte Canto" userId="01864023-a306-4040-9773-946c92c655fb" providerId="ADAL" clId="{25B2257B-3952-46C4-8982-88BE6B6DA890}" dt="2024-03-13T22:44:56.748" v="1280" actId="478"/>
          <ac:picMkLst>
            <pc:docMk/>
            <pc:sldMk cId="1438259400" sldId="324"/>
            <ac:picMk id="3" creationId="{84F67293-3D0C-F3DB-D907-DAB0153C721A}"/>
          </ac:picMkLst>
        </pc:picChg>
        <pc:picChg chg="del mod">
          <ac:chgData name="Danny Alberto Luarte Canto" userId="01864023-a306-4040-9773-946c92c655fb" providerId="ADAL" clId="{25B2257B-3952-46C4-8982-88BE6B6DA890}" dt="2024-03-13T22:50:14.579" v="1328" actId="478"/>
          <ac:picMkLst>
            <pc:docMk/>
            <pc:sldMk cId="1438259400" sldId="324"/>
            <ac:picMk id="7" creationId="{DE5C4B84-F185-7614-7106-BECEDC813435}"/>
          </ac:picMkLst>
        </pc:picChg>
        <pc:picChg chg="add del mod">
          <ac:chgData name="Danny Alberto Luarte Canto" userId="01864023-a306-4040-9773-946c92c655fb" providerId="ADAL" clId="{25B2257B-3952-46C4-8982-88BE6B6DA890}" dt="2024-03-13T22:44:55.521" v="1279" actId="478"/>
          <ac:picMkLst>
            <pc:docMk/>
            <pc:sldMk cId="1438259400" sldId="324"/>
            <ac:picMk id="8" creationId="{D9B6A025-FE3C-604A-026D-E8BBF036B43F}"/>
          </ac:picMkLst>
        </pc:picChg>
        <pc:picChg chg="del">
          <ac:chgData name="Danny Alberto Luarte Canto" userId="01864023-a306-4040-9773-946c92c655fb" providerId="ADAL" clId="{25B2257B-3952-46C4-8982-88BE6B6DA890}" dt="2024-03-13T22:44:52.220" v="1278" actId="478"/>
          <ac:picMkLst>
            <pc:docMk/>
            <pc:sldMk cId="1438259400" sldId="324"/>
            <ac:picMk id="9" creationId="{5F9D28AF-E937-DDDC-7E6F-177BB3CA845F}"/>
          </ac:picMkLst>
        </pc:picChg>
        <pc:picChg chg="mod">
          <ac:chgData name="Danny Alberto Luarte Canto" userId="01864023-a306-4040-9773-946c92c655fb" providerId="ADAL" clId="{25B2257B-3952-46C4-8982-88BE6B6DA890}" dt="2024-03-13T22:45:18.182" v="1320" actId="1035"/>
          <ac:picMkLst>
            <pc:docMk/>
            <pc:sldMk cId="1438259400" sldId="324"/>
            <ac:picMk id="10" creationId="{46CDF429-DC84-2E9D-2ACF-6F2029603808}"/>
          </ac:picMkLst>
        </pc:picChg>
        <pc:picChg chg="add del mod">
          <ac:chgData name="Danny Alberto Luarte Canto" userId="01864023-a306-4040-9773-946c92c655fb" providerId="ADAL" clId="{25B2257B-3952-46C4-8982-88BE6B6DA890}" dt="2024-03-13T22:52:51.783" v="1334" actId="478"/>
          <ac:picMkLst>
            <pc:docMk/>
            <pc:sldMk cId="1438259400" sldId="324"/>
            <ac:picMk id="14" creationId="{17471546-103C-3F4A-0A2E-C82AE12F724D}"/>
          </ac:picMkLst>
        </pc:picChg>
        <pc:picChg chg="add mod">
          <ac:chgData name="Danny Alberto Luarte Canto" userId="01864023-a306-4040-9773-946c92c655fb" providerId="ADAL" clId="{25B2257B-3952-46C4-8982-88BE6B6DA890}" dt="2024-03-13T22:50:20.018" v="1333" actId="1076"/>
          <ac:picMkLst>
            <pc:docMk/>
            <pc:sldMk cId="1438259400" sldId="324"/>
            <ac:picMk id="17" creationId="{864AA5AE-42FA-488A-CBD9-8003F18DCADB}"/>
          </ac:picMkLst>
        </pc:picChg>
        <pc:picChg chg="add del mod">
          <ac:chgData name="Danny Alberto Luarte Canto" userId="01864023-a306-4040-9773-946c92c655fb" providerId="ADAL" clId="{25B2257B-3952-46C4-8982-88BE6B6DA890}" dt="2024-03-13T23:15:51.310" v="1906" actId="478"/>
          <ac:picMkLst>
            <pc:docMk/>
            <pc:sldMk cId="1438259400" sldId="324"/>
            <ac:picMk id="19" creationId="{6E186D71-A0E2-16E7-2F24-9FC23192C1F2}"/>
          </ac:picMkLst>
        </pc:picChg>
        <pc:picChg chg="add mod">
          <ac:chgData name="Danny Alberto Luarte Canto" userId="01864023-a306-4040-9773-946c92c655fb" providerId="ADAL" clId="{25B2257B-3952-46C4-8982-88BE6B6DA890}" dt="2024-03-13T23:14:35.429" v="1903" actId="1036"/>
          <ac:picMkLst>
            <pc:docMk/>
            <pc:sldMk cId="1438259400" sldId="324"/>
            <ac:picMk id="21" creationId="{CA488233-6B9F-1768-E9A1-673E17966BF7}"/>
          </ac:picMkLst>
        </pc:picChg>
        <pc:picChg chg="add del mod">
          <ac:chgData name="Danny Alberto Luarte Canto" userId="01864023-a306-4040-9773-946c92c655fb" providerId="ADAL" clId="{25B2257B-3952-46C4-8982-88BE6B6DA890}" dt="2024-03-13T23:16:24.868" v="1976" actId="1035"/>
          <ac:picMkLst>
            <pc:docMk/>
            <pc:sldMk cId="1438259400" sldId="324"/>
            <ac:picMk id="22" creationId="{75EF6399-F12E-293D-42CA-5D62A515935C}"/>
          </ac:picMkLst>
        </pc:picChg>
        <pc:picChg chg="add mod">
          <ac:chgData name="Danny Alberto Luarte Canto" userId="01864023-a306-4040-9773-946c92c655fb" providerId="ADAL" clId="{25B2257B-3952-46C4-8982-88BE6B6DA890}" dt="2024-03-13T23:20:07.562" v="2049" actId="1037"/>
          <ac:picMkLst>
            <pc:docMk/>
            <pc:sldMk cId="1438259400" sldId="324"/>
            <ac:picMk id="23" creationId="{9A4BB25E-F6F4-BBDE-183C-324596119281}"/>
          </ac:picMkLst>
        </pc:picChg>
        <pc:picChg chg="add del mod">
          <ac:chgData name="Danny Alberto Luarte Canto" userId="01864023-a306-4040-9773-946c92c655fb" providerId="ADAL" clId="{25B2257B-3952-46C4-8982-88BE6B6DA890}" dt="2024-03-14T00:35:29.427" v="2495" actId="478"/>
          <ac:picMkLst>
            <pc:docMk/>
            <pc:sldMk cId="1438259400" sldId="324"/>
            <ac:picMk id="25" creationId="{DC4A058A-FCBD-ADAF-4399-00BBCD1BF7E4}"/>
          </ac:picMkLst>
        </pc:picChg>
        <pc:picChg chg="add del mod">
          <ac:chgData name="Danny Alberto Luarte Canto" userId="01864023-a306-4040-9773-946c92c655fb" providerId="ADAL" clId="{25B2257B-3952-46C4-8982-88BE6B6DA890}" dt="2024-03-14T00:36:32.836" v="2504" actId="478"/>
          <ac:picMkLst>
            <pc:docMk/>
            <pc:sldMk cId="1438259400" sldId="324"/>
            <ac:picMk id="27" creationId="{99BE8AC3-5937-FA11-B161-F52F0A4485AF}"/>
          </ac:picMkLst>
        </pc:picChg>
        <pc:picChg chg="add del mod">
          <ac:chgData name="Danny Alberto Luarte Canto" userId="01864023-a306-4040-9773-946c92c655fb" providerId="ADAL" clId="{25B2257B-3952-46C4-8982-88BE6B6DA890}" dt="2024-03-14T01:33:44.002" v="3759" actId="478"/>
          <ac:picMkLst>
            <pc:docMk/>
            <pc:sldMk cId="1438259400" sldId="324"/>
            <ac:picMk id="29" creationId="{62D3CFC9-5690-74E5-78EF-A44EC27B213C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4T01:34:35.111" v="3763" actId="47"/>
        <pc:sldMkLst>
          <pc:docMk/>
          <pc:sldMk cId="779564976" sldId="325"/>
        </pc:sldMkLst>
        <pc:spChg chg="mod">
          <ac:chgData name="Danny Alberto Luarte Canto" userId="01864023-a306-4040-9773-946c92c655fb" providerId="ADAL" clId="{25B2257B-3952-46C4-8982-88BE6B6DA890}" dt="2024-03-14T00:33:51.641" v="2494" actId="20577"/>
          <ac:spMkLst>
            <pc:docMk/>
            <pc:sldMk cId="779564976" sldId="325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25B2257B-3952-46C4-8982-88BE6B6DA890}" dt="2024-03-14T00:32:16.174" v="2329" actId="1038"/>
          <ac:picMkLst>
            <pc:docMk/>
            <pc:sldMk cId="779564976" sldId="325"/>
            <ac:picMk id="3" creationId="{E47A7A7F-0185-3D70-D7EB-F56BA62221E7}"/>
          </ac:picMkLst>
        </pc:picChg>
        <pc:picChg chg="add mod">
          <ac:chgData name="Danny Alberto Luarte Canto" userId="01864023-a306-4040-9773-946c92c655fb" providerId="ADAL" clId="{25B2257B-3952-46C4-8982-88BE6B6DA890}" dt="2024-03-14T00:32:16.174" v="2329" actId="1038"/>
          <ac:picMkLst>
            <pc:docMk/>
            <pc:sldMk cId="779564976" sldId="325"/>
            <ac:picMk id="7" creationId="{E08512B3-2E6E-4374-5E3A-B8E29F266118}"/>
          </ac:picMkLst>
        </pc:picChg>
        <pc:picChg chg="add mod">
          <ac:chgData name="Danny Alberto Luarte Canto" userId="01864023-a306-4040-9773-946c92c655fb" providerId="ADAL" clId="{25B2257B-3952-46C4-8982-88BE6B6DA890}" dt="2024-03-14T00:32:51.329" v="2369" actId="1035"/>
          <ac:picMkLst>
            <pc:docMk/>
            <pc:sldMk cId="779564976" sldId="325"/>
            <ac:picMk id="9" creationId="{F5999ABB-7C4A-7CB1-877C-E2976B547974}"/>
          </ac:picMkLst>
        </pc:picChg>
        <pc:picChg chg="del mod">
          <ac:chgData name="Danny Alberto Luarte Canto" userId="01864023-a306-4040-9773-946c92c655fb" providerId="ADAL" clId="{25B2257B-3952-46C4-8982-88BE6B6DA890}" dt="2024-03-14T00:24:50.590" v="2101" actId="478"/>
          <ac:picMkLst>
            <pc:docMk/>
            <pc:sldMk cId="779564976" sldId="325"/>
            <ac:picMk id="10" creationId="{46CDF429-DC84-2E9D-2ACF-6F2029603808}"/>
          </ac:picMkLst>
        </pc:picChg>
        <pc:picChg chg="add mod">
          <ac:chgData name="Danny Alberto Luarte Canto" userId="01864023-a306-4040-9773-946c92c655fb" providerId="ADAL" clId="{25B2257B-3952-46C4-8982-88BE6B6DA890}" dt="2024-03-14T00:32:55.871" v="2371" actId="1036"/>
          <ac:picMkLst>
            <pc:docMk/>
            <pc:sldMk cId="779564976" sldId="325"/>
            <ac:picMk id="14" creationId="{974405D4-3A13-66EB-BBCD-9DA3DF60D248}"/>
          </ac:picMkLst>
        </pc:picChg>
        <pc:picChg chg="del">
          <ac:chgData name="Danny Alberto Luarte Canto" userId="01864023-a306-4040-9773-946c92c655fb" providerId="ADAL" clId="{25B2257B-3952-46C4-8982-88BE6B6DA890}" dt="2024-03-14T00:26:20.856" v="2131" actId="478"/>
          <ac:picMkLst>
            <pc:docMk/>
            <pc:sldMk cId="779564976" sldId="325"/>
            <ac:picMk id="17" creationId="{864AA5AE-42FA-488A-CBD9-8003F18DCADB}"/>
          </ac:picMkLst>
        </pc:picChg>
        <pc:picChg chg="add del mod">
          <ac:chgData name="Danny Alberto Luarte Canto" userId="01864023-a306-4040-9773-946c92c655fb" providerId="ADAL" clId="{25B2257B-3952-46C4-8982-88BE6B6DA890}" dt="2024-03-14T01:34:08.745" v="3762" actId="478"/>
          <ac:picMkLst>
            <pc:docMk/>
            <pc:sldMk cId="779564976" sldId="325"/>
            <ac:picMk id="18" creationId="{B1E28D45-D989-1542-5BA5-75B302AEE684}"/>
          </ac:picMkLst>
        </pc:picChg>
        <pc:picChg chg="del mod">
          <ac:chgData name="Danny Alberto Luarte Canto" userId="01864023-a306-4040-9773-946c92c655fb" providerId="ADAL" clId="{25B2257B-3952-46C4-8982-88BE6B6DA890}" dt="2024-03-14T00:24:51.957" v="2102" actId="478"/>
          <ac:picMkLst>
            <pc:docMk/>
            <pc:sldMk cId="779564976" sldId="325"/>
            <ac:picMk id="21" creationId="{CA488233-6B9F-1768-E9A1-673E17966BF7}"/>
          </ac:picMkLst>
        </pc:picChg>
        <pc:picChg chg="del">
          <ac:chgData name="Danny Alberto Luarte Canto" userId="01864023-a306-4040-9773-946c92c655fb" providerId="ADAL" clId="{25B2257B-3952-46C4-8982-88BE6B6DA890}" dt="2024-03-14T00:28:03.812" v="2149" actId="478"/>
          <ac:picMkLst>
            <pc:docMk/>
            <pc:sldMk cId="779564976" sldId="325"/>
            <ac:picMk id="22" creationId="{75EF6399-F12E-293D-42CA-5D62A515935C}"/>
          </ac:picMkLst>
        </pc:picChg>
        <pc:picChg chg="del">
          <ac:chgData name="Danny Alberto Luarte Canto" userId="01864023-a306-4040-9773-946c92c655fb" providerId="ADAL" clId="{25B2257B-3952-46C4-8982-88BE6B6DA890}" dt="2024-03-14T00:28:02.239" v="2148" actId="478"/>
          <ac:picMkLst>
            <pc:docMk/>
            <pc:sldMk cId="779564976" sldId="325"/>
            <ac:picMk id="23" creationId="{9A4BB25E-F6F4-BBDE-183C-324596119281}"/>
          </ac:picMkLst>
        </pc:picChg>
        <pc:picChg chg="del mod">
          <ac:chgData name="Danny Alberto Luarte Canto" userId="01864023-a306-4040-9773-946c92c655fb" providerId="ADAL" clId="{25B2257B-3952-46C4-8982-88BE6B6DA890}" dt="2024-03-14T00:29:09.694" v="2151" actId="478"/>
          <ac:picMkLst>
            <pc:docMk/>
            <pc:sldMk cId="779564976" sldId="325"/>
            <ac:picMk id="25" creationId="{DC4A058A-FCBD-ADAF-4399-00BBCD1BF7E4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3T23:13:38.097" v="1835" actId="47"/>
        <pc:sldMkLst>
          <pc:docMk/>
          <pc:sldMk cId="3826386316" sldId="325"/>
        </pc:sldMkLst>
        <pc:spChg chg="mod">
          <ac:chgData name="Danny Alberto Luarte Canto" userId="01864023-a306-4040-9773-946c92c655fb" providerId="ADAL" clId="{25B2257B-3952-46C4-8982-88BE6B6DA890}" dt="2024-03-13T23:10:46.095" v="1812" actId="20577"/>
          <ac:spMkLst>
            <pc:docMk/>
            <pc:sldMk cId="3826386316" sldId="325"/>
            <ac:spMk id="4" creationId="{1822B87D-DD3A-2663-9295-305E16A49FF7}"/>
          </ac:spMkLst>
        </pc:spChg>
        <pc:picChg chg="add del mod">
          <ac:chgData name="Danny Alberto Luarte Canto" userId="01864023-a306-4040-9773-946c92c655fb" providerId="ADAL" clId="{25B2257B-3952-46C4-8982-88BE6B6DA890}" dt="2024-03-13T23:09:43.053" v="1725" actId="478"/>
          <ac:picMkLst>
            <pc:docMk/>
            <pc:sldMk cId="3826386316" sldId="325"/>
            <ac:picMk id="3" creationId="{522BA919-BD59-B184-65D8-71A99B1AE8C4}"/>
          </ac:picMkLst>
        </pc:picChg>
        <pc:picChg chg="add mod">
          <ac:chgData name="Danny Alberto Luarte Canto" userId="01864023-a306-4040-9773-946c92c655fb" providerId="ADAL" clId="{25B2257B-3952-46C4-8982-88BE6B6DA890}" dt="2024-03-13T23:10:35.717" v="1784" actId="1076"/>
          <ac:picMkLst>
            <pc:docMk/>
            <pc:sldMk cId="3826386316" sldId="325"/>
            <ac:picMk id="7" creationId="{ADD194E3-D505-1A8A-6931-E1C3D47C13B0}"/>
          </ac:picMkLst>
        </pc:picChg>
        <pc:picChg chg="del">
          <ac:chgData name="Danny Alberto Luarte Canto" userId="01864023-a306-4040-9773-946c92c655fb" providerId="ADAL" clId="{25B2257B-3952-46C4-8982-88BE6B6DA890}" dt="2024-03-13T23:03:12.773" v="1619" actId="478"/>
          <ac:picMkLst>
            <pc:docMk/>
            <pc:sldMk cId="3826386316" sldId="325"/>
            <ac:picMk id="10" creationId="{46CDF429-DC84-2E9D-2ACF-6F2029603808}"/>
          </ac:picMkLst>
        </pc:picChg>
        <pc:picChg chg="del">
          <ac:chgData name="Danny Alberto Luarte Canto" userId="01864023-a306-4040-9773-946c92c655fb" providerId="ADAL" clId="{25B2257B-3952-46C4-8982-88BE6B6DA890}" dt="2024-03-13T23:03:13.999" v="1620" actId="478"/>
          <ac:picMkLst>
            <pc:docMk/>
            <pc:sldMk cId="3826386316" sldId="325"/>
            <ac:picMk id="21" creationId="{CA488233-6B9F-1768-E9A1-673E17966BF7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00:13.962" v="3324" actId="20577"/>
        <pc:sldMkLst>
          <pc:docMk/>
          <pc:sldMk cId="4186028032" sldId="326"/>
        </pc:sldMkLst>
        <pc:spChg chg="mod">
          <ac:chgData name="Danny Alberto Luarte Canto" userId="01864023-a306-4040-9773-946c92c655fb" providerId="ADAL" clId="{25B2257B-3952-46C4-8982-88BE6B6DA890}" dt="2024-03-14T01:00:13.962" v="3324" actId="20577"/>
          <ac:spMkLst>
            <pc:docMk/>
            <pc:sldMk cId="4186028032" sldId="326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25B2257B-3952-46C4-8982-88BE6B6DA890}" dt="2024-03-14T00:58:44.162" v="3214" actId="1038"/>
          <ac:spMkLst>
            <pc:docMk/>
            <pc:sldMk cId="4186028032" sldId="326"/>
            <ac:spMk id="27" creationId="{6BB7E9AA-1E3A-4B3D-0F58-5CD1E10AFD14}"/>
          </ac:spMkLst>
        </pc:spChg>
        <pc:spChg chg="add mod">
          <ac:chgData name="Danny Alberto Luarte Canto" userId="01864023-a306-4040-9773-946c92c655fb" providerId="ADAL" clId="{25B2257B-3952-46C4-8982-88BE6B6DA890}" dt="2024-03-14T00:59:04.102" v="3283" actId="20577"/>
          <ac:spMkLst>
            <pc:docMk/>
            <pc:sldMk cId="4186028032" sldId="326"/>
            <ac:spMk id="28" creationId="{51960E47-0005-17C7-BB26-8661834D0634}"/>
          </ac:spMkLst>
        </pc:spChg>
        <pc:spChg chg="add mod">
          <ac:chgData name="Danny Alberto Luarte Canto" userId="01864023-a306-4040-9773-946c92c655fb" providerId="ADAL" clId="{25B2257B-3952-46C4-8982-88BE6B6DA890}" dt="2024-03-14T00:59:14.537" v="3296" actId="20577"/>
          <ac:spMkLst>
            <pc:docMk/>
            <pc:sldMk cId="4186028032" sldId="326"/>
            <ac:spMk id="29" creationId="{79D8023F-0DCF-35D5-1059-ED7B35CCA100}"/>
          </ac:spMkLst>
        </pc:spChg>
        <pc:spChg chg="add mod">
          <ac:chgData name="Danny Alberto Luarte Canto" userId="01864023-a306-4040-9773-946c92c655fb" providerId="ADAL" clId="{25B2257B-3952-46C4-8982-88BE6B6DA890}" dt="2024-03-14T00:59:28.367" v="3313" actId="20577"/>
          <ac:spMkLst>
            <pc:docMk/>
            <pc:sldMk cId="4186028032" sldId="326"/>
            <ac:spMk id="30" creationId="{7A29E2DE-59EF-4B98-6A14-2CBCDFE5DB52}"/>
          </ac:spMkLst>
        </pc:spChg>
        <pc:picChg chg="add mod">
          <ac:chgData name="Danny Alberto Luarte Canto" userId="01864023-a306-4040-9773-946c92c655fb" providerId="ADAL" clId="{25B2257B-3952-46C4-8982-88BE6B6DA890}" dt="2024-03-14T00:52:32.356" v="3046" actId="1076"/>
          <ac:picMkLst>
            <pc:docMk/>
            <pc:sldMk cId="4186028032" sldId="326"/>
            <ac:picMk id="3" creationId="{7D399CA8-1004-C37B-083B-C1797A740DDA}"/>
          </ac:picMkLst>
        </pc:picChg>
        <pc:picChg chg="add mod">
          <ac:chgData name="Danny Alberto Luarte Canto" userId="01864023-a306-4040-9773-946c92c655fb" providerId="ADAL" clId="{25B2257B-3952-46C4-8982-88BE6B6DA890}" dt="2024-03-14T00:54:45.864" v="3076" actId="1076"/>
          <ac:picMkLst>
            <pc:docMk/>
            <pc:sldMk cId="4186028032" sldId="326"/>
            <ac:picMk id="7" creationId="{71466654-213E-EDFB-8C69-CFA46605EA21}"/>
          </ac:picMkLst>
        </pc:picChg>
        <pc:picChg chg="add mod">
          <ac:chgData name="Danny Alberto Luarte Canto" userId="01864023-a306-4040-9773-946c92c655fb" providerId="ADAL" clId="{25B2257B-3952-46C4-8982-88BE6B6DA890}" dt="2024-03-14T00:54:28.034" v="3070" actId="1076"/>
          <ac:picMkLst>
            <pc:docMk/>
            <pc:sldMk cId="4186028032" sldId="326"/>
            <ac:picMk id="9" creationId="{30665317-D384-58E4-6F27-7E816480EFFF}"/>
          </ac:picMkLst>
        </pc:picChg>
        <pc:picChg chg="add mod">
          <ac:chgData name="Danny Alberto Luarte Canto" userId="01864023-a306-4040-9773-946c92c655fb" providerId="ADAL" clId="{25B2257B-3952-46C4-8982-88BE6B6DA890}" dt="2024-03-14T00:54:43.426" v="3075" actId="1076"/>
          <ac:picMkLst>
            <pc:docMk/>
            <pc:sldMk cId="4186028032" sldId="326"/>
            <ac:picMk id="12" creationId="{FB8682AD-7E79-82F0-F2E9-6D9BA4FD8C29}"/>
          </ac:picMkLst>
        </pc:picChg>
        <pc:picChg chg="add del mod">
          <ac:chgData name="Danny Alberto Luarte Canto" userId="01864023-a306-4040-9773-946c92c655fb" providerId="ADAL" clId="{25B2257B-3952-46C4-8982-88BE6B6DA890}" dt="2024-03-14T00:55:50.133" v="3093" actId="478"/>
          <ac:picMkLst>
            <pc:docMk/>
            <pc:sldMk cId="4186028032" sldId="326"/>
            <ac:picMk id="16" creationId="{E07B008C-9A51-855A-8264-FA07B138D442}"/>
          </ac:picMkLst>
        </pc:picChg>
        <pc:picChg chg="add del mod">
          <ac:chgData name="Danny Alberto Luarte Canto" userId="01864023-a306-4040-9773-946c92c655fb" providerId="ADAL" clId="{25B2257B-3952-46C4-8982-88BE6B6DA890}" dt="2024-03-14T00:55:54.633" v="3095" actId="478"/>
          <ac:picMkLst>
            <pc:docMk/>
            <pc:sldMk cId="4186028032" sldId="326"/>
            <ac:picMk id="18" creationId="{43F6917F-B3FE-6287-B6CE-729D5A799E16}"/>
          </ac:picMkLst>
        </pc:picChg>
        <pc:picChg chg="add mod">
          <ac:chgData name="Danny Alberto Luarte Canto" userId="01864023-a306-4040-9773-946c92c655fb" providerId="ADAL" clId="{25B2257B-3952-46C4-8982-88BE6B6DA890}" dt="2024-03-14T00:57:15.954" v="3129" actId="1037"/>
          <ac:picMkLst>
            <pc:docMk/>
            <pc:sldMk cId="4186028032" sldId="326"/>
            <ac:picMk id="20" creationId="{0D63034D-BF75-73E7-99DA-1029C2D0B021}"/>
          </ac:picMkLst>
        </pc:picChg>
        <pc:picChg chg="add mod">
          <ac:chgData name="Danny Alberto Luarte Canto" userId="01864023-a306-4040-9773-946c92c655fb" providerId="ADAL" clId="{25B2257B-3952-46C4-8982-88BE6B6DA890}" dt="2024-03-14T00:57:15.954" v="3129" actId="1037"/>
          <ac:picMkLst>
            <pc:docMk/>
            <pc:sldMk cId="4186028032" sldId="326"/>
            <ac:picMk id="22" creationId="{9FBEF8D6-7E0D-FAB3-1281-547355E63839}"/>
          </ac:picMkLst>
        </pc:picChg>
        <pc:picChg chg="add mod">
          <ac:chgData name="Danny Alberto Luarte Canto" userId="01864023-a306-4040-9773-946c92c655fb" providerId="ADAL" clId="{25B2257B-3952-46C4-8982-88BE6B6DA890}" dt="2024-03-14T00:57:20.184" v="3130" actId="1076"/>
          <ac:picMkLst>
            <pc:docMk/>
            <pc:sldMk cId="4186028032" sldId="326"/>
            <ac:picMk id="24" creationId="{DB2BAD8C-82B8-D8B1-716F-56D8929AF899}"/>
          </ac:picMkLst>
        </pc:picChg>
        <pc:picChg chg="add mod">
          <ac:chgData name="Danny Alberto Luarte Canto" userId="01864023-a306-4040-9773-946c92c655fb" providerId="ADAL" clId="{25B2257B-3952-46C4-8982-88BE6B6DA890}" dt="2024-03-14T00:57:31.045" v="3133" actId="14100"/>
          <ac:picMkLst>
            <pc:docMk/>
            <pc:sldMk cId="4186028032" sldId="326"/>
            <ac:picMk id="26" creationId="{9FC242B5-7AB8-75FC-A350-53CFCA073165}"/>
          </ac:picMkLst>
        </pc:picChg>
      </pc:sldChg>
      <pc:sldChg chg="addSp modSp add mod">
        <pc:chgData name="Danny Alberto Luarte Canto" userId="01864023-a306-4040-9773-946c92c655fb" providerId="ADAL" clId="{25B2257B-3952-46C4-8982-88BE6B6DA890}" dt="2024-03-14T01:27:14.334" v="3735" actId="14100"/>
        <pc:sldMkLst>
          <pc:docMk/>
          <pc:sldMk cId="365699801" sldId="327"/>
        </pc:sldMkLst>
        <pc:spChg chg="mod ord">
          <ac:chgData name="Danny Alberto Luarte Canto" userId="01864023-a306-4040-9773-946c92c655fb" providerId="ADAL" clId="{25B2257B-3952-46C4-8982-88BE6B6DA890}" dt="2024-03-14T01:27:14.334" v="3735" actId="14100"/>
          <ac:spMkLst>
            <pc:docMk/>
            <pc:sldMk cId="365699801" sldId="327"/>
            <ac:spMk id="4" creationId="{1822B87D-DD3A-2663-9295-305E16A49FF7}"/>
          </ac:spMkLst>
        </pc:spChg>
        <pc:spChg chg="mod ord">
          <ac:chgData name="Danny Alberto Luarte Canto" userId="01864023-a306-4040-9773-946c92c655fb" providerId="ADAL" clId="{25B2257B-3952-46C4-8982-88BE6B6DA890}" dt="2024-03-14T01:24:22.543" v="3563" actId="166"/>
          <ac:spMkLst>
            <pc:docMk/>
            <pc:sldMk cId="365699801" sldId="327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4T01:24:33.015" v="3565" actId="14100"/>
          <ac:picMkLst>
            <pc:docMk/>
            <pc:sldMk cId="365699801" sldId="327"/>
            <ac:picMk id="3" creationId="{81817649-7EE4-38FE-245E-0C9A8283543E}"/>
          </ac:picMkLst>
        </pc:picChg>
      </pc:sldChg>
      <pc:sldChg chg="addSp modSp add mod ord">
        <pc:chgData name="Danny Alberto Luarte Canto" userId="01864023-a306-4040-9773-946c92c655fb" providerId="ADAL" clId="{25B2257B-3952-46C4-8982-88BE6B6DA890}" dt="2024-03-14T00:50:51.248" v="3001" actId="1036"/>
        <pc:sldMkLst>
          <pc:docMk/>
          <pc:sldMk cId="4165330015" sldId="328"/>
        </pc:sldMkLst>
        <pc:spChg chg="mod">
          <ac:chgData name="Danny Alberto Luarte Canto" userId="01864023-a306-4040-9773-946c92c655fb" providerId="ADAL" clId="{25B2257B-3952-46C4-8982-88BE6B6DA890}" dt="2024-03-14T00:50:19.835" v="2968" actId="20577"/>
          <ac:spMkLst>
            <pc:docMk/>
            <pc:sldMk cId="4165330015" sldId="32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4T00:43:31.398" v="2708" actId="20577"/>
          <ac:spMkLst>
            <pc:docMk/>
            <pc:sldMk cId="4165330015" sldId="328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4T00:50:38.087" v="2997" actId="1076"/>
          <ac:picMkLst>
            <pc:docMk/>
            <pc:sldMk cId="4165330015" sldId="328"/>
            <ac:picMk id="3" creationId="{672524B2-4D0F-5CC8-B8C8-33A6EF3F8B99}"/>
          </ac:picMkLst>
        </pc:picChg>
        <pc:picChg chg="add mod">
          <ac:chgData name="Danny Alberto Luarte Canto" userId="01864023-a306-4040-9773-946c92c655fb" providerId="ADAL" clId="{25B2257B-3952-46C4-8982-88BE6B6DA890}" dt="2024-03-14T00:46:20.062" v="2790" actId="1076"/>
          <ac:picMkLst>
            <pc:docMk/>
            <pc:sldMk cId="4165330015" sldId="328"/>
            <ac:picMk id="7" creationId="{A0E61D11-F6EE-4423-DCF8-CB1CF6B94177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9" creationId="{3B91998E-1499-7E22-3367-FB7EF6D58CC8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12" creationId="{31165DE9-DA81-B903-8A63-C10536D33634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16" creationId="{4946E422-A155-16FD-CFC3-7127FBF29370}"/>
          </ac:picMkLst>
        </pc:picChg>
        <pc:picChg chg="add mod">
          <ac:chgData name="Danny Alberto Luarte Canto" userId="01864023-a306-4040-9773-946c92c655fb" providerId="ADAL" clId="{25B2257B-3952-46C4-8982-88BE6B6DA890}" dt="2024-03-14T00:50:51.248" v="3001" actId="1036"/>
          <ac:picMkLst>
            <pc:docMk/>
            <pc:sldMk cId="4165330015" sldId="328"/>
            <ac:picMk id="18" creationId="{B1965E7A-A7C3-C1DF-7770-9C1461584DCB}"/>
          </ac:picMkLst>
        </pc:picChg>
        <pc:picChg chg="add mod">
          <ac:chgData name="Danny Alberto Luarte Canto" userId="01864023-a306-4040-9773-946c92c655fb" providerId="ADAL" clId="{25B2257B-3952-46C4-8982-88BE6B6DA890}" dt="2024-03-14T00:50:40.099" v="2998" actId="1076"/>
          <ac:picMkLst>
            <pc:docMk/>
            <pc:sldMk cId="4165330015" sldId="328"/>
            <ac:picMk id="20" creationId="{37E3DA10-5785-F64A-2B91-0D1CB0738504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7:19.548" v="3894" actId="478"/>
        <pc:sldMkLst>
          <pc:docMk/>
          <pc:sldMk cId="4201383383" sldId="329"/>
        </pc:sldMkLst>
        <pc:spChg chg="mod">
          <ac:chgData name="Danny Alberto Luarte Canto" userId="01864023-a306-4040-9773-946c92c655fb" providerId="ADAL" clId="{25B2257B-3952-46C4-8982-88BE6B6DA890}" dt="2024-03-14T01:00:56.742" v="3343" actId="20577"/>
          <ac:spMkLst>
            <pc:docMk/>
            <pc:sldMk cId="4201383383" sldId="329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4T01:00:30.915" v="3326" actId="478"/>
          <ac:spMkLst>
            <pc:docMk/>
            <pc:sldMk cId="4201383383" sldId="329"/>
            <ac:spMk id="27" creationId="{6BB7E9AA-1E3A-4B3D-0F58-5CD1E10AFD14}"/>
          </ac:spMkLst>
        </pc:spChg>
        <pc:spChg chg="del">
          <ac:chgData name="Danny Alberto Luarte Canto" userId="01864023-a306-4040-9773-946c92c655fb" providerId="ADAL" clId="{25B2257B-3952-46C4-8982-88BE6B6DA890}" dt="2024-03-14T01:00:34.709" v="3328" actId="478"/>
          <ac:spMkLst>
            <pc:docMk/>
            <pc:sldMk cId="4201383383" sldId="329"/>
            <ac:spMk id="28" creationId="{51960E47-0005-17C7-BB26-8661834D0634}"/>
          </ac:spMkLst>
        </pc:spChg>
        <pc:spChg chg="del">
          <ac:chgData name="Danny Alberto Luarte Canto" userId="01864023-a306-4040-9773-946c92c655fb" providerId="ADAL" clId="{25B2257B-3952-46C4-8982-88BE6B6DA890}" dt="2024-03-14T01:00:38.601" v="3329" actId="478"/>
          <ac:spMkLst>
            <pc:docMk/>
            <pc:sldMk cId="4201383383" sldId="329"/>
            <ac:spMk id="29" creationId="{79D8023F-0DCF-35D5-1059-ED7B35CCA100}"/>
          </ac:spMkLst>
        </pc:spChg>
        <pc:spChg chg="del">
          <ac:chgData name="Danny Alberto Luarte Canto" userId="01864023-a306-4040-9773-946c92c655fb" providerId="ADAL" clId="{25B2257B-3952-46C4-8982-88BE6B6DA890}" dt="2024-03-14T01:00:40.204" v="3330" actId="478"/>
          <ac:spMkLst>
            <pc:docMk/>
            <pc:sldMk cId="4201383383" sldId="329"/>
            <ac:spMk id="30" creationId="{7A29E2DE-59EF-4B98-6A14-2CBCDFE5DB52}"/>
          </ac:spMkLst>
        </pc:spChg>
        <pc:picChg chg="add del mod">
          <ac:chgData name="Danny Alberto Luarte Canto" userId="01864023-a306-4040-9773-946c92c655fb" providerId="ADAL" clId="{25B2257B-3952-46C4-8982-88BE6B6DA890}" dt="2024-03-14T01:36:56.905" v="3892" actId="478"/>
          <ac:picMkLst>
            <pc:docMk/>
            <pc:sldMk cId="4201383383" sldId="329"/>
            <ac:picMk id="5" creationId="{F4880854-AEE2-2D6F-EFCE-08604752E427}"/>
          </ac:picMkLst>
        </pc:picChg>
        <pc:picChg chg="add del mod">
          <ac:chgData name="Danny Alberto Luarte Canto" userId="01864023-a306-4040-9773-946c92c655fb" providerId="ADAL" clId="{25B2257B-3952-46C4-8982-88BE6B6DA890}" dt="2024-03-14T01:37:19.548" v="3894" actId="478"/>
          <ac:picMkLst>
            <pc:docMk/>
            <pc:sldMk cId="4201383383" sldId="329"/>
            <ac:picMk id="8" creationId="{BD7AD627-026A-7880-170A-C37D4EFF1636}"/>
          </ac:picMkLst>
        </pc:picChg>
        <pc:picChg chg="add del mod">
          <ac:chgData name="Danny Alberto Luarte Canto" userId="01864023-a306-4040-9773-946c92c655fb" providerId="ADAL" clId="{25B2257B-3952-46C4-8982-88BE6B6DA890}" dt="2024-03-14T01:11:39.856" v="3359" actId="478"/>
          <ac:picMkLst>
            <pc:docMk/>
            <pc:sldMk cId="4201383383" sldId="329"/>
            <ac:picMk id="10" creationId="{77DAA6E9-78B7-38F8-8C9E-14B997CAC86B}"/>
          </ac:picMkLst>
        </pc:picChg>
        <pc:picChg chg="add del mod">
          <ac:chgData name="Danny Alberto Luarte Canto" userId="01864023-a306-4040-9773-946c92c655fb" providerId="ADAL" clId="{25B2257B-3952-46C4-8982-88BE6B6DA890}" dt="2024-03-14T01:36:44.534" v="3890" actId="478"/>
          <ac:picMkLst>
            <pc:docMk/>
            <pc:sldMk cId="4201383383" sldId="329"/>
            <ac:picMk id="14" creationId="{363B9C81-0C4E-93FE-CCA0-C1D1D5F354FB}"/>
          </ac:picMkLst>
        </pc:picChg>
        <pc:picChg chg="add del mod">
          <ac:chgData name="Danny Alberto Luarte Canto" userId="01864023-a306-4040-9773-946c92c655fb" providerId="ADAL" clId="{25B2257B-3952-46C4-8982-88BE6B6DA890}" dt="2024-03-14T01:36:45.729" v="3891" actId="478"/>
          <ac:picMkLst>
            <pc:docMk/>
            <pc:sldMk cId="4201383383" sldId="329"/>
            <ac:picMk id="17" creationId="{A81AAAB4-13AD-0388-3689-578466324D3C}"/>
          </ac:picMkLst>
        </pc:picChg>
        <pc:picChg chg="del">
          <ac:chgData name="Danny Alberto Luarte Canto" userId="01864023-a306-4040-9773-946c92c655fb" providerId="ADAL" clId="{25B2257B-3952-46C4-8982-88BE6B6DA890}" dt="2024-03-14T01:00:43.176" v="3333" actId="478"/>
          <ac:picMkLst>
            <pc:docMk/>
            <pc:sldMk cId="4201383383" sldId="329"/>
            <ac:picMk id="20" creationId="{0D63034D-BF75-73E7-99DA-1029C2D0B021}"/>
          </ac:picMkLst>
        </pc:picChg>
        <pc:picChg chg="del">
          <ac:chgData name="Danny Alberto Luarte Canto" userId="01864023-a306-4040-9773-946c92c655fb" providerId="ADAL" clId="{25B2257B-3952-46C4-8982-88BE6B6DA890}" dt="2024-03-14T01:00:44.024" v="3334" actId="478"/>
          <ac:picMkLst>
            <pc:docMk/>
            <pc:sldMk cId="4201383383" sldId="329"/>
            <ac:picMk id="22" creationId="{9FBEF8D6-7E0D-FAB3-1281-547355E63839}"/>
          </ac:picMkLst>
        </pc:picChg>
        <pc:picChg chg="del">
          <ac:chgData name="Danny Alberto Luarte Canto" userId="01864023-a306-4040-9773-946c92c655fb" providerId="ADAL" clId="{25B2257B-3952-46C4-8982-88BE6B6DA890}" dt="2024-03-14T01:00:42.201" v="3332" actId="478"/>
          <ac:picMkLst>
            <pc:docMk/>
            <pc:sldMk cId="4201383383" sldId="329"/>
            <ac:picMk id="24" creationId="{DB2BAD8C-82B8-D8B1-716F-56D8929AF899}"/>
          </ac:picMkLst>
        </pc:picChg>
        <pc:picChg chg="del">
          <ac:chgData name="Danny Alberto Luarte Canto" userId="01864023-a306-4040-9773-946c92c655fb" providerId="ADAL" clId="{25B2257B-3952-46C4-8982-88BE6B6DA890}" dt="2024-03-14T01:00:41.404" v="3331" actId="478"/>
          <ac:picMkLst>
            <pc:docMk/>
            <pc:sldMk cId="4201383383" sldId="329"/>
            <ac:picMk id="26" creationId="{9FC242B5-7AB8-75FC-A350-53CFCA073165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7:38.686" v="3897" actId="20577"/>
        <pc:sldMkLst>
          <pc:docMk/>
          <pc:sldMk cId="2419715163" sldId="330"/>
        </pc:sldMkLst>
        <pc:spChg chg="mod">
          <ac:chgData name="Danny Alberto Luarte Canto" userId="01864023-a306-4040-9773-946c92c655fb" providerId="ADAL" clId="{25B2257B-3952-46C4-8982-88BE6B6DA890}" dt="2024-03-14T01:37:38.686" v="3897" actId="20577"/>
          <ac:spMkLst>
            <pc:docMk/>
            <pc:sldMk cId="2419715163" sldId="33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25B2257B-3952-46C4-8982-88BE6B6DA890}" dt="2024-03-14T01:20:54.964" v="3473" actId="478"/>
          <ac:picMkLst>
            <pc:docMk/>
            <pc:sldMk cId="2419715163" sldId="330"/>
            <ac:picMk id="3" creationId="{7D399CA8-1004-C37B-083B-C1797A740DDA}"/>
          </ac:picMkLst>
        </pc:picChg>
        <pc:picChg chg="del">
          <ac:chgData name="Danny Alberto Luarte Canto" userId="01864023-a306-4040-9773-946c92c655fb" providerId="ADAL" clId="{25B2257B-3952-46C4-8982-88BE6B6DA890}" dt="2024-03-14T01:14:48.001" v="3377" actId="478"/>
          <ac:picMkLst>
            <pc:docMk/>
            <pc:sldMk cId="2419715163" sldId="330"/>
            <ac:picMk id="5" creationId="{F4880854-AEE2-2D6F-EFCE-08604752E427}"/>
          </ac:picMkLst>
        </pc:picChg>
        <pc:picChg chg="add mod">
          <ac:chgData name="Danny Alberto Luarte Canto" userId="01864023-a306-4040-9773-946c92c655fb" providerId="ADAL" clId="{25B2257B-3952-46C4-8982-88BE6B6DA890}" dt="2024-03-14T01:21:48.668" v="3556" actId="1038"/>
          <ac:picMkLst>
            <pc:docMk/>
            <pc:sldMk cId="2419715163" sldId="330"/>
            <ac:picMk id="7" creationId="{03B448F1-A3DC-A7BC-D700-E4DF1D88E643}"/>
          </ac:picMkLst>
        </pc:picChg>
        <pc:picChg chg="del">
          <ac:chgData name="Danny Alberto Luarte Canto" userId="01864023-a306-4040-9773-946c92c655fb" providerId="ADAL" clId="{25B2257B-3952-46C4-8982-88BE6B6DA890}" dt="2024-03-14T01:14:46.790" v="3376" actId="478"/>
          <ac:picMkLst>
            <pc:docMk/>
            <pc:sldMk cId="2419715163" sldId="330"/>
            <ac:picMk id="8" creationId="{BD7AD627-026A-7880-170A-C37D4EFF1636}"/>
          </ac:picMkLst>
        </pc:picChg>
        <pc:picChg chg="add mod">
          <ac:chgData name="Danny Alberto Luarte Canto" userId="01864023-a306-4040-9773-946c92c655fb" providerId="ADAL" clId="{25B2257B-3952-46C4-8982-88BE6B6DA890}" dt="2024-03-14T01:21:48.668" v="3556" actId="1038"/>
          <ac:picMkLst>
            <pc:docMk/>
            <pc:sldMk cId="2419715163" sldId="330"/>
            <ac:picMk id="10" creationId="{0B826451-640E-0B28-3573-BB49190DA9F6}"/>
          </ac:picMkLst>
        </pc:picChg>
        <pc:picChg chg="del">
          <ac:chgData name="Danny Alberto Luarte Canto" userId="01864023-a306-4040-9773-946c92c655fb" providerId="ADAL" clId="{25B2257B-3952-46C4-8982-88BE6B6DA890}" dt="2024-03-14T01:14:50.843" v="3378" actId="478"/>
          <ac:picMkLst>
            <pc:docMk/>
            <pc:sldMk cId="2419715163" sldId="330"/>
            <ac:picMk id="14" creationId="{363B9C81-0C4E-93FE-CCA0-C1D1D5F354FB}"/>
          </ac:picMkLst>
        </pc:picChg>
        <pc:picChg chg="add del mod">
          <ac:chgData name="Danny Alberto Luarte Canto" userId="01864023-a306-4040-9773-946c92c655fb" providerId="ADAL" clId="{25B2257B-3952-46C4-8982-88BE6B6DA890}" dt="2024-03-14T01:37:35.813" v="3896" actId="478"/>
          <ac:picMkLst>
            <pc:docMk/>
            <pc:sldMk cId="2419715163" sldId="330"/>
            <ac:picMk id="16" creationId="{D8592E94-3BFC-C019-C30B-B7A2CBB8748B}"/>
          </ac:picMkLst>
        </pc:picChg>
        <pc:picChg chg="del">
          <ac:chgData name="Danny Alberto Luarte Canto" userId="01864023-a306-4040-9773-946c92c655fb" providerId="ADAL" clId="{25B2257B-3952-46C4-8982-88BE6B6DA890}" dt="2024-03-14T01:14:51.710" v="3379" actId="478"/>
          <ac:picMkLst>
            <pc:docMk/>
            <pc:sldMk cId="2419715163" sldId="330"/>
            <ac:picMk id="17" creationId="{A81AAAB4-13AD-0388-3689-578466324D3C}"/>
          </ac:picMkLst>
        </pc:picChg>
      </pc:sldChg>
      <pc:sldChg chg="modSp add mod">
        <pc:chgData name="Danny Alberto Luarte Canto" userId="01864023-a306-4040-9773-946c92c655fb" providerId="ADAL" clId="{25B2257B-3952-46C4-8982-88BE6B6DA890}" dt="2024-03-14T01:35:36.724" v="3821" actId="732"/>
        <pc:sldMkLst>
          <pc:docMk/>
          <pc:sldMk cId="104550920" sldId="331"/>
        </pc:sldMkLst>
        <pc:picChg chg="mod modCrop">
          <ac:chgData name="Danny Alberto Luarte Canto" userId="01864023-a306-4040-9773-946c92c655fb" providerId="ADAL" clId="{25B2257B-3952-46C4-8982-88BE6B6DA890}" dt="2024-03-14T01:35:36.724" v="3821" actId="732"/>
          <ac:picMkLst>
            <pc:docMk/>
            <pc:sldMk cId="104550920" sldId="331"/>
            <ac:picMk id="18" creationId="{B1E28D45-D989-1542-5BA5-75B302AEE684}"/>
          </ac:picMkLst>
        </pc:picChg>
      </pc:sldChg>
      <pc:sldChg chg="add del">
        <pc:chgData name="Danny Alberto Luarte Canto" userId="01864023-a306-4040-9773-946c92c655fb" providerId="ADAL" clId="{25B2257B-3952-46C4-8982-88BE6B6DA890}" dt="2024-03-14T01:33:58.144" v="3760" actId="47"/>
        <pc:sldMkLst>
          <pc:docMk/>
          <pc:sldMk cId="326473771" sldId="331"/>
        </pc:sldMkLst>
      </pc:sldChg>
      <pc:sldChg chg="modSp add mod">
        <pc:chgData name="Danny Alberto Luarte Canto" userId="01864023-a306-4040-9773-946c92c655fb" providerId="ADAL" clId="{25B2257B-3952-46C4-8982-88BE6B6DA890}" dt="2024-03-14T01:36:11.542" v="3887" actId="732"/>
        <pc:sldMkLst>
          <pc:docMk/>
          <pc:sldMk cId="2573955904" sldId="332"/>
        </pc:sldMkLst>
        <pc:picChg chg="mod modCrop">
          <ac:chgData name="Danny Alberto Luarte Canto" userId="01864023-a306-4040-9773-946c92c655fb" providerId="ADAL" clId="{25B2257B-3952-46C4-8982-88BE6B6DA890}" dt="2024-03-14T01:36:11.542" v="3887" actId="732"/>
          <ac:picMkLst>
            <pc:docMk/>
            <pc:sldMk cId="2573955904" sldId="332"/>
            <ac:picMk id="18" creationId="{B1E28D45-D989-1542-5BA5-75B302AEE684}"/>
          </ac:picMkLst>
        </pc:picChg>
      </pc:sldChg>
      <pc:sldChg chg="add del">
        <pc:chgData name="Danny Alberto Luarte Canto" userId="01864023-a306-4040-9773-946c92c655fb" providerId="ADAL" clId="{25B2257B-3952-46C4-8982-88BE6B6DA890}" dt="2024-03-14T01:36:12.076" v="3888" actId="2890"/>
        <pc:sldMkLst>
          <pc:docMk/>
          <pc:sldMk cId="1993077593" sldId="333"/>
        </pc:sldMkLst>
      </pc:sldChg>
      <pc:sldChg chg="addSp delSp modSp add mod">
        <pc:chgData name="Danny Alberto Luarte Canto" userId="01864023-a306-4040-9773-946c92c655fb" providerId="ADAL" clId="{25B2257B-3952-46C4-8982-88BE6B6DA890}" dt="2024-03-14T12:14:35.859" v="3916" actId="1076"/>
        <pc:sldMkLst>
          <pc:docMk/>
          <pc:sldMk cId="2308116407" sldId="333"/>
        </pc:sldMkLst>
        <pc:picChg chg="del mod">
          <ac:chgData name="Danny Alberto Luarte Canto" userId="01864023-a306-4040-9773-946c92c655fb" providerId="ADAL" clId="{25B2257B-3952-46C4-8982-88BE6B6DA890}" dt="2024-03-14T12:12:16.319" v="3900" actId="478"/>
          <ac:picMkLst>
            <pc:docMk/>
            <pc:sldMk cId="2308116407" sldId="333"/>
            <ac:picMk id="5" creationId="{F4880854-AEE2-2D6F-EFCE-08604752E427}"/>
          </ac:picMkLst>
        </pc:picChg>
        <pc:picChg chg="add mod">
          <ac:chgData name="Danny Alberto Luarte Canto" userId="01864023-a306-4040-9773-946c92c655fb" providerId="ADAL" clId="{25B2257B-3952-46C4-8982-88BE6B6DA890}" dt="2024-03-14T12:12:31.741" v="3907" actId="1076"/>
          <ac:picMkLst>
            <pc:docMk/>
            <pc:sldMk cId="2308116407" sldId="333"/>
            <ac:picMk id="7" creationId="{019D16E2-8FAE-D724-E4B7-174396516276}"/>
          </ac:picMkLst>
        </pc:picChg>
        <pc:picChg chg="add mod">
          <ac:chgData name="Danny Alberto Luarte Canto" userId="01864023-a306-4040-9773-946c92c655fb" providerId="ADAL" clId="{25B2257B-3952-46C4-8982-88BE6B6DA890}" dt="2024-03-14T12:14:35.859" v="3916" actId="1076"/>
          <ac:picMkLst>
            <pc:docMk/>
            <pc:sldMk cId="2308116407" sldId="333"/>
            <ac:picMk id="10" creationId="{086BA345-8CB7-55BC-0476-B92991A1ABDA}"/>
          </ac:picMkLst>
        </pc:picChg>
        <pc:picChg chg="del">
          <ac:chgData name="Danny Alberto Luarte Canto" userId="01864023-a306-4040-9773-946c92c655fb" providerId="ADAL" clId="{25B2257B-3952-46C4-8982-88BE6B6DA890}" dt="2024-03-14T12:14:17.446" v="3908" actId="478"/>
          <ac:picMkLst>
            <pc:docMk/>
            <pc:sldMk cId="2308116407" sldId="333"/>
            <ac:picMk id="17" creationId="{A81AAAB4-13AD-0388-3689-578466324D3C}"/>
          </ac:picMkLst>
        </pc:picChg>
      </pc:sldChg>
      <pc:sldChg chg="add">
        <pc:chgData name="Danny Alberto Luarte Canto" userId="01864023-a306-4040-9773-946c92c655fb" providerId="ADAL" clId="{25B2257B-3952-46C4-8982-88BE6B6DA890}" dt="2024-03-14T01:37:16.874" v="3893" actId="2890"/>
        <pc:sldMkLst>
          <pc:docMk/>
          <pc:sldMk cId="3389251000" sldId="334"/>
        </pc:sldMkLst>
      </pc:sldChg>
      <pc:sldChg chg="add">
        <pc:chgData name="Danny Alberto Luarte Canto" userId="01864023-a306-4040-9773-946c92c655fb" providerId="ADAL" clId="{25B2257B-3952-46C4-8982-88BE6B6DA890}" dt="2024-03-14T01:37:32.667" v="3895" actId="2890"/>
        <pc:sldMkLst>
          <pc:docMk/>
          <pc:sldMk cId="34477542" sldId="335"/>
        </pc:sldMkLst>
      </pc:sldChg>
    </pc:docChg>
  </pc:docChgLst>
  <pc:docChgLst>
    <pc:chgData name="Danny Alberto Luarte Canto" userId="01864023-a306-4040-9773-946c92c655fb" providerId="ADAL" clId="{F3F5BBEE-E9B6-4306-8A98-67B79816207D}"/>
    <pc:docChg chg="undo custSel addSld delSld modSld sldOrd">
      <pc:chgData name="Danny Alberto Luarte Canto" userId="01864023-a306-4040-9773-946c92c655fb" providerId="ADAL" clId="{F3F5BBEE-E9B6-4306-8A98-67B79816207D}" dt="2024-03-17T20:34:02.753" v="3151" actId="20577"/>
      <pc:docMkLst>
        <pc:docMk/>
      </pc:docMkLst>
      <pc:sldChg chg="modSp mod">
        <pc:chgData name="Danny Alberto Luarte Canto" userId="01864023-a306-4040-9773-946c92c655fb" providerId="ADAL" clId="{F3F5BBEE-E9B6-4306-8A98-67B79816207D}" dt="2024-03-16T20:22:03.723" v="22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3F5BBEE-E9B6-4306-8A98-67B79816207D}" dt="2024-03-16T20:22:03.723" v="22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F3F5BBEE-E9B6-4306-8A98-67B79816207D}" dt="2024-03-16T20:22:23.459" v="28" actId="47"/>
        <pc:sldMkLst>
          <pc:docMk/>
          <pc:sldMk cId="2593998083" sldId="278"/>
        </pc:sldMkLst>
      </pc:sldChg>
      <pc:sldChg chg="modSp mod">
        <pc:chgData name="Danny Alberto Luarte Canto" userId="01864023-a306-4040-9773-946c92c655fb" providerId="ADAL" clId="{F3F5BBEE-E9B6-4306-8A98-67B79816207D}" dt="2024-03-16T20:36:48.977" v="231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F3F5BBEE-E9B6-4306-8A98-67B79816207D}" dt="2024-03-16T20:36:48.977" v="231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modSp del mod">
        <pc:chgData name="Danny Alberto Luarte Canto" userId="01864023-a306-4040-9773-946c92c655fb" providerId="ADAL" clId="{F3F5BBEE-E9B6-4306-8A98-67B79816207D}" dt="2024-03-16T20:24:40.162" v="122" actId="47"/>
        <pc:sldMkLst>
          <pc:docMk/>
          <pc:sldMk cId="2308912279" sldId="303"/>
        </pc:sldMkLst>
        <pc:spChg chg="mod">
          <ac:chgData name="Danny Alberto Luarte Canto" userId="01864023-a306-4040-9773-946c92c655fb" providerId="ADAL" clId="{F3F5BBEE-E9B6-4306-8A98-67B79816207D}" dt="2024-03-16T20:23:00.652" v="65" actId="20577"/>
          <ac:spMkLst>
            <pc:docMk/>
            <pc:sldMk cId="2308912279" sldId="303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F3F5BBEE-E9B6-4306-8A98-67B79816207D}" dt="2024-03-16T21:44:29.822" v="415" actId="47"/>
        <pc:sldMkLst>
          <pc:docMk/>
          <pc:sldMk cId="4212751199" sldId="315"/>
        </pc:sldMkLst>
      </pc:sldChg>
      <pc:sldChg chg="del">
        <pc:chgData name="Danny Alberto Luarte Canto" userId="01864023-a306-4040-9773-946c92c655fb" providerId="ADAL" clId="{F3F5BBEE-E9B6-4306-8A98-67B79816207D}" dt="2024-03-16T21:44:31.415" v="416" actId="47"/>
        <pc:sldMkLst>
          <pc:docMk/>
          <pc:sldMk cId="2417716215" sldId="318"/>
        </pc:sldMkLst>
      </pc:sldChg>
      <pc:sldChg chg="del">
        <pc:chgData name="Danny Alberto Luarte Canto" userId="01864023-a306-4040-9773-946c92c655fb" providerId="ADAL" clId="{F3F5BBEE-E9B6-4306-8A98-67B79816207D}" dt="2024-03-17T00:09:50.788" v="1021" actId="47"/>
        <pc:sldMkLst>
          <pc:docMk/>
          <pc:sldMk cId="4015384424" sldId="319"/>
        </pc:sldMkLst>
      </pc:sldChg>
      <pc:sldChg chg="addSp delSp modSp mod">
        <pc:chgData name="Danny Alberto Luarte Canto" userId="01864023-a306-4040-9773-946c92c655fb" providerId="ADAL" clId="{F3F5BBEE-E9B6-4306-8A98-67B79816207D}" dt="2024-03-17T04:45:36.679" v="3117" actId="478"/>
        <pc:sldMkLst>
          <pc:docMk/>
          <pc:sldMk cId="1056179226" sldId="320"/>
        </pc:sldMkLst>
        <pc:spChg chg="mod">
          <ac:chgData name="Danny Alberto Luarte Canto" userId="01864023-a306-4040-9773-946c92c655fb" providerId="ADAL" clId="{F3F5BBEE-E9B6-4306-8A98-67B79816207D}" dt="2024-03-17T04:45:34.650" v="3116" actId="20577"/>
          <ac:spMkLst>
            <pc:docMk/>
            <pc:sldMk cId="1056179226" sldId="320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0:10:42.487" v="1050" actId="20577"/>
          <ac:spMkLst>
            <pc:docMk/>
            <pc:sldMk cId="1056179226" sldId="320"/>
            <ac:spMk id="6" creationId="{195EC640-63C1-E5B4-EBAC-BBE71C870CD0}"/>
          </ac:spMkLst>
        </pc:spChg>
        <pc:picChg chg="add del mod">
          <ac:chgData name="Danny Alberto Luarte Canto" userId="01864023-a306-4040-9773-946c92c655fb" providerId="ADAL" clId="{F3F5BBEE-E9B6-4306-8A98-67B79816207D}" dt="2024-03-17T04:45:36.679" v="3117" actId="478"/>
          <ac:picMkLst>
            <pc:docMk/>
            <pc:sldMk cId="1056179226" sldId="320"/>
            <ac:picMk id="3" creationId="{E327A150-EA63-4F35-F62B-C21822B787F4}"/>
          </ac:picMkLst>
        </pc:picChg>
      </pc:sldChg>
      <pc:sldChg chg="del">
        <pc:chgData name="Danny Alberto Luarte Canto" userId="01864023-a306-4040-9773-946c92c655fb" providerId="ADAL" clId="{F3F5BBEE-E9B6-4306-8A98-67B79816207D}" dt="2024-03-17T00:10:07.810" v="1033" actId="47"/>
        <pc:sldMkLst>
          <pc:docMk/>
          <pc:sldMk cId="879710699" sldId="321"/>
        </pc:sldMkLst>
      </pc:sldChg>
      <pc:sldChg chg="del">
        <pc:chgData name="Danny Alberto Luarte Canto" userId="01864023-a306-4040-9773-946c92c655fb" providerId="ADAL" clId="{F3F5BBEE-E9B6-4306-8A98-67B79816207D}" dt="2024-03-17T00:09:54.746" v="1022" actId="47"/>
        <pc:sldMkLst>
          <pc:docMk/>
          <pc:sldMk cId="762124911" sldId="322"/>
        </pc:sldMkLst>
      </pc:sldChg>
      <pc:sldChg chg="del">
        <pc:chgData name="Danny Alberto Luarte Canto" userId="01864023-a306-4040-9773-946c92c655fb" providerId="ADAL" clId="{F3F5BBEE-E9B6-4306-8A98-67B79816207D}" dt="2024-03-17T00:09:55.624" v="1023" actId="47"/>
        <pc:sldMkLst>
          <pc:docMk/>
          <pc:sldMk cId="1438259400" sldId="324"/>
        </pc:sldMkLst>
      </pc:sldChg>
      <pc:sldChg chg="del">
        <pc:chgData name="Danny Alberto Luarte Canto" userId="01864023-a306-4040-9773-946c92c655fb" providerId="ADAL" clId="{F3F5BBEE-E9B6-4306-8A98-67B79816207D}" dt="2024-03-17T00:09:59.915" v="1027" actId="47"/>
        <pc:sldMkLst>
          <pc:docMk/>
          <pc:sldMk cId="4186028032" sldId="326"/>
        </pc:sldMkLst>
      </pc:sldChg>
      <pc:sldChg chg="del">
        <pc:chgData name="Danny Alberto Luarte Canto" userId="01864023-a306-4040-9773-946c92c655fb" providerId="ADAL" clId="{F3F5BBEE-E9B6-4306-8A98-67B79816207D}" dt="2024-03-17T00:10:21.169" v="1034" actId="47"/>
        <pc:sldMkLst>
          <pc:docMk/>
          <pc:sldMk cId="365699801" sldId="327"/>
        </pc:sldMkLst>
      </pc:sldChg>
      <pc:sldChg chg="del">
        <pc:chgData name="Danny Alberto Luarte Canto" userId="01864023-a306-4040-9773-946c92c655fb" providerId="ADAL" clId="{F3F5BBEE-E9B6-4306-8A98-67B79816207D}" dt="2024-03-17T00:09:58.988" v="1026" actId="47"/>
        <pc:sldMkLst>
          <pc:docMk/>
          <pc:sldMk cId="4165330015" sldId="328"/>
        </pc:sldMkLst>
      </pc:sldChg>
      <pc:sldChg chg="del">
        <pc:chgData name="Danny Alberto Luarte Canto" userId="01864023-a306-4040-9773-946c92c655fb" providerId="ADAL" clId="{F3F5BBEE-E9B6-4306-8A98-67B79816207D}" dt="2024-03-17T00:10:00.686" v="1028" actId="47"/>
        <pc:sldMkLst>
          <pc:docMk/>
          <pc:sldMk cId="4201383383" sldId="329"/>
        </pc:sldMkLst>
      </pc:sldChg>
      <pc:sldChg chg="del">
        <pc:chgData name="Danny Alberto Luarte Canto" userId="01864023-a306-4040-9773-946c92c655fb" providerId="ADAL" clId="{F3F5BBEE-E9B6-4306-8A98-67B79816207D}" dt="2024-03-17T00:10:03.781" v="1031" actId="47"/>
        <pc:sldMkLst>
          <pc:docMk/>
          <pc:sldMk cId="2419715163" sldId="330"/>
        </pc:sldMkLst>
      </pc:sldChg>
      <pc:sldChg chg="del">
        <pc:chgData name="Danny Alberto Luarte Canto" userId="01864023-a306-4040-9773-946c92c655fb" providerId="ADAL" clId="{F3F5BBEE-E9B6-4306-8A98-67B79816207D}" dt="2024-03-17T00:09:56.678" v="1024" actId="47"/>
        <pc:sldMkLst>
          <pc:docMk/>
          <pc:sldMk cId="104550920" sldId="331"/>
        </pc:sldMkLst>
      </pc:sldChg>
      <pc:sldChg chg="del">
        <pc:chgData name="Danny Alberto Luarte Canto" userId="01864023-a306-4040-9773-946c92c655fb" providerId="ADAL" clId="{F3F5BBEE-E9B6-4306-8A98-67B79816207D}" dt="2024-03-17T00:09:57.290" v="1025" actId="47"/>
        <pc:sldMkLst>
          <pc:docMk/>
          <pc:sldMk cId="2573955904" sldId="332"/>
        </pc:sldMkLst>
      </pc:sldChg>
      <pc:sldChg chg="del">
        <pc:chgData name="Danny Alberto Luarte Canto" userId="01864023-a306-4040-9773-946c92c655fb" providerId="ADAL" clId="{F3F5BBEE-E9B6-4306-8A98-67B79816207D}" dt="2024-03-17T00:10:02.273" v="1030" actId="47"/>
        <pc:sldMkLst>
          <pc:docMk/>
          <pc:sldMk cId="2308116407" sldId="333"/>
        </pc:sldMkLst>
      </pc:sldChg>
      <pc:sldChg chg="del">
        <pc:chgData name="Danny Alberto Luarte Canto" userId="01864023-a306-4040-9773-946c92c655fb" providerId="ADAL" clId="{F3F5BBEE-E9B6-4306-8A98-67B79816207D}" dt="2024-03-17T00:10:01.410" v="1029" actId="47"/>
        <pc:sldMkLst>
          <pc:docMk/>
          <pc:sldMk cId="3389251000" sldId="334"/>
        </pc:sldMkLst>
      </pc:sldChg>
      <pc:sldChg chg="del">
        <pc:chgData name="Danny Alberto Luarte Canto" userId="01864023-a306-4040-9773-946c92c655fb" providerId="ADAL" clId="{F3F5BBEE-E9B6-4306-8A98-67B79816207D}" dt="2024-03-17T00:10:05.294" v="1032" actId="47"/>
        <pc:sldMkLst>
          <pc:docMk/>
          <pc:sldMk cId="34477542" sldId="335"/>
        </pc:sldMkLst>
      </pc:sldChg>
      <pc:sldChg chg="add ord">
        <pc:chgData name="Danny Alberto Luarte Canto" userId="01864023-a306-4040-9773-946c92c655fb" providerId="ADAL" clId="{F3F5BBEE-E9B6-4306-8A98-67B79816207D}" dt="2024-03-16T20:22:16.495" v="27"/>
        <pc:sldMkLst>
          <pc:docMk/>
          <pc:sldMk cId="4059678056" sldId="336"/>
        </pc:sldMkLst>
      </pc:sldChg>
      <pc:sldChg chg="modSp add mod ord">
        <pc:chgData name="Danny Alberto Luarte Canto" userId="01864023-a306-4040-9773-946c92c655fb" providerId="ADAL" clId="{F3F5BBEE-E9B6-4306-8A98-67B79816207D}" dt="2024-03-17T20:34:02.753" v="3151" actId="20577"/>
        <pc:sldMkLst>
          <pc:docMk/>
          <pc:sldMk cId="1345855703" sldId="337"/>
        </pc:sldMkLst>
        <pc:spChg chg="mod">
          <ac:chgData name="Danny Alberto Luarte Canto" userId="01864023-a306-4040-9773-946c92c655fb" providerId="ADAL" clId="{F3F5BBEE-E9B6-4306-8A98-67B79816207D}" dt="2024-03-17T20:34:02.753" v="3151" actId="20577"/>
          <ac:spMkLst>
            <pc:docMk/>
            <pc:sldMk cId="1345855703" sldId="337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6T20:23:37.848" v="69"/>
          <ac:spMkLst>
            <pc:docMk/>
            <pc:sldMk cId="1345855703" sldId="337"/>
            <ac:spMk id="6" creationId="{195EC640-63C1-E5B4-EBAC-BBE71C870CD0}"/>
          </ac:spMkLst>
        </pc:spChg>
      </pc:sldChg>
      <pc:sldChg chg="modSp add mod">
        <pc:chgData name="Danny Alberto Luarte Canto" userId="01864023-a306-4040-9773-946c92c655fb" providerId="ADAL" clId="{F3F5BBEE-E9B6-4306-8A98-67B79816207D}" dt="2024-03-17T04:45:05.022" v="3111" actId="20577"/>
        <pc:sldMkLst>
          <pc:docMk/>
          <pc:sldMk cId="3313807347" sldId="338"/>
        </pc:sldMkLst>
        <pc:spChg chg="mod">
          <ac:chgData name="Danny Alberto Luarte Canto" userId="01864023-a306-4040-9773-946c92c655fb" providerId="ADAL" clId="{F3F5BBEE-E9B6-4306-8A98-67B79816207D}" dt="2024-03-17T04:45:05.022" v="3111" actId="20577"/>
          <ac:spMkLst>
            <pc:docMk/>
            <pc:sldMk cId="3313807347" sldId="33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6T20:42:05.209" v="414" actId="20577"/>
          <ac:spMkLst>
            <pc:docMk/>
            <pc:sldMk cId="3313807347" sldId="338"/>
            <ac:spMk id="6" creationId="{195EC640-63C1-E5B4-EBAC-BBE71C870CD0}"/>
          </ac:spMkLst>
        </pc:spChg>
      </pc:sldChg>
      <pc:sldChg chg="addSp delSp modSp add mod">
        <pc:chgData name="Danny Alberto Luarte Canto" userId="01864023-a306-4040-9773-946c92c655fb" providerId="ADAL" clId="{F3F5BBEE-E9B6-4306-8A98-67B79816207D}" dt="2024-03-17T04:45:17.022" v="3114" actId="478"/>
        <pc:sldMkLst>
          <pc:docMk/>
          <pc:sldMk cId="2543616305" sldId="339"/>
        </pc:sldMkLst>
        <pc:spChg chg="mod">
          <ac:chgData name="Danny Alberto Luarte Canto" userId="01864023-a306-4040-9773-946c92c655fb" providerId="ADAL" clId="{F3F5BBEE-E9B6-4306-8A98-67B79816207D}" dt="2024-03-17T04:45:14.679" v="3113" actId="20577"/>
          <ac:spMkLst>
            <pc:docMk/>
            <pc:sldMk cId="2543616305" sldId="339"/>
            <ac:spMk id="4" creationId="{1822B87D-DD3A-2663-9295-305E16A49FF7}"/>
          </ac:spMkLst>
        </pc:spChg>
        <pc:picChg chg="add del mod">
          <ac:chgData name="Danny Alberto Luarte Canto" userId="01864023-a306-4040-9773-946c92c655fb" providerId="ADAL" clId="{F3F5BBEE-E9B6-4306-8A98-67B79816207D}" dt="2024-03-17T04:45:17.022" v="3114" actId="478"/>
          <ac:picMkLst>
            <pc:docMk/>
            <pc:sldMk cId="2543616305" sldId="339"/>
            <ac:picMk id="3" creationId="{BE18B393-79DB-D76F-43DA-6D106FF5169C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5:54.588" v="3121" actId="478"/>
        <pc:sldMkLst>
          <pc:docMk/>
          <pc:sldMk cId="139606340" sldId="340"/>
        </pc:sldMkLst>
        <pc:spChg chg="mod">
          <ac:chgData name="Danny Alberto Luarte Canto" userId="01864023-a306-4040-9773-946c92c655fb" providerId="ADAL" clId="{F3F5BBEE-E9B6-4306-8A98-67B79816207D}" dt="2024-03-17T04:45:52.401" v="3119" actId="20577"/>
          <ac:spMkLst>
            <pc:docMk/>
            <pc:sldMk cId="139606340" sldId="34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3F5BBEE-E9B6-4306-8A98-67B79816207D}" dt="2024-03-17T00:24:58.825" v="1129" actId="478"/>
          <ac:picMkLst>
            <pc:docMk/>
            <pc:sldMk cId="139606340" sldId="340"/>
            <ac:picMk id="3" creationId="{E327A150-EA63-4F35-F62B-C21822B787F4}"/>
          </ac:picMkLst>
        </pc:picChg>
        <pc:picChg chg="add del mod">
          <ac:chgData name="Danny Alberto Luarte Canto" userId="01864023-a306-4040-9773-946c92c655fb" providerId="ADAL" clId="{F3F5BBEE-E9B6-4306-8A98-67B79816207D}" dt="2024-03-17T00:32:41.262" v="1148" actId="478"/>
          <ac:picMkLst>
            <pc:docMk/>
            <pc:sldMk cId="139606340" sldId="340"/>
            <ac:picMk id="5" creationId="{709E89B7-86E4-1F7B-12CA-6C863FAD6AC8}"/>
          </ac:picMkLst>
        </pc:picChg>
        <pc:picChg chg="add mod">
          <ac:chgData name="Danny Alberto Luarte Canto" userId="01864023-a306-4040-9773-946c92c655fb" providerId="ADAL" clId="{F3F5BBEE-E9B6-4306-8A98-67B79816207D}" dt="2024-03-17T00:32:40.814" v="1147"/>
          <ac:picMkLst>
            <pc:docMk/>
            <pc:sldMk cId="139606340" sldId="340"/>
            <ac:picMk id="8" creationId="{F4B22A47-4717-DCB0-F442-8962A3EE8EFE}"/>
          </ac:picMkLst>
        </pc:picChg>
        <pc:picChg chg="add mod">
          <ac:chgData name="Danny Alberto Luarte Canto" userId="01864023-a306-4040-9773-946c92c655fb" providerId="ADAL" clId="{F3F5BBEE-E9B6-4306-8A98-67B79816207D}" dt="2024-03-17T00:34:30.677" v="1190"/>
          <ac:picMkLst>
            <pc:docMk/>
            <pc:sldMk cId="139606340" sldId="340"/>
            <ac:picMk id="10" creationId="{82DC56EE-D185-615C-A74A-354136D4290B}"/>
          </ac:picMkLst>
        </pc:picChg>
        <pc:picChg chg="add del mod">
          <ac:chgData name="Danny Alberto Luarte Canto" userId="01864023-a306-4040-9773-946c92c655fb" providerId="ADAL" clId="{F3F5BBEE-E9B6-4306-8A98-67B79816207D}" dt="2024-03-17T00:43:06.225" v="1218" actId="478"/>
          <ac:picMkLst>
            <pc:docMk/>
            <pc:sldMk cId="139606340" sldId="340"/>
            <ac:picMk id="14" creationId="{DE6AC184-2C70-6A2F-80A2-D2FE0BA38B8C}"/>
          </ac:picMkLst>
        </pc:picChg>
        <pc:picChg chg="add del mod">
          <ac:chgData name="Danny Alberto Luarte Canto" userId="01864023-a306-4040-9773-946c92c655fb" providerId="ADAL" clId="{F3F5BBEE-E9B6-4306-8A98-67B79816207D}" dt="2024-03-17T04:45:54.588" v="3121" actId="478"/>
          <ac:picMkLst>
            <pc:docMk/>
            <pc:sldMk cId="139606340" sldId="340"/>
            <ac:picMk id="17" creationId="{B5566048-06CB-E68F-DE14-339451686B44}"/>
          </ac:picMkLst>
        </pc:picChg>
        <pc:picChg chg="add del mod">
          <ac:chgData name="Danny Alberto Luarte Canto" userId="01864023-a306-4040-9773-946c92c655fb" providerId="ADAL" clId="{F3F5BBEE-E9B6-4306-8A98-67B79816207D}" dt="2024-03-17T04:45:53.564" v="3120" actId="478"/>
          <ac:picMkLst>
            <pc:docMk/>
            <pc:sldMk cId="139606340" sldId="340"/>
            <ac:picMk id="19" creationId="{E2C87502-046B-A6DE-56BB-36517A925D24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0:48:13.333" v="1452" actId="1076"/>
        <pc:sldMkLst>
          <pc:docMk/>
          <pc:sldMk cId="356042333" sldId="341"/>
        </pc:sldMkLst>
        <pc:spChg chg="mod">
          <ac:chgData name="Danny Alberto Luarte Canto" userId="01864023-a306-4040-9773-946c92c655fb" providerId="ADAL" clId="{F3F5BBEE-E9B6-4306-8A98-67B79816207D}" dt="2024-03-17T00:48:11.462" v="1451" actId="20577"/>
          <ac:spMkLst>
            <pc:docMk/>
            <pc:sldMk cId="356042333" sldId="341"/>
            <ac:spMk id="4" creationId="{1822B87D-DD3A-2663-9295-305E16A49FF7}"/>
          </ac:spMkLst>
        </pc:spChg>
        <pc:picChg chg="add del">
          <ac:chgData name="Danny Alberto Luarte Canto" userId="01864023-a306-4040-9773-946c92c655fb" providerId="ADAL" clId="{F3F5BBEE-E9B6-4306-8A98-67B79816207D}" dt="2024-03-17T00:46:53.180" v="1313" actId="22"/>
          <ac:picMkLst>
            <pc:docMk/>
            <pc:sldMk cId="356042333" sldId="341"/>
            <ac:picMk id="3" creationId="{C3B5ED8F-45C2-FBF1-709C-0E21F58BC0E3}"/>
          </ac:picMkLst>
        </pc:picChg>
        <pc:picChg chg="del">
          <ac:chgData name="Danny Alberto Luarte Canto" userId="01864023-a306-4040-9773-946c92c655fb" providerId="ADAL" clId="{F3F5BBEE-E9B6-4306-8A98-67B79816207D}" dt="2024-03-17T00:47:03.075" v="1316" actId="478"/>
          <ac:picMkLst>
            <pc:docMk/>
            <pc:sldMk cId="356042333" sldId="341"/>
            <ac:picMk id="5" creationId="{709E89B7-86E4-1F7B-12CA-6C863FAD6AC8}"/>
          </ac:picMkLst>
        </pc:picChg>
        <pc:picChg chg="add del">
          <ac:chgData name="Danny Alberto Luarte Canto" userId="01864023-a306-4040-9773-946c92c655fb" providerId="ADAL" clId="{F3F5BBEE-E9B6-4306-8A98-67B79816207D}" dt="2024-03-17T00:46:53.180" v="1312" actId="22"/>
          <ac:picMkLst>
            <pc:docMk/>
            <pc:sldMk cId="356042333" sldId="341"/>
            <ac:picMk id="8" creationId="{0F82EFDF-7A53-D32C-EF12-FE01F19C1AA3}"/>
          </ac:picMkLst>
        </pc:picChg>
        <pc:picChg chg="add mod">
          <ac:chgData name="Danny Alberto Luarte Canto" userId="01864023-a306-4040-9773-946c92c655fb" providerId="ADAL" clId="{F3F5BBEE-E9B6-4306-8A98-67B79816207D}" dt="2024-03-17T00:48:13.333" v="1452" actId="1076"/>
          <ac:picMkLst>
            <pc:docMk/>
            <pc:sldMk cId="356042333" sldId="341"/>
            <ac:picMk id="10" creationId="{5F7AB7FA-C379-39A4-9204-44880E855E17}"/>
          </ac:picMkLst>
        </pc:picChg>
        <pc:picChg chg="del">
          <ac:chgData name="Danny Alberto Luarte Canto" userId="01864023-a306-4040-9773-946c92c655fb" providerId="ADAL" clId="{F3F5BBEE-E9B6-4306-8A98-67B79816207D}" dt="2024-03-17T00:46:48.341" v="1309" actId="478"/>
          <ac:picMkLst>
            <pc:docMk/>
            <pc:sldMk cId="356042333" sldId="341"/>
            <ac:picMk id="17" creationId="{B5566048-06CB-E68F-DE14-339451686B44}"/>
          </ac:picMkLst>
        </pc:picChg>
        <pc:picChg chg="del">
          <ac:chgData name="Danny Alberto Luarte Canto" userId="01864023-a306-4040-9773-946c92c655fb" providerId="ADAL" clId="{F3F5BBEE-E9B6-4306-8A98-67B79816207D}" dt="2024-03-17T00:46:47.862" v="1308" actId="478"/>
          <ac:picMkLst>
            <pc:docMk/>
            <pc:sldMk cId="356042333" sldId="341"/>
            <ac:picMk id="19" creationId="{E2C87502-046B-A6DE-56BB-36517A925D24}"/>
          </ac:picMkLst>
        </pc:picChg>
      </pc:sldChg>
      <pc:sldChg chg="addSp delSp modSp add mod ord">
        <pc:chgData name="Danny Alberto Luarte Canto" userId="01864023-a306-4040-9773-946c92c655fb" providerId="ADAL" clId="{F3F5BBEE-E9B6-4306-8A98-67B79816207D}" dt="2024-03-17T03:48:32.723" v="2294" actId="1076"/>
        <pc:sldMkLst>
          <pc:docMk/>
          <pc:sldMk cId="79935597" sldId="342"/>
        </pc:sldMkLst>
        <pc:spChg chg="del mod">
          <ac:chgData name="Danny Alberto Luarte Canto" userId="01864023-a306-4040-9773-946c92c655fb" providerId="ADAL" clId="{F3F5BBEE-E9B6-4306-8A98-67B79816207D}" dt="2024-03-17T00:58:01.762" v="1722" actId="478"/>
          <ac:spMkLst>
            <pc:docMk/>
            <pc:sldMk cId="79935597" sldId="342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1:02:57.267" v="1920" actId="6549"/>
          <ac:spMkLst>
            <pc:docMk/>
            <pc:sldMk cId="79935597" sldId="342"/>
            <ac:spMk id="21" creationId="{612C7224-E0D6-F830-3ECE-1C5EDD215BC9}"/>
          </ac:spMkLst>
        </pc:spChg>
        <pc:picChg chg="del">
          <ac:chgData name="Danny Alberto Luarte Canto" userId="01864023-a306-4040-9773-946c92c655fb" providerId="ADAL" clId="{F3F5BBEE-E9B6-4306-8A98-67B79816207D}" dt="2024-03-17T00:54:27.126" v="1644" actId="478"/>
          <ac:picMkLst>
            <pc:docMk/>
            <pc:sldMk cId="79935597" sldId="342"/>
            <ac:picMk id="3" creationId="{E327A150-EA63-4F35-F62B-C21822B787F4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5" creationId="{1FC6C1B8-DDC1-0B5B-19EC-A43C4081147E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8" creationId="{40A9B377-A54B-E2C7-9FB3-D4EA3A13BFA0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10" creationId="{25033955-538A-44CE-AAD1-6286D38E32BE}"/>
          </ac:picMkLst>
        </pc:picChg>
        <pc:picChg chg="add del mod">
          <ac:chgData name="Danny Alberto Luarte Canto" userId="01864023-a306-4040-9773-946c92c655fb" providerId="ADAL" clId="{F3F5BBEE-E9B6-4306-8A98-67B79816207D}" dt="2024-03-17T01:00:19.259" v="1835" actId="478"/>
          <ac:picMkLst>
            <pc:docMk/>
            <pc:sldMk cId="79935597" sldId="342"/>
            <ac:picMk id="14" creationId="{18EA4C7C-F3DE-79A3-F663-582BFAFC74A4}"/>
          </ac:picMkLst>
        </pc:picChg>
        <pc:picChg chg="add del mod">
          <ac:chgData name="Danny Alberto Luarte Canto" userId="01864023-a306-4040-9773-946c92c655fb" providerId="ADAL" clId="{F3F5BBEE-E9B6-4306-8A98-67B79816207D}" dt="2024-03-17T01:00:20.138" v="1836" actId="478"/>
          <ac:picMkLst>
            <pc:docMk/>
            <pc:sldMk cId="79935597" sldId="342"/>
            <ac:picMk id="17" creationId="{8A7A4C61-C2A0-A39B-30C0-F0EA6FC9BEA5}"/>
          </ac:picMkLst>
        </pc:picChg>
        <pc:picChg chg="add del mod">
          <ac:chgData name="Danny Alberto Luarte Canto" userId="01864023-a306-4040-9773-946c92c655fb" providerId="ADAL" clId="{F3F5BBEE-E9B6-4306-8A98-67B79816207D}" dt="2024-03-17T01:00:20.657" v="1837" actId="478"/>
          <ac:picMkLst>
            <pc:docMk/>
            <pc:sldMk cId="79935597" sldId="342"/>
            <ac:picMk id="19" creationId="{65B58310-BFE0-B155-43A3-FED6893DF26D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2" creationId="{10907981-488D-D02D-E14F-12963B0B10AF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4" creationId="{3DC0883D-6727-2FB2-E70B-E3B44C520891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5" creationId="{AF786DBF-B962-52B5-87C4-5E0D3D865C6E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7" creationId="{31BF6A94-3C13-1816-09AA-90CC00B08B77}"/>
          </ac:picMkLst>
        </pc:picChg>
        <pc:picChg chg="add mod">
          <ac:chgData name="Danny Alberto Luarte Canto" userId="01864023-a306-4040-9773-946c92c655fb" providerId="ADAL" clId="{F3F5BBEE-E9B6-4306-8A98-67B79816207D}" dt="2024-03-17T03:48:32.723" v="2294" actId="1076"/>
          <ac:picMkLst>
            <pc:docMk/>
            <pc:sldMk cId="79935597" sldId="342"/>
            <ac:picMk id="29" creationId="{5770DF1A-A21D-1F5D-7F9B-D3EC74E6C6AB}"/>
          </ac:picMkLst>
        </pc:picChg>
      </pc:sldChg>
      <pc:sldChg chg="modSp add mod">
        <pc:chgData name="Danny Alberto Luarte Canto" userId="01864023-a306-4040-9773-946c92c655fb" providerId="ADAL" clId="{F3F5BBEE-E9B6-4306-8A98-67B79816207D}" dt="2024-03-17T01:03:27.946" v="1984" actId="1036"/>
        <pc:sldMkLst>
          <pc:docMk/>
          <pc:sldMk cId="254413892" sldId="343"/>
        </pc:sldMkLst>
        <pc:spChg chg="mod">
          <ac:chgData name="Danny Alberto Luarte Canto" userId="01864023-a306-4040-9773-946c92c655fb" providerId="ADAL" clId="{F3F5BBEE-E9B6-4306-8A98-67B79816207D}" dt="2024-03-17T01:03:12.925" v="1955" actId="6549"/>
          <ac:spMkLst>
            <pc:docMk/>
            <pc:sldMk cId="254413892" sldId="343"/>
            <ac:spMk id="4" creationId="{1822B87D-DD3A-2663-9295-305E16A49FF7}"/>
          </ac:spMkLst>
        </pc:sp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5" creationId="{1FC6C1B8-DDC1-0B5B-19EC-A43C4081147E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8" creationId="{40A9B377-A54B-E2C7-9FB3-D4EA3A13BFA0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0" creationId="{25033955-538A-44CE-AAD1-6286D38E32BE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4" creationId="{18EA4C7C-F3DE-79A3-F663-582BFAFC74A4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7" creationId="{8A7A4C61-C2A0-A39B-30C0-F0EA6FC9BEA5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9" creationId="{65B58310-BFE0-B155-43A3-FED6893DF26D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52.134" v="2662" actId="114"/>
        <pc:sldMkLst>
          <pc:docMk/>
          <pc:sldMk cId="2798512409" sldId="344"/>
        </pc:sldMkLst>
        <pc:spChg chg="mod">
          <ac:chgData name="Danny Alberto Luarte Canto" userId="01864023-a306-4040-9773-946c92c655fb" providerId="ADAL" clId="{F3F5BBEE-E9B6-4306-8A98-67B79816207D}" dt="2024-03-17T04:14:52.134" v="2662" actId="114"/>
          <ac:spMkLst>
            <pc:docMk/>
            <pc:sldMk cId="2798512409" sldId="344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1:08:29.100" v="2191" actId="20577"/>
          <ac:spMkLst>
            <pc:docMk/>
            <pc:sldMk cId="2798512409" sldId="344"/>
            <ac:spMk id="6" creationId="{195EC640-63C1-E5B4-EBAC-BBE71C870CD0}"/>
          </ac:spMkLst>
        </pc:spChg>
        <pc:spChg chg="add mod">
          <ac:chgData name="Danny Alberto Luarte Canto" userId="01864023-a306-4040-9773-946c92c655fb" providerId="ADAL" clId="{F3F5BBEE-E9B6-4306-8A98-67B79816207D}" dt="2024-03-17T04:07:55.279" v="2507" actId="20577"/>
          <ac:spMkLst>
            <pc:docMk/>
            <pc:sldMk cId="2798512409" sldId="344"/>
            <ac:spMk id="23" creationId="{689577C6-23E6-1400-E89E-377A6D12C715}"/>
          </ac:spMkLst>
        </pc:spChg>
        <pc:spChg chg="add mod">
          <ac:chgData name="Danny Alberto Luarte Canto" userId="01864023-a306-4040-9773-946c92c655fb" providerId="ADAL" clId="{F3F5BBEE-E9B6-4306-8A98-67B79816207D}" dt="2024-03-17T04:08:01.766" v="2511" actId="20577"/>
          <ac:spMkLst>
            <pc:docMk/>
            <pc:sldMk cId="2798512409" sldId="344"/>
            <ac:spMk id="24" creationId="{D227933B-2DA9-C8E1-DEA9-964FC95CF911}"/>
          </ac:spMkLst>
        </pc:spChg>
        <pc:picChg chg="add del mod">
          <ac:chgData name="Danny Alberto Luarte Canto" userId="01864023-a306-4040-9773-946c92c655fb" providerId="ADAL" clId="{F3F5BBEE-E9B6-4306-8A98-67B79816207D}" dt="2024-03-17T01:09:09.510" v="2194" actId="478"/>
          <ac:picMkLst>
            <pc:docMk/>
            <pc:sldMk cId="2798512409" sldId="344"/>
            <ac:picMk id="3" creationId="{DBD5C6EF-3572-C64B-7161-EAD7E5AB99D6}"/>
          </ac:picMkLst>
        </pc:picChg>
        <pc:picChg chg="del">
          <ac:chgData name="Danny Alberto Luarte Canto" userId="01864023-a306-4040-9773-946c92c655fb" providerId="ADAL" clId="{F3F5BBEE-E9B6-4306-8A98-67B79816207D}" dt="2024-03-17T01:04:14.508" v="1995" actId="478"/>
          <ac:picMkLst>
            <pc:docMk/>
            <pc:sldMk cId="2798512409" sldId="344"/>
            <ac:picMk id="5" creationId="{1FC6C1B8-DDC1-0B5B-19EC-A43C4081147E}"/>
          </ac:picMkLst>
        </pc:picChg>
        <pc:picChg chg="del">
          <ac:chgData name="Danny Alberto Luarte Canto" userId="01864023-a306-4040-9773-946c92c655fb" providerId="ADAL" clId="{F3F5BBEE-E9B6-4306-8A98-67B79816207D}" dt="2024-03-17T01:04:15.988" v="1996" actId="478"/>
          <ac:picMkLst>
            <pc:docMk/>
            <pc:sldMk cId="2798512409" sldId="344"/>
            <ac:picMk id="8" creationId="{40A9B377-A54B-E2C7-9FB3-D4EA3A13BFA0}"/>
          </ac:picMkLst>
        </pc:picChg>
        <pc:picChg chg="add mod">
          <ac:chgData name="Danny Alberto Luarte Canto" userId="01864023-a306-4040-9773-946c92c655fb" providerId="ADAL" clId="{F3F5BBEE-E9B6-4306-8A98-67B79816207D}" dt="2024-03-17T03:56:56.084" v="2329" actId="1038"/>
          <ac:picMkLst>
            <pc:docMk/>
            <pc:sldMk cId="2798512409" sldId="344"/>
            <ac:picMk id="9" creationId="{5A073897-82CB-4344-2218-C0E700BF1A56}"/>
          </ac:picMkLst>
        </pc:picChg>
        <pc:picChg chg="del">
          <ac:chgData name="Danny Alberto Luarte Canto" userId="01864023-a306-4040-9773-946c92c655fb" providerId="ADAL" clId="{F3F5BBEE-E9B6-4306-8A98-67B79816207D}" dt="2024-03-17T01:04:17.011" v="1997" actId="478"/>
          <ac:picMkLst>
            <pc:docMk/>
            <pc:sldMk cId="2798512409" sldId="344"/>
            <ac:picMk id="10" creationId="{25033955-538A-44CE-AAD1-6286D38E32BE}"/>
          </ac:picMkLst>
        </pc:picChg>
        <pc:picChg chg="del">
          <ac:chgData name="Danny Alberto Luarte Canto" userId="01864023-a306-4040-9773-946c92c655fb" providerId="ADAL" clId="{F3F5BBEE-E9B6-4306-8A98-67B79816207D}" dt="2024-03-17T01:04:23.883" v="2003" actId="478"/>
          <ac:picMkLst>
            <pc:docMk/>
            <pc:sldMk cId="2798512409" sldId="344"/>
            <ac:picMk id="14" creationId="{18EA4C7C-F3DE-79A3-F663-582BFAFC74A4}"/>
          </ac:picMkLst>
        </pc:picChg>
        <pc:picChg chg="add mod ord">
          <ac:chgData name="Danny Alberto Luarte Canto" userId="01864023-a306-4040-9773-946c92c655fb" providerId="ADAL" clId="{F3F5BBEE-E9B6-4306-8A98-67B79816207D}" dt="2024-03-17T04:01:28.447" v="2396" actId="166"/>
          <ac:picMkLst>
            <pc:docMk/>
            <pc:sldMk cId="2798512409" sldId="344"/>
            <ac:picMk id="16" creationId="{E07CE7A9-BAF0-313F-3609-5FA3CCFD979F}"/>
          </ac:picMkLst>
        </pc:picChg>
        <pc:picChg chg="del">
          <ac:chgData name="Danny Alberto Luarte Canto" userId="01864023-a306-4040-9773-946c92c655fb" providerId="ADAL" clId="{F3F5BBEE-E9B6-4306-8A98-67B79816207D}" dt="2024-03-17T01:04:18.711" v="1998" actId="478"/>
          <ac:picMkLst>
            <pc:docMk/>
            <pc:sldMk cId="2798512409" sldId="344"/>
            <ac:picMk id="17" creationId="{8A7A4C61-C2A0-A39B-30C0-F0EA6FC9BEA5}"/>
          </ac:picMkLst>
        </pc:picChg>
        <pc:picChg chg="del">
          <ac:chgData name="Danny Alberto Luarte Canto" userId="01864023-a306-4040-9773-946c92c655fb" providerId="ADAL" clId="{F3F5BBEE-E9B6-4306-8A98-67B79816207D}" dt="2024-03-17T01:04:19.434" v="1999" actId="478"/>
          <ac:picMkLst>
            <pc:docMk/>
            <pc:sldMk cId="2798512409" sldId="344"/>
            <ac:picMk id="19" creationId="{65B58310-BFE0-B155-43A3-FED6893DF26D}"/>
          </ac:picMkLst>
        </pc:picChg>
        <pc:picChg chg="add mod ord">
          <ac:chgData name="Danny Alberto Luarte Canto" userId="01864023-a306-4040-9773-946c92c655fb" providerId="ADAL" clId="{F3F5BBEE-E9B6-4306-8A98-67B79816207D}" dt="2024-03-17T04:01:26.088" v="2395" actId="166"/>
          <ac:picMkLst>
            <pc:docMk/>
            <pc:sldMk cId="2798512409" sldId="344"/>
            <ac:picMk id="20" creationId="{FE519D7B-7568-E7D2-6E42-90CE5B7B0B21}"/>
          </ac:picMkLst>
        </pc:picChg>
        <pc:picChg chg="add mod ord modCrop">
          <ac:chgData name="Danny Alberto Luarte Canto" userId="01864023-a306-4040-9773-946c92c655fb" providerId="ADAL" clId="{F3F5BBEE-E9B6-4306-8A98-67B79816207D}" dt="2024-03-17T04:05:06.287" v="2441" actId="732"/>
          <ac:picMkLst>
            <pc:docMk/>
            <pc:sldMk cId="2798512409" sldId="344"/>
            <ac:picMk id="22" creationId="{96E229DB-ED32-4A7C-56F5-E1DEB914FAD9}"/>
          </ac:picMkLst>
        </pc:picChg>
      </pc:sldChg>
      <pc:sldChg chg="add ord">
        <pc:chgData name="Danny Alberto Luarte Canto" userId="01864023-a306-4040-9773-946c92c655fb" providerId="ADAL" clId="{F3F5BBEE-E9B6-4306-8A98-67B79816207D}" dt="2024-03-17T04:17:17.266" v="2727"/>
        <pc:sldMkLst>
          <pc:docMk/>
          <pc:sldMk cId="243588990" sldId="345"/>
        </pc:sldMkLst>
      </pc:sldChg>
      <pc:sldChg chg="addSp modSp add mod ord">
        <pc:chgData name="Danny Alberto Luarte Canto" userId="01864023-a306-4040-9773-946c92c655fb" providerId="ADAL" clId="{F3F5BBEE-E9B6-4306-8A98-67B79816207D}" dt="2024-03-17T04:47:26.588" v="3129" actId="14100"/>
        <pc:sldMkLst>
          <pc:docMk/>
          <pc:sldMk cId="1054354736" sldId="346"/>
        </pc:sldMkLst>
        <pc:spChg chg="mod">
          <ac:chgData name="Danny Alberto Luarte Canto" userId="01864023-a306-4040-9773-946c92c655fb" providerId="ADAL" clId="{F3F5BBEE-E9B6-4306-8A98-67B79816207D}" dt="2024-03-17T04:47:26.588" v="3129" actId="14100"/>
          <ac:spMkLst>
            <pc:docMk/>
            <pc:sldMk cId="1054354736" sldId="34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4:17:46.755" v="2728"/>
          <ac:spMkLst>
            <pc:docMk/>
            <pc:sldMk cId="1054354736" sldId="346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F3F5BBEE-E9B6-4306-8A98-67B79816207D}" dt="2024-03-17T04:17:05.908" v="2725" actId="1076"/>
          <ac:picMkLst>
            <pc:docMk/>
            <pc:sldMk cId="1054354736" sldId="346"/>
            <ac:picMk id="2" creationId="{7D44B975-FA36-2743-6D23-254782FA085B}"/>
          </ac:picMkLst>
        </pc:picChg>
      </pc:sldChg>
      <pc:sldChg chg="addSp modSp add mod">
        <pc:chgData name="Danny Alberto Luarte Canto" userId="01864023-a306-4040-9773-946c92c655fb" providerId="ADAL" clId="{F3F5BBEE-E9B6-4306-8A98-67B79816207D}" dt="2024-03-17T04:12:29.220" v="2640" actId="22"/>
        <pc:sldMkLst>
          <pc:docMk/>
          <pc:sldMk cId="3970190869" sldId="347"/>
        </pc:sldMkLst>
        <pc:spChg chg="mod">
          <ac:chgData name="Danny Alberto Luarte Canto" userId="01864023-a306-4040-9773-946c92c655fb" providerId="ADAL" clId="{F3F5BBEE-E9B6-4306-8A98-67B79816207D}" dt="2024-03-17T01:14:11.941" v="2252" actId="20577"/>
          <ac:spMkLst>
            <pc:docMk/>
            <pc:sldMk cId="3970190869" sldId="34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3:55:25.845" v="2322" actId="1076"/>
          <ac:picMkLst>
            <pc:docMk/>
            <pc:sldMk cId="3970190869" sldId="347"/>
            <ac:picMk id="3" creationId="{2AFA4F1C-CA0D-784A-2EE4-9CD6DF36A4BC}"/>
          </ac:picMkLst>
        </pc:picChg>
        <pc:picChg chg="add">
          <ac:chgData name="Danny Alberto Luarte Canto" userId="01864023-a306-4040-9773-946c92c655fb" providerId="ADAL" clId="{F3F5BBEE-E9B6-4306-8A98-67B79816207D}" dt="2024-03-17T04:12:29.220" v="2640" actId="22"/>
          <ac:picMkLst>
            <pc:docMk/>
            <pc:sldMk cId="3970190869" sldId="347"/>
            <ac:picMk id="7" creationId="{52D72090-D5E5-60B6-E7C8-A33B071356EF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02.096" v="2647" actId="114"/>
        <pc:sldMkLst>
          <pc:docMk/>
          <pc:sldMk cId="2725494436" sldId="348"/>
        </pc:sldMkLst>
        <pc:spChg chg="mod">
          <ac:chgData name="Danny Alberto Luarte Canto" userId="01864023-a306-4040-9773-946c92c655fb" providerId="ADAL" clId="{F3F5BBEE-E9B6-4306-8A98-67B79816207D}" dt="2024-03-17T04:14:02.096" v="2647" actId="114"/>
          <ac:spMkLst>
            <pc:docMk/>
            <pc:sldMk cId="2725494436" sldId="348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4:08:08.235" v="2515" actId="20577"/>
          <ac:spMkLst>
            <pc:docMk/>
            <pc:sldMk cId="2725494436" sldId="348"/>
            <ac:spMk id="19" creationId="{FF5A78F5-032F-D7CD-BE06-9EF79A48B6A2}"/>
          </ac:spMkLst>
        </pc:spChg>
        <pc:spChg chg="add mod">
          <ac:chgData name="Danny Alberto Luarte Canto" userId="01864023-a306-4040-9773-946c92c655fb" providerId="ADAL" clId="{F3F5BBEE-E9B6-4306-8A98-67B79816207D}" dt="2024-03-17T04:08:10.861" v="2519" actId="20577"/>
          <ac:spMkLst>
            <pc:docMk/>
            <pc:sldMk cId="2725494436" sldId="348"/>
            <ac:spMk id="20" creationId="{E3ABA3F5-0199-7D1F-C01E-378E5A7A1242}"/>
          </ac:spMkLst>
        </pc:spChg>
        <pc:picChg chg="add del mod">
          <ac:chgData name="Danny Alberto Luarte Canto" userId="01864023-a306-4040-9773-946c92c655fb" providerId="ADAL" clId="{F3F5BBEE-E9B6-4306-8A98-67B79816207D}" dt="2024-03-17T03:51:16.538" v="2299" actId="478"/>
          <ac:picMkLst>
            <pc:docMk/>
            <pc:sldMk cId="2725494436" sldId="348"/>
            <ac:picMk id="3" creationId="{F150C178-91F6-A786-52D9-F67FE626CDF8}"/>
          </ac:picMkLst>
        </pc:picChg>
        <pc:picChg chg="add mod">
          <ac:chgData name="Danny Alberto Luarte Canto" userId="01864023-a306-4040-9773-946c92c655fb" providerId="ADAL" clId="{F3F5BBEE-E9B6-4306-8A98-67B79816207D}" dt="2024-03-17T03:52:46.746" v="2314" actId="1037"/>
          <ac:picMkLst>
            <pc:docMk/>
            <pc:sldMk cId="2725494436" sldId="348"/>
            <ac:picMk id="7" creationId="{FCFF6BD0-66ED-9AC8-BD75-66246AB7EDF3}"/>
          </ac:picMkLst>
        </pc:picChg>
        <pc:picChg chg="add mod">
          <ac:chgData name="Danny Alberto Luarte Canto" userId="01864023-a306-4040-9773-946c92c655fb" providerId="ADAL" clId="{F3F5BBEE-E9B6-4306-8A98-67B79816207D}" dt="2024-03-17T04:03:34.652" v="2410" actId="14100"/>
          <ac:picMkLst>
            <pc:docMk/>
            <pc:sldMk cId="2725494436" sldId="348"/>
            <ac:picMk id="9" creationId="{37571849-5D32-6DE1-CA7E-D88DD985B2B6}"/>
          </ac:picMkLst>
        </pc:picChg>
        <pc:picChg chg="add del mod">
          <ac:chgData name="Danny Alberto Luarte Canto" userId="01864023-a306-4040-9773-946c92c655fb" providerId="ADAL" clId="{F3F5BBEE-E9B6-4306-8A98-67B79816207D}" dt="2024-03-17T04:03:21.621" v="2405" actId="22"/>
          <ac:picMkLst>
            <pc:docMk/>
            <pc:sldMk cId="2725494436" sldId="348"/>
            <ac:picMk id="12" creationId="{A142583D-7DD2-77CF-5C08-407EAEE4A67B}"/>
          </ac:picMkLst>
        </pc:picChg>
        <pc:picChg chg="add mod">
          <ac:chgData name="Danny Alberto Luarte Canto" userId="01864023-a306-4040-9773-946c92c655fb" providerId="ADAL" clId="{F3F5BBEE-E9B6-4306-8A98-67B79816207D}" dt="2024-03-17T04:03:41.426" v="2429" actId="1036"/>
          <ac:picMkLst>
            <pc:docMk/>
            <pc:sldMk cId="2725494436" sldId="348"/>
            <ac:picMk id="16" creationId="{5AEE8C26-A630-C5F2-D21E-89EE57B87DEE}"/>
          </ac:picMkLst>
        </pc:picChg>
        <pc:picChg chg="add mod modCrop">
          <ac:chgData name="Danny Alberto Luarte Canto" userId="01864023-a306-4040-9773-946c92c655fb" providerId="ADAL" clId="{F3F5BBEE-E9B6-4306-8A98-67B79816207D}" dt="2024-03-17T04:06:21.212" v="2496" actId="1035"/>
          <ac:picMkLst>
            <pc:docMk/>
            <pc:sldMk cId="2725494436" sldId="348"/>
            <ac:picMk id="18" creationId="{A739794D-CEFB-0E9B-9FAD-3AE40332BF75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45.476" v="2661" actId="114"/>
        <pc:sldMkLst>
          <pc:docMk/>
          <pc:sldMk cId="635106641" sldId="349"/>
        </pc:sldMkLst>
        <pc:spChg chg="mod">
          <ac:chgData name="Danny Alberto Luarte Canto" userId="01864023-a306-4040-9773-946c92c655fb" providerId="ADAL" clId="{F3F5BBEE-E9B6-4306-8A98-67B79816207D}" dt="2024-03-17T04:14:45.476" v="2661" actId="114"/>
          <ac:spMkLst>
            <pc:docMk/>
            <pc:sldMk cId="635106641" sldId="349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4:08:17.011" v="2523" actId="20577"/>
          <ac:spMkLst>
            <pc:docMk/>
            <pc:sldMk cId="635106641" sldId="349"/>
            <ac:spMk id="10" creationId="{34F80D61-B69D-8D72-B9E1-6336E1F06FE5}"/>
          </ac:spMkLst>
        </pc:spChg>
        <pc:picChg chg="add del mod">
          <ac:chgData name="Danny Alberto Luarte Canto" userId="01864023-a306-4040-9773-946c92c655fb" providerId="ADAL" clId="{F3F5BBEE-E9B6-4306-8A98-67B79816207D}" dt="2024-03-17T03:57:27.193" v="2331" actId="478"/>
          <ac:picMkLst>
            <pc:docMk/>
            <pc:sldMk cId="635106641" sldId="349"/>
            <ac:picMk id="3" creationId="{8D737AE9-D995-3AB9-2B1A-0523BED288C8}"/>
          </ac:picMkLst>
        </pc:picChg>
        <pc:picChg chg="add mod">
          <ac:chgData name="Danny Alberto Luarte Canto" userId="01864023-a306-4040-9773-946c92c655fb" providerId="ADAL" clId="{F3F5BBEE-E9B6-4306-8A98-67B79816207D}" dt="2024-03-17T03:57:59.653" v="2343" actId="1036"/>
          <ac:picMkLst>
            <pc:docMk/>
            <pc:sldMk cId="635106641" sldId="349"/>
            <ac:picMk id="7" creationId="{7EA53C21-1562-8C64-1748-39FE9F9FEC04}"/>
          </ac:picMkLst>
        </pc:picChg>
        <pc:picChg chg="add mod">
          <ac:chgData name="Danny Alberto Luarte Canto" userId="01864023-a306-4040-9773-946c92c655fb" providerId="ADAL" clId="{F3F5BBEE-E9B6-4306-8A98-67B79816207D}" dt="2024-03-17T04:07:12.424" v="2500" actId="1076"/>
          <ac:picMkLst>
            <pc:docMk/>
            <pc:sldMk cId="635106641" sldId="349"/>
            <ac:picMk id="9" creationId="{49899E29-5487-DA59-D83D-0B4E7FC80171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2:01.642" v="2639" actId="1035"/>
        <pc:sldMkLst>
          <pc:docMk/>
          <pc:sldMk cId="3842228" sldId="350"/>
        </pc:sldMkLst>
        <pc:spChg chg="mod">
          <ac:chgData name="Danny Alberto Luarte Canto" userId="01864023-a306-4040-9773-946c92c655fb" providerId="ADAL" clId="{F3F5BBEE-E9B6-4306-8A98-67B79816207D}" dt="2024-03-17T01:14:01.821" v="2238" actId="20577"/>
          <ac:spMkLst>
            <pc:docMk/>
            <pc:sldMk cId="3842228" sldId="350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3:54:49.041" v="2320" actId="14100"/>
          <ac:picMkLst>
            <pc:docMk/>
            <pc:sldMk cId="3842228" sldId="350"/>
            <ac:picMk id="3" creationId="{E0F39AAB-84EC-8C76-AEB4-7F688137DC86}"/>
          </ac:picMkLst>
        </pc:picChg>
        <pc:picChg chg="add del mod">
          <ac:chgData name="Danny Alberto Luarte Canto" userId="01864023-a306-4040-9773-946c92c655fb" providerId="ADAL" clId="{F3F5BBEE-E9B6-4306-8A98-67B79816207D}" dt="2024-03-17T04:11:58.201" v="2619" actId="478"/>
          <ac:picMkLst>
            <pc:docMk/>
            <pc:sldMk cId="3842228" sldId="350"/>
            <ac:picMk id="7" creationId="{9185DBCE-7E05-717A-135A-7B821FEA42F3}"/>
          </ac:picMkLst>
        </pc:picChg>
        <pc:picChg chg="add mod">
          <ac:chgData name="Danny Alberto Luarte Canto" userId="01864023-a306-4040-9773-946c92c655fb" providerId="ADAL" clId="{F3F5BBEE-E9B6-4306-8A98-67B79816207D}" dt="2024-03-17T04:12:01.642" v="2639" actId="1035"/>
          <ac:picMkLst>
            <pc:docMk/>
            <pc:sldMk cId="3842228" sldId="350"/>
            <ac:picMk id="9" creationId="{CFCDA75D-948E-5BEE-4C00-76D4A30D3316}"/>
          </ac:picMkLst>
        </pc:picChg>
        <pc:picChg chg="add mod">
          <ac:chgData name="Danny Alberto Luarte Canto" userId="01864023-a306-4040-9773-946c92c655fb" providerId="ADAL" clId="{F3F5BBEE-E9B6-4306-8A98-67B79816207D}" dt="2024-03-17T04:11:58.457" v="2620"/>
          <ac:picMkLst>
            <pc:docMk/>
            <pc:sldMk cId="3842228" sldId="350"/>
            <ac:picMk id="10" creationId="{5AD7D4C6-9047-88A3-9998-B401BFAC7F88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1:52.177" v="2618" actId="1035"/>
        <pc:sldMkLst>
          <pc:docMk/>
          <pc:sldMk cId="1571428903" sldId="351"/>
        </pc:sldMkLst>
        <pc:picChg chg="del">
          <ac:chgData name="Danny Alberto Luarte Canto" userId="01864023-a306-4040-9773-946c92c655fb" providerId="ADAL" clId="{F3F5BBEE-E9B6-4306-8A98-67B79816207D}" dt="2024-03-17T04:11:32.234" v="2536" actId="478"/>
          <ac:picMkLst>
            <pc:docMk/>
            <pc:sldMk cId="1571428903" sldId="351"/>
            <ac:picMk id="3" creationId="{E0F39AAB-84EC-8C76-AEB4-7F688137DC86}"/>
          </ac:picMkLst>
        </pc:picChg>
        <pc:picChg chg="add mod">
          <ac:chgData name="Danny Alberto Luarte Canto" userId="01864023-a306-4040-9773-946c92c655fb" providerId="ADAL" clId="{F3F5BBEE-E9B6-4306-8A98-67B79816207D}" dt="2024-03-17T04:11:52.177" v="2618" actId="1035"/>
          <ac:picMkLst>
            <pc:docMk/>
            <pc:sldMk cId="1571428903" sldId="351"/>
            <ac:picMk id="5" creationId="{074A3B25-7AD0-672D-FBDA-057B75B0ED92}"/>
          </ac:picMkLst>
        </pc:picChg>
        <pc:picChg chg="mod">
          <ac:chgData name="Danny Alberto Luarte Canto" userId="01864023-a306-4040-9773-946c92c655fb" providerId="ADAL" clId="{F3F5BBEE-E9B6-4306-8A98-67B79816207D}" dt="2024-03-17T04:11:48.449" v="2589" actId="1076"/>
          <ac:picMkLst>
            <pc:docMk/>
            <pc:sldMk cId="1571428903" sldId="351"/>
            <ac:picMk id="7" creationId="{9185DBCE-7E05-717A-135A-7B821FEA42F3}"/>
          </ac:picMkLst>
        </pc:picChg>
        <pc:picChg chg="del">
          <ac:chgData name="Danny Alberto Luarte Canto" userId="01864023-a306-4040-9773-946c92c655fb" providerId="ADAL" clId="{F3F5BBEE-E9B6-4306-8A98-67B79816207D}" dt="2024-03-17T04:11:12.325" v="2533" actId="478"/>
          <ac:picMkLst>
            <pc:docMk/>
            <pc:sldMk cId="1571428903" sldId="351"/>
            <ac:picMk id="9" creationId="{CFCDA75D-948E-5BEE-4C00-76D4A30D3316}"/>
          </ac:picMkLst>
        </pc:picChg>
        <pc:picChg chg="add mod">
          <ac:chgData name="Danny Alberto Luarte Canto" userId="01864023-a306-4040-9773-946c92c655fb" providerId="ADAL" clId="{F3F5BBEE-E9B6-4306-8A98-67B79816207D}" dt="2024-03-17T04:11:39.605" v="2588" actId="1036"/>
          <ac:picMkLst>
            <pc:docMk/>
            <pc:sldMk cId="1571428903" sldId="351"/>
            <ac:picMk id="10" creationId="{82479707-D84A-06F8-0ED1-0BAD265764A6}"/>
          </ac:picMkLst>
        </pc:picChg>
      </pc:sldChg>
      <pc:sldChg chg="addSp delSp modSp add del mod">
        <pc:chgData name="Danny Alberto Luarte Canto" userId="01864023-a306-4040-9773-946c92c655fb" providerId="ADAL" clId="{F3F5BBEE-E9B6-4306-8A98-67B79816207D}" dt="2024-03-17T04:24:37.145" v="2811" actId="47"/>
        <pc:sldMkLst>
          <pc:docMk/>
          <pc:sldMk cId="1445860365" sldId="352"/>
        </pc:sldMkLst>
        <pc:picChg chg="del">
          <ac:chgData name="Danny Alberto Luarte Canto" userId="01864023-a306-4040-9773-946c92c655fb" providerId="ADAL" clId="{F3F5BBEE-E9B6-4306-8A98-67B79816207D}" dt="2024-03-17T04:18:10.614" v="2731" actId="478"/>
          <ac:picMkLst>
            <pc:docMk/>
            <pc:sldMk cId="1445860365" sldId="352"/>
            <ac:picMk id="2" creationId="{7D44B975-FA36-2743-6D23-254782FA085B}"/>
          </ac:picMkLst>
        </pc:picChg>
        <pc:picChg chg="add mod">
          <ac:chgData name="Danny Alberto Luarte Canto" userId="01864023-a306-4040-9773-946c92c655fb" providerId="ADAL" clId="{F3F5BBEE-E9B6-4306-8A98-67B79816207D}" dt="2024-03-17T04:18:37.512" v="2738" actId="1076"/>
          <ac:picMkLst>
            <pc:docMk/>
            <pc:sldMk cId="1445860365" sldId="352"/>
            <ac:picMk id="3" creationId="{B6B29BE3-2280-5642-0973-3CB5C62A1AA7}"/>
          </ac:picMkLst>
        </pc:picChg>
        <pc:picChg chg="add mod modCrop">
          <ac:chgData name="Danny Alberto Luarte Canto" userId="01864023-a306-4040-9773-946c92c655fb" providerId="ADAL" clId="{F3F5BBEE-E9B6-4306-8A98-67B79816207D}" dt="2024-03-17T04:19:05.658" v="2760" actId="732"/>
          <ac:picMkLst>
            <pc:docMk/>
            <pc:sldMk cId="1445860365" sldId="352"/>
            <ac:picMk id="5" creationId="{C02E0402-6251-7596-55EA-76F37C42ED7B}"/>
          </ac:picMkLst>
        </pc:picChg>
      </pc:sldChg>
      <pc:sldChg chg="add del">
        <pc:chgData name="Danny Alberto Luarte Canto" userId="01864023-a306-4040-9773-946c92c655fb" providerId="ADAL" clId="{F3F5BBEE-E9B6-4306-8A98-67B79816207D}" dt="2024-03-17T04:19:26.911" v="2761" actId="47"/>
        <pc:sldMkLst>
          <pc:docMk/>
          <pc:sldMk cId="1660430827" sldId="353"/>
        </pc:sldMkLst>
      </pc:sldChg>
      <pc:sldChg chg="modSp add del mod">
        <pc:chgData name="Danny Alberto Luarte Canto" userId="01864023-a306-4040-9773-946c92c655fb" providerId="ADAL" clId="{F3F5BBEE-E9B6-4306-8A98-67B79816207D}" dt="2024-03-17T04:24:37.885" v="2812" actId="47"/>
        <pc:sldMkLst>
          <pc:docMk/>
          <pc:sldMk cId="2666775768" sldId="353"/>
        </pc:sldMkLst>
        <pc:picChg chg="mod modCrop">
          <ac:chgData name="Danny Alberto Luarte Canto" userId="01864023-a306-4040-9773-946c92c655fb" providerId="ADAL" clId="{F3F5BBEE-E9B6-4306-8A98-67B79816207D}" dt="2024-03-17T04:21:35.633" v="2785" actId="732"/>
          <ac:picMkLst>
            <pc:docMk/>
            <pc:sldMk cId="2666775768" sldId="353"/>
            <ac:picMk id="3" creationId="{B6B29BE3-2280-5642-0973-3CB5C62A1AA7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7:45.487" v="3131" actId="14100"/>
        <pc:sldMkLst>
          <pc:docMk/>
          <pc:sldMk cId="1662196785" sldId="354"/>
        </pc:sldMkLst>
        <pc:spChg chg="mod">
          <ac:chgData name="Danny Alberto Luarte Canto" userId="01864023-a306-4040-9773-946c92c655fb" providerId="ADAL" clId="{F3F5BBEE-E9B6-4306-8A98-67B79816207D}" dt="2024-03-17T04:47:45.487" v="3131" actId="14100"/>
          <ac:spMkLst>
            <pc:docMk/>
            <pc:sldMk cId="1662196785" sldId="354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3F5BBEE-E9B6-4306-8A98-67B79816207D}" dt="2024-03-17T04:24:04.805" v="2787" actId="478"/>
          <ac:picMkLst>
            <pc:docMk/>
            <pc:sldMk cId="1662196785" sldId="354"/>
            <ac:picMk id="2" creationId="{7D44B975-FA36-2743-6D23-254782FA085B}"/>
          </ac:picMkLst>
        </pc:picChg>
        <pc:picChg chg="add mod">
          <ac:chgData name="Danny Alberto Luarte Canto" userId="01864023-a306-4040-9773-946c92c655fb" providerId="ADAL" clId="{F3F5BBEE-E9B6-4306-8A98-67B79816207D}" dt="2024-03-17T04:24:27.903" v="2810" actId="14100"/>
          <ac:picMkLst>
            <pc:docMk/>
            <pc:sldMk cId="1662196785" sldId="354"/>
            <ac:picMk id="5" creationId="{5947C6D3-077C-2F52-0087-FBED4B9FA960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38:25.533" v="2967" actId="1076"/>
        <pc:sldMkLst>
          <pc:docMk/>
          <pc:sldMk cId="2326001976" sldId="355"/>
        </pc:sldMkLst>
        <pc:spChg chg="mod">
          <ac:chgData name="Danny Alberto Luarte Canto" userId="01864023-a306-4040-9773-946c92c655fb" providerId="ADAL" clId="{F3F5BBEE-E9B6-4306-8A98-67B79816207D}" dt="2024-03-17T04:38:15.795" v="2963" actId="5793"/>
          <ac:spMkLst>
            <pc:docMk/>
            <pc:sldMk cId="2326001976" sldId="355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4:35:36.900" v="2905"/>
          <ac:spMkLst>
            <pc:docMk/>
            <pc:sldMk cId="2326001976" sldId="355"/>
            <ac:spMk id="6" creationId="{195EC640-63C1-E5B4-EBAC-BBE71C870CD0}"/>
          </ac:spMkLst>
        </pc:spChg>
        <pc:picChg chg="del">
          <ac:chgData name="Danny Alberto Luarte Canto" userId="01864023-a306-4040-9773-946c92c655fb" providerId="ADAL" clId="{F3F5BBEE-E9B6-4306-8A98-67B79816207D}" dt="2024-03-17T04:35:39.934" v="2906" actId="478"/>
          <ac:picMkLst>
            <pc:docMk/>
            <pc:sldMk cId="2326001976" sldId="355"/>
            <ac:picMk id="3" creationId="{DBD5C6EF-3572-C64B-7161-EAD7E5AB99D6}"/>
          </ac:picMkLst>
        </pc:picChg>
        <pc:picChg chg="add mod">
          <ac:chgData name="Danny Alberto Luarte Canto" userId="01864023-a306-4040-9773-946c92c655fb" providerId="ADAL" clId="{F3F5BBEE-E9B6-4306-8A98-67B79816207D}" dt="2024-03-17T04:38:25.533" v="2967" actId="1076"/>
          <ac:picMkLst>
            <pc:docMk/>
            <pc:sldMk cId="2326001976" sldId="355"/>
            <ac:picMk id="5" creationId="{D6E30A2F-6576-9F2B-D40D-CFA5A00EC95D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3:45.711" v="3096" actId="478"/>
        <pc:sldMkLst>
          <pc:docMk/>
          <pc:sldMk cId="2802017203" sldId="356"/>
        </pc:sldMkLst>
        <pc:spChg chg="mod">
          <ac:chgData name="Danny Alberto Luarte Canto" userId="01864023-a306-4040-9773-946c92c655fb" providerId="ADAL" clId="{F3F5BBEE-E9B6-4306-8A98-67B79816207D}" dt="2024-03-17T04:41:00.884" v="3009" actId="20577"/>
          <ac:spMkLst>
            <pc:docMk/>
            <pc:sldMk cId="2802017203" sldId="356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4:41:42.975" v="3057" actId="1076"/>
          <ac:picMkLst>
            <pc:docMk/>
            <pc:sldMk cId="2802017203" sldId="356"/>
            <ac:picMk id="3" creationId="{D1DF6A97-4CC1-6C03-4C1D-257EC1F63B53}"/>
          </ac:picMkLst>
        </pc:picChg>
        <pc:picChg chg="del mod">
          <ac:chgData name="Danny Alberto Luarte Canto" userId="01864023-a306-4040-9773-946c92c655fb" providerId="ADAL" clId="{F3F5BBEE-E9B6-4306-8A98-67B79816207D}" dt="2024-03-17T04:40:59.514" v="3008" actId="478"/>
          <ac:picMkLst>
            <pc:docMk/>
            <pc:sldMk cId="2802017203" sldId="356"/>
            <ac:picMk id="5" creationId="{D6E30A2F-6576-9F2B-D40D-CFA5A00EC95D}"/>
          </ac:picMkLst>
        </pc:picChg>
        <pc:picChg chg="add del mod modCrop">
          <ac:chgData name="Danny Alberto Luarte Canto" userId="01864023-a306-4040-9773-946c92c655fb" providerId="ADAL" clId="{F3F5BBEE-E9B6-4306-8A98-67B79816207D}" dt="2024-03-17T04:43:45.711" v="3096" actId="478"/>
          <ac:picMkLst>
            <pc:docMk/>
            <pc:sldMk cId="2802017203" sldId="356"/>
            <ac:picMk id="8" creationId="{0216A164-C76D-6A2F-9DAC-2E873B243314}"/>
          </ac:picMkLst>
        </pc:picChg>
        <pc:picChg chg="add del mod">
          <ac:chgData name="Danny Alberto Luarte Canto" userId="01864023-a306-4040-9773-946c92c655fb" providerId="ADAL" clId="{F3F5BBEE-E9B6-4306-8A98-67B79816207D}" dt="2024-03-17T04:43:42.724" v="3095" actId="22"/>
          <ac:picMkLst>
            <pc:docMk/>
            <pc:sldMk cId="2802017203" sldId="356"/>
            <ac:picMk id="10" creationId="{52822724-E6BA-9322-32B7-8111A19B15C7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4:33.590" v="3109" actId="732"/>
        <pc:sldMkLst>
          <pc:docMk/>
          <pc:sldMk cId="1378680255" sldId="357"/>
        </pc:sldMkLst>
        <pc:picChg chg="del">
          <ac:chgData name="Danny Alberto Luarte Canto" userId="01864023-a306-4040-9773-946c92c655fb" providerId="ADAL" clId="{F3F5BBEE-E9B6-4306-8A98-67B79816207D}" dt="2024-03-17T04:42:43.652" v="3075" actId="478"/>
          <ac:picMkLst>
            <pc:docMk/>
            <pc:sldMk cId="1378680255" sldId="357"/>
            <ac:picMk id="3" creationId="{D1DF6A97-4CC1-6C03-4C1D-257EC1F63B53}"/>
          </ac:picMkLst>
        </pc:picChg>
        <pc:picChg chg="add mod">
          <ac:chgData name="Danny Alberto Luarte Canto" userId="01864023-a306-4040-9773-946c92c655fb" providerId="ADAL" clId="{F3F5BBEE-E9B6-4306-8A98-67B79816207D}" dt="2024-03-17T04:43:02.882" v="3088" actId="1038"/>
          <ac:picMkLst>
            <pc:docMk/>
            <pc:sldMk cId="1378680255" sldId="357"/>
            <ac:picMk id="5" creationId="{E42B25F8-701D-13FE-8D5B-DAA50B5CB220}"/>
          </ac:picMkLst>
        </pc:picChg>
        <pc:picChg chg="del">
          <ac:chgData name="Danny Alberto Luarte Canto" userId="01864023-a306-4040-9773-946c92c655fb" providerId="ADAL" clId="{F3F5BBEE-E9B6-4306-8A98-67B79816207D}" dt="2024-03-17T04:43:54.452" v="3097" actId="478"/>
          <ac:picMkLst>
            <pc:docMk/>
            <pc:sldMk cId="1378680255" sldId="357"/>
            <ac:picMk id="8" creationId="{0216A164-C76D-6A2F-9DAC-2E873B243314}"/>
          </ac:picMkLst>
        </pc:picChg>
        <pc:picChg chg="add mod modCrop">
          <ac:chgData name="Danny Alberto Luarte Canto" userId="01864023-a306-4040-9773-946c92c655fb" providerId="ADAL" clId="{F3F5BBEE-E9B6-4306-8A98-67B79816207D}" dt="2024-03-17T04:44:33.590" v="3109" actId="732"/>
          <ac:picMkLst>
            <pc:docMk/>
            <pc:sldMk cId="1378680255" sldId="357"/>
            <ac:picMk id="9" creationId="{4D5F5825-20A2-7D78-2357-22BEB213D002}"/>
          </ac:picMkLst>
        </pc:picChg>
      </pc:sldChg>
      <pc:sldChg chg="add">
        <pc:chgData name="Danny Alberto Luarte Canto" userId="01864023-a306-4040-9773-946c92c655fb" providerId="ADAL" clId="{F3F5BBEE-E9B6-4306-8A98-67B79816207D}" dt="2024-03-17T04:45:00.171" v="3110" actId="2890"/>
        <pc:sldMkLst>
          <pc:docMk/>
          <pc:sldMk cId="81295478" sldId="358"/>
        </pc:sldMkLst>
      </pc:sldChg>
      <pc:sldChg chg="add">
        <pc:chgData name="Danny Alberto Luarte Canto" userId="01864023-a306-4040-9773-946c92c655fb" providerId="ADAL" clId="{F3F5BBEE-E9B6-4306-8A98-67B79816207D}" dt="2024-03-17T04:45:10.483" v="3112" actId="2890"/>
        <pc:sldMkLst>
          <pc:docMk/>
          <pc:sldMk cId="723752375" sldId="359"/>
        </pc:sldMkLst>
      </pc:sldChg>
      <pc:sldChg chg="add">
        <pc:chgData name="Danny Alberto Luarte Canto" userId="01864023-a306-4040-9773-946c92c655fb" providerId="ADAL" clId="{F3F5BBEE-E9B6-4306-8A98-67B79816207D}" dt="2024-03-17T04:45:29.059" v="3115" actId="2890"/>
        <pc:sldMkLst>
          <pc:docMk/>
          <pc:sldMk cId="2943180262" sldId="360"/>
        </pc:sldMkLst>
      </pc:sldChg>
      <pc:sldChg chg="add">
        <pc:chgData name="Danny Alberto Luarte Canto" userId="01864023-a306-4040-9773-946c92c655fb" providerId="ADAL" clId="{F3F5BBEE-E9B6-4306-8A98-67B79816207D}" dt="2024-03-17T04:45:46.068" v="3118" actId="2890"/>
        <pc:sldMkLst>
          <pc:docMk/>
          <pc:sldMk cId="299976738" sldId="36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3AB61FD-A3CB-36A6-5F94-534181B31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773321-8F44-0A8F-0E55-C964422941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AC289-8881-45A7-885A-CB6D776FBE05}" type="datetimeFigureOut">
              <a:rPr lang="es-CL" smtClean="0"/>
              <a:t>17-03-2024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6282DF-43D6-FFDB-9E09-385EC4388F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540F5B-E443-26A1-B487-8B6AD8883A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3C5E1-D96E-47FB-90AC-9256E1E734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13521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AB739-D952-4D1D-BC58-6EB73F6EAFC2}" type="datetimeFigureOut">
              <a:rPr lang="es-CL" smtClean="0"/>
              <a:t>17-03-2024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CD834-5F00-49C5-966A-753F486975A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40145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D3F14-4BA3-1729-8F0C-48E112FE6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809A69-3F1C-F870-77DB-F1BAEBF13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0A16BE-9FA3-EC09-02E4-ED9B3DD1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A518-8E3B-44DD-9F32-45594A51D0F6}" type="datetime1">
              <a:rPr lang="es-CL" smtClean="0"/>
              <a:t>17-03-2024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381FB9-1818-030C-C1AD-B70BF192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8A2967-9DC3-FFD2-A961-3FFC7B4E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767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20D7F-21AE-8225-8B0E-5835B91F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0548C1-3546-7111-79AB-2A62FBE7D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18AEAE-6A95-8984-FA4F-35768816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892D-149B-4E41-9CDF-306E853DB9B0}" type="datetime1">
              <a:rPr lang="es-CL" smtClean="0"/>
              <a:t>17-03-2024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1645F6-91A3-82EC-8914-066DEF13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E04F0A-288E-C2BD-9F5E-806EF964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108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09BF4-2ACC-0E6A-A9BB-1860857BD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718E92-6CDF-7E48-74F7-63CAF3DAE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9D1EC8-B3C2-4165-7E48-B9E32DD8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6C11-461C-4CCC-83B8-071EBC96CDC8}" type="datetime1">
              <a:rPr lang="es-CL" smtClean="0"/>
              <a:t>17-03-2024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953C5B-A6DC-15F4-A09D-2EEC0F4B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5C9C2F-F463-4806-DA1B-3B86209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373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07BE3-F3CF-EBF6-F0E9-EA489C57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DC050E-67FB-0BF0-6D7D-EBE2A327A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32828C-6F97-6099-6598-FF50AC5E4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A949BE-E0D3-5F40-A905-F9AF4789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1FA0-F496-403D-BBCB-C2B8D7CE694F}" type="datetime1">
              <a:rPr lang="es-CL" smtClean="0"/>
              <a:t>17-03-2024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4D6DB6-E074-06B2-3C58-F61A4EBB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29D40B-B3AB-9614-0505-5C8EC8F3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112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067FE-7EDD-3B7F-A629-549DC25D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E015D0-53AD-6539-40D2-BEDA0E82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786E6F-FC29-E25E-1BB4-DD9E73C86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70BDB2-3865-610B-4D67-C26DC9750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CAE1A5-8E06-F50F-A8D2-6E6BF72E3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7C8D63F-B2D3-6F44-DFE1-B695FF4B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0761-2A8F-4D22-9345-8A84700802C3}" type="datetime1">
              <a:rPr lang="es-CL" smtClean="0"/>
              <a:t>17-03-2024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18EF93-6871-9894-A440-7B76B859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4D4A2C-C7A3-BF3B-AE3C-885B4366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481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24032-3EB4-25F9-B904-80DF5825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FBCA80-C440-E138-36F3-989BD87F2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7D6B-F534-4C81-BBB9-7E7EE28130CB}" type="datetime1">
              <a:rPr lang="es-CL" smtClean="0"/>
              <a:t>17-03-2024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DA718D-9C61-66B1-B0F0-4D52510A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9F81F0-71DF-E0A1-C504-2A739E10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00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6F27BC-F630-68A9-A6F3-9E92ACE1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0C27-CD62-47F4-9FF4-505DA84F067A}" type="datetime1">
              <a:rPr lang="es-CL" smtClean="0"/>
              <a:t>17-03-2024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DB441D9-BFC2-A9D6-41BF-E0235234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AE161D-4790-63F3-7846-F4D23F54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9727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36527-85A6-5139-E124-222D35EC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24711-9DB1-0BB9-1DDC-7F9312F32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CC3133-7FF5-F40C-CFDC-8A382E489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AD2859-0A19-B3C3-B89A-24C1A04E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F8594-D31C-409D-8804-BC8C95A93D66}" type="datetime1">
              <a:rPr lang="es-CL" smtClean="0"/>
              <a:t>17-03-2024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767CF1-FAA0-AA06-B688-56DE3449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B53A33-8CCB-B8CA-7FD9-F5E76ADB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3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4FB99-916F-3A5E-9272-084D8164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F21494-C618-A71C-9F3F-BE7001670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2B7E18-7626-A446-5CF6-0665F16D8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C636F8-CE30-2D3B-0FE4-7D22CB07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6E88-E976-4562-92B3-B09A8400387F}" type="datetime1">
              <a:rPr lang="es-CL" smtClean="0"/>
              <a:t>17-03-2024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CC393F-BFC4-D16B-0DA9-87011CA9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1A3CAC-F332-5AB0-0EDF-89EA8816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691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AE779-AD9B-C4F9-7ABA-3A4A6106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0936C7-6A87-8393-5F31-DA2CEDABE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169537-CE70-DD08-3250-9D27185E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0FEBE-62FF-43A4-B460-A0F53371086A}" type="datetime1">
              <a:rPr lang="es-CL" smtClean="0"/>
              <a:t>17-03-2024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7155E-C55D-63B8-59E5-72E1EAD7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CD8C60-72FF-D39D-7BDE-670C685A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01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99AED2-AFC8-48B8-CCFB-549C8A0CA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5DE573-FEC5-6E1F-EE78-842351AEF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5DDCB7-6301-64F8-9AA1-39FF3D37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B333-9AE3-41E0-93BB-181109FAC56E}" type="datetime1">
              <a:rPr lang="es-CL" smtClean="0"/>
              <a:t>17-03-2024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73A97-B90E-D9CB-625A-238FCFDA8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C44C88-5782-0E05-EAFF-0DF63CE1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352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ADECB6-72B9-3F76-DC9A-832D4CBC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C43A4B-D56F-6AB1-1CE7-B84F9C8B0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E6C0D-E2CC-381B-AFF9-04D3EDE96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1EB48-6D91-4FF6-9B28-5DC8C0773112}" type="datetime1">
              <a:rPr lang="es-CL" smtClean="0"/>
              <a:t>17-03-2024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94DCE4-2F66-B787-5F97-15176D834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0A07E0-971A-A8D2-ED2B-931170333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026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gif"/><Relationship Id="rId4" Type="http://schemas.openxmlformats.org/officeDocument/2006/relationships/image" Target="../media/image12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7" Type="http://schemas.openxmlformats.org/officeDocument/2006/relationships/image" Target="../media/image18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gif"/><Relationship Id="rId5" Type="http://schemas.openxmlformats.org/officeDocument/2006/relationships/image" Target="../media/image16.gif"/><Relationship Id="rId4" Type="http://schemas.openxmlformats.org/officeDocument/2006/relationships/image" Target="../media/image12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FD868-2834-635D-31FC-CE762BBA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2: Señales en Sistemas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1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094A1-0D37-3945-07BE-8F022C475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75B42E4-489F-3638-C81E-AEC8ACC5E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C4363CE-5FCA-1F09-2B74-30354420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6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0261FD-12EC-E96B-8788-D46D4761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En la </a:t>
            </a:r>
            <a:r>
              <a:rPr lang="es-CL" sz="5400"/>
              <a:t>clase</a:t>
            </a:r>
            <a:r>
              <a:rPr lang="en-US" sz="5400"/>
              <a:t> de hoy</a:t>
            </a:r>
          </a:p>
        </p:txBody>
      </p:sp>
      <p:pic>
        <p:nvPicPr>
          <p:cNvPr id="14" name="Picture 4" descr="Rompecabezas blanco con una pieza roja">
            <a:extLst>
              <a:ext uri="{FF2B5EF4-FFF2-40B4-BE49-F238E27FC236}">
                <a16:creationId xmlns:a16="http://schemas.microsoft.com/office/drawing/2014/main" id="{8D56F9D0-C31A-21D5-20FB-7B31ABC5C4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02" r="30098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88C798-762A-EF46-F83E-F9B993942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s-CL" sz="2200" dirty="0"/>
              <a:t>2.1 Introducción</a:t>
            </a:r>
            <a:endParaRPr lang="es-ES" sz="2200" dirty="0"/>
          </a:p>
          <a:p>
            <a:r>
              <a:rPr lang="es-CL" sz="2200" dirty="0"/>
              <a:t>2.2 Señales de Prueba</a:t>
            </a:r>
          </a:p>
          <a:p>
            <a:r>
              <a:rPr lang="es-CL" sz="2200" dirty="0"/>
              <a:t>2.3 Transformaciones sobre Señales</a:t>
            </a:r>
            <a:endParaRPr lang="en-US" sz="2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8AAC5C-A0F3-787F-F310-E9B67D4E2D78}"/>
              </a:ext>
            </a:extLst>
          </p:cNvPr>
          <p:cNvSpPr txBox="1"/>
          <p:nvPr/>
        </p:nvSpPr>
        <p:spPr>
          <a:xfrm>
            <a:off x="487386" y="6474352"/>
            <a:ext cx="11704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J. Espinoza, D. </a:t>
            </a:r>
            <a:r>
              <a:rPr lang="es-CL" dirty="0" err="1"/>
              <a:t>Sbarbaro</a:t>
            </a:r>
            <a:r>
              <a:rPr lang="es-CL" dirty="0"/>
              <a:t>, “Sistemas Lineales Dinámicos”, http://www2.udec.cl/jose.espinoza/SLD/543214_SLD_Apuntes.pdf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6472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Repaso</a:t>
            </a:r>
            <a:r>
              <a:rPr lang="en-US" dirty="0"/>
              <a:t>: </a:t>
            </a:r>
            <a:r>
              <a:rPr lang="es-CL" dirty="0"/>
              <a:t>Conceptos claves del Capítulo 1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r>
              <a:rPr lang="es-ES" dirty="0"/>
              <a:t>Cantidades en sistemas</a:t>
            </a:r>
          </a:p>
          <a:p>
            <a:pPr algn="just"/>
            <a:r>
              <a:rPr lang="es-ES" dirty="0"/>
              <a:t>Clasificaciones de sistemas</a:t>
            </a:r>
          </a:p>
          <a:p>
            <a:pPr algn="just"/>
            <a:r>
              <a:rPr lang="es-ES" dirty="0"/>
              <a:t>Representación en ecuaciones de estado</a:t>
            </a:r>
          </a:p>
        </p:txBody>
      </p:sp>
    </p:spTree>
    <p:extLst>
      <p:ext uri="{BB962C8B-B14F-4D97-AF65-F5344CB8AC3E}">
        <p14:creationId xmlns:p14="http://schemas.microsoft.com/office/powerpoint/2010/main" val="134585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Repaso</a:t>
            </a:r>
            <a:r>
              <a:rPr lang="en-US" dirty="0"/>
              <a:t>: </a:t>
            </a:r>
            <a:r>
              <a:rPr lang="es-CL" dirty="0"/>
              <a:t>Algunos conceptos particulares del Capítulo 1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r>
              <a:rPr lang="es-ES" b="1" dirty="0"/>
              <a:t>Perturbaciones:</a:t>
            </a:r>
            <a:r>
              <a:rPr lang="es-ES" dirty="0"/>
              <a:t> son variables que al igual que las entradas actúan desde el exterior pero que no son manejables a voluntad y cuyo efecto sobre el proceso siempre es conocido. Introducen una componente de incertidumbre en el estudio.</a:t>
            </a:r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3807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Repaso</a:t>
            </a:r>
            <a:r>
              <a:rPr lang="en-US" dirty="0"/>
              <a:t>: </a:t>
            </a:r>
            <a:r>
              <a:rPr lang="es-CL" dirty="0"/>
              <a:t>Algunos conceptos particulares del Capítulo 1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r>
              <a:rPr lang="es-ES" b="1" dirty="0"/>
              <a:t>Perturbaciones:</a:t>
            </a:r>
            <a:r>
              <a:rPr lang="es-ES" dirty="0"/>
              <a:t> son variables que al igual que las entradas actúan desde el exterior pero que no son manejables a voluntad y cuyo efecto sobre el proceso siempre es conocido. Introducen una componente de incertidumbre en el estudio.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Ejemplos: </a:t>
            </a:r>
          </a:p>
          <a:p>
            <a:pPr lvl="1" algn="just"/>
            <a:r>
              <a:rPr lang="es-ES" dirty="0"/>
              <a:t>Velocidad del viento o ángulos de subida/bajada en el camino en el sistema del movimiento rectilíneo de un automóvil.</a:t>
            </a:r>
          </a:p>
          <a:p>
            <a:pPr lvl="1" algn="just"/>
            <a:r>
              <a:rPr lang="es-ES" dirty="0"/>
              <a:t>Pérdidas (fugas) por rupturas en estanque.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295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Repaso</a:t>
            </a:r>
            <a:r>
              <a:rPr lang="en-US" dirty="0"/>
              <a:t>: </a:t>
            </a:r>
            <a:r>
              <a:rPr lang="es-CL" dirty="0"/>
              <a:t>Algunos conceptos particulares del Capítulo 1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r>
              <a:rPr lang="es-ES" b="1" dirty="0"/>
              <a:t>Sistemas discretos: </a:t>
            </a:r>
            <a:r>
              <a:rPr lang="es-ES" dirty="0"/>
              <a:t>Sistemas cuyas variables independientes (tiempo) son discretas. Pueden ser de naturaleza discreta o un muestreo de un sistema de naturaleza continua.</a:t>
            </a:r>
          </a:p>
          <a:p>
            <a:pPr algn="just"/>
            <a:endParaRPr lang="es-ES" dirty="0"/>
          </a:p>
          <a:p>
            <a:pPr algn="just"/>
            <a:endParaRPr lang="es-ES" b="1" dirty="0"/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3616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Repaso</a:t>
            </a:r>
            <a:r>
              <a:rPr lang="en-US" dirty="0"/>
              <a:t>: </a:t>
            </a:r>
            <a:r>
              <a:rPr lang="es-CL" dirty="0"/>
              <a:t>Algunos conceptos particulares del Capítulo 1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r>
              <a:rPr lang="es-ES" b="1" dirty="0"/>
              <a:t>Sistemas discretos: </a:t>
            </a:r>
            <a:r>
              <a:rPr lang="es-ES" dirty="0"/>
              <a:t>Sistemas cuyas variables independientes (tiempo) son discretas. Pueden ser de naturaleza discreta o un muestreo de un sistema de naturaleza continua.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Ejemplos de sistemas de naturaleza discreta: </a:t>
            </a:r>
          </a:p>
          <a:p>
            <a:pPr lvl="1" algn="just"/>
            <a:r>
              <a:rPr lang="es-ES" dirty="0"/>
              <a:t>Valor de la UF.</a:t>
            </a:r>
          </a:p>
          <a:p>
            <a:pPr lvl="1" algn="just"/>
            <a:r>
              <a:rPr lang="es-ES" dirty="0"/>
              <a:t>Modelo financiero de interés compuesto.</a:t>
            </a:r>
          </a:p>
          <a:p>
            <a:pPr lvl="1" algn="just"/>
            <a:r>
              <a:rPr lang="es-ES" dirty="0"/>
              <a:t>Sistema de población de pares de conejos.</a:t>
            </a:r>
          </a:p>
          <a:p>
            <a:pPr algn="just"/>
            <a:endParaRPr lang="es-ES" b="1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E18B393-79DB-D76F-43DA-6D106FF51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826" y="3908977"/>
            <a:ext cx="4083431" cy="280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752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2.1 Introducción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u="sng" dirty="0"/>
              <a:t>Las variables en sistemas son señales que evolucionan de acuerdo a las de entrada.</a:t>
            </a:r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56179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2.1 Introducción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u="sng" dirty="0"/>
              <a:t>Las variables en sistemas son señales que evolucionan de acuerdo a las de entrada.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b="1" dirty="0"/>
              <a:t>Señal</a:t>
            </a:r>
            <a:r>
              <a:rPr lang="es-ES" dirty="0"/>
              <a:t>: es una función matemáticamente definida que representa la evolución de una magnitud de un proceso.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327A150-EA63-4F35-F62B-C21822B78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748" y="4285058"/>
            <a:ext cx="7704674" cy="233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180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2.1 Introducción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El </a:t>
            </a:r>
            <a:r>
              <a:rPr lang="es-ES" b="1" dirty="0"/>
              <a:t>soporte</a:t>
            </a:r>
            <a:r>
              <a:rPr lang="es-ES" dirty="0"/>
              <a:t> </a:t>
            </a:r>
            <a:r>
              <a:rPr lang="es-ES" i="1" dirty="0"/>
              <a:t>D</a:t>
            </a:r>
            <a:r>
              <a:rPr lang="es-ES" dirty="0"/>
              <a:t> de una señal corresponde al rango de la variable independiente en el cual la señal no es idénticamente nula. Así, </a:t>
            </a:r>
            <a:r>
              <a:rPr lang="es-ES" i="1" dirty="0"/>
              <a:t>D</a:t>
            </a:r>
            <a:r>
              <a:rPr lang="es-ES" dirty="0"/>
              <a:t> es el soporte de </a:t>
            </a:r>
            <a:r>
              <a:rPr lang="es-ES" i="1" dirty="0"/>
              <a:t>f(t)</a:t>
            </a:r>
            <a:r>
              <a:rPr lang="es-ES" dirty="0"/>
              <a:t> si: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5" name="Imagen 4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709E89B7-86E4-1F7B-12CA-6C863FAD6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561" y="3127579"/>
            <a:ext cx="2881467" cy="38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6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2.1 Introducción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El </a:t>
            </a:r>
            <a:r>
              <a:rPr lang="es-ES" b="1" dirty="0"/>
              <a:t>soporte</a:t>
            </a:r>
            <a:r>
              <a:rPr lang="es-ES" dirty="0"/>
              <a:t> </a:t>
            </a:r>
            <a:r>
              <a:rPr lang="es-ES" i="1" dirty="0"/>
              <a:t>D</a:t>
            </a:r>
            <a:r>
              <a:rPr lang="es-ES" dirty="0"/>
              <a:t> de una señal corresponde al rango de la variable independiente en el cual la señal no es idénticamente nula. Así, </a:t>
            </a:r>
            <a:r>
              <a:rPr lang="es-ES" i="1" dirty="0"/>
              <a:t>D</a:t>
            </a:r>
            <a:r>
              <a:rPr lang="es-ES" dirty="0"/>
              <a:t> es el soporte de </a:t>
            </a:r>
            <a:r>
              <a:rPr lang="es-ES" i="1" dirty="0"/>
              <a:t>f(t)</a:t>
            </a:r>
            <a:r>
              <a:rPr lang="es-ES" dirty="0"/>
              <a:t> si: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i="1" dirty="0"/>
              <a:t>f(t) </a:t>
            </a:r>
            <a:r>
              <a:rPr lang="es-ES" dirty="0"/>
              <a:t>es de </a:t>
            </a:r>
            <a:r>
              <a:rPr lang="es-ES" b="1" dirty="0"/>
              <a:t>soporte positivo </a:t>
            </a:r>
            <a:r>
              <a:rPr lang="es-ES" dirty="0"/>
              <a:t>si: </a:t>
            </a:r>
          </a:p>
          <a:p>
            <a:pPr marL="0" indent="0" algn="just">
              <a:buNone/>
            </a:pPr>
            <a:r>
              <a:rPr lang="es-ES" i="1" dirty="0"/>
              <a:t>f(t) </a:t>
            </a:r>
            <a:r>
              <a:rPr lang="es-ES" dirty="0"/>
              <a:t>es de </a:t>
            </a:r>
            <a:r>
              <a:rPr lang="es-ES" b="1" dirty="0"/>
              <a:t>soporte negativo </a:t>
            </a:r>
            <a:r>
              <a:rPr lang="es-ES" dirty="0"/>
              <a:t>si: </a:t>
            </a:r>
          </a:p>
          <a:p>
            <a:pPr marL="0" indent="0" algn="just">
              <a:buNone/>
            </a:pPr>
            <a:r>
              <a:rPr lang="es-ES" i="1" dirty="0"/>
              <a:t>f(t) </a:t>
            </a:r>
            <a:r>
              <a:rPr lang="es-ES" dirty="0"/>
              <a:t>es de </a:t>
            </a:r>
            <a:r>
              <a:rPr lang="es-ES" b="1" dirty="0"/>
              <a:t>soporte compacto </a:t>
            </a:r>
            <a:r>
              <a:rPr lang="es-ES" dirty="0"/>
              <a:t>si tiene soporte en un rango determinado.</a:t>
            </a:r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5" name="Imagen 4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709E89B7-86E4-1F7B-12CA-6C863FAD6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561" y="3127579"/>
            <a:ext cx="2881467" cy="386723"/>
          </a:xfrm>
          <a:prstGeom prst="rect">
            <a:avLst/>
          </a:prstGeom>
        </p:spPr>
      </p:pic>
      <p:pic>
        <p:nvPicPr>
          <p:cNvPr id="17" name="Imagen 16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B5566048-06CB-E68F-DE14-339451686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295" y="4127009"/>
            <a:ext cx="3289049" cy="439625"/>
          </a:xfrm>
          <a:prstGeom prst="rect">
            <a:avLst/>
          </a:prstGeom>
        </p:spPr>
      </p:pic>
      <p:pic>
        <p:nvPicPr>
          <p:cNvPr id="19" name="Imagen 18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E2C87502-046B-A6DE-56BB-36517A925D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295" y="4701571"/>
            <a:ext cx="3443564" cy="43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76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2.1 Introducción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Ejemplos: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F7AB7FA-C379-39A4-9204-44880E855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426" y="2716024"/>
            <a:ext cx="6220693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2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2.1 Introducción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Marcador de contenido 20">
            <a:extLst>
              <a:ext uri="{FF2B5EF4-FFF2-40B4-BE49-F238E27FC236}">
                <a16:creationId xmlns:a16="http://schemas.microsoft.com/office/drawing/2014/main" id="{612C7224-E0D6-F830-3ECE-1C5EDD215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ES" b="1" dirty="0"/>
              <a:t>Simetría</a:t>
            </a:r>
            <a:r>
              <a:rPr lang="es-ES" dirty="0"/>
              <a:t>: 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La señal            es </a:t>
            </a:r>
            <a:r>
              <a:rPr lang="es-ES" b="1" dirty="0"/>
              <a:t>par</a:t>
            </a:r>
            <a:r>
              <a:rPr lang="es-ES" dirty="0"/>
              <a:t> si  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La señal            es </a:t>
            </a:r>
            <a:r>
              <a:rPr lang="es-ES" b="1" dirty="0"/>
              <a:t>impar</a:t>
            </a:r>
            <a:r>
              <a:rPr lang="es-ES" dirty="0"/>
              <a:t> si  </a:t>
            </a:r>
            <a:endParaRPr lang="es-CL" dirty="0"/>
          </a:p>
          <a:p>
            <a:pPr marL="0" indent="0" algn="just">
              <a:buNone/>
            </a:pPr>
            <a:endParaRPr lang="es-CL" dirty="0"/>
          </a:p>
        </p:txBody>
      </p:sp>
      <p:pic>
        <p:nvPicPr>
          <p:cNvPr id="22" name="Imagen 21" descr="Imagen que contiene reloj&#10;&#10;Descripción generada automáticamente">
            <a:extLst>
              <a:ext uri="{FF2B5EF4-FFF2-40B4-BE49-F238E27FC236}">
                <a16:creationId xmlns:a16="http://schemas.microsoft.com/office/drawing/2014/main" id="{10907981-488D-D02D-E14F-12963B0B1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410" y="2891445"/>
            <a:ext cx="696112" cy="358603"/>
          </a:xfrm>
          <a:prstGeom prst="rect">
            <a:avLst/>
          </a:prstGeom>
        </p:spPr>
      </p:pic>
      <p:pic>
        <p:nvPicPr>
          <p:cNvPr id="24" name="Imagen 2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3DC0883D-6727-2FB2-E70B-E3B44C520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010" y="2878394"/>
            <a:ext cx="2229924" cy="371654"/>
          </a:xfrm>
          <a:prstGeom prst="rect">
            <a:avLst/>
          </a:prstGeom>
        </p:spPr>
      </p:pic>
      <p:pic>
        <p:nvPicPr>
          <p:cNvPr id="25" name="Imagen 24" descr="Imagen que contiene objeto, reloj&#10;&#10;Descripción generada automáticamente">
            <a:extLst>
              <a:ext uri="{FF2B5EF4-FFF2-40B4-BE49-F238E27FC236}">
                <a16:creationId xmlns:a16="http://schemas.microsoft.com/office/drawing/2014/main" id="{AF786DBF-B962-52B5-87C4-5E0D3D865C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168" y="3875153"/>
            <a:ext cx="760515" cy="408879"/>
          </a:xfrm>
          <a:prstGeom prst="rect">
            <a:avLst/>
          </a:prstGeom>
        </p:spPr>
      </p:pic>
      <p:pic>
        <p:nvPicPr>
          <p:cNvPr id="27" name="Imagen 26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31BF6A94-3C13-1816-09AA-90CC00B08B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472" y="3880581"/>
            <a:ext cx="2695056" cy="403451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5770DF1A-A21D-1F5D-7F9B-D3EC74E6C6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6212" y="4423999"/>
            <a:ext cx="4710078" cy="225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5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2.1 Introducción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b="1" dirty="0"/>
              <a:t>Simetría</a:t>
            </a:r>
            <a:r>
              <a:rPr lang="es-ES" dirty="0"/>
              <a:t>: Toda señal     puede ser descompuesta en una señal par                                             y una impar            , tal que: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donde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C6C1B8-DDC1-0B5B-19EC-A43C40811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363" y="1873317"/>
            <a:ext cx="566593" cy="358603"/>
          </a:xfrm>
          <a:prstGeom prst="rect">
            <a:avLst/>
          </a:prstGeom>
        </p:spPr>
      </p:pic>
      <p:pic>
        <p:nvPicPr>
          <p:cNvPr id="8" name="Imagen 7" descr="Imagen que contiene reloj&#10;&#10;Descripción generada automáticamente">
            <a:extLst>
              <a:ext uri="{FF2B5EF4-FFF2-40B4-BE49-F238E27FC236}">
                <a16:creationId xmlns:a16="http://schemas.microsoft.com/office/drawing/2014/main" id="{40A9B377-A54B-E2C7-9FB3-D4EA3A13B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927" y="1873317"/>
            <a:ext cx="696112" cy="358603"/>
          </a:xfrm>
          <a:prstGeom prst="rect">
            <a:avLst/>
          </a:prstGeom>
        </p:spPr>
      </p:pic>
      <p:pic>
        <p:nvPicPr>
          <p:cNvPr id="10" name="Imagen 9" descr="Imagen que contiene objeto, reloj&#10;&#10;Descripción generada automáticamente">
            <a:extLst>
              <a:ext uri="{FF2B5EF4-FFF2-40B4-BE49-F238E27FC236}">
                <a16:creationId xmlns:a16="http://schemas.microsoft.com/office/drawing/2014/main" id="{25033955-538A-44CE-AAD1-6286D38E3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83" y="2233055"/>
            <a:ext cx="760515" cy="408879"/>
          </a:xfrm>
          <a:prstGeom prst="rect">
            <a:avLst/>
          </a:prstGeom>
        </p:spPr>
      </p:pic>
      <p:pic>
        <p:nvPicPr>
          <p:cNvPr id="14" name="Imagen 13" descr="Imagen que contiene reloj&#10;&#10;Descripción generada automáticamente">
            <a:extLst>
              <a:ext uri="{FF2B5EF4-FFF2-40B4-BE49-F238E27FC236}">
                <a16:creationId xmlns:a16="http://schemas.microsoft.com/office/drawing/2014/main" id="{18EA4C7C-F3DE-79A3-F663-582BFAFC74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611" y="3037206"/>
            <a:ext cx="2951368" cy="371654"/>
          </a:xfrm>
          <a:prstGeom prst="rect">
            <a:avLst/>
          </a:prstGeom>
        </p:spPr>
      </p:pic>
      <p:pic>
        <p:nvPicPr>
          <p:cNvPr id="17" name="Imagen 16" descr="Imagen que contiene objeto, reloj&#10;&#10;Descripción generada automáticamente">
            <a:extLst>
              <a:ext uri="{FF2B5EF4-FFF2-40B4-BE49-F238E27FC236}">
                <a16:creationId xmlns:a16="http://schemas.microsoft.com/office/drawing/2014/main" id="{8A7A4C61-C2A0-A39B-30C0-F0EA6FC9BE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185" y="4218510"/>
            <a:ext cx="2769441" cy="656087"/>
          </a:xfrm>
          <a:prstGeom prst="rect">
            <a:avLst/>
          </a:prstGeom>
        </p:spPr>
      </p:pic>
      <p:pic>
        <p:nvPicPr>
          <p:cNvPr id="19" name="Imagen 18" descr="Texto&#10;&#10;Descripción generada automáticamente con confianza media">
            <a:extLst>
              <a:ext uri="{FF2B5EF4-FFF2-40B4-BE49-F238E27FC236}">
                <a16:creationId xmlns:a16="http://schemas.microsoft.com/office/drawing/2014/main" id="{65B58310-BFE0-B155-43A3-FED6893DF2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779" y="4167357"/>
            <a:ext cx="2951369" cy="70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3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2.2 Señales de Prueba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ES" b="1" dirty="0"/>
              <a:t>Impulso: </a:t>
            </a:r>
            <a:r>
              <a:rPr lang="es-ES" b="1" i="1" dirty="0"/>
              <a:t>δ(t)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A073897-82CB-4344-2218-C0E700BF1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485" y="-109653"/>
            <a:ext cx="3067478" cy="241016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6E229DB-ED32-4A7C-56F5-E1DEB914FA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098" b="9098"/>
          <a:stretch/>
        </p:blipFill>
        <p:spPr>
          <a:xfrm>
            <a:off x="9038785" y="2952000"/>
            <a:ext cx="3153215" cy="251495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FE519D7B-7568-E7D2-6E42-90CE5B7B0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90" y="4050675"/>
            <a:ext cx="8699624" cy="280008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07CE7A9-BAF0-313F-3609-5FA3CCFD9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57" y="2341844"/>
            <a:ext cx="8787678" cy="1435262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689577C6-23E6-1400-E89E-377A6D12C715}"/>
              </a:ext>
            </a:extLst>
          </p:cNvPr>
          <p:cNvSpPr txBox="1"/>
          <p:nvPr/>
        </p:nvSpPr>
        <p:spPr>
          <a:xfrm>
            <a:off x="10430085" y="227759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2.5(a)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227933B-2DA9-C8E1-DEA9-964FC95CF911}"/>
              </a:ext>
            </a:extLst>
          </p:cNvPr>
          <p:cNvSpPr txBox="1"/>
          <p:nvPr/>
        </p:nvSpPr>
        <p:spPr>
          <a:xfrm>
            <a:off x="10537224" y="5466951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2.5(b)</a:t>
            </a:r>
          </a:p>
        </p:txBody>
      </p:sp>
    </p:spTree>
    <p:extLst>
      <p:ext uri="{BB962C8B-B14F-4D97-AF65-F5344CB8AC3E}">
        <p14:creationId xmlns:p14="http://schemas.microsoft.com/office/powerpoint/2010/main" val="2798512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2.2 Señales de Prueba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ES" b="1" dirty="0"/>
              <a:t>Escalón: </a:t>
            </a:r>
            <a:r>
              <a:rPr lang="es-ES" b="1" i="1" dirty="0"/>
              <a:t>u(t)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CFF6BD0-66ED-9AC8-BD75-66246AB7E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562" y="0"/>
            <a:ext cx="2467319" cy="231489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571849-5D32-6DE1-CA7E-D88DD985B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4" y="2660036"/>
            <a:ext cx="9234518" cy="216457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AEE8C26-A630-C5F2-D21E-89EE57B87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02" y="4490593"/>
            <a:ext cx="9145867" cy="102687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739794D-CEFB-0E9B-9FAD-3AE40332BF7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10027" b="10027"/>
          <a:stretch/>
        </p:blipFill>
        <p:spPr>
          <a:xfrm>
            <a:off x="9515558" y="3008345"/>
            <a:ext cx="2467319" cy="24212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FF5A78F5-032F-D7CD-BE06-9EF79A48B6A2}"/>
              </a:ext>
            </a:extLst>
          </p:cNvPr>
          <p:cNvSpPr txBox="1"/>
          <p:nvPr/>
        </p:nvSpPr>
        <p:spPr>
          <a:xfrm>
            <a:off x="10430085" y="227759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2.6(a)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3ABA3F5-0199-7D1F-C01E-378E5A7A1242}"/>
              </a:ext>
            </a:extLst>
          </p:cNvPr>
          <p:cNvSpPr txBox="1"/>
          <p:nvPr/>
        </p:nvSpPr>
        <p:spPr>
          <a:xfrm>
            <a:off x="10537224" y="5466951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2.6(b)</a:t>
            </a:r>
          </a:p>
        </p:txBody>
      </p:sp>
    </p:spTree>
    <p:extLst>
      <p:ext uri="{BB962C8B-B14F-4D97-AF65-F5344CB8AC3E}">
        <p14:creationId xmlns:p14="http://schemas.microsoft.com/office/powerpoint/2010/main" val="2725494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2.2 Señales de Prueba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ES" b="1" dirty="0"/>
              <a:t>Rampa: </a:t>
            </a:r>
            <a:r>
              <a:rPr lang="es-ES" b="1" i="1" dirty="0"/>
              <a:t>r(t)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EA53C21-1562-8C64-1748-39FE9F9FE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52" y="-1443"/>
            <a:ext cx="2829320" cy="231489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9899E29-5487-DA59-D83D-0B4E7FC80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92" y="3090464"/>
            <a:ext cx="9354701" cy="281242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4F80D61-B69D-8D72-B9E1-6336E1F06FE5}"/>
              </a:ext>
            </a:extLst>
          </p:cNvPr>
          <p:cNvSpPr txBox="1"/>
          <p:nvPr/>
        </p:nvSpPr>
        <p:spPr>
          <a:xfrm>
            <a:off x="10430085" y="2277590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2.6(c)</a:t>
            </a:r>
          </a:p>
        </p:txBody>
      </p:sp>
    </p:spTree>
    <p:extLst>
      <p:ext uri="{BB962C8B-B14F-4D97-AF65-F5344CB8AC3E}">
        <p14:creationId xmlns:p14="http://schemas.microsoft.com/office/powerpoint/2010/main" val="635106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2.2 Señales de Prueba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ES" b="1" dirty="0"/>
              <a:t>Exponencial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F39AAB-84EC-8C76-AEB4-7F688137D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389" y="-1"/>
            <a:ext cx="6035975" cy="23892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FCDA75D-948E-5BEE-4C00-76D4A30D3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086" y="3451686"/>
            <a:ext cx="7097115" cy="1238423"/>
          </a:xfrm>
          <a:prstGeom prst="rect">
            <a:avLst/>
          </a:prstGeom>
        </p:spPr>
      </p:pic>
      <p:pic>
        <p:nvPicPr>
          <p:cNvPr id="10" name="Imagen 9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5AD7D4C6-9047-88A3-9998-B401BFAC7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391" y="1833208"/>
            <a:ext cx="2198152" cy="41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2.2 Señales de Prueba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ES" b="1" dirty="0"/>
              <a:t>Exponencial</a:t>
            </a:r>
          </a:p>
        </p:txBody>
      </p:sp>
      <p:pic>
        <p:nvPicPr>
          <p:cNvPr id="7" name="Imagen 6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9185DBCE-7E05-717A-135A-7B821FEA4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391" y="1833208"/>
            <a:ext cx="2198152" cy="4104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74A3B25-7AD0-672D-FBDA-057B75B0E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41979"/>
            <a:ext cx="12192000" cy="84341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2479707-D84A-06F8-0ED1-0BAD26576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35280"/>
            <a:ext cx="12192000" cy="304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428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2.2 Señales de Prueba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ES" b="1" dirty="0"/>
              <a:t>Sinusoidal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AFA4F1C-CA0D-784A-2EE4-9CD6DF36A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254" y="-1"/>
            <a:ext cx="6058746" cy="25435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2D72090-D5E5-60B6-E7C8-A33B07135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9821"/>
            <a:ext cx="12192000" cy="85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90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2.2 Señales de Prueba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1825625"/>
            <a:ext cx="184600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/>
              <a:t>Respuestas de sistemas ante distintas entradas (las entradas se muestran en color azul)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D44B975-FA36-2743-6D23-254782FA0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963" y="1538922"/>
            <a:ext cx="8927672" cy="507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54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2.2 Señales de Prueba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1825625"/>
            <a:ext cx="184600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/>
              <a:t>Respuestas de sistemas ante distintas entradas (las entradas se muestran  en color rojo)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47C6D3-077C-2F52-0087-FBED4B9FA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643" y="2143675"/>
            <a:ext cx="9031356" cy="44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96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2.2 Señales de Prueba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b="1" dirty="0"/>
              <a:t>Ejercicio</a:t>
            </a:r>
            <a:r>
              <a:rPr lang="es-ES" dirty="0"/>
              <a:t>: Grafique la señal                                                . Obtenga su parte par e impar.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BD5C6EF-3572-C64B-7161-EAD7E5AB9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411" y="1846297"/>
            <a:ext cx="4299769" cy="34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8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ES" dirty="0"/>
              <a:t>Transformaciones Simples</a:t>
            </a:r>
          </a:p>
          <a:p>
            <a:pPr algn="just"/>
            <a:endParaRPr lang="es-ES" dirty="0"/>
          </a:p>
          <a:p>
            <a:pPr marL="0" indent="0" algn="just">
              <a:buNone/>
            </a:pPr>
            <a:r>
              <a:rPr lang="es-ES" dirty="0"/>
              <a:t>Forma general: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E30A2F-6576-9F2B-D40D-CFA5A00E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570" y="2894730"/>
            <a:ext cx="5092494" cy="41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01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DF6A97-4CC1-6C03-4C1D-257EC1F63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5860"/>
            <a:ext cx="11444748" cy="326881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16A164-C76D-6A2F-9DAC-2E873B2433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007" t="-3184" r="2007" b="3184"/>
          <a:stretch/>
        </p:blipFill>
        <p:spPr>
          <a:xfrm>
            <a:off x="2088000" y="4500000"/>
            <a:ext cx="10107561" cy="235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17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2B25F8-701D-13FE-8D5B-DAA50B5CB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0" y="1440756"/>
            <a:ext cx="11343761" cy="28457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D5F5825-20A2-7D78-2357-22BEB213D0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622" t="-3063" r="1622" b="3063"/>
          <a:stretch/>
        </p:blipFill>
        <p:spPr>
          <a:xfrm>
            <a:off x="2016000" y="4500000"/>
            <a:ext cx="10134842" cy="233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80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FD868-2834-635D-31FC-CE762BBA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2: Señales en Sistemas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1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094A1-0D37-3945-07BE-8F022C475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75B42E4-489F-3638-C81E-AEC8ACC5E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C4363CE-5FCA-1F09-2B74-30354420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78056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3296</TotalTime>
  <Words>682</Words>
  <Application>Microsoft Office PowerPoint</Application>
  <PresentationFormat>Panorámica</PresentationFormat>
  <Paragraphs>91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Diseño personalizado</vt:lpstr>
      <vt:lpstr>Sistemas Lineales Dinámicos S1-2024 Capítulo 2: Señales en Sistemas Clase 1</vt:lpstr>
      <vt:lpstr>En la clase de hoy</vt:lpstr>
      <vt:lpstr>Repaso: Conceptos claves del Capítulo 1</vt:lpstr>
      <vt:lpstr>Repaso: Algunos conceptos particulares del Capítulo 1</vt:lpstr>
      <vt:lpstr>Repaso: Algunos conceptos particulares del Capítulo 1</vt:lpstr>
      <vt:lpstr>Repaso: Algunos conceptos particulares del Capítulo 1</vt:lpstr>
      <vt:lpstr>Repaso: Algunos conceptos particulares del Capítulo 1</vt:lpstr>
      <vt:lpstr>2.1 Introducción</vt:lpstr>
      <vt:lpstr>2.1 Introducción</vt:lpstr>
      <vt:lpstr>2.1 Introducción</vt:lpstr>
      <vt:lpstr>2.1 Introducción</vt:lpstr>
      <vt:lpstr>2.1 Introducción</vt:lpstr>
      <vt:lpstr>2.1 Introducción</vt:lpstr>
      <vt:lpstr>2.1 Introducción</vt:lpstr>
      <vt:lpstr>2.2 Señales de Prueba</vt:lpstr>
      <vt:lpstr>2.2 Señales de Prueba</vt:lpstr>
      <vt:lpstr>2.2 Señales de Prueba</vt:lpstr>
      <vt:lpstr>2.2 Señales de Prueba</vt:lpstr>
      <vt:lpstr>2.2 Señales de Prueba</vt:lpstr>
      <vt:lpstr>2.2 Señales de Prueba</vt:lpstr>
      <vt:lpstr>2.2 Señales de Prueba</vt:lpstr>
      <vt:lpstr>2.2 Señales de Prueba</vt:lpstr>
      <vt:lpstr>2.2 Señales de Prueba</vt:lpstr>
      <vt:lpstr>2.3 Transformaciones sobre Señales</vt:lpstr>
      <vt:lpstr>2.3 Transformaciones sobre Señales</vt:lpstr>
      <vt:lpstr>2.3 Transformaciones sobre Señales</vt:lpstr>
      <vt:lpstr>Sistemas Lineales Dinámicos S1-2024 Capítulo 2: Señales en Sistemas Clase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Danny Alberto Luarte Canto</dc:creator>
  <cp:lastModifiedBy>Danny Alberto Luarte Canto</cp:lastModifiedBy>
  <cp:revision>2</cp:revision>
  <dcterms:created xsi:type="dcterms:W3CDTF">2023-02-09T18:36:30Z</dcterms:created>
  <dcterms:modified xsi:type="dcterms:W3CDTF">2024-03-17T20:34:09Z</dcterms:modified>
</cp:coreProperties>
</file>