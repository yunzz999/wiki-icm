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9" r:id="rId3"/>
    <p:sldId id="358" r:id="rId4"/>
    <p:sldId id="357" r:id="rId5"/>
    <p:sldId id="376" r:id="rId6"/>
    <p:sldId id="375" r:id="rId7"/>
    <p:sldId id="362" r:id="rId8"/>
    <p:sldId id="377" r:id="rId9"/>
    <p:sldId id="363" r:id="rId10"/>
    <p:sldId id="371" r:id="rId11"/>
    <p:sldId id="380" r:id="rId12"/>
    <p:sldId id="382" r:id="rId13"/>
    <p:sldId id="366" r:id="rId14"/>
    <p:sldId id="379" r:id="rId15"/>
    <p:sldId id="364" r:id="rId16"/>
    <p:sldId id="383" r:id="rId17"/>
    <p:sldId id="367" r:id="rId18"/>
    <p:sldId id="368" r:id="rId19"/>
    <p:sldId id="369" r:id="rId20"/>
    <p:sldId id="370" r:id="rId21"/>
    <p:sldId id="381" r:id="rId22"/>
    <p:sldId id="378" r:id="rId23"/>
    <p:sldId id="372" r:id="rId24"/>
    <p:sldId id="373" r:id="rId25"/>
    <p:sldId id="336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85F39-7D77-46E8-9FE3-394A639D0B69}" v="47" dt="2024-03-24T20:20:33.8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F3F5BBEE-E9B6-4306-8A98-67B79816207D}"/>
    <pc:docChg chg="undo custSel addSld delSld modSld sldOrd">
      <pc:chgData name="Danny Alberto Luarte Canto" userId="01864023-a306-4040-9773-946c92c655fb" providerId="ADAL" clId="{F3F5BBEE-E9B6-4306-8A98-67B79816207D}" dt="2024-03-18T12:07:10.869" v="3176" actId="20577"/>
      <pc:docMkLst>
        <pc:docMk/>
      </pc:docMkLst>
      <pc:sldChg chg="modSp mod">
        <pc:chgData name="Danny Alberto Luarte Canto" userId="01864023-a306-4040-9773-946c92c655fb" providerId="ADAL" clId="{F3F5BBEE-E9B6-4306-8A98-67B79816207D}" dt="2024-03-16T20:22:03.723" v="2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3F5BBEE-E9B6-4306-8A98-67B79816207D}" dt="2024-03-16T20:22:03.723" v="2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3F5BBEE-E9B6-4306-8A98-67B79816207D}" dt="2024-03-16T20:22:23.459" v="28" actId="47"/>
        <pc:sldMkLst>
          <pc:docMk/>
          <pc:sldMk cId="2593998083" sldId="278"/>
        </pc:sldMkLst>
      </pc:sldChg>
      <pc:sldChg chg="modSp mod">
        <pc:chgData name="Danny Alberto Luarte Canto" userId="01864023-a306-4040-9773-946c92c655fb" providerId="ADAL" clId="{F3F5BBEE-E9B6-4306-8A98-67B79816207D}" dt="2024-03-16T20:36:48.977" v="231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3F5BBEE-E9B6-4306-8A98-67B79816207D}" dt="2024-03-16T20:36:48.977" v="231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F3F5BBEE-E9B6-4306-8A98-67B79816207D}" dt="2024-03-16T20:24:40.162" v="122" actId="47"/>
        <pc:sldMkLst>
          <pc:docMk/>
          <pc:sldMk cId="2308912279" sldId="303"/>
        </pc:sldMkLst>
        <pc:spChg chg="mod">
          <ac:chgData name="Danny Alberto Luarte Canto" userId="01864023-a306-4040-9773-946c92c655fb" providerId="ADAL" clId="{F3F5BBEE-E9B6-4306-8A98-67B79816207D}" dt="2024-03-16T20:23:00.652" v="65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3F5BBEE-E9B6-4306-8A98-67B79816207D}" dt="2024-03-16T21:44:29.822" v="415" actId="47"/>
        <pc:sldMkLst>
          <pc:docMk/>
          <pc:sldMk cId="4212751199" sldId="315"/>
        </pc:sldMkLst>
      </pc:sldChg>
      <pc:sldChg chg="del">
        <pc:chgData name="Danny Alberto Luarte Canto" userId="01864023-a306-4040-9773-946c92c655fb" providerId="ADAL" clId="{F3F5BBEE-E9B6-4306-8A98-67B79816207D}" dt="2024-03-16T21:44:31.415" v="416" actId="47"/>
        <pc:sldMkLst>
          <pc:docMk/>
          <pc:sldMk cId="2417716215" sldId="318"/>
        </pc:sldMkLst>
      </pc:sldChg>
      <pc:sldChg chg="del">
        <pc:chgData name="Danny Alberto Luarte Canto" userId="01864023-a306-4040-9773-946c92c655fb" providerId="ADAL" clId="{F3F5BBEE-E9B6-4306-8A98-67B79816207D}" dt="2024-03-17T00:09:50.788" v="1021" actId="47"/>
        <pc:sldMkLst>
          <pc:docMk/>
          <pc:sldMk cId="4015384424" sldId="319"/>
        </pc:sldMkLst>
      </pc:sldChg>
      <pc:sldChg chg="addSp delSp modSp mod">
        <pc:chgData name="Danny Alberto Luarte Canto" userId="01864023-a306-4040-9773-946c92c655fb" providerId="ADAL" clId="{F3F5BBEE-E9B6-4306-8A98-67B79816207D}" dt="2024-03-17T04:45:36.679" v="3117" actId="478"/>
        <pc:sldMkLst>
          <pc:docMk/>
          <pc:sldMk cId="1056179226" sldId="320"/>
        </pc:sldMkLst>
        <pc:spChg chg="mod">
          <ac:chgData name="Danny Alberto Luarte Canto" userId="01864023-a306-4040-9773-946c92c655fb" providerId="ADAL" clId="{F3F5BBEE-E9B6-4306-8A98-67B79816207D}" dt="2024-03-17T04:45:34.650" v="3116" actId="20577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0:10:42.487" v="1050" actId="20577"/>
          <ac:spMkLst>
            <pc:docMk/>
            <pc:sldMk cId="1056179226" sldId="320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F3F5BBEE-E9B6-4306-8A98-67B79816207D}" dt="2024-03-17T04:45:36.679" v="3117" actId="478"/>
          <ac:picMkLst>
            <pc:docMk/>
            <pc:sldMk cId="1056179226" sldId="320"/>
            <ac:picMk id="3" creationId="{E327A150-EA63-4F35-F62B-C21822B787F4}"/>
          </ac:picMkLst>
        </pc:picChg>
      </pc:sldChg>
      <pc:sldChg chg="del">
        <pc:chgData name="Danny Alberto Luarte Canto" userId="01864023-a306-4040-9773-946c92c655fb" providerId="ADAL" clId="{F3F5BBEE-E9B6-4306-8A98-67B79816207D}" dt="2024-03-17T00:10:07.810" v="1033" actId="47"/>
        <pc:sldMkLst>
          <pc:docMk/>
          <pc:sldMk cId="879710699" sldId="321"/>
        </pc:sldMkLst>
      </pc:sldChg>
      <pc:sldChg chg="del">
        <pc:chgData name="Danny Alberto Luarte Canto" userId="01864023-a306-4040-9773-946c92c655fb" providerId="ADAL" clId="{F3F5BBEE-E9B6-4306-8A98-67B79816207D}" dt="2024-03-17T00:09:54.746" v="1022" actId="47"/>
        <pc:sldMkLst>
          <pc:docMk/>
          <pc:sldMk cId="762124911" sldId="322"/>
        </pc:sldMkLst>
      </pc:sldChg>
      <pc:sldChg chg="del">
        <pc:chgData name="Danny Alberto Luarte Canto" userId="01864023-a306-4040-9773-946c92c655fb" providerId="ADAL" clId="{F3F5BBEE-E9B6-4306-8A98-67B79816207D}" dt="2024-03-17T00:09:55.624" v="1023" actId="47"/>
        <pc:sldMkLst>
          <pc:docMk/>
          <pc:sldMk cId="1438259400" sldId="324"/>
        </pc:sldMkLst>
      </pc:sldChg>
      <pc:sldChg chg="del">
        <pc:chgData name="Danny Alberto Luarte Canto" userId="01864023-a306-4040-9773-946c92c655fb" providerId="ADAL" clId="{F3F5BBEE-E9B6-4306-8A98-67B79816207D}" dt="2024-03-17T00:09:59.915" v="1027" actId="47"/>
        <pc:sldMkLst>
          <pc:docMk/>
          <pc:sldMk cId="4186028032" sldId="326"/>
        </pc:sldMkLst>
      </pc:sldChg>
      <pc:sldChg chg="del">
        <pc:chgData name="Danny Alberto Luarte Canto" userId="01864023-a306-4040-9773-946c92c655fb" providerId="ADAL" clId="{F3F5BBEE-E9B6-4306-8A98-67B79816207D}" dt="2024-03-17T00:10:21.169" v="1034" actId="47"/>
        <pc:sldMkLst>
          <pc:docMk/>
          <pc:sldMk cId="365699801" sldId="327"/>
        </pc:sldMkLst>
      </pc:sldChg>
      <pc:sldChg chg="del">
        <pc:chgData name="Danny Alberto Luarte Canto" userId="01864023-a306-4040-9773-946c92c655fb" providerId="ADAL" clId="{F3F5BBEE-E9B6-4306-8A98-67B79816207D}" dt="2024-03-17T00:09:58.988" v="1026" actId="47"/>
        <pc:sldMkLst>
          <pc:docMk/>
          <pc:sldMk cId="4165330015" sldId="328"/>
        </pc:sldMkLst>
      </pc:sldChg>
      <pc:sldChg chg="del">
        <pc:chgData name="Danny Alberto Luarte Canto" userId="01864023-a306-4040-9773-946c92c655fb" providerId="ADAL" clId="{F3F5BBEE-E9B6-4306-8A98-67B79816207D}" dt="2024-03-17T00:10:00.686" v="1028" actId="47"/>
        <pc:sldMkLst>
          <pc:docMk/>
          <pc:sldMk cId="4201383383" sldId="329"/>
        </pc:sldMkLst>
      </pc:sldChg>
      <pc:sldChg chg="del">
        <pc:chgData name="Danny Alberto Luarte Canto" userId="01864023-a306-4040-9773-946c92c655fb" providerId="ADAL" clId="{F3F5BBEE-E9B6-4306-8A98-67B79816207D}" dt="2024-03-17T00:10:03.781" v="1031" actId="47"/>
        <pc:sldMkLst>
          <pc:docMk/>
          <pc:sldMk cId="2419715163" sldId="330"/>
        </pc:sldMkLst>
      </pc:sldChg>
      <pc:sldChg chg="del">
        <pc:chgData name="Danny Alberto Luarte Canto" userId="01864023-a306-4040-9773-946c92c655fb" providerId="ADAL" clId="{F3F5BBEE-E9B6-4306-8A98-67B79816207D}" dt="2024-03-17T00:09:56.678" v="1024" actId="47"/>
        <pc:sldMkLst>
          <pc:docMk/>
          <pc:sldMk cId="104550920" sldId="331"/>
        </pc:sldMkLst>
      </pc:sldChg>
      <pc:sldChg chg="del">
        <pc:chgData name="Danny Alberto Luarte Canto" userId="01864023-a306-4040-9773-946c92c655fb" providerId="ADAL" clId="{F3F5BBEE-E9B6-4306-8A98-67B79816207D}" dt="2024-03-17T00:09:57.290" v="1025" actId="47"/>
        <pc:sldMkLst>
          <pc:docMk/>
          <pc:sldMk cId="2573955904" sldId="332"/>
        </pc:sldMkLst>
      </pc:sldChg>
      <pc:sldChg chg="del">
        <pc:chgData name="Danny Alberto Luarte Canto" userId="01864023-a306-4040-9773-946c92c655fb" providerId="ADAL" clId="{F3F5BBEE-E9B6-4306-8A98-67B79816207D}" dt="2024-03-17T00:10:02.273" v="1030" actId="47"/>
        <pc:sldMkLst>
          <pc:docMk/>
          <pc:sldMk cId="2308116407" sldId="333"/>
        </pc:sldMkLst>
      </pc:sldChg>
      <pc:sldChg chg="del">
        <pc:chgData name="Danny Alberto Luarte Canto" userId="01864023-a306-4040-9773-946c92c655fb" providerId="ADAL" clId="{F3F5BBEE-E9B6-4306-8A98-67B79816207D}" dt="2024-03-17T00:10:01.410" v="1029" actId="47"/>
        <pc:sldMkLst>
          <pc:docMk/>
          <pc:sldMk cId="3389251000" sldId="334"/>
        </pc:sldMkLst>
      </pc:sldChg>
      <pc:sldChg chg="del">
        <pc:chgData name="Danny Alberto Luarte Canto" userId="01864023-a306-4040-9773-946c92c655fb" providerId="ADAL" clId="{F3F5BBEE-E9B6-4306-8A98-67B79816207D}" dt="2024-03-17T00:10:05.294" v="1032" actId="47"/>
        <pc:sldMkLst>
          <pc:docMk/>
          <pc:sldMk cId="34477542" sldId="335"/>
        </pc:sldMkLst>
      </pc:sldChg>
      <pc:sldChg chg="add ord">
        <pc:chgData name="Danny Alberto Luarte Canto" userId="01864023-a306-4040-9773-946c92c655fb" providerId="ADAL" clId="{F3F5BBEE-E9B6-4306-8A98-67B79816207D}" dt="2024-03-16T20:22:16.495" v="27"/>
        <pc:sldMkLst>
          <pc:docMk/>
          <pc:sldMk cId="4059678056" sldId="336"/>
        </pc:sldMkLst>
      </pc:sldChg>
      <pc:sldChg chg="modSp add mod ord">
        <pc:chgData name="Danny Alberto Luarte Canto" userId="01864023-a306-4040-9773-946c92c655fb" providerId="ADAL" clId="{F3F5BBEE-E9B6-4306-8A98-67B79816207D}" dt="2024-03-17T20:34:02.753" v="3151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3F5BBEE-E9B6-4306-8A98-67B79816207D}" dt="2024-03-17T20:34:02.753" v="3151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23:37.848" v="69"/>
          <ac:spMkLst>
            <pc:docMk/>
            <pc:sldMk cId="1345855703" sldId="337"/>
            <ac:spMk id="6" creationId="{195EC640-63C1-E5B4-EBAC-BBE71C870CD0}"/>
          </ac:spMkLst>
        </pc:spChg>
      </pc:sldChg>
      <pc:sldChg chg="modSp add mod">
        <pc:chgData name="Danny Alberto Luarte Canto" userId="01864023-a306-4040-9773-946c92c655fb" providerId="ADAL" clId="{F3F5BBEE-E9B6-4306-8A98-67B79816207D}" dt="2024-03-17T04:45:05.022" v="3111" actId="20577"/>
        <pc:sldMkLst>
          <pc:docMk/>
          <pc:sldMk cId="3313807347" sldId="338"/>
        </pc:sldMkLst>
        <pc:spChg chg="mod">
          <ac:chgData name="Danny Alberto Luarte Canto" userId="01864023-a306-4040-9773-946c92c655fb" providerId="ADAL" clId="{F3F5BBEE-E9B6-4306-8A98-67B79816207D}" dt="2024-03-17T04:45:05.022" v="3111" actId="20577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42:05.209" v="414" actId="20577"/>
          <ac:spMkLst>
            <pc:docMk/>
            <pc:sldMk cId="3313807347" sldId="338"/>
            <ac:spMk id="6" creationId="{195EC640-63C1-E5B4-EBAC-BBE71C870CD0}"/>
          </ac:spMkLst>
        </pc:spChg>
      </pc:sldChg>
      <pc:sldChg chg="addSp delSp modSp add mod">
        <pc:chgData name="Danny Alberto Luarte Canto" userId="01864023-a306-4040-9773-946c92c655fb" providerId="ADAL" clId="{F3F5BBEE-E9B6-4306-8A98-67B79816207D}" dt="2024-03-17T04:45:17.022" v="3114" actId="478"/>
        <pc:sldMkLst>
          <pc:docMk/>
          <pc:sldMk cId="2543616305" sldId="339"/>
        </pc:sldMkLst>
        <pc:spChg chg="mod">
          <ac:chgData name="Danny Alberto Luarte Canto" userId="01864023-a306-4040-9773-946c92c655fb" providerId="ADAL" clId="{F3F5BBEE-E9B6-4306-8A98-67B79816207D}" dt="2024-03-17T04:45:14.679" v="3113" actId="20577"/>
          <ac:spMkLst>
            <pc:docMk/>
            <pc:sldMk cId="2543616305" sldId="339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F3F5BBEE-E9B6-4306-8A98-67B79816207D}" dt="2024-03-17T04:45:17.022" v="3114" actId="478"/>
          <ac:picMkLst>
            <pc:docMk/>
            <pc:sldMk cId="2543616305" sldId="339"/>
            <ac:picMk id="3" creationId="{BE18B393-79DB-D76F-43DA-6D106FF5169C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5:54.588" v="3121" actId="478"/>
        <pc:sldMkLst>
          <pc:docMk/>
          <pc:sldMk cId="139606340" sldId="340"/>
        </pc:sldMkLst>
        <pc:spChg chg="mod">
          <ac:chgData name="Danny Alberto Luarte Canto" userId="01864023-a306-4040-9773-946c92c655fb" providerId="ADAL" clId="{F3F5BBEE-E9B6-4306-8A98-67B79816207D}" dt="2024-03-17T04:45:52.401" v="3119" actId="20577"/>
          <ac:spMkLst>
            <pc:docMk/>
            <pc:sldMk cId="139606340" sldId="34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0:24:58.825" v="1129" actId="478"/>
          <ac:picMkLst>
            <pc:docMk/>
            <pc:sldMk cId="139606340" sldId="340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32:41.262" v="1148" actId="478"/>
          <ac:picMkLst>
            <pc:docMk/>
            <pc:sldMk cId="139606340" sldId="340"/>
            <ac:picMk id="5" creationId="{709E89B7-86E4-1F7B-12CA-6C863FAD6AC8}"/>
          </ac:picMkLst>
        </pc:picChg>
        <pc:picChg chg="add mod">
          <ac:chgData name="Danny Alberto Luarte Canto" userId="01864023-a306-4040-9773-946c92c655fb" providerId="ADAL" clId="{F3F5BBEE-E9B6-4306-8A98-67B79816207D}" dt="2024-03-17T00:32:40.814" v="1147"/>
          <ac:picMkLst>
            <pc:docMk/>
            <pc:sldMk cId="139606340" sldId="340"/>
            <ac:picMk id="8" creationId="{F4B22A47-4717-DCB0-F442-8962A3EE8EFE}"/>
          </ac:picMkLst>
        </pc:picChg>
        <pc:picChg chg="add mod">
          <ac:chgData name="Danny Alberto Luarte Canto" userId="01864023-a306-4040-9773-946c92c655fb" providerId="ADAL" clId="{F3F5BBEE-E9B6-4306-8A98-67B79816207D}" dt="2024-03-17T00:34:30.677" v="1190"/>
          <ac:picMkLst>
            <pc:docMk/>
            <pc:sldMk cId="139606340" sldId="340"/>
            <ac:picMk id="10" creationId="{82DC56EE-D185-615C-A74A-354136D4290B}"/>
          </ac:picMkLst>
        </pc:picChg>
        <pc:picChg chg="add del mod">
          <ac:chgData name="Danny Alberto Luarte Canto" userId="01864023-a306-4040-9773-946c92c655fb" providerId="ADAL" clId="{F3F5BBEE-E9B6-4306-8A98-67B79816207D}" dt="2024-03-17T00:43:06.225" v="1218" actId="478"/>
          <ac:picMkLst>
            <pc:docMk/>
            <pc:sldMk cId="139606340" sldId="340"/>
            <ac:picMk id="14" creationId="{DE6AC184-2C70-6A2F-80A2-D2FE0BA38B8C}"/>
          </ac:picMkLst>
        </pc:picChg>
        <pc:picChg chg="add del mod">
          <ac:chgData name="Danny Alberto Luarte Canto" userId="01864023-a306-4040-9773-946c92c655fb" providerId="ADAL" clId="{F3F5BBEE-E9B6-4306-8A98-67B79816207D}" dt="2024-03-17T04:45:54.588" v="3121" actId="478"/>
          <ac:picMkLst>
            <pc:docMk/>
            <pc:sldMk cId="139606340" sldId="340"/>
            <ac:picMk id="17" creationId="{B5566048-06CB-E68F-DE14-339451686B44}"/>
          </ac:picMkLst>
        </pc:picChg>
        <pc:picChg chg="add del mod">
          <ac:chgData name="Danny Alberto Luarte Canto" userId="01864023-a306-4040-9773-946c92c655fb" providerId="ADAL" clId="{F3F5BBEE-E9B6-4306-8A98-67B79816207D}" dt="2024-03-17T04:45:53.564" v="3120" actId="478"/>
          <ac:picMkLst>
            <pc:docMk/>
            <pc:sldMk cId="139606340" sldId="340"/>
            <ac:picMk id="19" creationId="{E2C87502-046B-A6DE-56BB-36517A925D24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0:48:13.333" v="1452" actId="1076"/>
        <pc:sldMkLst>
          <pc:docMk/>
          <pc:sldMk cId="356042333" sldId="341"/>
        </pc:sldMkLst>
        <pc:spChg chg="mod">
          <ac:chgData name="Danny Alberto Luarte Canto" userId="01864023-a306-4040-9773-946c92c655fb" providerId="ADAL" clId="{F3F5BBEE-E9B6-4306-8A98-67B79816207D}" dt="2024-03-17T00:48:11.462" v="1451" actId="20577"/>
          <ac:spMkLst>
            <pc:docMk/>
            <pc:sldMk cId="356042333" sldId="341"/>
            <ac:spMk id="4" creationId="{1822B87D-DD3A-2663-9295-305E16A49FF7}"/>
          </ac:spMkLst>
        </pc:spChg>
        <pc:picChg chg="add del">
          <ac:chgData name="Danny Alberto Luarte Canto" userId="01864023-a306-4040-9773-946c92c655fb" providerId="ADAL" clId="{F3F5BBEE-E9B6-4306-8A98-67B79816207D}" dt="2024-03-17T00:46:53.180" v="1313" actId="22"/>
          <ac:picMkLst>
            <pc:docMk/>
            <pc:sldMk cId="356042333" sldId="341"/>
            <ac:picMk id="3" creationId="{C3B5ED8F-45C2-FBF1-709C-0E21F58BC0E3}"/>
          </ac:picMkLst>
        </pc:picChg>
        <pc:picChg chg="del">
          <ac:chgData name="Danny Alberto Luarte Canto" userId="01864023-a306-4040-9773-946c92c655fb" providerId="ADAL" clId="{F3F5BBEE-E9B6-4306-8A98-67B79816207D}" dt="2024-03-17T00:47:03.075" v="1316" actId="478"/>
          <ac:picMkLst>
            <pc:docMk/>
            <pc:sldMk cId="356042333" sldId="341"/>
            <ac:picMk id="5" creationId="{709E89B7-86E4-1F7B-12CA-6C863FAD6AC8}"/>
          </ac:picMkLst>
        </pc:picChg>
        <pc:picChg chg="add del">
          <ac:chgData name="Danny Alberto Luarte Canto" userId="01864023-a306-4040-9773-946c92c655fb" providerId="ADAL" clId="{F3F5BBEE-E9B6-4306-8A98-67B79816207D}" dt="2024-03-17T00:46:53.180" v="1312" actId="22"/>
          <ac:picMkLst>
            <pc:docMk/>
            <pc:sldMk cId="356042333" sldId="341"/>
            <ac:picMk id="8" creationId="{0F82EFDF-7A53-D32C-EF12-FE01F19C1AA3}"/>
          </ac:picMkLst>
        </pc:picChg>
        <pc:picChg chg="add mod">
          <ac:chgData name="Danny Alberto Luarte Canto" userId="01864023-a306-4040-9773-946c92c655fb" providerId="ADAL" clId="{F3F5BBEE-E9B6-4306-8A98-67B79816207D}" dt="2024-03-17T00:48:13.333" v="1452" actId="1076"/>
          <ac:picMkLst>
            <pc:docMk/>
            <pc:sldMk cId="356042333" sldId="341"/>
            <ac:picMk id="10" creationId="{5F7AB7FA-C379-39A4-9204-44880E855E17}"/>
          </ac:picMkLst>
        </pc:picChg>
        <pc:picChg chg="del">
          <ac:chgData name="Danny Alberto Luarte Canto" userId="01864023-a306-4040-9773-946c92c655fb" providerId="ADAL" clId="{F3F5BBEE-E9B6-4306-8A98-67B79816207D}" dt="2024-03-17T00:46:48.341" v="1309" actId="478"/>
          <ac:picMkLst>
            <pc:docMk/>
            <pc:sldMk cId="356042333" sldId="341"/>
            <ac:picMk id="17" creationId="{B5566048-06CB-E68F-DE14-339451686B44}"/>
          </ac:picMkLst>
        </pc:picChg>
        <pc:picChg chg="del">
          <ac:chgData name="Danny Alberto Luarte Canto" userId="01864023-a306-4040-9773-946c92c655fb" providerId="ADAL" clId="{F3F5BBEE-E9B6-4306-8A98-67B79816207D}" dt="2024-03-17T00:46:47.862" v="1308" actId="478"/>
          <ac:picMkLst>
            <pc:docMk/>
            <pc:sldMk cId="356042333" sldId="341"/>
            <ac:picMk id="19" creationId="{E2C87502-046B-A6DE-56BB-36517A925D24}"/>
          </ac:picMkLst>
        </pc:picChg>
      </pc:sldChg>
      <pc:sldChg chg="addSp delSp modSp add mod ord">
        <pc:chgData name="Danny Alberto Luarte Canto" userId="01864023-a306-4040-9773-946c92c655fb" providerId="ADAL" clId="{F3F5BBEE-E9B6-4306-8A98-67B79816207D}" dt="2024-03-17T03:48:32.723" v="2294" actId="1076"/>
        <pc:sldMkLst>
          <pc:docMk/>
          <pc:sldMk cId="79935597" sldId="342"/>
        </pc:sldMkLst>
        <pc:spChg chg="del mod">
          <ac:chgData name="Danny Alberto Luarte Canto" userId="01864023-a306-4040-9773-946c92c655fb" providerId="ADAL" clId="{F3F5BBEE-E9B6-4306-8A98-67B79816207D}" dt="2024-03-17T00:58:01.762" v="1722" actId="478"/>
          <ac:spMkLst>
            <pc:docMk/>
            <pc:sldMk cId="79935597" sldId="342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1:02:57.267" v="1920" actId="6549"/>
          <ac:spMkLst>
            <pc:docMk/>
            <pc:sldMk cId="79935597" sldId="342"/>
            <ac:spMk id="21" creationId="{612C7224-E0D6-F830-3ECE-1C5EDD215BC9}"/>
          </ac:spMkLst>
        </pc:spChg>
        <pc:picChg chg="del">
          <ac:chgData name="Danny Alberto Luarte Canto" userId="01864023-a306-4040-9773-946c92c655fb" providerId="ADAL" clId="{F3F5BBEE-E9B6-4306-8A98-67B79816207D}" dt="2024-03-17T00:54:27.126" v="1644" actId="478"/>
          <ac:picMkLst>
            <pc:docMk/>
            <pc:sldMk cId="79935597" sldId="342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5" creationId="{1FC6C1B8-DDC1-0B5B-19EC-A43C4081147E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8" creationId="{40A9B377-A54B-E2C7-9FB3-D4EA3A13BFA0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10" creationId="{25033955-538A-44CE-AAD1-6286D38E32BE}"/>
          </ac:picMkLst>
        </pc:picChg>
        <pc:picChg chg="add del mod">
          <ac:chgData name="Danny Alberto Luarte Canto" userId="01864023-a306-4040-9773-946c92c655fb" providerId="ADAL" clId="{F3F5BBEE-E9B6-4306-8A98-67B79816207D}" dt="2024-03-17T01:00:19.259" v="1835" actId="478"/>
          <ac:picMkLst>
            <pc:docMk/>
            <pc:sldMk cId="79935597" sldId="342"/>
            <ac:picMk id="14" creationId="{18EA4C7C-F3DE-79A3-F663-582BFAFC74A4}"/>
          </ac:picMkLst>
        </pc:picChg>
        <pc:picChg chg="add del mod">
          <ac:chgData name="Danny Alberto Luarte Canto" userId="01864023-a306-4040-9773-946c92c655fb" providerId="ADAL" clId="{F3F5BBEE-E9B6-4306-8A98-67B79816207D}" dt="2024-03-17T01:00:20.138" v="1836" actId="478"/>
          <ac:picMkLst>
            <pc:docMk/>
            <pc:sldMk cId="79935597" sldId="342"/>
            <ac:picMk id="17" creationId="{8A7A4C61-C2A0-A39B-30C0-F0EA6FC9BEA5}"/>
          </ac:picMkLst>
        </pc:picChg>
        <pc:picChg chg="add del mod">
          <ac:chgData name="Danny Alberto Luarte Canto" userId="01864023-a306-4040-9773-946c92c655fb" providerId="ADAL" clId="{F3F5BBEE-E9B6-4306-8A98-67B79816207D}" dt="2024-03-17T01:00:20.657" v="1837" actId="478"/>
          <ac:picMkLst>
            <pc:docMk/>
            <pc:sldMk cId="79935597" sldId="342"/>
            <ac:picMk id="19" creationId="{65B58310-BFE0-B155-43A3-FED6893DF26D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2" creationId="{10907981-488D-D02D-E14F-12963B0B10AF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4" creationId="{3DC0883D-6727-2FB2-E70B-E3B44C520891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5" creationId="{AF786DBF-B962-52B5-87C4-5E0D3D865C6E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7" creationId="{31BF6A94-3C13-1816-09AA-90CC00B08B77}"/>
          </ac:picMkLst>
        </pc:picChg>
        <pc:picChg chg="add mod">
          <ac:chgData name="Danny Alberto Luarte Canto" userId="01864023-a306-4040-9773-946c92c655fb" providerId="ADAL" clId="{F3F5BBEE-E9B6-4306-8A98-67B79816207D}" dt="2024-03-17T03:48:32.723" v="2294" actId="1076"/>
          <ac:picMkLst>
            <pc:docMk/>
            <pc:sldMk cId="79935597" sldId="342"/>
            <ac:picMk id="29" creationId="{5770DF1A-A21D-1F5D-7F9B-D3EC74E6C6AB}"/>
          </ac:picMkLst>
        </pc:picChg>
      </pc:sldChg>
      <pc:sldChg chg="modSp add mod">
        <pc:chgData name="Danny Alberto Luarte Canto" userId="01864023-a306-4040-9773-946c92c655fb" providerId="ADAL" clId="{F3F5BBEE-E9B6-4306-8A98-67B79816207D}" dt="2024-03-17T01:03:27.946" v="1984" actId="1036"/>
        <pc:sldMkLst>
          <pc:docMk/>
          <pc:sldMk cId="254413892" sldId="343"/>
        </pc:sldMkLst>
        <pc:spChg chg="mod">
          <ac:chgData name="Danny Alberto Luarte Canto" userId="01864023-a306-4040-9773-946c92c655fb" providerId="ADAL" clId="{F3F5BBEE-E9B6-4306-8A98-67B79816207D}" dt="2024-03-17T01:03:12.925" v="1955" actId="6549"/>
          <ac:spMkLst>
            <pc:docMk/>
            <pc:sldMk cId="254413892" sldId="343"/>
            <ac:spMk id="4" creationId="{1822B87D-DD3A-2663-9295-305E16A49FF7}"/>
          </ac:spMkLst>
        </pc:sp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5" creationId="{1FC6C1B8-DDC1-0B5B-19EC-A43C4081147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8" creationId="{40A9B377-A54B-E2C7-9FB3-D4EA3A13BFA0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0" creationId="{25033955-538A-44CE-AAD1-6286D38E32B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4" creationId="{18EA4C7C-F3DE-79A3-F663-582BFAFC74A4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7" creationId="{8A7A4C61-C2A0-A39B-30C0-F0EA6FC9BEA5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9" creationId="{65B58310-BFE0-B155-43A3-FED6893DF26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52.134" v="2662" actId="114"/>
        <pc:sldMkLst>
          <pc:docMk/>
          <pc:sldMk cId="2798512409" sldId="344"/>
        </pc:sldMkLst>
        <pc:spChg chg="mod">
          <ac:chgData name="Danny Alberto Luarte Canto" userId="01864023-a306-4040-9773-946c92c655fb" providerId="ADAL" clId="{F3F5BBEE-E9B6-4306-8A98-67B79816207D}" dt="2024-03-17T04:14:52.134" v="2662" actId="114"/>
          <ac:spMkLst>
            <pc:docMk/>
            <pc:sldMk cId="2798512409" sldId="34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1:08:29.100" v="2191" actId="20577"/>
          <ac:spMkLst>
            <pc:docMk/>
            <pc:sldMk cId="2798512409" sldId="344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3F5BBEE-E9B6-4306-8A98-67B79816207D}" dt="2024-03-17T04:07:55.279" v="2507" actId="20577"/>
          <ac:spMkLst>
            <pc:docMk/>
            <pc:sldMk cId="2798512409" sldId="344"/>
            <ac:spMk id="23" creationId="{689577C6-23E6-1400-E89E-377A6D12C715}"/>
          </ac:spMkLst>
        </pc:spChg>
        <pc:spChg chg="add mod">
          <ac:chgData name="Danny Alberto Luarte Canto" userId="01864023-a306-4040-9773-946c92c655fb" providerId="ADAL" clId="{F3F5BBEE-E9B6-4306-8A98-67B79816207D}" dt="2024-03-17T04:08:01.766" v="2511" actId="20577"/>
          <ac:spMkLst>
            <pc:docMk/>
            <pc:sldMk cId="2798512409" sldId="344"/>
            <ac:spMk id="24" creationId="{D227933B-2DA9-C8E1-DEA9-964FC95CF911}"/>
          </ac:spMkLst>
        </pc:spChg>
        <pc:picChg chg="add del mod">
          <ac:chgData name="Danny Alberto Luarte Canto" userId="01864023-a306-4040-9773-946c92c655fb" providerId="ADAL" clId="{F3F5BBEE-E9B6-4306-8A98-67B79816207D}" dt="2024-03-17T01:09:09.510" v="2194" actId="478"/>
          <ac:picMkLst>
            <pc:docMk/>
            <pc:sldMk cId="2798512409" sldId="344"/>
            <ac:picMk id="3" creationId="{DBD5C6EF-3572-C64B-7161-EAD7E5AB99D6}"/>
          </ac:picMkLst>
        </pc:picChg>
        <pc:picChg chg="del">
          <ac:chgData name="Danny Alberto Luarte Canto" userId="01864023-a306-4040-9773-946c92c655fb" providerId="ADAL" clId="{F3F5BBEE-E9B6-4306-8A98-67B79816207D}" dt="2024-03-17T01:04:14.508" v="1995" actId="478"/>
          <ac:picMkLst>
            <pc:docMk/>
            <pc:sldMk cId="2798512409" sldId="344"/>
            <ac:picMk id="5" creationId="{1FC6C1B8-DDC1-0B5B-19EC-A43C4081147E}"/>
          </ac:picMkLst>
        </pc:picChg>
        <pc:picChg chg="del">
          <ac:chgData name="Danny Alberto Luarte Canto" userId="01864023-a306-4040-9773-946c92c655fb" providerId="ADAL" clId="{F3F5BBEE-E9B6-4306-8A98-67B79816207D}" dt="2024-03-17T01:04:15.988" v="1996" actId="478"/>
          <ac:picMkLst>
            <pc:docMk/>
            <pc:sldMk cId="2798512409" sldId="344"/>
            <ac:picMk id="8" creationId="{40A9B377-A54B-E2C7-9FB3-D4EA3A13BFA0}"/>
          </ac:picMkLst>
        </pc:picChg>
        <pc:picChg chg="add mod">
          <ac:chgData name="Danny Alberto Luarte Canto" userId="01864023-a306-4040-9773-946c92c655fb" providerId="ADAL" clId="{F3F5BBEE-E9B6-4306-8A98-67B79816207D}" dt="2024-03-17T03:56:56.084" v="2329" actId="1038"/>
          <ac:picMkLst>
            <pc:docMk/>
            <pc:sldMk cId="2798512409" sldId="344"/>
            <ac:picMk id="9" creationId="{5A073897-82CB-4344-2218-C0E700BF1A56}"/>
          </ac:picMkLst>
        </pc:picChg>
        <pc:picChg chg="del">
          <ac:chgData name="Danny Alberto Luarte Canto" userId="01864023-a306-4040-9773-946c92c655fb" providerId="ADAL" clId="{F3F5BBEE-E9B6-4306-8A98-67B79816207D}" dt="2024-03-17T01:04:17.011" v="1997" actId="478"/>
          <ac:picMkLst>
            <pc:docMk/>
            <pc:sldMk cId="2798512409" sldId="344"/>
            <ac:picMk id="10" creationId="{25033955-538A-44CE-AAD1-6286D38E32BE}"/>
          </ac:picMkLst>
        </pc:picChg>
        <pc:picChg chg="del">
          <ac:chgData name="Danny Alberto Luarte Canto" userId="01864023-a306-4040-9773-946c92c655fb" providerId="ADAL" clId="{F3F5BBEE-E9B6-4306-8A98-67B79816207D}" dt="2024-03-17T01:04:23.883" v="2003" actId="478"/>
          <ac:picMkLst>
            <pc:docMk/>
            <pc:sldMk cId="2798512409" sldId="344"/>
            <ac:picMk id="14" creationId="{18EA4C7C-F3DE-79A3-F663-582BFAFC74A4}"/>
          </ac:picMkLst>
        </pc:picChg>
        <pc:picChg chg="add mod ord">
          <ac:chgData name="Danny Alberto Luarte Canto" userId="01864023-a306-4040-9773-946c92c655fb" providerId="ADAL" clId="{F3F5BBEE-E9B6-4306-8A98-67B79816207D}" dt="2024-03-17T04:01:28.447" v="2396" actId="166"/>
          <ac:picMkLst>
            <pc:docMk/>
            <pc:sldMk cId="2798512409" sldId="344"/>
            <ac:picMk id="16" creationId="{E07CE7A9-BAF0-313F-3609-5FA3CCFD979F}"/>
          </ac:picMkLst>
        </pc:picChg>
        <pc:picChg chg="del">
          <ac:chgData name="Danny Alberto Luarte Canto" userId="01864023-a306-4040-9773-946c92c655fb" providerId="ADAL" clId="{F3F5BBEE-E9B6-4306-8A98-67B79816207D}" dt="2024-03-17T01:04:18.711" v="1998" actId="478"/>
          <ac:picMkLst>
            <pc:docMk/>
            <pc:sldMk cId="2798512409" sldId="344"/>
            <ac:picMk id="17" creationId="{8A7A4C61-C2A0-A39B-30C0-F0EA6FC9BEA5}"/>
          </ac:picMkLst>
        </pc:picChg>
        <pc:picChg chg="del">
          <ac:chgData name="Danny Alberto Luarte Canto" userId="01864023-a306-4040-9773-946c92c655fb" providerId="ADAL" clId="{F3F5BBEE-E9B6-4306-8A98-67B79816207D}" dt="2024-03-17T01:04:19.434" v="1999" actId="478"/>
          <ac:picMkLst>
            <pc:docMk/>
            <pc:sldMk cId="2798512409" sldId="344"/>
            <ac:picMk id="19" creationId="{65B58310-BFE0-B155-43A3-FED6893DF26D}"/>
          </ac:picMkLst>
        </pc:picChg>
        <pc:picChg chg="add mod ord">
          <ac:chgData name="Danny Alberto Luarte Canto" userId="01864023-a306-4040-9773-946c92c655fb" providerId="ADAL" clId="{F3F5BBEE-E9B6-4306-8A98-67B79816207D}" dt="2024-03-17T04:01:26.088" v="2395" actId="166"/>
          <ac:picMkLst>
            <pc:docMk/>
            <pc:sldMk cId="2798512409" sldId="344"/>
            <ac:picMk id="20" creationId="{FE519D7B-7568-E7D2-6E42-90CE5B7B0B21}"/>
          </ac:picMkLst>
        </pc:picChg>
        <pc:picChg chg="add mod ord modCrop">
          <ac:chgData name="Danny Alberto Luarte Canto" userId="01864023-a306-4040-9773-946c92c655fb" providerId="ADAL" clId="{F3F5BBEE-E9B6-4306-8A98-67B79816207D}" dt="2024-03-17T04:05:06.287" v="2441" actId="732"/>
          <ac:picMkLst>
            <pc:docMk/>
            <pc:sldMk cId="2798512409" sldId="344"/>
            <ac:picMk id="22" creationId="{96E229DB-ED32-4A7C-56F5-E1DEB914FAD9}"/>
          </ac:picMkLst>
        </pc:picChg>
      </pc:sldChg>
      <pc:sldChg chg="modSp add mod ord">
        <pc:chgData name="Danny Alberto Luarte Canto" userId="01864023-a306-4040-9773-946c92c655fb" providerId="ADAL" clId="{F3F5BBEE-E9B6-4306-8A98-67B79816207D}" dt="2024-03-18T12:07:10.869" v="3176" actId="20577"/>
        <pc:sldMkLst>
          <pc:docMk/>
          <pc:sldMk cId="243588990" sldId="345"/>
        </pc:sldMkLst>
        <pc:spChg chg="mod">
          <ac:chgData name="Danny Alberto Luarte Canto" userId="01864023-a306-4040-9773-946c92c655fb" providerId="ADAL" clId="{F3F5BBEE-E9B6-4306-8A98-67B79816207D}" dt="2024-03-18T12:07:10.869" v="3176" actId="20577"/>
          <ac:spMkLst>
            <pc:docMk/>
            <pc:sldMk cId="243588990" sldId="345"/>
            <ac:spMk id="4" creationId="{1822B87D-DD3A-2663-9295-305E16A49FF7}"/>
          </ac:spMkLst>
        </pc:spChg>
      </pc:sldChg>
      <pc:sldChg chg="addSp modSp add mod ord">
        <pc:chgData name="Danny Alberto Luarte Canto" userId="01864023-a306-4040-9773-946c92c655fb" providerId="ADAL" clId="{F3F5BBEE-E9B6-4306-8A98-67B79816207D}" dt="2024-03-17T04:47:26.588" v="3129" actId="14100"/>
        <pc:sldMkLst>
          <pc:docMk/>
          <pc:sldMk cId="1054354736" sldId="346"/>
        </pc:sldMkLst>
        <pc:spChg chg="mod">
          <ac:chgData name="Danny Alberto Luarte Canto" userId="01864023-a306-4040-9773-946c92c655fb" providerId="ADAL" clId="{F3F5BBEE-E9B6-4306-8A98-67B79816207D}" dt="2024-03-17T04:47:26.588" v="3129" actId="14100"/>
          <ac:spMkLst>
            <pc:docMk/>
            <pc:sldMk cId="1054354736" sldId="34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17:46.755" v="2728"/>
          <ac:spMkLst>
            <pc:docMk/>
            <pc:sldMk cId="1054354736" sldId="346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3F5BBEE-E9B6-4306-8A98-67B79816207D}" dt="2024-03-17T04:17:05.908" v="2725" actId="1076"/>
          <ac:picMkLst>
            <pc:docMk/>
            <pc:sldMk cId="1054354736" sldId="346"/>
            <ac:picMk id="2" creationId="{7D44B975-FA36-2743-6D23-254782FA085B}"/>
          </ac:picMkLst>
        </pc:picChg>
      </pc:sldChg>
      <pc:sldChg chg="addSp modSp add mod">
        <pc:chgData name="Danny Alberto Luarte Canto" userId="01864023-a306-4040-9773-946c92c655fb" providerId="ADAL" clId="{F3F5BBEE-E9B6-4306-8A98-67B79816207D}" dt="2024-03-17T04:12:29.220" v="2640" actId="22"/>
        <pc:sldMkLst>
          <pc:docMk/>
          <pc:sldMk cId="3970190869" sldId="347"/>
        </pc:sldMkLst>
        <pc:spChg chg="mod">
          <ac:chgData name="Danny Alberto Luarte Canto" userId="01864023-a306-4040-9773-946c92c655fb" providerId="ADAL" clId="{F3F5BBEE-E9B6-4306-8A98-67B79816207D}" dt="2024-03-17T01:14:11.941" v="2252" actId="20577"/>
          <ac:spMkLst>
            <pc:docMk/>
            <pc:sldMk cId="3970190869" sldId="34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5:25.845" v="2322" actId="1076"/>
          <ac:picMkLst>
            <pc:docMk/>
            <pc:sldMk cId="3970190869" sldId="347"/>
            <ac:picMk id="3" creationId="{2AFA4F1C-CA0D-784A-2EE4-9CD6DF36A4BC}"/>
          </ac:picMkLst>
        </pc:picChg>
        <pc:picChg chg="add">
          <ac:chgData name="Danny Alberto Luarte Canto" userId="01864023-a306-4040-9773-946c92c655fb" providerId="ADAL" clId="{F3F5BBEE-E9B6-4306-8A98-67B79816207D}" dt="2024-03-17T04:12:29.220" v="2640" actId="22"/>
          <ac:picMkLst>
            <pc:docMk/>
            <pc:sldMk cId="3970190869" sldId="347"/>
            <ac:picMk id="7" creationId="{52D72090-D5E5-60B6-E7C8-A33B071356EF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02.096" v="2647" actId="114"/>
        <pc:sldMkLst>
          <pc:docMk/>
          <pc:sldMk cId="2725494436" sldId="348"/>
        </pc:sldMkLst>
        <pc:spChg chg="mod">
          <ac:chgData name="Danny Alberto Luarte Canto" userId="01864023-a306-4040-9773-946c92c655fb" providerId="ADAL" clId="{F3F5BBEE-E9B6-4306-8A98-67B79816207D}" dt="2024-03-17T04:14:02.096" v="2647" actId="114"/>
          <ac:spMkLst>
            <pc:docMk/>
            <pc:sldMk cId="2725494436" sldId="348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08.235" v="2515" actId="20577"/>
          <ac:spMkLst>
            <pc:docMk/>
            <pc:sldMk cId="2725494436" sldId="348"/>
            <ac:spMk id="19" creationId="{FF5A78F5-032F-D7CD-BE06-9EF79A48B6A2}"/>
          </ac:spMkLst>
        </pc:spChg>
        <pc:spChg chg="add mod">
          <ac:chgData name="Danny Alberto Luarte Canto" userId="01864023-a306-4040-9773-946c92c655fb" providerId="ADAL" clId="{F3F5BBEE-E9B6-4306-8A98-67B79816207D}" dt="2024-03-17T04:08:10.861" v="2519" actId="20577"/>
          <ac:spMkLst>
            <pc:docMk/>
            <pc:sldMk cId="2725494436" sldId="348"/>
            <ac:spMk id="20" creationId="{E3ABA3F5-0199-7D1F-C01E-378E5A7A1242}"/>
          </ac:spMkLst>
        </pc:spChg>
        <pc:picChg chg="add del mod">
          <ac:chgData name="Danny Alberto Luarte Canto" userId="01864023-a306-4040-9773-946c92c655fb" providerId="ADAL" clId="{F3F5BBEE-E9B6-4306-8A98-67B79816207D}" dt="2024-03-17T03:51:16.538" v="2299" actId="478"/>
          <ac:picMkLst>
            <pc:docMk/>
            <pc:sldMk cId="2725494436" sldId="348"/>
            <ac:picMk id="3" creationId="{F150C178-91F6-A786-52D9-F67FE626CDF8}"/>
          </ac:picMkLst>
        </pc:picChg>
        <pc:picChg chg="add mod">
          <ac:chgData name="Danny Alberto Luarte Canto" userId="01864023-a306-4040-9773-946c92c655fb" providerId="ADAL" clId="{F3F5BBEE-E9B6-4306-8A98-67B79816207D}" dt="2024-03-17T03:52:46.746" v="2314" actId="1037"/>
          <ac:picMkLst>
            <pc:docMk/>
            <pc:sldMk cId="2725494436" sldId="348"/>
            <ac:picMk id="7" creationId="{FCFF6BD0-66ED-9AC8-BD75-66246AB7EDF3}"/>
          </ac:picMkLst>
        </pc:picChg>
        <pc:picChg chg="add mod">
          <ac:chgData name="Danny Alberto Luarte Canto" userId="01864023-a306-4040-9773-946c92c655fb" providerId="ADAL" clId="{F3F5BBEE-E9B6-4306-8A98-67B79816207D}" dt="2024-03-17T04:03:34.652" v="2410" actId="14100"/>
          <ac:picMkLst>
            <pc:docMk/>
            <pc:sldMk cId="2725494436" sldId="348"/>
            <ac:picMk id="9" creationId="{37571849-5D32-6DE1-CA7E-D88DD985B2B6}"/>
          </ac:picMkLst>
        </pc:picChg>
        <pc:picChg chg="add del mod">
          <ac:chgData name="Danny Alberto Luarte Canto" userId="01864023-a306-4040-9773-946c92c655fb" providerId="ADAL" clId="{F3F5BBEE-E9B6-4306-8A98-67B79816207D}" dt="2024-03-17T04:03:21.621" v="2405" actId="22"/>
          <ac:picMkLst>
            <pc:docMk/>
            <pc:sldMk cId="2725494436" sldId="348"/>
            <ac:picMk id="12" creationId="{A142583D-7DD2-77CF-5C08-407EAEE4A67B}"/>
          </ac:picMkLst>
        </pc:picChg>
        <pc:picChg chg="add mod">
          <ac:chgData name="Danny Alberto Luarte Canto" userId="01864023-a306-4040-9773-946c92c655fb" providerId="ADAL" clId="{F3F5BBEE-E9B6-4306-8A98-67B79816207D}" dt="2024-03-17T04:03:41.426" v="2429" actId="1036"/>
          <ac:picMkLst>
            <pc:docMk/>
            <pc:sldMk cId="2725494436" sldId="348"/>
            <ac:picMk id="16" creationId="{5AEE8C26-A630-C5F2-D21E-89EE57B87DEE}"/>
          </ac:picMkLst>
        </pc:picChg>
        <pc:picChg chg="add mod modCrop">
          <ac:chgData name="Danny Alberto Luarte Canto" userId="01864023-a306-4040-9773-946c92c655fb" providerId="ADAL" clId="{F3F5BBEE-E9B6-4306-8A98-67B79816207D}" dt="2024-03-17T04:06:21.212" v="2496" actId="1035"/>
          <ac:picMkLst>
            <pc:docMk/>
            <pc:sldMk cId="2725494436" sldId="348"/>
            <ac:picMk id="18" creationId="{A739794D-CEFB-0E9B-9FAD-3AE40332BF75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45.476" v="2661" actId="114"/>
        <pc:sldMkLst>
          <pc:docMk/>
          <pc:sldMk cId="635106641" sldId="349"/>
        </pc:sldMkLst>
        <pc:spChg chg="mod">
          <ac:chgData name="Danny Alberto Luarte Canto" userId="01864023-a306-4040-9773-946c92c655fb" providerId="ADAL" clId="{F3F5BBEE-E9B6-4306-8A98-67B79816207D}" dt="2024-03-17T04:14:45.476" v="2661" actId="114"/>
          <ac:spMkLst>
            <pc:docMk/>
            <pc:sldMk cId="635106641" sldId="349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17.011" v="2523" actId="20577"/>
          <ac:spMkLst>
            <pc:docMk/>
            <pc:sldMk cId="635106641" sldId="349"/>
            <ac:spMk id="10" creationId="{34F80D61-B69D-8D72-B9E1-6336E1F06FE5}"/>
          </ac:spMkLst>
        </pc:spChg>
        <pc:picChg chg="add del mod">
          <ac:chgData name="Danny Alberto Luarte Canto" userId="01864023-a306-4040-9773-946c92c655fb" providerId="ADAL" clId="{F3F5BBEE-E9B6-4306-8A98-67B79816207D}" dt="2024-03-17T03:57:27.193" v="2331" actId="478"/>
          <ac:picMkLst>
            <pc:docMk/>
            <pc:sldMk cId="635106641" sldId="349"/>
            <ac:picMk id="3" creationId="{8D737AE9-D995-3AB9-2B1A-0523BED288C8}"/>
          </ac:picMkLst>
        </pc:picChg>
        <pc:picChg chg="add mod">
          <ac:chgData name="Danny Alberto Luarte Canto" userId="01864023-a306-4040-9773-946c92c655fb" providerId="ADAL" clId="{F3F5BBEE-E9B6-4306-8A98-67B79816207D}" dt="2024-03-17T03:57:59.653" v="2343" actId="1036"/>
          <ac:picMkLst>
            <pc:docMk/>
            <pc:sldMk cId="635106641" sldId="349"/>
            <ac:picMk id="7" creationId="{7EA53C21-1562-8C64-1748-39FE9F9FEC04}"/>
          </ac:picMkLst>
        </pc:picChg>
        <pc:picChg chg="add mod">
          <ac:chgData name="Danny Alberto Luarte Canto" userId="01864023-a306-4040-9773-946c92c655fb" providerId="ADAL" clId="{F3F5BBEE-E9B6-4306-8A98-67B79816207D}" dt="2024-03-17T04:07:12.424" v="2500" actId="1076"/>
          <ac:picMkLst>
            <pc:docMk/>
            <pc:sldMk cId="635106641" sldId="349"/>
            <ac:picMk id="9" creationId="{49899E29-5487-DA59-D83D-0B4E7FC80171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2:01.642" v="2639" actId="1035"/>
        <pc:sldMkLst>
          <pc:docMk/>
          <pc:sldMk cId="3842228" sldId="350"/>
        </pc:sldMkLst>
        <pc:spChg chg="mod">
          <ac:chgData name="Danny Alberto Luarte Canto" userId="01864023-a306-4040-9773-946c92c655fb" providerId="ADAL" clId="{F3F5BBEE-E9B6-4306-8A98-67B79816207D}" dt="2024-03-17T01:14:01.821" v="2238" actId="20577"/>
          <ac:spMkLst>
            <pc:docMk/>
            <pc:sldMk cId="3842228" sldId="35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4:49.041" v="2320" actId="14100"/>
          <ac:picMkLst>
            <pc:docMk/>
            <pc:sldMk cId="3842228" sldId="350"/>
            <ac:picMk id="3" creationId="{E0F39AAB-84EC-8C76-AEB4-7F688137DC86}"/>
          </ac:picMkLst>
        </pc:picChg>
        <pc:picChg chg="add del mod">
          <ac:chgData name="Danny Alberto Luarte Canto" userId="01864023-a306-4040-9773-946c92c655fb" providerId="ADAL" clId="{F3F5BBEE-E9B6-4306-8A98-67B79816207D}" dt="2024-03-17T04:11:58.201" v="2619" actId="478"/>
          <ac:picMkLst>
            <pc:docMk/>
            <pc:sldMk cId="3842228" sldId="350"/>
            <ac:picMk id="7" creationId="{9185DBCE-7E05-717A-135A-7B821FEA42F3}"/>
          </ac:picMkLst>
        </pc:picChg>
        <pc:picChg chg="add mod">
          <ac:chgData name="Danny Alberto Luarte Canto" userId="01864023-a306-4040-9773-946c92c655fb" providerId="ADAL" clId="{F3F5BBEE-E9B6-4306-8A98-67B79816207D}" dt="2024-03-17T04:12:01.642" v="2639" actId="1035"/>
          <ac:picMkLst>
            <pc:docMk/>
            <pc:sldMk cId="3842228" sldId="350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58.457" v="2620"/>
          <ac:picMkLst>
            <pc:docMk/>
            <pc:sldMk cId="3842228" sldId="350"/>
            <ac:picMk id="10" creationId="{5AD7D4C6-9047-88A3-9998-B401BFAC7F88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1:52.177" v="2618" actId="1035"/>
        <pc:sldMkLst>
          <pc:docMk/>
          <pc:sldMk cId="1571428903" sldId="351"/>
        </pc:sldMkLst>
        <pc:picChg chg="del">
          <ac:chgData name="Danny Alberto Luarte Canto" userId="01864023-a306-4040-9773-946c92c655fb" providerId="ADAL" clId="{F3F5BBEE-E9B6-4306-8A98-67B79816207D}" dt="2024-03-17T04:11:32.234" v="2536" actId="478"/>
          <ac:picMkLst>
            <pc:docMk/>
            <pc:sldMk cId="1571428903" sldId="351"/>
            <ac:picMk id="3" creationId="{E0F39AAB-84EC-8C76-AEB4-7F688137DC86}"/>
          </ac:picMkLst>
        </pc:picChg>
        <pc:picChg chg="add mod">
          <ac:chgData name="Danny Alberto Luarte Canto" userId="01864023-a306-4040-9773-946c92c655fb" providerId="ADAL" clId="{F3F5BBEE-E9B6-4306-8A98-67B79816207D}" dt="2024-03-17T04:11:52.177" v="2618" actId="1035"/>
          <ac:picMkLst>
            <pc:docMk/>
            <pc:sldMk cId="1571428903" sldId="351"/>
            <ac:picMk id="5" creationId="{074A3B25-7AD0-672D-FBDA-057B75B0ED92}"/>
          </ac:picMkLst>
        </pc:picChg>
        <pc:picChg chg="mod">
          <ac:chgData name="Danny Alberto Luarte Canto" userId="01864023-a306-4040-9773-946c92c655fb" providerId="ADAL" clId="{F3F5BBEE-E9B6-4306-8A98-67B79816207D}" dt="2024-03-17T04:11:48.449" v="2589" actId="1076"/>
          <ac:picMkLst>
            <pc:docMk/>
            <pc:sldMk cId="1571428903" sldId="351"/>
            <ac:picMk id="7" creationId="{9185DBCE-7E05-717A-135A-7B821FEA42F3}"/>
          </ac:picMkLst>
        </pc:picChg>
        <pc:picChg chg="del">
          <ac:chgData name="Danny Alberto Luarte Canto" userId="01864023-a306-4040-9773-946c92c655fb" providerId="ADAL" clId="{F3F5BBEE-E9B6-4306-8A98-67B79816207D}" dt="2024-03-17T04:11:12.325" v="2533" actId="478"/>
          <ac:picMkLst>
            <pc:docMk/>
            <pc:sldMk cId="1571428903" sldId="351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39.605" v="2588" actId="1036"/>
          <ac:picMkLst>
            <pc:docMk/>
            <pc:sldMk cId="1571428903" sldId="351"/>
            <ac:picMk id="10" creationId="{82479707-D84A-06F8-0ED1-0BAD265764A6}"/>
          </ac:picMkLst>
        </pc:picChg>
      </pc:sldChg>
      <pc:sldChg chg="addSp delSp modSp add del mod">
        <pc:chgData name="Danny Alberto Luarte Canto" userId="01864023-a306-4040-9773-946c92c655fb" providerId="ADAL" clId="{F3F5BBEE-E9B6-4306-8A98-67B79816207D}" dt="2024-03-17T04:24:37.145" v="2811" actId="47"/>
        <pc:sldMkLst>
          <pc:docMk/>
          <pc:sldMk cId="1445860365" sldId="352"/>
        </pc:sldMkLst>
        <pc:picChg chg="del">
          <ac:chgData name="Danny Alberto Luarte Canto" userId="01864023-a306-4040-9773-946c92c655fb" providerId="ADAL" clId="{F3F5BBEE-E9B6-4306-8A98-67B79816207D}" dt="2024-03-17T04:18:10.614" v="2731" actId="478"/>
          <ac:picMkLst>
            <pc:docMk/>
            <pc:sldMk cId="1445860365" sldId="352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18:37.512" v="2738" actId="1076"/>
          <ac:picMkLst>
            <pc:docMk/>
            <pc:sldMk cId="1445860365" sldId="352"/>
            <ac:picMk id="3" creationId="{B6B29BE3-2280-5642-0973-3CB5C62A1AA7}"/>
          </ac:picMkLst>
        </pc:picChg>
        <pc:picChg chg="add mod modCrop">
          <ac:chgData name="Danny Alberto Luarte Canto" userId="01864023-a306-4040-9773-946c92c655fb" providerId="ADAL" clId="{F3F5BBEE-E9B6-4306-8A98-67B79816207D}" dt="2024-03-17T04:19:05.658" v="2760" actId="732"/>
          <ac:picMkLst>
            <pc:docMk/>
            <pc:sldMk cId="1445860365" sldId="352"/>
            <ac:picMk id="5" creationId="{C02E0402-6251-7596-55EA-76F37C42ED7B}"/>
          </ac:picMkLst>
        </pc:picChg>
      </pc:sldChg>
      <pc:sldChg chg="add del">
        <pc:chgData name="Danny Alberto Luarte Canto" userId="01864023-a306-4040-9773-946c92c655fb" providerId="ADAL" clId="{F3F5BBEE-E9B6-4306-8A98-67B79816207D}" dt="2024-03-17T04:19:26.911" v="2761" actId="47"/>
        <pc:sldMkLst>
          <pc:docMk/>
          <pc:sldMk cId="1660430827" sldId="353"/>
        </pc:sldMkLst>
      </pc:sldChg>
      <pc:sldChg chg="modSp add del mod">
        <pc:chgData name="Danny Alberto Luarte Canto" userId="01864023-a306-4040-9773-946c92c655fb" providerId="ADAL" clId="{F3F5BBEE-E9B6-4306-8A98-67B79816207D}" dt="2024-03-17T04:24:37.885" v="2812" actId="47"/>
        <pc:sldMkLst>
          <pc:docMk/>
          <pc:sldMk cId="2666775768" sldId="353"/>
        </pc:sldMkLst>
        <pc:picChg chg="mod modCrop">
          <ac:chgData name="Danny Alberto Luarte Canto" userId="01864023-a306-4040-9773-946c92c655fb" providerId="ADAL" clId="{F3F5BBEE-E9B6-4306-8A98-67B79816207D}" dt="2024-03-17T04:21:35.633" v="2785" actId="732"/>
          <ac:picMkLst>
            <pc:docMk/>
            <pc:sldMk cId="2666775768" sldId="353"/>
            <ac:picMk id="3" creationId="{B6B29BE3-2280-5642-0973-3CB5C62A1AA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7:45.487" v="3131" actId="14100"/>
        <pc:sldMkLst>
          <pc:docMk/>
          <pc:sldMk cId="1662196785" sldId="354"/>
        </pc:sldMkLst>
        <pc:spChg chg="mod">
          <ac:chgData name="Danny Alberto Luarte Canto" userId="01864023-a306-4040-9773-946c92c655fb" providerId="ADAL" clId="{F3F5BBEE-E9B6-4306-8A98-67B79816207D}" dt="2024-03-17T04:47:45.487" v="3131" actId="14100"/>
          <ac:spMkLst>
            <pc:docMk/>
            <pc:sldMk cId="1662196785" sldId="35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4:24:04.805" v="2787" actId="478"/>
          <ac:picMkLst>
            <pc:docMk/>
            <pc:sldMk cId="1662196785" sldId="354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24:27.903" v="2810" actId="14100"/>
          <ac:picMkLst>
            <pc:docMk/>
            <pc:sldMk cId="1662196785" sldId="354"/>
            <ac:picMk id="5" creationId="{5947C6D3-077C-2F52-0087-FBED4B9FA960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38:25.533" v="2967" actId="1076"/>
        <pc:sldMkLst>
          <pc:docMk/>
          <pc:sldMk cId="2326001976" sldId="355"/>
        </pc:sldMkLst>
        <pc:spChg chg="mod">
          <ac:chgData name="Danny Alberto Luarte Canto" userId="01864023-a306-4040-9773-946c92c655fb" providerId="ADAL" clId="{F3F5BBEE-E9B6-4306-8A98-67B79816207D}" dt="2024-03-17T04:38:15.795" v="2963" actId="5793"/>
          <ac:spMkLst>
            <pc:docMk/>
            <pc:sldMk cId="2326001976" sldId="35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35:36.900" v="2905"/>
          <ac:spMkLst>
            <pc:docMk/>
            <pc:sldMk cId="2326001976" sldId="355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F3F5BBEE-E9B6-4306-8A98-67B79816207D}" dt="2024-03-17T04:35:39.934" v="2906" actId="478"/>
          <ac:picMkLst>
            <pc:docMk/>
            <pc:sldMk cId="2326001976" sldId="355"/>
            <ac:picMk id="3" creationId="{DBD5C6EF-3572-C64B-7161-EAD7E5AB99D6}"/>
          </ac:picMkLst>
        </pc:picChg>
        <pc:picChg chg="add mod">
          <ac:chgData name="Danny Alberto Luarte Canto" userId="01864023-a306-4040-9773-946c92c655fb" providerId="ADAL" clId="{F3F5BBEE-E9B6-4306-8A98-67B79816207D}" dt="2024-03-17T04:38:25.533" v="2967" actId="1076"/>
          <ac:picMkLst>
            <pc:docMk/>
            <pc:sldMk cId="2326001976" sldId="355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3:45.711" v="3096" actId="478"/>
        <pc:sldMkLst>
          <pc:docMk/>
          <pc:sldMk cId="2802017203" sldId="356"/>
        </pc:sldMkLst>
        <pc:spChg chg="mod">
          <ac:chgData name="Danny Alberto Luarte Canto" userId="01864023-a306-4040-9773-946c92c655fb" providerId="ADAL" clId="{F3F5BBEE-E9B6-4306-8A98-67B79816207D}" dt="2024-03-17T04:41:00.884" v="3009" actId="20577"/>
          <ac:spMkLst>
            <pc:docMk/>
            <pc:sldMk cId="2802017203" sldId="35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4:41:42.975" v="3057" actId="1076"/>
          <ac:picMkLst>
            <pc:docMk/>
            <pc:sldMk cId="2802017203" sldId="356"/>
            <ac:picMk id="3" creationId="{D1DF6A97-4CC1-6C03-4C1D-257EC1F63B53}"/>
          </ac:picMkLst>
        </pc:picChg>
        <pc:picChg chg="del mod">
          <ac:chgData name="Danny Alberto Luarte Canto" userId="01864023-a306-4040-9773-946c92c655fb" providerId="ADAL" clId="{F3F5BBEE-E9B6-4306-8A98-67B79816207D}" dt="2024-03-17T04:40:59.514" v="3008" actId="478"/>
          <ac:picMkLst>
            <pc:docMk/>
            <pc:sldMk cId="2802017203" sldId="356"/>
            <ac:picMk id="5" creationId="{D6E30A2F-6576-9F2B-D40D-CFA5A00EC95D}"/>
          </ac:picMkLst>
        </pc:picChg>
        <pc:picChg chg="add del mod modCrop">
          <ac:chgData name="Danny Alberto Luarte Canto" userId="01864023-a306-4040-9773-946c92c655fb" providerId="ADAL" clId="{F3F5BBEE-E9B6-4306-8A98-67B79816207D}" dt="2024-03-17T04:43:45.711" v="3096" actId="478"/>
          <ac:picMkLst>
            <pc:docMk/>
            <pc:sldMk cId="2802017203" sldId="356"/>
            <ac:picMk id="8" creationId="{0216A164-C76D-6A2F-9DAC-2E873B243314}"/>
          </ac:picMkLst>
        </pc:picChg>
        <pc:picChg chg="add del mod">
          <ac:chgData name="Danny Alberto Luarte Canto" userId="01864023-a306-4040-9773-946c92c655fb" providerId="ADAL" clId="{F3F5BBEE-E9B6-4306-8A98-67B79816207D}" dt="2024-03-17T04:43:42.724" v="3095" actId="22"/>
          <ac:picMkLst>
            <pc:docMk/>
            <pc:sldMk cId="2802017203" sldId="356"/>
            <ac:picMk id="10" creationId="{52822724-E6BA-9322-32B7-8111A19B15C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4:33.590" v="3109" actId="732"/>
        <pc:sldMkLst>
          <pc:docMk/>
          <pc:sldMk cId="1378680255" sldId="357"/>
        </pc:sldMkLst>
        <pc:picChg chg="del">
          <ac:chgData name="Danny Alberto Luarte Canto" userId="01864023-a306-4040-9773-946c92c655fb" providerId="ADAL" clId="{F3F5BBEE-E9B6-4306-8A98-67B79816207D}" dt="2024-03-17T04:42:43.652" v="3075" actId="478"/>
          <ac:picMkLst>
            <pc:docMk/>
            <pc:sldMk cId="1378680255" sldId="357"/>
            <ac:picMk id="3" creationId="{D1DF6A97-4CC1-6C03-4C1D-257EC1F63B53}"/>
          </ac:picMkLst>
        </pc:picChg>
        <pc:picChg chg="add mod">
          <ac:chgData name="Danny Alberto Luarte Canto" userId="01864023-a306-4040-9773-946c92c655fb" providerId="ADAL" clId="{F3F5BBEE-E9B6-4306-8A98-67B79816207D}" dt="2024-03-17T04:43:02.882" v="3088" actId="1038"/>
          <ac:picMkLst>
            <pc:docMk/>
            <pc:sldMk cId="1378680255" sldId="357"/>
            <ac:picMk id="5" creationId="{E42B25F8-701D-13FE-8D5B-DAA50B5CB220}"/>
          </ac:picMkLst>
        </pc:picChg>
        <pc:picChg chg="del">
          <ac:chgData name="Danny Alberto Luarte Canto" userId="01864023-a306-4040-9773-946c92c655fb" providerId="ADAL" clId="{F3F5BBEE-E9B6-4306-8A98-67B79816207D}" dt="2024-03-17T04:43:54.452" v="3097" actId="478"/>
          <ac:picMkLst>
            <pc:docMk/>
            <pc:sldMk cId="1378680255" sldId="357"/>
            <ac:picMk id="8" creationId="{0216A164-C76D-6A2F-9DAC-2E873B243314}"/>
          </ac:picMkLst>
        </pc:picChg>
        <pc:picChg chg="add mod modCrop">
          <ac:chgData name="Danny Alberto Luarte Canto" userId="01864023-a306-4040-9773-946c92c655fb" providerId="ADAL" clId="{F3F5BBEE-E9B6-4306-8A98-67B79816207D}" dt="2024-03-17T04:44:33.590" v="3109" actId="732"/>
          <ac:picMkLst>
            <pc:docMk/>
            <pc:sldMk cId="1378680255" sldId="357"/>
            <ac:picMk id="9" creationId="{4D5F5825-20A2-7D78-2357-22BEB213D002}"/>
          </ac:picMkLst>
        </pc:picChg>
      </pc:sldChg>
      <pc:sldChg chg="add">
        <pc:chgData name="Danny Alberto Luarte Canto" userId="01864023-a306-4040-9773-946c92c655fb" providerId="ADAL" clId="{F3F5BBEE-E9B6-4306-8A98-67B79816207D}" dt="2024-03-17T04:45:00.171" v="3110" actId="2890"/>
        <pc:sldMkLst>
          <pc:docMk/>
          <pc:sldMk cId="81295478" sldId="358"/>
        </pc:sldMkLst>
      </pc:sldChg>
      <pc:sldChg chg="add">
        <pc:chgData name="Danny Alberto Luarte Canto" userId="01864023-a306-4040-9773-946c92c655fb" providerId="ADAL" clId="{F3F5BBEE-E9B6-4306-8A98-67B79816207D}" dt="2024-03-17T04:45:10.483" v="3112" actId="2890"/>
        <pc:sldMkLst>
          <pc:docMk/>
          <pc:sldMk cId="723752375" sldId="359"/>
        </pc:sldMkLst>
      </pc:sldChg>
      <pc:sldChg chg="add">
        <pc:chgData name="Danny Alberto Luarte Canto" userId="01864023-a306-4040-9773-946c92c655fb" providerId="ADAL" clId="{F3F5BBEE-E9B6-4306-8A98-67B79816207D}" dt="2024-03-17T04:45:29.059" v="3115" actId="2890"/>
        <pc:sldMkLst>
          <pc:docMk/>
          <pc:sldMk cId="2943180262" sldId="360"/>
        </pc:sldMkLst>
      </pc:sldChg>
      <pc:sldChg chg="add">
        <pc:chgData name="Danny Alberto Luarte Canto" userId="01864023-a306-4040-9773-946c92c655fb" providerId="ADAL" clId="{F3F5BBEE-E9B6-4306-8A98-67B79816207D}" dt="2024-03-17T04:45:46.068" v="3118" actId="2890"/>
        <pc:sldMkLst>
          <pc:docMk/>
          <pc:sldMk cId="299976738" sldId="361"/>
        </pc:sldMkLst>
      </pc:sld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38C85F39-7D77-46E8-9FE3-394A639D0B69}"/>
    <pc:docChg chg="undo redo custSel addSld delSld modSld sldOrd">
      <pc:chgData name="Danny Alberto Luarte Canto" userId="01864023-a306-4040-9773-946c92c655fb" providerId="ADAL" clId="{38C85F39-7D77-46E8-9FE3-394A639D0B69}" dt="2024-03-24T22:34:42.362" v="3514" actId="1076"/>
      <pc:docMkLst>
        <pc:docMk/>
      </pc:docMkLst>
      <pc:sldChg chg="modSp mod">
        <pc:chgData name="Danny Alberto Luarte Canto" userId="01864023-a306-4040-9773-946c92c655fb" providerId="ADAL" clId="{38C85F39-7D77-46E8-9FE3-394A639D0B69}" dt="2024-03-23T17:25:23.499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8C85F39-7D77-46E8-9FE3-394A639D0B69}" dt="2024-03-23T17:25:23.499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38C85F39-7D77-46E8-9FE3-394A639D0B69}" dt="2024-03-23T17:25:58.305" v="35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38C85F39-7D77-46E8-9FE3-394A639D0B69}" dt="2024-03-23T17:25:58.305" v="35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38C85F39-7D77-46E8-9FE3-394A639D0B69}" dt="2024-03-23T18:04:46.559" v="36" actId="47"/>
        <pc:sldMkLst>
          <pc:docMk/>
          <pc:sldMk cId="1056179226" sldId="320"/>
        </pc:sldMkLst>
      </pc:sldChg>
      <pc:sldChg chg="modSp mod">
        <pc:chgData name="Danny Alberto Luarte Canto" userId="01864023-a306-4040-9773-946c92c655fb" providerId="ADAL" clId="{38C85F39-7D77-46E8-9FE3-394A639D0B69}" dt="2024-03-23T17:25:27.409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38C85F39-7D77-46E8-9FE3-394A639D0B69}" dt="2024-03-23T17:25:27.409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38C85F39-7D77-46E8-9FE3-394A639D0B69}" dt="2024-03-23T18:06:36.517" v="135" actId="47"/>
        <pc:sldMkLst>
          <pc:docMk/>
          <pc:sldMk cId="2326001976" sldId="355"/>
        </pc:sldMkLst>
      </pc:sldChg>
      <pc:sldChg chg="modSp del mod">
        <pc:chgData name="Danny Alberto Luarte Canto" userId="01864023-a306-4040-9773-946c92c655fb" providerId="ADAL" clId="{38C85F39-7D77-46E8-9FE3-394A639D0B69}" dt="2024-03-23T18:07:11.948" v="139" actId="47"/>
        <pc:sldMkLst>
          <pc:docMk/>
          <pc:sldMk cId="2802017203" sldId="356"/>
        </pc:sldMkLst>
        <pc:picChg chg="mod modCrop">
          <ac:chgData name="Danny Alberto Luarte Canto" userId="01864023-a306-4040-9773-946c92c655fb" providerId="ADAL" clId="{38C85F39-7D77-46E8-9FE3-394A639D0B69}" dt="2024-03-23T18:06:19.950" v="134" actId="732"/>
          <ac:picMkLst>
            <pc:docMk/>
            <pc:sldMk cId="2802017203" sldId="356"/>
            <ac:picMk id="3" creationId="{D1DF6A97-4CC1-6C03-4C1D-257EC1F63B53}"/>
          </ac:picMkLst>
        </pc:picChg>
        <pc:picChg chg="mod">
          <ac:chgData name="Danny Alberto Luarte Canto" userId="01864023-a306-4040-9773-946c92c655fb" providerId="ADAL" clId="{38C85F39-7D77-46E8-9FE3-394A639D0B69}" dt="2024-03-23T18:06:18.918" v="133" actId="1076"/>
          <ac:picMkLst>
            <pc:docMk/>
            <pc:sldMk cId="2802017203" sldId="356"/>
            <ac:picMk id="8" creationId="{0216A164-C76D-6A2F-9DAC-2E873B243314}"/>
          </ac:picMkLst>
        </pc:picChg>
      </pc:sldChg>
      <pc:sldChg chg="modSp mod ord">
        <pc:chgData name="Danny Alberto Luarte Canto" userId="01864023-a306-4040-9773-946c92c655fb" providerId="ADAL" clId="{38C85F39-7D77-46E8-9FE3-394A639D0B69}" dt="2024-03-24T13:23:58.352" v="731"/>
        <pc:sldMkLst>
          <pc:docMk/>
          <pc:sldMk cId="1378680255" sldId="357"/>
        </pc:sldMkLst>
        <pc:spChg chg="mod">
          <ac:chgData name="Danny Alberto Luarte Canto" userId="01864023-a306-4040-9773-946c92c655fb" providerId="ADAL" clId="{38C85F39-7D77-46E8-9FE3-394A639D0B69}" dt="2024-03-23T18:07:22.897" v="149" actId="20577"/>
          <ac:spMkLst>
            <pc:docMk/>
            <pc:sldMk cId="1378680255" sldId="357"/>
            <ac:spMk id="6" creationId="{195EC640-63C1-E5B4-EBAC-BBE71C870CD0}"/>
          </ac:spMkLst>
        </pc:spChg>
      </pc:sldChg>
      <pc:sldChg chg="addSp delSp modSp mod">
        <pc:chgData name="Danny Alberto Luarte Canto" userId="01864023-a306-4040-9773-946c92c655fb" providerId="ADAL" clId="{38C85F39-7D77-46E8-9FE3-394A639D0B69}" dt="2024-03-23T18:07:01.338" v="138"/>
        <pc:sldMkLst>
          <pc:docMk/>
          <pc:sldMk cId="1674346852" sldId="358"/>
        </pc:sldMkLst>
        <pc:spChg chg="mod">
          <ac:chgData name="Danny Alberto Luarte Canto" userId="01864023-a306-4040-9773-946c92c655fb" providerId="ADAL" clId="{38C85F39-7D77-46E8-9FE3-394A639D0B69}" dt="2024-03-23T18:05:01.707" v="74" actId="20577"/>
          <ac:spMkLst>
            <pc:docMk/>
            <pc:sldMk cId="1674346852" sldId="358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9" creationId="{989C8CA9-BA0D-8639-DD44-3B62E4D30FDE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10" creationId="{40297839-9B05-D693-0B70-85815EA82C10}"/>
          </ac:spMkLst>
        </pc:spChg>
        <pc:spChg chg="del">
          <ac:chgData name="Danny Alberto Luarte Canto" userId="01864023-a306-4040-9773-946c92c655fb" providerId="ADAL" clId="{38C85F39-7D77-46E8-9FE3-394A639D0B69}" dt="2024-03-23T18:07:00.742" v="137" actId="478"/>
          <ac:spMkLst>
            <pc:docMk/>
            <pc:sldMk cId="1674346852" sldId="358"/>
            <ac:spMk id="12" creationId="{EE9B9601-8322-B4EC-9FD3-AD09EC6F591D}"/>
          </ac:spMkLst>
        </pc:sp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2" creationId="{149F78B5-B1F7-E705-2BAE-02C585F89884}"/>
          </ac:picMkLst>
        </pc:picChg>
        <pc:picChg chg="add mod">
          <ac:chgData name="Danny Alberto Luarte Canto" userId="01864023-a306-4040-9773-946c92c655fb" providerId="ADAL" clId="{38C85F39-7D77-46E8-9FE3-394A639D0B69}" dt="2024-03-23T18:07:01.338" v="138"/>
          <ac:picMkLst>
            <pc:docMk/>
            <pc:sldMk cId="1674346852" sldId="358"/>
            <ac:picMk id="3" creationId="{764EC4AB-1237-20C3-C2E3-616F05A6233F}"/>
          </ac:picMkLst>
        </pc:picChg>
        <pc:picChg chg="add mod">
          <ac:chgData name="Danny Alberto Luarte Canto" userId="01864023-a306-4040-9773-946c92c655fb" providerId="ADAL" clId="{38C85F39-7D77-46E8-9FE3-394A639D0B69}" dt="2024-03-23T18:07:01.338" v="138"/>
          <ac:picMkLst>
            <pc:docMk/>
            <pc:sldMk cId="1674346852" sldId="358"/>
            <ac:picMk id="5" creationId="{F8E325B7-0379-A84B-2843-12638664A668}"/>
          </ac:picMkLst>
        </pc:pic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7" creationId="{F4A5C49D-64F2-5830-CCA1-043C663650AA}"/>
          </ac:picMkLst>
        </pc:picChg>
        <pc:picChg chg="del">
          <ac:chgData name="Danny Alberto Luarte Canto" userId="01864023-a306-4040-9773-946c92c655fb" providerId="ADAL" clId="{38C85F39-7D77-46E8-9FE3-394A639D0B69}" dt="2024-03-23T18:06:45.479" v="136" actId="478"/>
          <ac:picMkLst>
            <pc:docMk/>
            <pc:sldMk cId="1674346852" sldId="358"/>
            <ac:picMk id="8" creationId="{91BE17BB-D5BE-CC6C-82FC-D4774CFC19D5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13.732" v="140" actId="47"/>
        <pc:sldMkLst>
          <pc:docMk/>
          <pc:sldMk cId="576520598" sldId="360"/>
        </pc:sldMkLst>
      </pc:sldChg>
      <pc:sldChg chg="del">
        <pc:chgData name="Danny Alberto Luarte Canto" userId="01864023-a306-4040-9773-946c92c655fb" providerId="ADAL" clId="{38C85F39-7D77-46E8-9FE3-394A639D0B69}" dt="2024-03-23T18:07:30.701" v="150" actId="47"/>
        <pc:sldMkLst>
          <pc:docMk/>
          <pc:sldMk cId="456645604" sldId="361"/>
        </pc:sldMkLst>
      </pc:sldChg>
      <pc:sldChg chg="addSp delSp modSp mod">
        <pc:chgData name="Danny Alberto Luarte Canto" userId="01864023-a306-4040-9773-946c92c655fb" providerId="ADAL" clId="{38C85F39-7D77-46E8-9FE3-394A639D0B69}" dt="2024-03-24T14:41:09.461" v="2153" actId="1076"/>
        <pc:sldMkLst>
          <pc:docMk/>
          <pc:sldMk cId="1181375675" sldId="362"/>
        </pc:sldMkLst>
        <pc:spChg chg="ord">
          <ac:chgData name="Danny Alberto Luarte Canto" userId="01864023-a306-4040-9773-946c92c655fb" providerId="ADAL" clId="{38C85F39-7D77-46E8-9FE3-394A639D0B69}" dt="2024-03-24T14:36:11.048" v="2127" actId="166"/>
          <ac:spMkLst>
            <pc:docMk/>
            <pc:sldMk cId="1181375675" sldId="362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38C85F39-7D77-46E8-9FE3-394A639D0B69}" dt="2024-03-24T14:33:13.049" v="2118" actId="478"/>
          <ac:picMkLst>
            <pc:docMk/>
            <pc:sldMk cId="1181375675" sldId="362"/>
            <ac:picMk id="3" creationId="{FFADD716-C7D2-958A-B273-D46991F13E26}"/>
          </ac:picMkLst>
        </pc:picChg>
        <pc:picChg chg="add mod">
          <ac:chgData name="Danny Alberto Luarte Canto" userId="01864023-a306-4040-9773-946c92c655fb" providerId="ADAL" clId="{38C85F39-7D77-46E8-9FE3-394A639D0B69}" dt="2024-03-24T14:37:58.426" v="2134" actId="1076"/>
          <ac:picMkLst>
            <pc:docMk/>
            <pc:sldMk cId="1181375675" sldId="362"/>
            <ac:picMk id="7" creationId="{38ACA951-B8CC-3D21-CA99-8D5A08254229}"/>
          </ac:picMkLst>
        </pc:picChg>
        <pc:picChg chg="add del mod">
          <ac:chgData name="Danny Alberto Luarte Canto" userId="01864023-a306-4040-9773-946c92c655fb" providerId="ADAL" clId="{38C85F39-7D77-46E8-9FE3-394A639D0B69}" dt="2024-03-24T14:40:51.744" v="2148" actId="478"/>
          <ac:picMkLst>
            <pc:docMk/>
            <pc:sldMk cId="1181375675" sldId="362"/>
            <ac:picMk id="9" creationId="{F6B1026B-E4C2-8E00-8983-A4DA3E2465EA}"/>
          </ac:picMkLst>
        </pc:picChg>
        <pc:picChg chg="add mod">
          <ac:chgData name="Danny Alberto Luarte Canto" userId="01864023-a306-4040-9773-946c92c655fb" providerId="ADAL" clId="{38C85F39-7D77-46E8-9FE3-394A639D0B69}" dt="2024-03-24T14:41:09.461" v="2153" actId="1076"/>
          <ac:picMkLst>
            <pc:docMk/>
            <pc:sldMk cId="1181375675" sldId="362"/>
            <ac:picMk id="12" creationId="{59AF5DF0-9689-0F80-F0EA-85BCB7D4E931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2:34:42.362" v="3514" actId="1076"/>
        <pc:sldMkLst>
          <pc:docMk/>
          <pc:sldMk cId="367475464" sldId="363"/>
        </pc:sldMkLst>
        <pc:spChg chg="mod">
          <ac:chgData name="Danny Alberto Luarte Canto" userId="01864023-a306-4040-9773-946c92c655fb" providerId="ADAL" clId="{38C85F39-7D77-46E8-9FE3-394A639D0B69}" dt="2024-03-24T22:33:52.706" v="3506" actId="114"/>
          <ac:spMkLst>
            <pc:docMk/>
            <pc:sldMk cId="367475464" sldId="363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22:33:30.985" v="3456" actId="14100"/>
          <ac:picMkLst>
            <pc:docMk/>
            <pc:sldMk cId="367475464" sldId="363"/>
            <ac:picMk id="3" creationId="{BE27788F-794A-35C1-E9C2-B0C8EBCC6F6D}"/>
          </ac:picMkLst>
        </pc:picChg>
        <pc:picChg chg="add mod">
          <ac:chgData name="Danny Alberto Luarte Canto" userId="01864023-a306-4040-9773-946c92c655fb" providerId="ADAL" clId="{38C85F39-7D77-46E8-9FE3-394A639D0B69}" dt="2024-03-24T22:34:42.362" v="3514" actId="1076"/>
          <ac:picMkLst>
            <pc:docMk/>
            <pc:sldMk cId="367475464" sldId="363"/>
            <ac:picMk id="7" creationId="{CABCED31-F6F3-1628-574C-2A8F9F7B9F46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31.561" v="151" actId="47"/>
        <pc:sldMkLst>
          <pc:docMk/>
          <pc:sldMk cId="2570554582" sldId="363"/>
        </pc:sldMkLst>
      </pc:sldChg>
      <pc:sldChg chg="addSp delSp modSp add mod">
        <pc:chgData name="Danny Alberto Luarte Canto" userId="01864023-a306-4040-9773-946c92c655fb" providerId="ADAL" clId="{38C85F39-7D77-46E8-9FE3-394A639D0B69}" dt="2024-03-24T20:23:03.601" v="3432" actId="114"/>
        <pc:sldMkLst>
          <pc:docMk/>
          <pc:sldMk cId="1034428687" sldId="364"/>
        </pc:sldMkLst>
        <pc:spChg chg="mod">
          <ac:chgData name="Danny Alberto Luarte Canto" userId="01864023-a306-4040-9773-946c92c655fb" providerId="ADAL" clId="{38C85F39-7D77-46E8-9FE3-394A639D0B69}" dt="2024-03-24T20:23:03.601" v="3432" actId="114"/>
          <ac:spMkLst>
            <pc:docMk/>
            <pc:sldMk cId="1034428687" sldId="36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38C85F39-7D77-46E8-9FE3-394A639D0B69}" dt="2024-03-23T18:08:52.554" v="213" actId="20577"/>
          <ac:spMkLst>
            <pc:docMk/>
            <pc:sldMk cId="1034428687" sldId="364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38C85F39-7D77-46E8-9FE3-394A639D0B69}" dt="2024-03-24T20:20:59.399" v="3281" actId="478"/>
          <ac:picMkLst>
            <pc:docMk/>
            <pc:sldMk cId="1034428687" sldId="364"/>
            <ac:picMk id="3" creationId="{10C10283-1961-94B9-6096-9AC3975DF3E6}"/>
          </ac:picMkLst>
        </pc:picChg>
        <pc:picChg chg="add del mod">
          <ac:chgData name="Danny Alberto Luarte Canto" userId="01864023-a306-4040-9773-946c92c655fb" providerId="ADAL" clId="{38C85F39-7D77-46E8-9FE3-394A639D0B69}" dt="2024-03-24T20:20:57.835" v="3280" actId="478"/>
          <ac:picMkLst>
            <pc:docMk/>
            <pc:sldMk cId="1034428687" sldId="364"/>
            <ac:picMk id="7" creationId="{450F6B84-40EC-7758-F0BD-7FFBFA4DE901}"/>
          </ac:picMkLst>
        </pc:picChg>
      </pc:sldChg>
      <pc:sldChg chg="del">
        <pc:chgData name="Danny Alberto Luarte Canto" userId="01864023-a306-4040-9773-946c92c655fb" providerId="ADAL" clId="{38C85F39-7D77-46E8-9FE3-394A639D0B69}" dt="2024-03-23T18:07:15.218" v="141" actId="47"/>
        <pc:sldMkLst>
          <pc:docMk/>
          <pc:sldMk cId="4164673413" sldId="364"/>
        </pc:sldMkLst>
      </pc:sldChg>
      <pc:sldChg chg="del">
        <pc:chgData name="Danny Alberto Luarte Canto" userId="01864023-a306-4040-9773-946c92c655fb" providerId="ADAL" clId="{38C85F39-7D77-46E8-9FE3-394A639D0B69}" dt="2024-03-23T18:07:32.704" v="152" actId="47"/>
        <pc:sldMkLst>
          <pc:docMk/>
          <pc:sldMk cId="1529267966" sldId="365"/>
        </pc:sldMkLst>
      </pc:sldChg>
      <pc:sldChg chg="modSp add del mod">
        <pc:chgData name="Danny Alberto Luarte Canto" userId="01864023-a306-4040-9773-946c92c655fb" providerId="ADAL" clId="{38C85F39-7D77-46E8-9FE3-394A639D0B69}" dt="2024-03-24T22:31:06.473" v="3449" actId="47"/>
        <pc:sldMkLst>
          <pc:docMk/>
          <pc:sldMk cId="3105455622" sldId="365"/>
        </pc:sldMkLst>
        <pc:spChg chg="mod">
          <ac:chgData name="Danny Alberto Luarte Canto" userId="01864023-a306-4040-9773-946c92c655fb" providerId="ADAL" clId="{38C85F39-7D77-46E8-9FE3-394A639D0B69}" dt="2024-03-23T23:58:03.347" v="243" actId="20577"/>
          <ac:spMkLst>
            <pc:docMk/>
            <pc:sldMk cId="3105455622" sldId="365"/>
            <ac:spMk id="4" creationId="{1822B87D-DD3A-2663-9295-305E16A49FF7}"/>
          </ac:spMkLst>
        </pc:spChg>
      </pc:sldChg>
      <pc:sldChg chg="addSp modSp add mod">
        <pc:chgData name="Danny Alberto Luarte Canto" userId="01864023-a306-4040-9773-946c92c655fb" providerId="ADAL" clId="{38C85F39-7D77-46E8-9FE3-394A639D0B69}" dt="2024-03-24T18:44:31.541" v="2729" actId="1036"/>
        <pc:sldMkLst>
          <pc:docMk/>
          <pc:sldMk cId="3647388323" sldId="366"/>
        </pc:sldMkLst>
        <pc:spChg chg="mod">
          <ac:chgData name="Danny Alberto Luarte Canto" userId="01864023-a306-4040-9773-946c92c655fb" providerId="ADAL" clId="{38C85F39-7D77-46E8-9FE3-394A639D0B69}" dt="2024-03-24T18:44:26.194" v="2727" actId="20577"/>
          <ac:spMkLst>
            <pc:docMk/>
            <pc:sldMk cId="3647388323" sldId="36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40:50.341" v="2692" actId="1076"/>
          <ac:picMkLst>
            <pc:docMk/>
            <pc:sldMk cId="3647388323" sldId="366"/>
            <ac:picMk id="3" creationId="{43177D78-1EFA-7625-DA09-FFE66C62BDC8}"/>
          </ac:picMkLst>
        </pc:picChg>
        <pc:picChg chg="add mod">
          <ac:chgData name="Danny Alberto Luarte Canto" userId="01864023-a306-4040-9773-946c92c655fb" providerId="ADAL" clId="{38C85F39-7D77-46E8-9FE3-394A639D0B69}" dt="2024-03-24T18:44:31.541" v="2729" actId="1036"/>
          <ac:picMkLst>
            <pc:docMk/>
            <pc:sldMk cId="3647388323" sldId="366"/>
            <ac:picMk id="7" creationId="{D4473B64-2FF2-3926-AE9D-071CC17FCE54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18:01.241" v="3255" actId="1037"/>
        <pc:sldMkLst>
          <pc:docMk/>
          <pc:sldMk cId="1837809181" sldId="367"/>
        </pc:sldMkLst>
        <pc:spChg chg="mod">
          <ac:chgData name="Danny Alberto Luarte Canto" userId="01864023-a306-4040-9773-946c92c655fb" providerId="ADAL" clId="{38C85F39-7D77-46E8-9FE3-394A639D0B69}" dt="2024-03-24T00:12:19.084" v="366" actId="20577"/>
          <ac:spMkLst>
            <pc:docMk/>
            <pc:sldMk cId="1837809181" sldId="36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8:43.312" v="2371" actId="1038"/>
          <ac:picMkLst>
            <pc:docMk/>
            <pc:sldMk cId="1837809181" sldId="367"/>
            <ac:picMk id="3" creationId="{E28ADD0D-16C0-FDE8-5574-45F6995179E5}"/>
          </ac:picMkLst>
        </pc:picChg>
        <pc:picChg chg="add mod">
          <ac:chgData name="Danny Alberto Luarte Canto" userId="01864023-a306-4040-9773-946c92c655fb" providerId="ADAL" clId="{38C85F39-7D77-46E8-9FE3-394A639D0B69}" dt="2024-03-24T20:18:01.241" v="3255" actId="1037"/>
          <ac:picMkLst>
            <pc:docMk/>
            <pc:sldMk cId="1837809181" sldId="367"/>
            <ac:picMk id="7" creationId="{84144134-6C0D-1A59-2776-3E5543C9C018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19:06.719" v="3272" actId="1038"/>
        <pc:sldMkLst>
          <pc:docMk/>
          <pc:sldMk cId="1646160405" sldId="368"/>
        </pc:sldMkLst>
        <pc:spChg chg="mod">
          <ac:chgData name="Danny Alberto Luarte Canto" userId="01864023-a306-4040-9773-946c92c655fb" providerId="ADAL" clId="{38C85F39-7D77-46E8-9FE3-394A639D0B69}" dt="2024-03-24T00:12:23.146" v="373" actId="20577"/>
          <ac:spMkLst>
            <pc:docMk/>
            <pc:sldMk cId="1646160405" sldId="368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8:58.325" v="2375" actId="1035"/>
          <ac:picMkLst>
            <pc:docMk/>
            <pc:sldMk cId="1646160405" sldId="368"/>
            <ac:picMk id="3" creationId="{4756CE77-C1BD-48A6-B691-D0C56D218C00}"/>
          </ac:picMkLst>
        </pc:picChg>
        <pc:picChg chg="add mod">
          <ac:chgData name="Danny Alberto Luarte Canto" userId="01864023-a306-4040-9773-946c92c655fb" providerId="ADAL" clId="{38C85F39-7D77-46E8-9FE3-394A639D0B69}" dt="2024-03-24T20:19:06.719" v="3272" actId="1038"/>
          <ac:picMkLst>
            <pc:docMk/>
            <pc:sldMk cId="1646160405" sldId="368"/>
            <ac:picMk id="7" creationId="{6405212E-E510-8AC4-4BE9-DD881E4B2B80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0:20:39.931" v="3278" actId="1076"/>
        <pc:sldMkLst>
          <pc:docMk/>
          <pc:sldMk cId="4252892587" sldId="369"/>
        </pc:sldMkLst>
        <pc:spChg chg="mod">
          <ac:chgData name="Danny Alberto Luarte Canto" userId="01864023-a306-4040-9773-946c92c655fb" providerId="ADAL" clId="{38C85F39-7D77-46E8-9FE3-394A639D0B69}" dt="2024-03-24T00:12:28.731" v="390" actId="20577"/>
          <ac:spMkLst>
            <pc:docMk/>
            <pc:sldMk cId="4252892587" sldId="369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9:30.023" v="2378" actId="1076"/>
          <ac:picMkLst>
            <pc:docMk/>
            <pc:sldMk cId="4252892587" sldId="369"/>
            <ac:picMk id="3" creationId="{87597404-BD39-DEFD-3476-ED91EED6202D}"/>
          </ac:picMkLst>
        </pc:picChg>
        <pc:picChg chg="add mod">
          <ac:chgData name="Danny Alberto Luarte Canto" userId="01864023-a306-4040-9773-946c92c655fb" providerId="ADAL" clId="{38C85F39-7D77-46E8-9FE3-394A639D0B69}" dt="2024-03-24T20:20:39.931" v="3278" actId="1076"/>
          <ac:picMkLst>
            <pc:docMk/>
            <pc:sldMk cId="4252892587" sldId="369"/>
            <ac:picMk id="7" creationId="{74567617-B219-DA4C-E681-17C6ACF35B8E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9:10:12.107" v="2842" actId="1076"/>
        <pc:sldMkLst>
          <pc:docMk/>
          <pc:sldMk cId="1935491921" sldId="370"/>
        </pc:sldMkLst>
        <pc:spChg chg="mod">
          <ac:chgData name="Danny Alberto Luarte Canto" userId="01864023-a306-4040-9773-946c92c655fb" providerId="ADAL" clId="{38C85F39-7D77-46E8-9FE3-394A639D0B69}" dt="2024-03-24T00:12:35.654" v="402" actId="20577"/>
          <ac:spMkLst>
            <pc:docMk/>
            <pc:sldMk cId="1935491921" sldId="37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9:43.791" v="2380" actId="1076"/>
          <ac:picMkLst>
            <pc:docMk/>
            <pc:sldMk cId="1935491921" sldId="370"/>
            <ac:picMk id="3" creationId="{0BCEEF03-3790-7F44-07C7-28F9259181A6}"/>
          </ac:picMkLst>
        </pc:picChg>
        <pc:picChg chg="add mod">
          <ac:chgData name="Danny Alberto Luarte Canto" userId="01864023-a306-4040-9773-946c92c655fb" providerId="ADAL" clId="{38C85F39-7D77-46E8-9FE3-394A639D0B69}" dt="2024-03-24T19:10:12.107" v="2842" actId="1076"/>
          <ac:picMkLst>
            <pc:docMk/>
            <pc:sldMk cId="1935491921" sldId="370"/>
            <ac:picMk id="7" creationId="{6CA0E0B2-C1C6-CCD0-05E5-D9F6C53FEB07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8:35:36.481" v="2446" actId="20577"/>
        <pc:sldMkLst>
          <pc:docMk/>
          <pc:sldMk cId="3401786745" sldId="371"/>
        </pc:sldMkLst>
        <pc:spChg chg="mod">
          <ac:chgData name="Danny Alberto Luarte Canto" userId="01864023-a306-4040-9773-946c92c655fb" providerId="ADAL" clId="{38C85F39-7D77-46E8-9FE3-394A639D0B69}" dt="2024-03-24T18:35:36.481" v="2446" actId="20577"/>
          <ac:spMkLst>
            <pc:docMk/>
            <pc:sldMk cId="3401786745" sldId="371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00:14:04.771" v="406"/>
          <ac:picMkLst>
            <pc:docMk/>
            <pc:sldMk cId="3401786745" sldId="371"/>
            <ac:picMk id="2" creationId="{B61D0B96-1DE4-3887-4B65-4E00A132967D}"/>
          </ac:picMkLst>
        </pc:picChg>
      </pc:sldChg>
      <pc:sldChg chg="addSp modSp add mod ord">
        <pc:chgData name="Danny Alberto Luarte Canto" userId="01864023-a306-4040-9773-946c92c655fb" providerId="ADAL" clId="{38C85F39-7D77-46E8-9FE3-394A639D0B69}" dt="2024-03-24T19:13:18.362" v="2903" actId="20577"/>
        <pc:sldMkLst>
          <pc:docMk/>
          <pc:sldMk cId="2947405533" sldId="372"/>
        </pc:sldMkLst>
        <pc:spChg chg="mod">
          <ac:chgData name="Danny Alberto Luarte Canto" userId="01864023-a306-4040-9773-946c92c655fb" providerId="ADAL" clId="{38C85F39-7D77-46E8-9FE3-394A639D0B69}" dt="2024-03-24T19:13:18.362" v="2903" actId="20577"/>
          <ac:spMkLst>
            <pc:docMk/>
            <pc:sldMk cId="2947405533" sldId="372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00:16:51.940" v="494" actId="1036"/>
          <ac:picMkLst>
            <pc:docMk/>
            <pc:sldMk cId="2947405533" sldId="372"/>
            <ac:picMk id="2" creationId="{AED52730-FAFD-49FF-C505-5BF5887350D2}"/>
          </ac:picMkLst>
        </pc:picChg>
      </pc:sldChg>
      <pc:sldChg chg="addSp modSp add ord">
        <pc:chgData name="Danny Alberto Luarte Canto" userId="01864023-a306-4040-9773-946c92c655fb" providerId="ADAL" clId="{38C85F39-7D77-46E8-9FE3-394A639D0B69}" dt="2024-03-24T19:03:38.813" v="2731"/>
        <pc:sldMkLst>
          <pc:docMk/>
          <pc:sldMk cId="1703037607" sldId="373"/>
        </pc:sldMkLst>
        <pc:picChg chg="add mod">
          <ac:chgData name="Danny Alberto Luarte Canto" userId="01864023-a306-4040-9773-946c92c655fb" providerId="ADAL" clId="{38C85F39-7D77-46E8-9FE3-394A639D0B69}" dt="2024-03-24T00:17:18.974" v="498"/>
          <ac:picMkLst>
            <pc:docMk/>
            <pc:sldMk cId="1703037607" sldId="373"/>
            <ac:picMk id="2" creationId="{EF324CEE-50F7-7274-4A75-5DDC54FEE79E}"/>
          </ac:picMkLst>
        </pc:picChg>
      </pc:sldChg>
      <pc:sldChg chg="add del">
        <pc:chgData name="Danny Alberto Luarte Canto" userId="01864023-a306-4040-9773-946c92c655fb" providerId="ADAL" clId="{38C85F39-7D77-46E8-9FE3-394A639D0B69}" dt="2024-03-24T13:24:18.807" v="732" actId="47"/>
        <pc:sldMkLst>
          <pc:docMk/>
          <pc:sldMk cId="572017749" sldId="374"/>
        </pc:sldMkLst>
      </pc:sldChg>
      <pc:sldChg chg="addSp delSp modSp add mod delDesignElem chgLayout">
        <pc:chgData name="Danny Alberto Luarte Canto" userId="01864023-a306-4040-9773-946c92c655fb" providerId="ADAL" clId="{38C85F39-7D77-46E8-9FE3-394A639D0B69}" dt="2024-03-24T14:23:13.273" v="2113" actId="20577"/>
        <pc:sldMkLst>
          <pc:docMk/>
          <pc:sldMk cId="1853398438" sldId="375"/>
        </pc:sldMkLst>
        <pc:spChg chg="add mod">
          <ac:chgData name="Danny Alberto Luarte Canto" userId="01864023-a306-4040-9773-946c92c655fb" providerId="ADAL" clId="{38C85F39-7D77-46E8-9FE3-394A639D0B69}" dt="2024-03-24T14:23:13.273" v="2113" actId="20577"/>
          <ac:spMkLst>
            <pc:docMk/>
            <pc:sldMk cId="1853398438" sldId="375"/>
            <ac:spMk id="2" creationId="{8997DA44-4271-9820-213E-8790CBBEC2EB}"/>
          </ac:spMkLst>
        </pc:spChg>
        <pc:spChg chg="mod or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15" creationId="{081E4A58-353D-44AE-B2FC-2A74E2E400F7}"/>
          </ac:spMkLst>
        </pc:spChg>
        <pc:spChg chg="add del mo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30" creationId="{6B116BB2-3D51-7A8D-1DBC-08CA8E830704}"/>
          </ac:spMkLst>
        </pc:spChg>
        <pc:spChg chg="add del mod">
          <ac:chgData name="Danny Alberto Luarte Canto" userId="01864023-a306-4040-9773-946c92c655fb" providerId="ADAL" clId="{38C85F39-7D77-46E8-9FE3-394A639D0B69}" dt="2024-03-24T14:22:29.207" v="2106" actId="6264"/>
          <ac:spMkLst>
            <pc:docMk/>
            <pc:sldMk cId="1853398438" sldId="375"/>
            <ac:spMk id="31" creationId="{81934408-4C6F-CC7F-7FBF-07B83D6F8B5A}"/>
          </ac:spMkLst>
        </pc:spChg>
        <pc:picChg chg="del">
          <ac:chgData name="Danny Alberto Luarte Canto" userId="01864023-a306-4040-9773-946c92c655fb" providerId="ADAL" clId="{38C85F39-7D77-46E8-9FE3-394A639D0B69}" dt="2024-03-24T13:18:50.021" v="501" actId="478"/>
          <ac:picMkLst>
            <pc:docMk/>
            <pc:sldMk cId="1853398438" sldId="375"/>
            <ac:picMk id="3" creationId="{764EC4AB-1237-20C3-C2E3-616F05A6233F}"/>
          </ac:picMkLst>
        </pc:picChg>
        <pc:picChg chg="del">
          <ac:chgData name="Danny Alberto Luarte Canto" userId="01864023-a306-4040-9773-946c92c655fb" providerId="ADAL" clId="{38C85F39-7D77-46E8-9FE3-394A639D0B69}" dt="2024-03-24T13:18:51.352" v="502" actId="478"/>
          <ac:picMkLst>
            <pc:docMk/>
            <pc:sldMk cId="1853398438" sldId="375"/>
            <ac:picMk id="5" creationId="{F8E325B7-0379-A84B-2843-12638664A668}"/>
          </ac:picMkLst>
        </pc:picChg>
        <pc:picChg chg="add del mod">
          <ac:chgData name="Danny Alberto Luarte Canto" userId="01864023-a306-4040-9773-946c92c655fb" providerId="ADAL" clId="{38C85F39-7D77-46E8-9FE3-394A639D0B69}" dt="2024-03-24T13:27:26.271" v="744" actId="478"/>
          <ac:picMkLst>
            <pc:docMk/>
            <pc:sldMk cId="1853398438" sldId="375"/>
            <ac:picMk id="7" creationId="{DC1AAD88-3B88-1F00-3422-C666C618565C}"/>
          </ac:picMkLst>
        </pc:picChg>
        <pc:picChg chg="add del mod ord">
          <ac:chgData name="Danny Alberto Luarte Canto" userId="01864023-a306-4040-9773-946c92c655fb" providerId="ADAL" clId="{38C85F39-7D77-46E8-9FE3-394A639D0B69}" dt="2024-03-24T13:26:28.979" v="742" actId="478"/>
          <ac:picMkLst>
            <pc:docMk/>
            <pc:sldMk cId="1853398438" sldId="375"/>
            <ac:picMk id="8" creationId="{87286E2A-C033-8A63-9917-5AD4C9F0EAC7}"/>
          </ac:picMkLst>
        </pc:picChg>
        <pc:picChg chg="add del mod">
          <ac:chgData name="Danny Alberto Luarte Canto" userId="01864023-a306-4040-9773-946c92c655fb" providerId="ADAL" clId="{38C85F39-7D77-46E8-9FE3-394A639D0B69}" dt="2024-03-24T13:28:46.630" v="809" actId="478"/>
          <ac:picMkLst>
            <pc:docMk/>
            <pc:sldMk cId="1853398438" sldId="375"/>
            <ac:picMk id="9" creationId="{AFAFB203-9CAD-CF2D-FB06-144809C09D51}"/>
          </ac:picMkLst>
        </pc:picChg>
        <pc:picChg chg="add del mod">
          <ac:chgData name="Danny Alberto Luarte Canto" userId="01864023-a306-4040-9773-946c92c655fb" providerId="ADAL" clId="{38C85F39-7D77-46E8-9FE3-394A639D0B69}" dt="2024-03-24T13:28:48.311" v="810" actId="478"/>
          <ac:picMkLst>
            <pc:docMk/>
            <pc:sldMk cId="1853398438" sldId="375"/>
            <ac:picMk id="12" creationId="{86B995DD-E59E-BBF3-8B29-F114C40952D9}"/>
          </ac:picMkLst>
        </pc:picChg>
        <pc:picChg chg="add del mod">
          <ac:chgData name="Danny Alberto Luarte Canto" userId="01864023-a306-4040-9773-946c92c655fb" providerId="ADAL" clId="{38C85F39-7D77-46E8-9FE3-394A639D0B69}" dt="2024-03-24T13:28:53.609" v="812" actId="478"/>
          <ac:picMkLst>
            <pc:docMk/>
            <pc:sldMk cId="1853398438" sldId="375"/>
            <ac:picMk id="16" creationId="{1B91E7EA-3E2F-D2A8-348D-32CA65129CA1}"/>
          </ac:picMkLst>
        </pc:picChg>
        <pc:picChg chg="add mod">
          <ac:chgData name="Danny Alberto Luarte Canto" userId="01864023-a306-4040-9773-946c92c655fb" providerId="ADAL" clId="{38C85F39-7D77-46E8-9FE3-394A639D0B69}" dt="2024-03-24T13:26:53.657" v="743"/>
          <ac:picMkLst>
            <pc:docMk/>
            <pc:sldMk cId="1853398438" sldId="375"/>
            <ac:picMk id="17" creationId="{9989A3A2-44B7-0A39-6693-CDCDD7EDC7AC}"/>
          </ac:picMkLst>
        </pc:picChg>
        <pc:picChg chg="add mod">
          <ac:chgData name="Danny Alberto Luarte Canto" userId="01864023-a306-4040-9773-946c92c655fb" providerId="ADAL" clId="{38C85F39-7D77-46E8-9FE3-394A639D0B69}" dt="2024-03-24T13:30:20.447" v="833" actId="1076"/>
          <ac:picMkLst>
            <pc:docMk/>
            <pc:sldMk cId="1853398438" sldId="375"/>
            <ac:picMk id="19" creationId="{14D561DF-D5C9-CBD0-A1E4-A23075260120}"/>
          </ac:picMkLst>
        </pc:picChg>
        <pc:picChg chg="add del mod ord">
          <ac:chgData name="Danny Alberto Luarte Canto" userId="01864023-a306-4040-9773-946c92c655fb" providerId="ADAL" clId="{38C85F39-7D77-46E8-9FE3-394A639D0B69}" dt="2024-03-24T14:06:48.816" v="1654" actId="478"/>
          <ac:picMkLst>
            <pc:docMk/>
            <pc:sldMk cId="1853398438" sldId="375"/>
            <ac:picMk id="21" creationId="{4358D973-78CF-3DF3-2635-7F180A1C2FD4}"/>
          </ac:picMkLst>
        </pc:picChg>
        <pc:picChg chg="add del mod">
          <ac:chgData name="Danny Alberto Luarte Canto" userId="01864023-a306-4040-9773-946c92c655fb" providerId="ADAL" clId="{38C85F39-7D77-46E8-9FE3-394A639D0B69}" dt="2024-03-24T13:47:22.797" v="1255" actId="478"/>
          <ac:picMkLst>
            <pc:docMk/>
            <pc:sldMk cId="1853398438" sldId="375"/>
            <ac:picMk id="23" creationId="{C8C7F350-B353-B67B-05CD-B8AC30216AAC}"/>
          </ac:picMkLst>
        </pc:picChg>
        <pc:picChg chg="add del mod">
          <ac:chgData name="Danny Alberto Luarte Canto" userId="01864023-a306-4040-9773-946c92c655fb" providerId="ADAL" clId="{38C85F39-7D77-46E8-9FE3-394A639D0B69}" dt="2024-03-24T14:06:09.784" v="1653" actId="478"/>
          <ac:picMkLst>
            <pc:docMk/>
            <pc:sldMk cId="1853398438" sldId="375"/>
            <ac:picMk id="25" creationId="{8C7B5D14-000E-278D-AFBF-B969602101DA}"/>
          </ac:picMkLst>
        </pc:picChg>
        <pc:picChg chg="add mod">
          <ac:chgData name="Danny Alberto Luarte Canto" userId="01864023-a306-4040-9773-946c92c655fb" providerId="ADAL" clId="{38C85F39-7D77-46E8-9FE3-394A639D0B69}" dt="2024-03-24T13:51:03.296" v="1318" actId="1076"/>
          <ac:picMkLst>
            <pc:docMk/>
            <pc:sldMk cId="1853398438" sldId="375"/>
            <ac:picMk id="27" creationId="{91870C09-BB8E-E1B9-8383-DE4CFC3B99E0}"/>
          </ac:picMkLst>
        </pc:picChg>
        <pc:picChg chg="add mod">
          <ac:chgData name="Danny Alberto Luarte Canto" userId="01864023-a306-4040-9773-946c92c655fb" providerId="ADAL" clId="{38C85F39-7D77-46E8-9FE3-394A639D0B69}" dt="2024-03-24T14:22:11.663" v="2099" actId="1076"/>
          <ac:picMkLst>
            <pc:docMk/>
            <pc:sldMk cId="1853398438" sldId="375"/>
            <ac:picMk id="29" creationId="{5AFFD7B3-9500-ECE5-216F-164C7F20F1FC}"/>
          </ac:picMkLst>
        </pc:picChg>
        <pc:picChg chg="add mod">
          <ac:chgData name="Danny Alberto Luarte Canto" userId="01864023-a306-4040-9773-946c92c655fb" providerId="ADAL" clId="{38C85F39-7D77-46E8-9FE3-394A639D0B69}" dt="2024-03-24T14:23:03.230" v="2109" actId="14100"/>
          <ac:picMkLst>
            <pc:docMk/>
            <pc:sldMk cId="1853398438" sldId="375"/>
            <ac:picMk id="33" creationId="{A2F0BBD8-0336-064C-CBA5-3DA34937A377}"/>
          </ac:picMkLst>
        </pc:picChg>
      </pc:sldChg>
      <pc:sldChg chg="addSp delSp modSp add mod ord delDesignElem chgLayout">
        <pc:chgData name="Danny Alberto Luarte Canto" userId="01864023-a306-4040-9773-946c92c655fb" providerId="ADAL" clId="{38C85F39-7D77-46E8-9FE3-394A639D0B69}" dt="2024-03-24T14:21:45.809" v="2096" actId="20577"/>
        <pc:sldMkLst>
          <pc:docMk/>
          <pc:sldMk cId="1021608032" sldId="376"/>
        </pc:sldMkLst>
        <pc:spChg chg="mod">
          <ac:chgData name="Danny Alberto Luarte Canto" userId="01864023-a306-4040-9773-946c92c655fb" providerId="ADAL" clId="{38C85F39-7D77-46E8-9FE3-394A639D0B69}" dt="2024-03-24T14:21:45.809" v="2096" actId="20577"/>
          <ac:spMkLst>
            <pc:docMk/>
            <pc:sldMk cId="1021608032" sldId="376"/>
            <ac:spMk id="2" creationId="{8997DA44-4271-9820-213E-8790CBBEC2EB}"/>
          </ac:spMkLst>
        </pc:spChg>
        <pc:spChg chg="mod or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38C85F39-7D77-46E8-9FE3-394A639D0B69}" dt="2024-03-24T14:14:38.603" v="1904" actId="1076"/>
          <ac:spMkLst>
            <pc:docMk/>
            <pc:sldMk cId="1021608032" sldId="376"/>
            <ac:spMk id="20" creationId="{0B1EF2C8-B498-A569-4485-FF19013500E1}"/>
          </ac:spMkLst>
        </pc:spChg>
        <pc:spChg chg="add mod">
          <ac:chgData name="Danny Alberto Luarte Canto" userId="01864023-a306-4040-9773-946c92c655fb" providerId="ADAL" clId="{38C85F39-7D77-46E8-9FE3-394A639D0B69}" dt="2024-03-24T14:14:32.123" v="1901"/>
          <ac:spMkLst>
            <pc:docMk/>
            <pc:sldMk cId="1021608032" sldId="376"/>
            <ac:spMk id="21" creationId="{DC73A352-DF69-037A-A8F7-16532C775316}"/>
          </ac:spMkLst>
        </pc:spChg>
        <pc:spChg chg="add mod ord">
          <ac:chgData name="Danny Alberto Luarte Canto" userId="01864023-a306-4040-9773-946c92c655fb" providerId="ADAL" clId="{38C85F39-7D77-46E8-9FE3-394A639D0B69}" dt="2024-03-24T14:17:47.138" v="1954" actId="14100"/>
          <ac:spMkLst>
            <pc:docMk/>
            <pc:sldMk cId="1021608032" sldId="376"/>
            <ac:spMk id="22" creationId="{5FCA9E68-D844-1A9B-D962-4851C158EB4C}"/>
          </ac:spMkLst>
        </pc:spChg>
        <pc:spChg chg="add del mo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23" creationId="{0FB2E586-04AD-E9E4-ADAB-D2FA2ACDB0A5}"/>
          </ac:spMkLst>
        </pc:spChg>
        <pc:spChg chg="add del mod">
          <ac:chgData name="Danny Alberto Luarte Canto" userId="01864023-a306-4040-9773-946c92c655fb" providerId="ADAL" clId="{38C85F39-7D77-46E8-9FE3-394A639D0B69}" dt="2024-03-24T14:18:59.959" v="2022" actId="6264"/>
          <ac:spMkLst>
            <pc:docMk/>
            <pc:sldMk cId="1021608032" sldId="376"/>
            <ac:spMk id="24" creationId="{6D90611F-9684-B75A-B658-EFB29BC6FA81}"/>
          </ac:spMkLst>
        </pc:spChg>
        <pc:picChg chg="add mod ord">
          <ac:chgData name="Danny Alberto Luarte Canto" userId="01864023-a306-4040-9773-946c92c655fb" providerId="ADAL" clId="{38C85F39-7D77-46E8-9FE3-394A639D0B69}" dt="2024-03-24T14:19:32.189" v="2066" actId="1076"/>
          <ac:picMkLst>
            <pc:docMk/>
            <pc:sldMk cId="1021608032" sldId="376"/>
            <ac:picMk id="3" creationId="{409CE53E-9D1F-25BE-5548-7504EB0DBE8B}"/>
          </ac:picMkLst>
        </pc:picChg>
        <pc:picChg chg="mod">
          <ac:chgData name="Danny Alberto Luarte Canto" userId="01864023-a306-4040-9773-946c92c655fb" providerId="ADAL" clId="{38C85F39-7D77-46E8-9FE3-394A639D0B69}" dt="2024-03-24T14:19:18.706" v="2058" actId="1037"/>
          <ac:picMkLst>
            <pc:docMk/>
            <pc:sldMk cId="1021608032" sldId="376"/>
            <ac:picMk id="7" creationId="{DC1AAD88-3B88-1F00-3422-C666C618565C}"/>
          </ac:picMkLst>
        </pc:picChg>
        <pc:picChg chg="mod">
          <ac:chgData name="Danny Alberto Luarte Canto" userId="01864023-a306-4040-9773-946c92c655fb" providerId="ADAL" clId="{38C85F39-7D77-46E8-9FE3-394A639D0B69}" dt="2024-03-24T14:19:15.876" v="2045" actId="1036"/>
          <ac:picMkLst>
            <pc:docMk/>
            <pc:sldMk cId="1021608032" sldId="376"/>
            <ac:picMk id="9" creationId="{AFAFB203-9CAD-CF2D-FB06-144809C09D51}"/>
          </ac:picMkLst>
        </pc:picChg>
        <pc:picChg chg="add del mod">
          <ac:chgData name="Danny Alberto Luarte Canto" userId="01864023-a306-4040-9773-946c92c655fb" providerId="ADAL" clId="{38C85F39-7D77-46E8-9FE3-394A639D0B69}" dt="2024-03-24T14:10:15.826" v="1753" actId="478"/>
          <ac:picMkLst>
            <pc:docMk/>
            <pc:sldMk cId="1021608032" sldId="376"/>
            <ac:picMk id="10" creationId="{50038343-52B2-78A6-E70A-10B5AEEEE764}"/>
          </ac:picMkLst>
        </pc:picChg>
        <pc:picChg chg="del mod">
          <ac:chgData name="Danny Alberto Luarte Canto" userId="01864023-a306-4040-9773-946c92c655fb" providerId="ADAL" clId="{38C85F39-7D77-46E8-9FE3-394A639D0B69}" dt="2024-03-24T14:08:12.602" v="1688" actId="478"/>
          <ac:picMkLst>
            <pc:docMk/>
            <pc:sldMk cId="1021608032" sldId="376"/>
            <ac:picMk id="12" creationId="{86B995DD-E59E-BBF3-8B29-F114C40952D9}"/>
          </ac:picMkLst>
        </pc:picChg>
        <pc:picChg chg="del mod">
          <ac:chgData name="Danny Alberto Luarte Canto" userId="01864023-a306-4040-9773-946c92c655fb" providerId="ADAL" clId="{38C85F39-7D77-46E8-9FE3-394A639D0B69}" dt="2024-03-24T13:38:16.504" v="925" actId="478"/>
          <ac:picMkLst>
            <pc:docMk/>
            <pc:sldMk cId="1021608032" sldId="376"/>
            <ac:picMk id="16" creationId="{1B91E7EA-3E2F-D2A8-348D-32CA65129CA1}"/>
          </ac:picMkLst>
        </pc:picChg>
        <pc:picChg chg="add mod">
          <ac:chgData name="Danny Alberto Luarte Canto" userId="01864023-a306-4040-9773-946c92c655fb" providerId="ADAL" clId="{38C85F39-7D77-46E8-9FE3-394A639D0B69}" dt="2024-03-24T14:20:29.227" v="2082" actId="1076"/>
          <ac:picMkLst>
            <pc:docMk/>
            <pc:sldMk cId="1021608032" sldId="376"/>
            <ac:picMk id="17" creationId="{BDCD7CE5-C18B-55A3-E673-374F2C15F6FD}"/>
          </ac:picMkLst>
        </pc:picChg>
        <pc:picChg chg="add mod">
          <ac:chgData name="Danny Alberto Luarte Canto" userId="01864023-a306-4040-9773-946c92c655fb" providerId="ADAL" clId="{38C85F39-7D77-46E8-9FE3-394A639D0B69}" dt="2024-03-24T14:20:40.444" v="2084" actId="1076"/>
          <ac:picMkLst>
            <pc:docMk/>
            <pc:sldMk cId="1021608032" sldId="376"/>
            <ac:picMk id="19" creationId="{C36C5426-B0FD-FA31-66B6-D69ECA31AC98}"/>
          </ac:picMkLst>
        </pc:picChg>
      </pc:sldChg>
      <pc:sldChg chg="addSp delSp modSp add mod delDesignElem chgLayout">
        <pc:chgData name="Danny Alberto Luarte Canto" userId="01864023-a306-4040-9773-946c92c655fb" providerId="ADAL" clId="{38C85F39-7D77-46E8-9FE3-394A639D0B69}" dt="2024-03-24T14:54:23.472" v="2289" actId="732"/>
        <pc:sldMkLst>
          <pc:docMk/>
          <pc:sldMk cId="3412829441" sldId="377"/>
        </pc:sldMkLst>
        <pc:spChg chg="add del mod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2" creationId="{CC0B276F-197C-EA2F-1326-4A839D926B58}"/>
          </ac:spMkLst>
        </pc:spChg>
        <pc:spChg chg="add del mod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3" creationId="{F3B7E1C2-C409-9403-1324-DF031CCAD2D1}"/>
          </ac:spMkLst>
        </pc:spChg>
        <pc:spChg chg="del mod ord">
          <ac:chgData name="Danny Alberto Luarte Canto" userId="01864023-a306-4040-9773-946c92c655fb" providerId="ADAL" clId="{38C85F39-7D77-46E8-9FE3-394A639D0B69}" dt="2024-03-24T14:38:31.864" v="2140" actId="478"/>
          <ac:spMkLst>
            <pc:docMk/>
            <pc:sldMk cId="3412829441" sldId="377"/>
            <ac:spMk id="4" creationId="{1822B87D-DD3A-2663-9295-305E16A49FF7}"/>
          </ac:spMkLst>
        </pc:spChg>
        <pc:spChg chg="del mod ord">
          <ac:chgData name="Danny Alberto Luarte Canto" userId="01864023-a306-4040-9773-946c92c655fb" providerId="ADAL" clId="{38C85F39-7D77-46E8-9FE3-394A639D0B69}" dt="2024-03-24T14:38:49.832" v="2145" actId="478"/>
          <ac:spMkLst>
            <pc:docMk/>
            <pc:sldMk cId="3412829441" sldId="377"/>
            <ac:spMk id="6" creationId="{195EC640-63C1-E5B4-EBAC-BBE71C870CD0}"/>
          </ac:spMkLst>
        </pc:spChg>
        <pc:spChg chg="add del mod">
          <ac:chgData name="Danny Alberto Luarte Canto" userId="01864023-a306-4040-9773-946c92c655fb" providerId="ADAL" clId="{38C85F39-7D77-46E8-9FE3-394A639D0B69}" dt="2024-03-24T14:38:34.099" v="2141" actId="478"/>
          <ac:spMkLst>
            <pc:docMk/>
            <pc:sldMk cId="3412829441" sldId="377"/>
            <ac:spMk id="8" creationId="{0EA136C2-0CF7-0F75-8C82-7FB8D6F847A2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38C85F39-7D77-46E8-9FE3-394A639D0B69}" dt="2024-03-24T14:38:26.758" v="2137" actId="6264"/>
          <ac:spMkLst>
            <pc:docMk/>
            <pc:sldMk cId="3412829441" sldId="377"/>
            <ac:spMk id="15" creationId="{081E4A58-353D-44AE-B2FC-2A74E2E400F7}"/>
          </ac:spMkLst>
        </pc:spChg>
        <pc:spChg chg="add del mod">
          <ac:chgData name="Danny Alberto Luarte Canto" userId="01864023-a306-4040-9773-946c92c655fb" providerId="ADAL" clId="{38C85F39-7D77-46E8-9FE3-394A639D0B69}" dt="2024-03-24T14:38:53.618" v="2146" actId="478"/>
          <ac:spMkLst>
            <pc:docMk/>
            <pc:sldMk cId="3412829441" sldId="377"/>
            <ac:spMk id="16" creationId="{46917AA4-170A-B9DA-B179-8F313D91276F}"/>
          </ac:spMkLst>
        </pc:spChg>
        <pc:picChg chg="del">
          <ac:chgData name="Danny Alberto Luarte Canto" userId="01864023-a306-4040-9773-946c92c655fb" providerId="ADAL" clId="{38C85F39-7D77-46E8-9FE3-394A639D0B69}" dt="2024-03-24T14:38:28.300" v="2138" actId="478"/>
          <ac:picMkLst>
            <pc:docMk/>
            <pc:sldMk cId="3412829441" sldId="377"/>
            <ac:picMk id="7" creationId="{38ACA951-B8CC-3D21-CA99-8D5A08254229}"/>
          </ac:picMkLst>
        </pc:picChg>
        <pc:picChg chg="del">
          <ac:chgData name="Danny Alberto Luarte Canto" userId="01864023-a306-4040-9773-946c92c655fb" providerId="ADAL" clId="{38C85F39-7D77-46E8-9FE3-394A639D0B69}" dt="2024-03-24T14:38:29.117" v="2139" actId="478"/>
          <ac:picMkLst>
            <pc:docMk/>
            <pc:sldMk cId="3412829441" sldId="377"/>
            <ac:picMk id="9" creationId="{F6B1026B-E4C2-8E00-8983-A4DA3E2465EA}"/>
          </ac:picMkLst>
        </pc:picChg>
        <pc:picChg chg="add del mod">
          <ac:chgData name="Danny Alberto Luarte Canto" userId="01864023-a306-4040-9773-946c92c655fb" providerId="ADAL" clId="{38C85F39-7D77-46E8-9FE3-394A639D0B69}" dt="2024-03-24T14:53:12.049" v="2154" actId="478"/>
          <ac:picMkLst>
            <pc:docMk/>
            <pc:sldMk cId="3412829441" sldId="377"/>
            <ac:picMk id="12" creationId="{FA106911-D897-EC0D-D155-498F89A5D3F0}"/>
          </ac:picMkLst>
        </pc:picChg>
        <pc:picChg chg="add mod modCrop">
          <ac:chgData name="Danny Alberto Luarte Canto" userId="01864023-a306-4040-9773-946c92c655fb" providerId="ADAL" clId="{38C85F39-7D77-46E8-9FE3-394A639D0B69}" dt="2024-03-24T14:54:23.472" v="2289" actId="732"/>
          <ac:picMkLst>
            <pc:docMk/>
            <pc:sldMk cId="3412829441" sldId="377"/>
            <ac:picMk id="18" creationId="{B86883D2-E37E-A98C-4E33-D040205D2C65}"/>
          </ac:picMkLst>
        </pc:picChg>
      </pc:sldChg>
      <pc:sldChg chg="delSp modSp add mod">
        <pc:chgData name="Danny Alberto Luarte Canto" userId="01864023-a306-4040-9773-946c92c655fb" providerId="ADAL" clId="{38C85F39-7D77-46E8-9FE3-394A639D0B69}" dt="2024-03-24T19:05:44.863" v="2810" actId="20577"/>
        <pc:sldMkLst>
          <pc:docMk/>
          <pc:sldMk cId="1571730040" sldId="378"/>
        </pc:sldMkLst>
        <pc:spChg chg="mod">
          <ac:chgData name="Danny Alberto Luarte Canto" userId="01864023-a306-4040-9773-946c92c655fb" providerId="ADAL" clId="{38C85F39-7D77-46E8-9FE3-394A639D0B69}" dt="2024-03-24T19:05:44.863" v="2810" actId="20577"/>
          <ac:spMkLst>
            <pc:docMk/>
            <pc:sldMk cId="1571730040" sldId="378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38C85F39-7D77-46E8-9FE3-394A639D0B69}" dt="2024-03-24T17:54:37.489" v="2291" actId="478"/>
          <ac:picMkLst>
            <pc:docMk/>
            <pc:sldMk cId="1571730040" sldId="378"/>
            <ac:picMk id="2" creationId="{EF324CEE-50F7-7274-4A75-5DDC54FEE79E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22:31:04.264" v="3448" actId="20577"/>
        <pc:sldMkLst>
          <pc:docMk/>
          <pc:sldMk cId="3680980862" sldId="379"/>
        </pc:sldMkLst>
        <pc:spChg chg="mod">
          <ac:chgData name="Danny Alberto Luarte Canto" userId="01864023-a306-4040-9773-946c92c655fb" providerId="ADAL" clId="{38C85F39-7D77-46E8-9FE3-394A639D0B69}" dt="2024-03-24T22:31:04.264" v="3448" actId="20577"/>
          <ac:spMkLst>
            <pc:docMk/>
            <pc:sldMk cId="3680980862" sldId="379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18:03:45.077" v="2331" actId="14100"/>
          <ac:picMkLst>
            <pc:docMk/>
            <pc:sldMk cId="3680980862" sldId="379"/>
            <ac:picMk id="3" creationId="{69DEABD4-D2E0-2A82-127E-D183EAFBBB63}"/>
          </ac:picMkLst>
        </pc:picChg>
      </pc:sldChg>
      <pc:sldChg chg="addSp delSp modSp add mod">
        <pc:chgData name="Danny Alberto Luarte Canto" userId="01864023-a306-4040-9773-946c92c655fb" providerId="ADAL" clId="{38C85F39-7D77-46E8-9FE3-394A639D0B69}" dt="2024-03-24T18:43:42.838" v="2723" actId="20577"/>
        <pc:sldMkLst>
          <pc:docMk/>
          <pc:sldMk cId="2328388749" sldId="380"/>
        </pc:sldMkLst>
        <pc:spChg chg="mod">
          <ac:chgData name="Danny Alberto Luarte Canto" userId="01864023-a306-4040-9773-946c92c655fb" providerId="ADAL" clId="{38C85F39-7D77-46E8-9FE3-394A639D0B69}" dt="2024-03-24T18:43:42.838" v="2723" actId="20577"/>
          <ac:spMkLst>
            <pc:docMk/>
            <pc:sldMk cId="2328388749" sldId="38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38C85F39-7D77-46E8-9FE3-394A639D0B69}" dt="2024-03-24T18:34:39.577" v="2382" actId="478"/>
          <ac:picMkLst>
            <pc:docMk/>
            <pc:sldMk cId="2328388749" sldId="380"/>
            <ac:picMk id="2" creationId="{B61D0B96-1DE4-3887-4B65-4E00A132967D}"/>
          </ac:picMkLst>
        </pc:picChg>
        <pc:picChg chg="add mod">
          <ac:chgData name="Danny Alberto Luarte Canto" userId="01864023-a306-4040-9773-946c92c655fb" providerId="ADAL" clId="{38C85F39-7D77-46E8-9FE3-394A639D0B69}" dt="2024-03-24T18:34:53.492" v="2389" actId="1076"/>
          <ac:picMkLst>
            <pc:docMk/>
            <pc:sldMk cId="2328388749" sldId="380"/>
            <ac:picMk id="5" creationId="{C7635E38-6B07-6391-2F7D-B67199F1A0F0}"/>
          </ac:picMkLst>
        </pc:picChg>
      </pc:sldChg>
      <pc:sldChg chg="addSp modSp add mod">
        <pc:chgData name="Danny Alberto Luarte Canto" userId="01864023-a306-4040-9773-946c92c655fb" providerId="ADAL" clId="{38C85F39-7D77-46E8-9FE3-394A639D0B69}" dt="2024-03-24T19:15:12.846" v="3060" actId="114"/>
        <pc:sldMkLst>
          <pc:docMk/>
          <pc:sldMk cId="98619088" sldId="381"/>
        </pc:sldMkLst>
        <pc:spChg chg="mod">
          <ac:chgData name="Danny Alberto Luarte Canto" userId="01864023-a306-4040-9773-946c92c655fb" providerId="ADAL" clId="{38C85F39-7D77-46E8-9FE3-394A639D0B69}" dt="2024-03-24T19:10:51.030" v="2848" actId="20577"/>
          <ac:spMkLst>
            <pc:docMk/>
            <pc:sldMk cId="98619088" sldId="381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38C85F39-7D77-46E8-9FE3-394A639D0B69}" dt="2024-03-24T19:15:12.846" v="3060" actId="114"/>
          <ac:spMkLst>
            <pc:docMk/>
            <pc:sldMk cId="98619088" sldId="381"/>
            <ac:spMk id="5" creationId="{AAC7DBF4-4BE8-2B70-7A38-B795C006D543}"/>
          </ac:spMkLst>
        </pc:spChg>
        <pc:picChg chg="add mod">
          <ac:chgData name="Danny Alberto Luarte Canto" userId="01864023-a306-4040-9773-946c92c655fb" providerId="ADAL" clId="{38C85F39-7D77-46E8-9FE3-394A639D0B69}" dt="2024-03-24T19:10:20.492" v="2843"/>
          <ac:picMkLst>
            <pc:docMk/>
            <pc:sldMk cId="98619088" sldId="381"/>
            <ac:picMk id="2" creationId="{A82D3B53-BAB1-3726-4083-26AFB644C296}"/>
          </ac:picMkLst>
        </pc:picChg>
      </pc:sldChg>
      <pc:sldChg chg="addSp modSp add mod ord">
        <pc:chgData name="Danny Alberto Luarte Canto" userId="01864023-a306-4040-9773-946c92c655fb" providerId="ADAL" clId="{38C85F39-7D77-46E8-9FE3-394A639D0B69}" dt="2024-03-24T22:30:46.709" v="3434"/>
        <pc:sldMkLst>
          <pc:docMk/>
          <pc:sldMk cId="1486167007" sldId="382"/>
        </pc:sldMkLst>
        <pc:spChg chg="mod">
          <ac:chgData name="Danny Alberto Luarte Canto" userId="01864023-a306-4040-9773-946c92c655fb" providerId="ADAL" clId="{38C85F39-7D77-46E8-9FE3-394A639D0B69}" dt="2024-03-24T20:12:49.217" v="3229" actId="20577"/>
          <ac:spMkLst>
            <pc:docMk/>
            <pc:sldMk cId="1486167007" sldId="382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38C85F39-7D77-46E8-9FE3-394A639D0B69}" dt="2024-03-24T20:12:31.942" v="3225" actId="1035"/>
          <ac:picMkLst>
            <pc:docMk/>
            <pc:sldMk cId="1486167007" sldId="382"/>
            <ac:picMk id="3" creationId="{7A6D4715-3A42-0284-50BF-860AA6A81F83}"/>
          </ac:picMkLst>
        </pc:picChg>
        <pc:picChg chg="add mod">
          <ac:chgData name="Danny Alberto Luarte Canto" userId="01864023-a306-4040-9773-946c92c655fb" providerId="ADAL" clId="{38C85F39-7D77-46E8-9FE3-394A639D0B69}" dt="2024-03-24T20:13:15.649" v="3234" actId="14100"/>
          <ac:picMkLst>
            <pc:docMk/>
            <pc:sldMk cId="1486167007" sldId="382"/>
            <ac:picMk id="7" creationId="{AA8BA7B8-2F1B-D09D-6FCC-D54093C9F6CA}"/>
          </ac:picMkLst>
        </pc:picChg>
      </pc:sldChg>
      <pc:sldChg chg="add">
        <pc:chgData name="Danny Alberto Luarte Canto" userId="01864023-a306-4040-9773-946c92c655fb" providerId="ADAL" clId="{38C85F39-7D77-46E8-9FE3-394A639D0B69}" dt="2024-03-24T20:20:54.068" v="3279" actId="2890"/>
        <pc:sldMkLst>
          <pc:docMk/>
          <pc:sldMk cId="1526063849" sldId="383"/>
        </pc:sldMkLst>
      </pc:sldChg>
    </pc:docChg>
  </pc:docChgLst>
  <pc:docChgLst>
    <pc:chgData name="Danny Alberto Luarte Canto" userId="01864023-a306-4040-9773-946c92c655fb" providerId="ADAL" clId="{F901F767-C0CA-4C04-8228-80943FF273E7}"/>
    <pc:docChg chg="undo custSel addSld delSld modSld sldOrd">
      <pc:chgData name="Danny Alberto Luarte Canto" userId="01864023-a306-4040-9773-946c92c655fb" providerId="ADAL" clId="{F901F767-C0CA-4C04-8228-80943FF273E7}" dt="2024-03-20T22:01:17.555" v="1021" actId="20577"/>
      <pc:docMkLst>
        <pc:docMk/>
      </pc:docMkLst>
      <pc:sldChg chg="modSp mod">
        <pc:chgData name="Danny Alberto Luarte Canto" userId="01864023-a306-4040-9773-946c92c655fb" providerId="ADAL" clId="{F901F767-C0CA-4C04-8228-80943FF273E7}" dt="2024-03-18T13:39:02.625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901F767-C0CA-4C04-8228-80943FF273E7}" dt="2024-03-18T13:39:02.625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F901F767-C0CA-4C04-8228-80943FF273E7}" dt="2024-03-18T13:39:11.552" v="4" actId="6549"/>
        <pc:sldMkLst>
          <pc:docMk/>
          <pc:sldMk cId="1864721776" sldId="279"/>
        </pc:sldMkLst>
        <pc:spChg chg="mod">
          <ac:chgData name="Danny Alberto Luarte Canto" userId="01864023-a306-4040-9773-946c92c655fb" providerId="ADAL" clId="{F901F767-C0CA-4C04-8228-80943FF273E7}" dt="2024-03-18T13:39:11.552" v="4" actId="6549"/>
          <ac:spMkLst>
            <pc:docMk/>
            <pc:sldMk cId="1864721776" sldId="279"/>
            <ac:spMk id="3" creationId="{B588C798-762A-EF46-F83E-F9B993942267}"/>
          </ac:spMkLst>
        </pc:spChg>
      </pc:sldChg>
      <pc:sldChg chg="addSp delSp modSp mod">
        <pc:chgData name="Danny Alberto Luarte Canto" userId="01864023-a306-4040-9773-946c92c655fb" providerId="ADAL" clId="{F901F767-C0CA-4C04-8228-80943FF273E7}" dt="2024-03-18T13:43:15.808" v="9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F901F767-C0CA-4C04-8228-80943FF273E7}" dt="2024-03-18T13:41:55.348" v="61" actId="21"/>
          <ac:spMkLst>
            <pc:docMk/>
            <pc:sldMk cId="1056179226" sldId="320"/>
            <ac:spMk id="4" creationId="{1822B87D-DD3A-2663-9295-305E16A49FF7}"/>
          </ac:spMkLst>
        </pc:spChg>
        <pc:spChg chg="add del">
          <ac:chgData name="Danny Alberto Luarte Canto" userId="01864023-a306-4040-9773-946c92c655fb" providerId="ADAL" clId="{F901F767-C0CA-4C04-8228-80943FF273E7}" dt="2024-03-18T13:40:09.338" v="30" actId="22"/>
          <ac:spMkLst>
            <pc:docMk/>
            <pc:sldMk cId="1056179226" sldId="320"/>
            <ac:spMk id="5" creationId="{4E0F2385-1E4D-BA59-E201-3D725DA73825}"/>
          </ac:spMkLst>
        </pc:spChg>
        <pc:spChg chg="mod">
          <ac:chgData name="Danny Alberto Luarte Canto" userId="01864023-a306-4040-9773-946c92c655fb" providerId="ADAL" clId="{F901F767-C0CA-4C04-8228-80943FF273E7}" dt="2024-03-18T13:43:15.808" v="99" actId="20577"/>
          <ac:spMkLst>
            <pc:docMk/>
            <pc:sldMk cId="1056179226" sldId="320"/>
            <ac:spMk id="6" creationId="{195EC640-63C1-E5B4-EBAC-BBE71C870CD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9" creationId="{989C8CA9-BA0D-8639-DD44-3B62E4D30FDE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0" creationId="{40297839-9B05-D693-0B70-85815EA82C10}"/>
          </ac:spMkLst>
        </pc:spChg>
        <pc:spChg chg="add del mod">
          <ac:chgData name="Danny Alberto Luarte Canto" userId="01864023-a306-4040-9773-946c92c655fb" providerId="ADAL" clId="{F901F767-C0CA-4C04-8228-80943FF273E7}" dt="2024-03-18T13:43:08.773" v="73" actId="478"/>
          <ac:spMkLst>
            <pc:docMk/>
            <pc:sldMk cId="1056179226" sldId="320"/>
            <ac:spMk id="12" creationId="{EE9B9601-8322-B4EC-9FD3-AD09EC6F591D}"/>
          </ac:spMkLst>
        </pc:sp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2" creationId="{149F78B5-B1F7-E705-2BAE-02C585F89884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7" creationId="{F4A5C49D-64F2-5830-CCA1-043C663650AA}"/>
          </ac:picMkLst>
        </pc:picChg>
        <pc:picChg chg="add del mod">
          <ac:chgData name="Danny Alberto Luarte Canto" userId="01864023-a306-4040-9773-946c92c655fb" providerId="ADAL" clId="{F901F767-C0CA-4C04-8228-80943FF273E7}" dt="2024-03-18T13:43:08.773" v="73" actId="478"/>
          <ac:picMkLst>
            <pc:docMk/>
            <pc:sldMk cId="1056179226" sldId="320"/>
            <ac:picMk id="8" creationId="{91BE17BB-D5BE-CC6C-82FC-D4774CFC19D5}"/>
          </ac:picMkLst>
        </pc:picChg>
      </pc:sldChg>
      <pc:sldChg chg="modSp mod">
        <pc:chgData name="Danny Alberto Luarte Canto" userId="01864023-a306-4040-9773-946c92c655fb" providerId="ADAL" clId="{F901F767-C0CA-4C04-8228-80943FF273E7}" dt="2024-03-18T13:39:06.117" v="3" actId="20577"/>
        <pc:sldMkLst>
          <pc:docMk/>
          <pc:sldMk cId="4059678056" sldId="336"/>
        </pc:sldMkLst>
        <pc:spChg chg="mod">
          <ac:chgData name="Danny Alberto Luarte Canto" userId="01864023-a306-4040-9773-946c92c655fb" providerId="ADAL" clId="{F901F767-C0CA-4C04-8228-80943FF273E7}" dt="2024-03-18T13:39:06.117" v="3" actId="20577"/>
          <ac:spMkLst>
            <pc:docMk/>
            <pc:sldMk cId="4059678056" sldId="33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16.499" v="5" actId="47"/>
        <pc:sldMkLst>
          <pc:docMk/>
          <pc:sldMk cId="1345855703" sldId="337"/>
        </pc:sldMkLst>
      </pc:sldChg>
      <pc:sldChg chg="del">
        <pc:chgData name="Danny Alberto Luarte Canto" userId="01864023-a306-4040-9773-946c92c655fb" providerId="ADAL" clId="{F901F767-C0CA-4C04-8228-80943FF273E7}" dt="2024-03-18T13:39:18.008" v="6" actId="47"/>
        <pc:sldMkLst>
          <pc:docMk/>
          <pc:sldMk cId="3313807347" sldId="338"/>
        </pc:sldMkLst>
      </pc:sldChg>
      <pc:sldChg chg="del">
        <pc:chgData name="Danny Alberto Luarte Canto" userId="01864023-a306-4040-9773-946c92c655fb" providerId="ADAL" clId="{F901F767-C0CA-4C04-8228-80943FF273E7}" dt="2024-03-18T13:39:23.059" v="8" actId="47"/>
        <pc:sldMkLst>
          <pc:docMk/>
          <pc:sldMk cId="2543616305" sldId="339"/>
        </pc:sldMkLst>
      </pc:sldChg>
      <pc:sldChg chg="del">
        <pc:chgData name="Danny Alberto Luarte Canto" userId="01864023-a306-4040-9773-946c92c655fb" providerId="ADAL" clId="{F901F767-C0CA-4C04-8228-80943FF273E7}" dt="2024-03-18T13:39:34.351" v="19" actId="47"/>
        <pc:sldMkLst>
          <pc:docMk/>
          <pc:sldMk cId="139606340" sldId="340"/>
        </pc:sldMkLst>
      </pc:sldChg>
      <pc:sldChg chg="del">
        <pc:chgData name="Danny Alberto Luarte Canto" userId="01864023-a306-4040-9773-946c92c655fb" providerId="ADAL" clId="{F901F767-C0CA-4C04-8228-80943FF273E7}" dt="2024-03-18T13:39:35.991" v="21" actId="47"/>
        <pc:sldMkLst>
          <pc:docMk/>
          <pc:sldMk cId="356042333" sldId="341"/>
        </pc:sldMkLst>
      </pc:sldChg>
      <pc:sldChg chg="del">
        <pc:chgData name="Danny Alberto Luarte Canto" userId="01864023-a306-4040-9773-946c92c655fb" providerId="ADAL" clId="{F901F767-C0CA-4C04-8228-80943FF273E7}" dt="2024-03-18T13:39:37.989" v="22" actId="47"/>
        <pc:sldMkLst>
          <pc:docMk/>
          <pc:sldMk cId="79935597" sldId="342"/>
        </pc:sldMkLst>
      </pc:sldChg>
      <pc:sldChg chg="del">
        <pc:chgData name="Danny Alberto Luarte Canto" userId="01864023-a306-4040-9773-946c92c655fb" providerId="ADAL" clId="{F901F767-C0CA-4C04-8228-80943FF273E7}" dt="2024-03-18T13:39:39.108" v="23" actId="47"/>
        <pc:sldMkLst>
          <pc:docMk/>
          <pc:sldMk cId="254413892" sldId="343"/>
        </pc:sldMkLst>
      </pc:sldChg>
      <pc:sldChg chg="del">
        <pc:chgData name="Danny Alberto Luarte Canto" userId="01864023-a306-4040-9773-946c92c655fb" providerId="ADAL" clId="{F901F767-C0CA-4C04-8228-80943FF273E7}" dt="2024-03-18T13:40:03.179" v="28" actId="47"/>
        <pc:sldMkLst>
          <pc:docMk/>
          <pc:sldMk cId="2798512409" sldId="344"/>
        </pc:sldMkLst>
      </pc:sldChg>
      <pc:sldChg chg="del">
        <pc:chgData name="Danny Alberto Luarte Canto" userId="01864023-a306-4040-9773-946c92c655fb" providerId="ADAL" clId="{F901F767-C0CA-4C04-8228-80943FF273E7}" dt="2024-03-18T13:41:05.066" v="45" actId="47"/>
        <pc:sldMkLst>
          <pc:docMk/>
          <pc:sldMk cId="243588990" sldId="345"/>
        </pc:sldMkLst>
      </pc:sldChg>
      <pc:sldChg chg="del">
        <pc:chgData name="Danny Alberto Luarte Canto" userId="01864023-a306-4040-9773-946c92c655fb" providerId="ADAL" clId="{F901F767-C0CA-4C04-8228-80943FF273E7}" dt="2024-03-18T13:40:39.834" v="42" actId="47"/>
        <pc:sldMkLst>
          <pc:docMk/>
          <pc:sldMk cId="1054354736" sldId="346"/>
        </pc:sldMkLst>
      </pc:sldChg>
      <pc:sldChg chg="del">
        <pc:chgData name="Danny Alberto Luarte Canto" userId="01864023-a306-4040-9773-946c92c655fb" providerId="ADAL" clId="{F901F767-C0CA-4C04-8228-80943FF273E7}" dt="2024-03-18T13:40:39.464" v="41" actId="47"/>
        <pc:sldMkLst>
          <pc:docMk/>
          <pc:sldMk cId="3970190869" sldId="347"/>
        </pc:sldMkLst>
      </pc:sldChg>
      <pc:sldChg chg="del">
        <pc:chgData name="Danny Alberto Luarte Canto" userId="01864023-a306-4040-9773-946c92c655fb" providerId="ADAL" clId="{F901F767-C0CA-4C04-8228-80943FF273E7}" dt="2024-03-18T13:40:27.676" v="36" actId="47"/>
        <pc:sldMkLst>
          <pc:docMk/>
          <pc:sldMk cId="2725494436" sldId="348"/>
        </pc:sldMkLst>
      </pc:sldChg>
      <pc:sldChg chg="del">
        <pc:chgData name="Danny Alberto Luarte Canto" userId="01864023-a306-4040-9773-946c92c655fb" providerId="ADAL" clId="{F901F767-C0CA-4C04-8228-80943FF273E7}" dt="2024-03-18T13:40:35.270" v="38" actId="47"/>
        <pc:sldMkLst>
          <pc:docMk/>
          <pc:sldMk cId="635106641" sldId="349"/>
        </pc:sldMkLst>
      </pc:sldChg>
      <pc:sldChg chg="del">
        <pc:chgData name="Danny Alberto Luarte Canto" userId="01864023-a306-4040-9773-946c92c655fb" providerId="ADAL" clId="{F901F767-C0CA-4C04-8228-80943FF273E7}" dt="2024-03-18T13:40:35.953" v="39" actId="47"/>
        <pc:sldMkLst>
          <pc:docMk/>
          <pc:sldMk cId="3842228" sldId="350"/>
        </pc:sldMkLst>
      </pc:sldChg>
      <pc:sldChg chg="del">
        <pc:chgData name="Danny Alberto Luarte Canto" userId="01864023-a306-4040-9773-946c92c655fb" providerId="ADAL" clId="{F901F767-C0CA-4C04-8228-80943FF273E7}" dt="2024-03-18T13:40:37.723" v="40" actId="47"/>
        <pc:sldMkLst>
          <pc:docMk/>
          <pc:sldMk cId="1571428903" sldId="351"/>
        </pc:sldMkLst>
      </pc:sldChg>
      <pc:sldChg chg="del">
        <pc:chgData name="Danny Alberto Luarte Canto" userId="01864023-a306-4040-9773-946c92c655fb" providerId="ADAL" clId="{F901F767-C0CA-4C04-8228-80943FF273E7}" dt="2024-03-18T13:40:40.184" v="43" actId="47"/>
        <pc:sldMkLst>
          <pc:docMk/>
          <pc:sldMk cId="1662196785" sldId="354"/>
        </pc:sldMkLst>
      </pc:sldChg>
      <pc:sldChg chg="del">
        <pc:chgData name="Danny Alberto Luarte Canto" userId="01864023-a306-4040-9773-946c92c655fb" providerId="ADAL" clId="{F901F767-C0CA-4C04-8228-80943FF273E7}" dt="2024-03-18T13:39:18.935" v="7" actId="47"/>
        <pc:sldMkLst>
          <pc:docMk/>
          <pc:sldMk cId="81295478" sldId="358"/>
        </pc:sldMkLst>
      </pc:sldChg>
      <pc:sldChg chg="modSp add mod">
        <pc:chgData name="Danny Alberto Luarte Canto" userId="01864023-a306-4040-9773-946c92c655fb" providerId="ADAL" clId="{F901F767-C0CA-4C04-8228-80943FF273E7}" dt="2024-03-20T19:15:28.943" v="139" actId="1035"/>
        <pc:sldMkLst>
          <pc:docMk/>
          <pc:sldMk cId="1674346852" sldId="358"/>
        </pc:sldMkLst>
        <pc:spChg chg="mod">
          <ac:chgData name="Danny Alberto Luarte Canto" userId="01864023-a306-4040-9773-946c92c655fb" providerId="ADAL" clId="{F901F767-C0CA-4C04-8228-80943FF273E7}" dt="2024-03-20T19:15:16.993" v="101" actId="6549"/>
          <ac:spMkLst>
            <pc:docMk/>
            <pc:sldMk cId="1674346852" sldId="35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9" creationId="{989C8CA9-BA0D-8639-DD44-3B62E4D30FDE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0" creationId="{40297839-9B05-D693-0B70-85815EA82C10}"/>
          </ac:spMkLst>
        </pc:spChg>
        <pc:spChg chg="mod">
          <ac:chgData name="Danny Alberto Luarte Canto" userId="01864023-a306-4040-9773-946c92c655fb" providerId="ADAL" clId="{F901F767-C0CA-4C04-8228-80943FF273E7}" dt="2024-03-20T19:15:28.943" v="139" actId="1035"/>
          <ac:spMkLst>
            <pc:docMk/>
            <pc:sldMk cId="1674346852" sldId="358"/>
            <ac:spMk id="12" creationId="{EE9B9601-8322-B4EC-9FD3-AD09EC6F591D}"/>
          </ac:spMkLst>
        </pc:sp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2" creationId="{149F78B5-B1F7-E705-2BAE-02C585F89884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7" creationId="{F4A5C49D-64F2-5830-CCA1-043C663650AA}"/>
          </ac:picMkLst>
        </pc:picChg>
        <pc:picChg chg="mod">
          <ac:chgData name="Danny Alberto Luarte Canto" userId="01864023-a306-4040-9773-946c92c655fb" providerId="ADAL" clId="{F901F767-C0CA-4C04-8228-80943FF273E7}" dt="2024-03-20T19:15:28.943" v="139" actId="1035"/>
          <ac:picMkLst>
            <pc:docMk/>
            <pc:sldMk cId="1674346852" sldId="358"/>
            <ac:picMk id="8" creationId="{91BE17BB-D5BE-CC6C-82FC-D4774CFC19D5}"/>
          </ac:picMkLst>
        </pc:picChg>
      </pc:sldChg>
      <pc:sldChg chg="del">
        <pc:chgData name="Danny Alberto Luarte Canto" userId="01864023-a306-4040-9773-946c92c655fb" providerId="ADAL" clId="{F901F767-C0CA-4C04-8228-80943FF273E7}" dt="2024-03-18T13:39:23.798" v="9" actId="47"/>
        <pc:sldMkLst>
          <pc:docMk/>
          <pc:sldMk cId="723752375" sldId="359"/>
        </pc:sldMkLst>
      </pc:sldChg>
      <pc:sldChg chg="addSp delSp modSp add del mod ord">
        <pc:chgData name="Danny Alberto Luarte Canto" userId="01864023-a306-4040-9773-946c92c655fb" providerId="ADAL" clId="{F901F767-C0CA-4C04-8228-80943FF273E7}" dt="2024-03-20T20:59:36.052" v="379" actId="47"/>
        <pc:sldMkLst>
          <pc:docMk/>
          <pc:sldMk cId="2525314237" sldId="359"/>
        </pc:sldMkLst>
        <pc:spChg chg="add mod">
          <ac:chgData name="Danny Alberto Luarte Canto" userId="01864023-a306-4040-9773-946c92c655fb" providerId="ADAL" clId="{F901F767-C0CA-4C04-8228-80943FF273E7}" dt="2024-03-20T20:56:10.750" v="342" actId="20577"/>
          <ac:spMkLst>
            <pc:docMk/>
            <pc:sldMk cId="2525314237" sldId="359"/>
            <ac:spMk id="3" creationId="{4CEE1DA6-096A-88C0-352B-076CE22491E8}"/>
          </ac:spMkLst>
        </pc:spChg>
        <pc:spChg chg="mod">
          <ac:chgData name="Danny Alberto Luarte Canto" userId="01864023-a306-4040-9773-946c92c655fb" providerId="ADAL" clId="{F901F767-C0CA-4C04-8228-80943FF273E7}" dt="2024-03-20T20:53:27.158" v="219" actId="20577"/>
          <ac:spMkLst>
            <pc:docMk/>
            <pc:sldMk cId="2525314237" sldId="359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0:52:46.408" v="213" actId="1076"/>
          <ac:picMkLst>
            <pc:docMk/>
            <pc:sldMk cId="2525314237" sldId="359"/>
            <ac:picMk id="2" creationId="{9F0DC25A-04B0-F1E5-B543-65564F08DC05}"/>
          </ac:picMkLst>
        </pc:picChg>
        <pc:picChg chg="del">
          <ac:chgData name="Danny Alberto Luarte Canto" userId="01864023-a306-4040-9773-946c92c655fb" providerId="ADAL" clId="{F901F767-C0CA-4C04-8228-80943FF273E7}" dt="2024-03-20T20:50:22.600" v="143" actId="478"/>
          <ac:picMkLst>
            <pc:docMk/>
            <pc:sldMk cId="2525314237" sldId="359"/>
            <ac:picMk id="5" creationId="{D6E30A2F-6576-9F2B-D40D-CFA5A00EC95D}"/>
          </ac:picMkLst>
        </pc:picChg>
        <pc:picChg chg="add del mod">
          <ac:chgData name="Danny Alberto Luarte Canto" userId="01864023-a306-4040-9773-946c92c655fb" providerId="ADAL" clId="{F901F767-C0CA-4C04-8228-80943FF273E7}" dt="2024-03-20T20:57:44.538" v="345" actId="478"/>
          <ac:picMkLst>
            <pc:docMk/>
            <pc:sldMk cId="2525314237" sldId="359"/>
            <ac:picMk id="8" creationId="{098C8446-AEBB-1CBA-D383-BE79A13C6181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0:58:52.551" v="369" actId="1035"/>
          <ac:picMkLst>
            <pc:docMk/>
            <pc:sldMk cId="2525314237" sldId="359"/>
            <ac:picMk id="14" creationId="{D837C2C4-2C31-6343-9628-626FD5D19F0C}"/>
          </ac:picMkLst>
        </pc:picChg>
        <pc:picChg chg="add mod">
          <ac:chgData name="Danny Alberto Luarte Canto" userId="01864023-a306-4040-9773-946c92c655fb" providerId="ADAL" clId="{F901F767-C0CA-4C04-8228-80943FF273E7}" dt="2024-03-20T20:58:55.505" v="377" actId="1035"/>
          <ac:picMkLst>
            <pc:docMk/>
            <pc:sldMk cId="2525314237" sldId="359"/>
            <ac:picMk id="17" creationId="{2F1DA7EF-7B04-E164-4047-9C6C69D9A8B3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48:11.181" v="765" actId="478"/>
        <pc:sldMkLst>
          <pc:docMk/>
          <pc:sldMk cId="576520598" sldId="360"/>
        </pc:sldMkLst>
        <pc:spChg chg="add del mod">
          <ac:chgData name="Danny Alberto Luarte Canto" userId="01864023-a306-4040-9773-946c92c655fb" providerId="ADAL" clId="{F901F767-C0CA-4C04-8228-80943FF273E7}" dt="2024-03-20T21:48:11.181" v="765" actId="478"/>
          <ac:spMkLst>
            <pc:docMk/>
            <pc:sldMk cId="576520598" sldId="360"/>
            <ac:spMk id="5" creationId="{69D84B61-EE5D-3E0B-0939-4E7AD7A2C1C3}"/>
          </ac:spMkLst>
        </pc:spChg>
      </pc:sldChg>
      <pc:sldChg chg="del">
        <pc:chgData name="Danny Alberto Luarte Canto" userId="01864023-a306-4040-9773-946c92c655fb" providerId="ADAL" clId="{F901F767-C0CA-4C04-8228-80943FF273E7}" dt="2024-03-18T13:39:32.624" v="18" actId="47"/>
        <pc:sldMkLst>
          <pc:docMk/>
          <pc:sldMk cId="2943180262" sldId="360"/>
        </pc:sldMkLst>
      </pc:sldChg>
      <pc:sldChg chg="del">
        <pc:chgData name="Danny Alberto Luarte Canto" userId="01864023-a306-4040-9773-946c92c655fb" providerId="ADAL" clId="{F901F767-C0CA-4C04-8228-80943FF273E7}" dt="2024-03-18T13:39:34.871" v="20" actId="47"/>
        <pc:sldMkLst>
          <pc:docMk/>
          <pc:sldMk cId="299976738" sldId="361"/>
        </pc:sldMkLst>
      </pc:sldChg>
      <pc:sldChg chg="addSp delSp modSp add mod">
        <pc:chgData name="Danny Alberto Luarte Canto" userId="01864023-a306-4040-9773-946c92c655fb" providerId="ADAL" clId="{F901F767-C0CA-4C04-8228-80943FF273E7}" dt="2024-03-20T21:04:57.746" v="533" actId="14100"/>
        <pc:sldMkLst>
          <pc:docMk/>
          <pc:sldMk cId="456645604" sldId="361"/>
        </pc:sldMkLst>
        <pc:spChg chg="mod">
          <ac:chgData name="Danny Alberto Luarte Canto" userId="01864023-a306-4040-9773-946c92c655fb" providerId="ADAL" clId="{F901F767-C0CA-4C04-8228-80943FF273E7}" dt="2024-03-20T21:02:33.737" v="473" actId="20577"/>
          <ac:spMkLst>
            <pc:docMk/>
            <pc:sldMk cId="456645604" sldId="361"/>
            <ac:spMk id="4" creationId="{1822B87D-DD3A-2663-9295-305E16A49FF7}"/>
          </ac:spMkLst>
        </pc:spChg>
        <pc:picChg chg="add mod ord modCrop">
          <ac:chgData name="Danny Alberto Luarte Canto" userId="01864023-a306-4040-9773-946c92c655fb" providerId="ADAL" clId="{F901F767-C0CA-4C04-8228-80943FF273E7}" dt="2024-03-20T21:04:53.450" v="532" actId="1038"/>
          <ac:picMkLst>
            <pc:docMk/>
            <pc:sldMk cId="456645604" sldId="361"/>
            <ac:picMk id="3" creationId="{FB54A0F3-1182-D718-117E-A300B4E911DE}"/>
          </ac:picMkLst>
        </pc:picChg>
        <pc:picChg chg="mod modCrop">
          <ac:chgData name="Danny Alberto Luarte Canto" userId="01864023-a306-4040-9773-946c92c655fb" providerId="ADAL" clId="{F901F767-C0CA-4C04-8228-80943FF273E7}" dt="2024-03-20T21:00:59.974" v="435" actId="732"/>
          <ac:picMkLst>
            <pc:docMk/>
            <pc:sldMk cId="456645604" sldId="361"/>
            <ac:picMk id="5" creationId="{E42B25F8-701D-13FE-8D5B-DAA50B5CB220}"/>
          </ac:picMkLst>
        </pc:picChg>
        <pc:picChg chg="add mod">
          <ac:chgData name="Danny Alberto Luarte Canto" userId="01864023-a306-4040-9773-946c92c655fb" providerId="ADAL" clId="{F901F767-C0CA-4C04-8228-80943FF273E7}" dt="2024-03-20T21:04:57.746" v="533" actId="14100"/>
          <ac:picMkLst>
            <pc:docMk/>
            <pc:sldMk cId="456645604" sldId="361"/>
            <ac:picMk id="8" creationId="{61266C2F-F94A-A4F3-FAE0-CF5CD13DFE2D}"/>
          </ac:picMkLst>
        </pc:picChg>
        <pc:picChg chg="del">
          <ac:chgData name="Danny Alberto Luarte Canto" userId="01864023-a306-4040-9773-946c92c655fb" providerId="ADAL" clId="{F901F767-C0CA-4C04-8228-80943FF273E7}" dt="2024-03-20T21:01:02.447" v="436" actId="478"/>
          <ac:picMkLst>
            <pc:docMk/>
            <pc:sldMk cId="456645604" sldId="361"/>
            <ac:picMk id="9" creationId="{4D5F5825-20A2-7D78-2357-22BEB213D002}"/>
          </ac:picMkLst>
        </pc:picChg>
      </pc:sldChg>
      <pc:sldChg chg="delSp modSp add mod ord">
        <pc:chgData name="Danny Alberto Luarte Canto" userId="01864023-a306-4040-9773-946c92c655fb" providerId="ADAL" clId="{F901F767-C0CA-4C04-8228-80943FF273E7}" dt="2024-03-20T21:35:35.584" v="662" actId="20577"/>
        <pc:sldMkLst>
          <pc:docMk/>
          <pc:sldMk cId="1181375675" sldId="362"/>
        </pc:sldMkLst>
        <pc:spChg chg="mod">
          <ac:chgData name="Danny Alberto Luarte Canto" userId="01864023-a306-4040-9773-946c92c655fb" providerId="ADAL" clId="{F901F767-C0CA-4C04-8228-80943FF273E7}" dt="2024-03-20T21:35:35.584" v="662" actId="20577"/>
          <ac:spMkLst>
            <pc:docMk/>
            <pc:sldMk cId="1181375675" sldId="362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901F767-C0CA-4C04-8228-80943FF273E7}" dt="2024-03-20T21:29:04.697" v="546" actId="478"/>
          <ac:picMkLst>
            <pc:docMk/>
            <pc:sldMk cId="1181375675" sldId="362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31:51.572" v="635" actId="1037"/>
        <pc:sldMkLst>
          <pc:docMk/>
          <pc:sldMk cId="2570554582" sldId="363"/>
        </pc:sldMkLst>
        <pc:picChg chg="add del">
          <ac:chgData name="Danny Alberto Luarte Canto" userId="01864023-a306-4040-9773-946c92c655fb" providerId="ADAL" clId="{F901F767-C0CA-4C04-8228-80943FF273E7}" dt="2024-03-20T21:31:37.014" v="555" actId="478"/>
          <ac:picMkLst>
            <pc:docMk/>
            <pc:sldMk cId="2570554582" sldId="363"/>
            <ac:picMk id="3" creationId="{FB54A0F3-1182-D718-117E-A300B4E911DE}"/>
          </ac:picMkLst>
        </pc:picChg>
        <pc:picChg chg="add mod">
          <ac:chgData name="Danny Alberto Luarte Canto" userId="01864023-a306-4040-9773-946c92c655fb" providerId="ADAL" clId="{F901F767-C0CA-4C04-8228-80943FF273E7}" dt="2024-03-20T21:31:19.501" v="554" actId="1076"/>
          <ac:picMkLst>
            <pc:docMk/>
            <pc:sldMk cId="2570554582" sldId="363"/>
            <ac:picMk id="7" creationId="{6C7AF62D-D336-7F92-76EC-97C2153BFE72}"/>
          </ac:picMkLst>
        </pc:picChg>
        <pc:picChg chg="add del">
          <ac:chgData name="Danny Alberto Luarte Canto" userId="01864023-a306-4040-9773-946c92c655fb" providerId="ADAL" clId="{F901F767-C0CA-4C04-8228-80943FF273E7}" dt="2024-03-20T21:31:15.703" v="552" actId="478"/>
          <ac:picMkLst>
            <pc:docMk/>
            <pc:sldMk cId="2570554582" sldId="363"/>
            <ac:picMk id="8" creationId="{61266C2F-F94A-A4F3-FAE0-CF5CD13DFE2D}"/>
          </ac:picMkLst>
        </pc:picChg>
        <pc:picChg chg="add mod">
          <ac:chgData name="Danny Alberto Luarte Canto" userId="01864023-a306-4040-9773-946c92c655fb" providerId="ADAL" clId="{F901F767-C0CA-4C04-8228-80943FF273E7}" dt="2024-03-20T21:31:51.572" v="635" actId="1037"/>
          <ac:picMkLst>
            <pc:docMk/>
            <pc:sldMk cId="2570554582" sldId="363"/>
            <ac:picMk id="10" creationId="{6030A0FD-ED32-47B2-AE49-AD5DB987C4CD}"/>
          </ac:picMkLst>
        </pc:picChg>
      </pc:sldChg>
      <pc:sldChg chg="addSp delSp modSp add mod">
        <pc:chgData name="Danny Alberto Luarte Canto" userId="01864023-a306-4040-9773-946c92c655fb" providerId="ADAL" clId="{F901F767-C0CA-4C04-8228-80943FF273E7}" dt="2024-03-20T21:58:59.143" v="999" actId="20577"/>
        <pc:sldMkLst>
          <pc:docMk/>
          <pc:sldMk cId="4164673413" sldId="364"/>
        </pc:sldMkLst>
        <pc:spChg chg="mod">
          <ac:chgData name="Danny Alberto Luarte Canto" userId="01864023-a306-4040-9773-946c92c655fb" providerId="ADAL" clId="{F901F767-C0CA-4C04-8228-80943FF273E7}" dt="2024-03-20T21:58:59.143" v="999" actId="20577"/>
          <ac:spMkLst>
            <pc:docMk/>
            <pc:sldMk cId="4164673413" sldId="364"/>
            <ac:spMk id="3" creationId="{4CEE1DA6-096A-88C0-352B-076CE22491E8}"/>
          </ac:spMkLst>
        </pc:spChg>
        <pc:spChg chg="del mod">
          <ac:chgData name="Danny Alberto Luarte Canto" userId="01864023-a306-4040-9773-946c92c655fb" providerId="ADAL" clId="{F901F767-C0CA-4C04-8228-80943FF273E7}" dt="2024-03-20T21:48:17.311" v="767" actId="478"/>
          <ac:spMkLst>
            <pc:docMk/>
            <pc:sldMk cId="4164673413" sldId="364"/>
            <ac:spMk id="5" creationId="{69D84B61-EE5D-3E0B-0939-4E7AD7A2C1C3}"/>
          </ac:spMkLst>
        </pc:spChg>
        <pc:picChg chg="add del mod">
          <ac:chgData name="Danny Alberto Luarte Canto" userId="01864023-a306-4040-9773-946c92c655fb" providerId="ADAL" clId="{F901F767-C0CA-4C04-8228-80943FF273E7}" dt="2024-03-20T21:53:34.185" v="901" actId="478"/>
          <ac:picMkLst>
            <pc:docMk/>
            <pc:sldMk cId="4164673413" sldId="364"/>
            <ac:picMk id="8" creationId="{11DDAD91-506D-04EC-FDD8-6F3CD3C39BE9}"/>
          </ac:picMkLst>
        </pc:picChg>
        <pc:picChg chg="del">
          <ac:chgData name="Danny Alberto Luarte Canto" userId="01864023-a306-4040-9773-946c92c655fb" providerId="ADAL" clId="{F901F767-C0CA-4C04-8228-80943FF273E7}" dt="2024-03-20T21:48:23.721" v="769" actId="478"/>
          <ac:picMkLst>
            <pc:docMk/>
            <pc:sldMk cId="4164673413" sldId="364"/>
            <ac:picMk id="10" creationId="{7D515ACD-5161-979E-F2B1-F64C3429167E}"/>
          </ac:picMkLst>
        </pc:picChg>
        <pc:picChg chg="add mod">
          <ac:chgData name="Danny Alberto Luarte Canto" userId="01864023-a306-4040-9773-946c92c655fb" providerId="ADAL" clId="{F901F767-C0CA-4C04-8228-80943FF273E7}" dt="2024-03-20T21:53:42.555" v="905" actId="1076"/>
          <ac:picMkLst>
            <pc:docMk/>
            <pc:sldMk cId="4164673413" sldId="364"/>
            <ac:picMk id="12" creationId="{3EFEF0DD-6406-9275-DDDC-CD6AE689CBBA}"/>
          </ac:picMkLst>
        </pc:picChg>
        <pc:picChg chg="del">
          <ac:chgData name="Danny Alberto Luarte Canto" userId="01864023-a306-4040-9773-946c92c655fb" providerId="ADAL" clId="{F901F767-C0CA-4C04-8228-80943FF273E7}" dt="2024-03-20T21:48:25.254" v="770" actId="478"/>
          <ac:picMkLst>
            <pc:docMk/>
            <pc:sldMk cId="4164673413" sldId="364"/>
            <ac:picMk id="14" creationId="{D837C2C4-2C31-6343-9628-626FD5D19F0C}"/>
          </ac:picMkLst>
        </pc:picChg>
        <pc:picChg chg="del">
          <ac:chgData name="Danny Alberto Luarte Canto" userId="01864023-a306-4040-9773-946c92c655fb" providerId="ADAL" clId="{F901F767-C0CA-4C04-8228-80943FF273E7}" dt="2024-03-20T21:48:26.067" v="771" actId="478"/>
          <ac:picMkLst>
            <pc:docMk/>
            <pc:sldMk cId="4164673413" sldId="364"/>
            <ac:picMk id="17" creationId="{2F1DA7EF-7B04-E164-4047-9C6C69D9A8B3}"/>
          </ac:picMkLst>
        </pc:picChg>
      </pc:sldChg>
      <pc:sldChg chg="addSp delSp modSp add mod ord">
        <pc:chgData name="Danny Alberto Luarte Canto" userId="01864023-a306-4040-9773-946c92c655fb" providerId="ADAL" clId="{F901F767-C0CA-4C04-8228-80943FF273E7}" dt="2024-03-20T22:01:17.555" v="1021" actId="20577"/>
        <pc:sldMkLst>
          <pc:docMk/>
          <pc:sldMk cId="1529267966" sldId="365"/>
        </pc:sldMkLst>
        <pc:spChg chg="mod">
          <ac:chgData name="Danny Alberto Luarte Canto" userId="01864023-a306-4040-9773-946c92c655fb" providerId="ADAL" clId="{F901F767-C0CA-4C04-8228-80943FF273E7}" dt="2024-03-20T22:01:17.555" v="1021" actId="20577"/>
          <ac:spMkLst>
            <pc:docMk/>
            <pc:sldMk cId="1529267966" sldId="365"/>
            <ac:spMk id="3" creationId="{4CEE1DA6-096A-88C0-352B-076CE22491E8}"/>
          </ac:spMkLst>
        </pc:spChg>
        <pc:picChg chg="del">
          <ac:chgData name="Danny Alberto Luarte Canto" userId="01864023-a306-4040-9773-946c92c655fb" providerId="ADAL" clId="{F901F767-C0CA-4C04-8228-80943FF273E7}" dt="2024-03-20T21:49:42.743" v="845" actId="478"/>
          <ac:picMkLst>
            <pc:docMk/>
            <pc:sldMk cId="1529267966" sldId="365"/>
            <ac:picMk id="2" creationId="{9F0DC25A-04B0-F1E5-B543-65564F08DC05}"/>
          </ac:picMkLst>
        </pc:picChg>
        <pc:picChg chg="add mod">
          <ac:chgData name="Danny Alberto Luarte Canto" userId="01864023-a306-4040-9773-946c92c655fb" providerId="ADAL" clId="{F901F767-C0CA-4C04-8228-80943FF273E7}" dt="2024-03-20T21:49:43.181" v="846"/>
          <ac:picMkLst>
            <pc:docMk/>
            <pc:sldMk cId="1529267966" sldId="365"/>
            <ac:picMk id="5" creationId="{82F105BE-6E75-44BD-F841-793A3742BFD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24-03-2024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24-03-2024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24-03-2024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24-03-2024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24-03-2024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24-03-2024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24-03-2024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3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CL" sz="2200" dirty="0"/>
              <a:t>2.3 Transformaciones sobre Señales</a:t>
            </a:r>
          </a:p>
          <a:p>
            <a:r>
              <a:rPr lang="es-CL" sz="2200" dirty="0"/>
              <a:t>2.4 Señales de Prueba Discretas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u="sng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b="1" i="1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4EC4AB-1237-20C3-C2E3-616F05A62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860"/>
            <a:ext cx="11444748" cy="32688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8E325B7-0379-A84B-2843-12638664A6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007" t="-3184" r="2007" b="3184"/>
          <a:stretch/>
        </p:blipFill>
        <p:spPr>
          <a:xfrm>
            <a:off x="2088000" y="4500000"/>
            <a:ext cx="10107561" cy="235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6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Repaso: 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2B25F8-701D-13FE-8D5B-DAA50B5C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" y="1440756"/>
            <a:ext cx="11343761" cy="28457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D5F5825-20A2-7D78-2357-22BEB213D0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622" t="-3063" r="1622" b="3063"/>
          <a:stretch/>
        </p:blipFill>
        <p:spPr>
          <a:xfrm>
            <a:off x="2016000" y="4500000"/>
            <a:ext cx="10134842" cy="233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Errata: 2.3 Transformaciones sobre Señales</a:t>
            </a:r>
            <a:endParaRPr lang="en-U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997DA44-4271-9820-213E-8790CBBEC2EB}"/>
              </a:ext>
            </a:extLst>
          </p:cNvPr>
          <p:cNvSpPr txBox="1">
            <a:spLocks/>
          </p:cNvSpPr>
          <p:nvPr/>
        </p:nvSpPr>
        <p:spPr>
          <a:xfrm>
            <a:off x="557982" y="184037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Si                               , </a:t>
            </a:r>
            <a:r>
              <a:rPr lang="es-CL" strike="sngStrike" dirty="0"/>
              <a:t>se pueden aplicar las transformaciones sobre la variable dependiente por separado y luego sumar los términos.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Si                               ,   se puede aplicar 				 primero la transformación de escalamiento 	                  				  	  y luego aplicar la transformación				 de desplazamiento							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1AAD88-3B88-1F00-3422-C666C6185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360" y="2907998"/>
            <a:ext cx="2291677" cy="3651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AFB203-9CAD-CF2D-FB06-144809C09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689" y="4320139"/>
            <a:ext cx="2291677" cy="3651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7286E2A-C033-8A63-9917-5AD4C9F0EA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58899" b="58899"/>
          <a:stretch/>
        </p:blipFill>
        <p:spPr>
          <a:xfrm>
            <a:off x="0" y="-540000"/>
            <a:ext cx="11444748" cy="32688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9CE53E-9D1F-25BE-5548-7504EB0D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362" y="5101670"/>
            <a:ext cx="4887638" cy="1710673"/>
          </a:xfrm>
          <a:prstGeom prst="rect">
            <a:avLst/>
          </a:prstGeom>
        </p:spPr>
      </p:pic>
      <p:pic>
        <p:nvPicPr>
          <p:cNvPr id="17" name="Imagen 1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DCD7CE5-C18B-55A3-E673-374F2C15F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32" y="5109190"/>
            <a:ext cx="1814806" cy="328769"/>
          </a:xfrm>
          <a:prstGeom prst="rect">
            <a:avLst/>
          </a:prstGeom>
        </p:spPr>
      </p:pic>
      <p:pic>
        <p:nvPicPr>
          <p:cNvPr id="19" name="Imagen 18" descr="Imagen que contiene Esquemático&#10;&#10;Descripción generada automáticamente">
            <a:extLst>
              <a:ext uri="{FF2B5EF4-FFF2-40B4-BE49-F238E27FC236}">
                <a16:creationId xmlns:a16="http://schemas.microsoft.com/office/drawing/2014/main" id="{C36C5426-B0FD-FA31-66B6-D69ECA31AC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851" y="5482469"/>
            <a:ext cx="2291677" cy="34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60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Errata: 2.3 Transformaciones sobre Señales</a:t>
            </a:r>
            <a:endParaRPr lang="en-U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997DA44-4271-9820-213E-8790CBBEC2EB}"/>
              </a:ext>
            </a:extLst>
          </p:cNvPr>
          <p:cNvSpPr txBox="1">
            <a:spLocks/>
          </p:cNvSpPr>
          <p:nvPr/>
        </p:nvSpPr>
        <p:spPr>
          <a:xfrm>
            <a:off x="833283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Las transformaciones sobre la variable independiente </a:t>
            </a:r>
            <a:r>
              <a:rPr lang="es-CL" strike="sngStrike" dirty="0"/>
              <a:t>no se pueden realizar por separado y luego sumar. Se deben realizar para </a:t>
            </a:r>
            <a:r>
              <a:rPr lang="es-CL" i="1" strike="sngStrike" dirty="0" err="1"/>
              <a:t>at+b</a:t>
            </a:r>
            <a:r>
              <a:rPr lang="es-CL" strike="sngStrike" dirty="0"/>
              <a:t>.</a:t>
            </a:r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CL" u="sng" dirty="0"/>
              <a:t>Nota</a:t>
            </a:r>
            <a:r>
              <a:rPr lang="es-CL" dirty="0"/>
              <a:t>: Si                             , se puede aplicar primero la transformación de desplazamiento    	                          y luego aplicar la transformación de escalamiento		   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989A3A2-44B7-0A39-6693-CDCDD7EDC7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6952" b="56952"/>
          <a:stretch/>
        </p:blipFill>
        <p:spPr>
          <a:xfrm>
            <a:off x="99390" y="-180000"/>
            <a:ext cx="11343761" cy="284574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4D561DF-D5C9-CBD0-A1E4-A2307526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751" y="4848962"/>
            <a:ext cx="2253765" cy="379667"/>
          </a:xfrm>
          <a:prstGeom prst="rect">
            <a:avLst/>
          </a:prstGeom>
        </p:spPr>
      </p:pic>
      <p:pic>
        <p:nvPicPr>
          <p:cNvPr id="29" name="Imagen 28" descr="Imagen que contiene Texto&#10;&#10;Descripción generada automáticamente">
            <a:extLst>
              <a:ext uri="{FF2B5EF4-FFF2-40B4-BE49-F238E27FC236}">
                <a16:creationId xmlns:a16="http://schemas.microsoft.com/office/drawing/2014/main" id="{5AFFD7B3-9500-ECE5-216F-164C7F20F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543" y="5239493"/>
            <a:ext cx="2253765" cy="34673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2F0BBD8-0336-064C-CBA5-3DA34937A3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353" y="5620420"/>
            <a:ext cx="1836789" cy="34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9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38ACA951-B8CC-3D21-CA99-8D5A08254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54" y="3018502"/>
            <a:ext cx="5119329" cy="3839497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Ejercicio</a:t>
            </a:r>
            <a:r>
              <a:rPr lang="es-ES" dirty="0"/>
              <a:t>: </a:t>
            </a:r>
            <a:r>
              <a:rPr lang="fr-FR" dirty="0"/>
              <a:t>Dada la </a:t>
            </a:r>
            <a:r>
              <a:rPr lang="fr-FR" i="1" dirty="0" err="1"/>
              <a:t>señal</a:t>
            </a:r>
            <a:r>
              <a:rPr lang="fr-FR" i="1" dirty="0"/>
              <a:t>:</a:t>
            </a:r>
          </a:p>
          <a:p>
            <a:pPr marL="0" indent="0" algn="just">
              <a:buNone/>
            </a:pPr>
            <a:r>
              <a:rPr lang="fr-FR" i="1" dirty="0"/>
              <a:t> x(t) = u(t − 1) + r(t − 3) − r(t − 5) − 2u(t − 5) − r(t − 7) + r(t − 8)</a:t>
            </a:r>
            <a:r>
              <a:rPr lang="fr-FR" dirty="0"/>
              <a:t>. Se </a:t>
            </a:r>
            <a:r>
              <a:rPr lang="fr-FR" dirty="0" err="1"/>
              <a:t>pide</a:t>
            </a:r>
            <a:r>
              <a:rPr lang="fr-FR" dirty="0"/>
              <a:t> </a:t>
            </a:r>
            <a:r>
              <a:rPr lang="fr-FR" dirty="0" err="1"/>
              <a:t>graficar</a:t>
            </a:r>
            <a:r>
              <a:rPr lang="fr-FR" dirty="0"/>
              <a:t> </a:t>
            </a:r>
            <a:r>
              <a:rPr lang="fr-FR" i="1" dirty="0"/>
              <a:t>x(t/2 + 5)</a:t>
            </a:r>
            <a:r>
              <a:rPr lang="fr-FR" dirty="0"/>
              <a:t>.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12" name="Imagen 11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59AF5DF0-9689-0F80-F0EA-85BCB7D4E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19" y="3018501"/>
            <a:ext cx="5119330" cy="383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75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n 17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B86883D2-E37E-A98C-4E33-D040205D2C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3" r="6298"/>
          <a:stretch/>
        </p:blipFill>
        <p:spPr>
          <a:xfrm>
            <a:off x="144000" y="0"/>
            <a:ext cx="1195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2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Transformaciones Complejas</a:t>
            </a:r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CL" dirty="0"/>
              <a:t>Convolución (Integral de Convolución)</a:t>
            </a: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r>
              <a:rPr lang="es-ES" dirty="0"/>
              <a:t>Si </a:t>
            </a:r>
            <a:r>
              <a:rPr lang="es-ES" i="1" dirty="0"/>
              <a:t>f(t)</a:t>
            </a:r>
            <a:r>
              <a:rPr lang="es-ES" dirty="0"/>
              <a:t> y </a:t>
            </a:r>
            <a:r>
              <a:rPr lang="es-ES" i="1" dirty="0"/>
              <a:t>g(t)</a:t>
            </a:r>
            <a:r>
              <a:rPr lang="es-ES" dirty="0"/>
              <a:t> tienen soporte positivo:</a:t>
            </a:r>
          </a:p>
        </p:txBody>
      </p:sp>
      <p:pic>
        <p:nvPicPr>
          <p:cNvPr id="3" name="Imagen 2" descr="Imagen de la pantalla de un celular de un mensaje en letras negras&#10;&#10;Descripción generada automáticamente con confianza baja">
            <a:extLst>
              <a:ext uri="{FF2B5EF4-FFF2-40B4-BE49-F238E27FC236}">
                <a16:creationId xmlns:a16="http://schemas.microsoft.com/office/drawing/2014/main" id="{BE27788F-794A-35C1-E9C2-B0C8EBCC6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45" y="3667419"/>
            <a:ext cx="5906346" cy="811505"/>
          </a:xfrm>
          <a:prstGeom prst="rect">
            <a:avLst/>
          </a:prstGeom>
        </p:spPr>
      </p:pic>
      <p:pic>
        <p:nvPicPr>
          <p:cNvPr id="7" name="Imagen 6" descr="Imagen que contiene cadena&#10;&#10;Descripción generada automáticamente">
            <a:extLst>
              <a:ext uri="{FF2B5EF4-FFF2-40B4-BE49-F238E27FC236}">
                <a16:creationId xmlns:a16="http://schemas.microsoft.com/office/drawing/2014/main" id="{CABCED31-F6F3-1628-574C-2A8F9F7B9F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563" y="5447747"/>
            <a:ext cx="4896579" cy="8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5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Ejemplo: Convolución de señales cuadradas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2" name="Imagen 1" descr="Gráfico&#10;&#10;Descripción generada automáticamente">
            <a:extLst>
              <a:ext uri="{FF2B5EF4-FFF2-40B4-BE49-F238E27FC236}">
                <a16:creationId xmlns:a16="http://schemas.microsoft.com/office/drawing/2014/main" id="{B61D0B96-1DE4-3887-4B65-4E00A132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204" y="2510759"/>
            <a:ext cx="5880932" cy="29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86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Ejemplo: Convolución de señal cuadrada con señal triangular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5" name="Imagen 4" descr="Gráfico&#10;&#10;Descripción generada automáticamente">
            <a:extLst>
              <a:ext uri="{FF2B5EF4-FFF2-40B4-BE49-F238E27FC236}">
                <a16:creationId xmlns:a16="http://schemas.microsoft.com/office/drawing/2014/main" id="{C7635E38-6B07-6391-2F7D-B67199F1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96" y="2287280"/>
            <a:ext cx="4570720" cy="457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88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Propiedades de la convolución:</a:t>
            </a:r>
          </a:p>
          <a:p>
            <a:pPr marL="0" indent="0" algn="just">
              <a:buNone/>
            </a:pPr>
            <a:endParaRPr lang="es-CL" dirty="0"/>
          </a:p>
          <a:p>
            <a:pPr algn="just"/>
            <a:r>
              <a:rPr lang="es-CL" sz="2400" dirty="0"/>
              <a:t>Conmutatividad:  </a:t>
            </a:r>
            <a:r>
              <a:rPr lang="es-CL" sz="2400" i="1" dirty="0"/>
              <a:t>f(t)*g(t) = g(t)*f(t)</a:t>
            </a:r>
          </a:p>
          <a:p>
            <a:pPr algn="just"/>
            <a:r>
              <a:rPr lang="fr-FR" sz="2400" dirty="0" err="1"/>
              <a:t>Distributividad</a:t>
            </a:r>
            <a:r>
              <a:rPr lang="fr-FR" sz="2400" dirty="0"/>
              <a:t> con </a:t>
            </a:r>
            <a:r>
              <a:rPr lang="fr-FR" sz="2400" dirty="0" err="1"/>
              <a:t>respecto</a:t>
            </a:r>
            <a:r>
              <a:rPr lang="fr-FR" sz="2400" dirty="0"/>
              <a:t> a la </a:t>
            </a:r>
            <a:r>
              <a:rPr lang="fr-FR" sz="2400" dirty="0" err="1"/>
              <a:t>suma</a:t>
            </a:r>
            <a:r>
              <a:rPr lang="fr-FR" sz="2400" dirty="0"/>
              <a:t>:  </a:t>
            </a:r>
            <a:r>
              <a:rPr lang="fr-FR" sz="2400" i="1" dirty="0"/>
              <a:t>f(t)*[g(t) + h(t)] = f(t)*g(t) + f(t)*h(t)</a:t>
            </a:r>
          </a:p>
          <a:p>
            <a:pPr algn="just"/>
            <a:r>
              <a:rPr lang="fr-FR" sz="2400" dirty="0" err="1"/>
              <a:t>Asociatividad</a:t>
            </a:r>
            <a:r>
              <a:rPr lang="fr-FR" sz="2400" dirty="0"/>
              <a:t>:  </a:t>
            </a:r>
            <a:r>
              <a:rPr lang="fr-FR" sz="2400" i="1" dirty="0"/>
              <a:t>f(t)*[g(t)*h(t)] = [f(t)*g(t)]*h(t)</a:t>
            </a:r>
            <a:endParaRPr lang="es-ES" sz="2400" i="1" dirty="0"/>
          </a:p>
          <a:p>
            <a:pPr algn="just"/>
            <a:r>
              <a:rPr lang="es-ES" sz="2400" dirty="0"/>
              <a:t>Convolución con un Impulso:</a:t>
            </a:r>
          </a:p>
          <a:p>
            <a:pPr algn="just"/>
            <a:r>
              <a:rPr lang="es-ES" sz="2400" dirty="0"/>
              <a:t>Convolución con un Escalón: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6D4715-3A42-0284-50BF-860AA6A8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88" y="4212649"/>
            <a:ext cx="2708687" cy="3986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A8BA7B8-2F1B-D09D-6FCC-D54093C9F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916" y="4710575"/>
            <a:ext cx="2548471" cy="4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67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u="sng" dirty="0"/>
              <a:t>Importancia de la convolución (y de la entrada impulso)</a:t>
            </a:r>
            <a:endParaRPr lang="es-ES" u="sng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Para un sistema LTI, si se conoce su salida a entrada impulso       , la cual llamaremos </a:t>
            </a:r>
            <a:r>
              <a:rPr lang="es-ES" i="1" dirty="0"/>
              <a:t>h(t)</a:t>
            </a:r>
            <a:r>
              <a:rPr lang="es-ES" dirty="0"/>
              <a:t>, entonces se puede conocer la salida </a:t>
            </a:r>
            <a:r>
              <a:rPr lang="es-ES" i="1" dirty="0"/>
              <a:t>y(t)</a:t>
            </a:r>
            <a:r>
              <a:rPr lang="es-ES" dirty="0"/>
              <a:t> del sistema a cualquier entrada arbitraria </a:t>
            </a:r>
            <a:r>
              <a:rPr lang="es-ES" i="1" dirty="0"/>
              <a:t>u(t)</a:t>
            </a:r>
            <a:r>
              <a:rPr lang="es-ES" dirty="0"/>
              <a:t>, mediante: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43177D78-1EFA-7625-DA09-FFE66C62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086" y="4679132"/>
            <a:ext cx="2875321" cy="403837"/>
          </a:xfrm>
          <a:prstGeom prst="rect">
            <a:avLst/>
          </a:prstGeom>
        </p:spPr>
      </p:pic>
      <p:pic>
        <p:nvPicPr>
          <p:cNvPr id="7" name="Imagen 6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D4473B64-2FF2-3926-AE9D-071CC17FC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773" y="2925402"/>
            <a:ext cx="508361" cy="33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88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2.3 Transformaciones sobre Señales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dirty="0"/>
              <a:t>Discretización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DEABD4-D2E0-2A82-127E-D183EAFBB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47" y="1576891"/>
            <a:ext cx="8664101" cy="48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80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Definidas en base al muestreador ideal.</a:t>
            </a:r>
          </a:p>
          <a:p>
            <a:pPr algn="just"/>
            <a:r>
              <a:rPr lang="es-CL" dirty="0"/>
              <a:t>Evaluadas para </a:t>
            </a:r>
            <a:r>
              <a:rPr lang="es-CL" i="1" dirty="0" err="1"/>
              <a:t>kT</a:t>
            </a:r>
            <a:r>
              <a:rPr lang="es-CL" dirty="0"/>
              <a:t>, con </a:t>
            </a:r>
            <a:r>
              <a:rPr lang="es-CL" i="1" dirty="0"/>
              <a:t>k </a:t>
            </a:r>
            <a:r>
              <a:rPr lang="es-CL" dirty="0"/>
              <a:t>entero.</a:t>
            </a:r>
          </a:p>
          <a:p>
            <a:pPr algn="just"/>
            <a:r>
              <a:rPr lang="es-CL" i="1" dirty="0"/>
              <a:t>T </a:t>
            </a:r>
            <a:r>
              <a:rPr lang="es-CL" dirty="0"/>
              <a:t>es el periodo de muestreo de la señal discreta.</a:t>
            </a:r>
            <a:endParaRPr lang="es-ES" dirty="0"/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4428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Impulso Discreto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C10283-1961-94B9-6096-9AC3975DF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482" y="1027906"/>
            <a:ext cx="2400635" cy="1895740"/>
          </a:xfrm>
          <a:prstGeom prst="rect">
            <a:avLst/>
          </a:prstGeom>
        </p:spPr>
      </p:pic>
      <p:pic>
        <p:nvPicPr>
          <p:cNvPr id="7" name="Imagen 6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450F6B84-40EC-7758-F0BD-7FFBFA4DE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426" y="2796189"/>
            <a:ext cx="3842703" cy="114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6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Escalón Discreto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8ADD0D-16C0-FDE8-5574-45F699517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026" y="858938"/>
            <a:ext cx="2972215" cy="2048161"/>
          </a:xfrm>
          <a:prstGeom prst="rect">
            <a:avLst/>
          </a:prstGeom>
        </p:spPr>
      </p:pic>
      <p:pic>
        <p:nvPicPr>
          <p:cNvPr id="7" name="Imagen 6" descr="Diagrama&#10;&#10;Descripción generada automáticamente con confianza baja">
            <a:extLst>
              <a:ext uri="{FF2B5EF4-FFF2-40B4-BE49-F238E27FC236}">
                <a16:creationId xmlns:a16="http://schemas.microsoft.com/office/drawing/2014/main" id="{84144134-6C0D-1A59-2776-3E5543C9C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097" y="2792106"/>
            <a:ext cx="3862367" cy="114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09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Rampa Discreta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56CE77-C1BD-48A6-B691-D0C56D218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379" y="863248"/>
            <a:ext cx="2667372" cy="2219635"/>
          </a:xfrm>
          <a:prstGeom prst="rect">
            <a:avLst/>
          </a:prstGeom>
        </p:spPr>
      </p:pic>
      <p:pic>
        <p:nvPicPr>
          <p:cNvPr id="7" name="Imagen 6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405212E-E510-8AC4-4BE9-DD881E4B2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49" y="2779411"/>
            <a:ext cx="4010988" cy="111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60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Exponencial Discreta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597404-BD39-DEFD-3476-ED91EED6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28" y="1379390"/>
            <a:ext cx="7008190" cy="3535538"/>
          </a:xfrm>
          <a:prstGeom prst="rect">
            <a:avLst/>
          </a:prstGeom>
        </p:spPr>
      </p:pic>
      <p:pic>
        <p:nvPicPr>
          <p:cNvPr id="7" name="Imagen 6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4567617-B219-DA4C-E681-17C6ACF35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17" y="3192752"/>
            <a:ext cx="3451617" cy="4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92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Sinusoidal Discreta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CEEF03-3790-7F44-07C7-28F92591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730" y="1447523"/>
            <a:ext cx="4982270" cy="198147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A0E0B2-C1C6-CCD0-05E5-D9F6C53FE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" y="2837887"/>
            <a:ext cx="6693309" cy="34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91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6349182" cy="4351338"/>
          </a:xfrm>
        </p:spPr>
        <p:txBody>
          <a:bodyPr/>
          <a:lstStyle/>
          <a:p>
            <a:pPr algn="just"/>
            <a:r>
              <a:rPr lang="es-CL" dirty="0"/>
              <a:t>Sinusoidal Discreta</a:t>
            </a:r>
          </a:p>
          <a:p>
            <a:pPr algn="just"/>
            <a:endParaRPr lang="es-CL" dirty="0"/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endParaRPr lang="es-CL" dirty="0"/>
          </a:p>
          <a:p>
            <a:pPr marL="0" indent="0" algn="just">
              <a:buNone/>
            </a:pPr>
            <a:r>
              <a:rPr lang="es-CL" dirty="0"/>
              <a:t>La señal sinusoidal discreta es </a:t>
            </a:r>
            <a:r>
              <a:rPr lang="es-ES" dirty="0"/>
              <a:t>periódica si para algún k* y N enteros se cumple, 2</a:t>
            </a:r>
            <a:r>
              <a:rPr lang="el-GR" dirty="0"/>
              <a:t>π</a:t>
            </a:r>
            <a:r>
              <a:rPr lang="es-ES" dirty="0" err="1"/>
              <a:t>fkT</a:t>
            </a:r>
            <a:r>
              <a:rPr lang="es-ES" dirty="0"/>
              <a:t> = 2</a:t>
            </a:r>
            <a:r>
              <a:rPr lang="el-GR" dirty="0"/>
              <a:t>π</a:t>
            </a:r>
            <a:r>
              <a:rPr lang="es-ES" dirty="0"/>
              <a:t>N, con k* =N/(</a:t>
            </a:r>
            <a:r>
              <a:rPr lang="es-ES" dirty="0" err="1"/>
              <a:t>fT</a:t>
            </a:r>
            <a:r>
              <a:rPr lang="es-ES" dirty="0"/>
              <a:t>), donde N es el menor entero positivo y k* resulta ser el periodo discreto.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CEEF03-3790-7F44-07C7-28F92591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730" y="1447523"/>
            <a:ext cx="4982270" cy="198147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82D3B53-BAB1-3726-4083-26AFB644C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4" y="2837887"/>
            <a:ext cx="6693309" cy="34861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AC7DBF4-4BE8-2B70-7A38-B795C006D543}"/>
              </a:ext>
            </a:extLst>
          </p:cNvPr>
          <p:cNvSpPr txBox="1"/>
          <p:nvPr/>
        </p:nvSpPr>
        <p:spPr>
          <a:xfrm>
            <a:off x="8062452" y="4994787"/>
            <a:ext cx="3381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u="sng" dirty="0"/>
              <a:t>Nota</a:t>
            </a:r>
            <a:r>
              <a:rPr lang="es-CL" dirty="0"/>
              <a:t>: Recordar que </a:t>
            </a:r>
            <a:r>
              <a:rPr lang="es-CL" i="1" dirty="0"/>
              <a:t>T</a:t>
            </a:r>
            <a:r>
              <a:rPr lang="es-CL" dirty="0"/>
              <a:t> es el tiempo</a:t>
            </a:r>
          </a:p>
          <a:p>
            <a:r>
              <a:rPr lang="es-CL" dirty="0"/>
              <a:t>de muestreo de la señal discreta.</a:t>
            </a:r>
          </a:p>
          <a:p>
            <a:r>
              <a:rPr lang="es-CL" dirty="0"/>
              <a:t>No confundir con el periodo (1/f) </a:t>
            </a:r>
          </a:p>
          <a:p>
            <a:r>
              <a:rPr lang="es-CL" dirty="0"/>
              <a:t>de la señal continua.</a:t>
            </a:r>
          </a:p>
        </p:txBody>
      </p:sp>
    </p:spTree>
    <p:extLst>
      <p:ext uri="{BB962C8B-B14F-4D97-AF65-F5344CB8AC3E}">
        <p14:creationId xmlns:p14="http://schemas.microsoft.com/office/powerpoint/2010/main" val="98619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L" b="1" dirty="0"/>
              <a:t>Ejercicio:</a:t>
            </a:r>
            <a:r>
              <a:rPr lang="es-ES" b="1" dirty="0"/>
              <a:t> </a:t>
            </a:r>
            <a:r>
              <a:rPr lang="es-ES" dirty="0"/>
              <a:t>Determine el periodo discreto de la señal </a:t>
            </a:r>
            <a:r>
              <a:rPr lang="es-ES" i="1" dirty="0"/>
              <a:t>g(</a:t>
            </a:r>
            <a:r>
              <a:rPr lang="es-ES" i="1" dirty="0" err="1"/>
              <a:t>kT</a:t>
            </a:r>
            <a:r>
              <a:rPr lang="es-ES" i="1" dirty="0"/>
              <a:t>) = Asen(2π</a:t>
            </a:r>
            <a:r>
              <a:rPr lang="es-ES" i="1" dirty="0" err="1"/>
              <a:t>fkT</a:t>
            </a:r>
            <a:r>
              <a:rPr lang="es-ES" i="1" dirty="0"/>
              <a:t>)</a:t>
            </a:r>
            <a:r>
              <a:rPr lang="es-ES" dirty="0"/>
              <a:t>, con </a:t>
            </a:r>
            <a:r>
              <a:rPr lang="es-ES" i="1" dirty="0"/>
              <a:t>f = 50 </a:t>
            </a:r>
            <a:r>
              <a:rPr lang="es-ES" dirty="0"/>
              <a:t>[Hz], </a:t>
            </a:r>
            <a:r>
              <a:rPr lang="es-ES" i="1" dirty="0"/>
              <a:t>T = 0,006 </a:t>
            </a:r>
            <a:r>
              <a:rPr lang="es-ES" dirty="0"/>
              <a:t>[s].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1730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Sinusoidal Discreta: Efectos del tiempo de muestreo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ED52730-FAFD-49FF-C505-5BF58873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526428"/>
            <a:ext cx="93345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05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2.4 Señales de Prueba Discretas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883" y="1825625"/>
            <a:ext cx="10515600" cy="4351338"/>
          </a:xfrm>
        </p:spPr>
        <p:txBody>
          <a:bodyPr/>
          <a:lstStyle/>
          <a:p>
            <a:pPr algn="just"/>
            <a:r>
              <a:rPr lang="es-CL" dirty="0"/>
              <a:t>Sinusoidal Discreta</a:t>
            </a:r>
            <a:endParaRPr lang="es-ES" dirty="0"/>
          </a:p>
          <a:p>
            <a:pPr algn="just"/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F324CEE-50F7-7274-4A75-5DDC54FE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3234"/>
            <a:ext cx="12192000" cy="151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37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2: Señales en Sistemas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3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805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4132</TotalTime>
  <Words>728</Words>
  <Application>Microsoft Office PowerPoint</Application>
  <PresentationFormat>Panorámica</PresentationFormat>
  <Paragraphs>89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Diseño personalizado</vt:lpstr>
      <vt:lpstr>Sistemas Lineales Dinámicos S1-2024 Capítulo 2: Señales en Sistemas Clase 3</vt:lpstr>
      <vt:lpstr>En la clase de hoy</vt:lpstr>
      <vt:lpstr>Repaso: 2.3 Transformaciones sobre Señales</vt:lpstr>
      <vt:lpstr>Repaso: 2.3 Transformaciones sobre Señales</vt:lpstr>
      <vt:lpstr>Errata: 2.3 Transformaciones sobre Señales</vt:lpstr>
      <vt:lpstr>Errata: 2.3 Transformaciones sobre Señales</vt:lpstr>
      <vt:lpstr>2.3 Transformaciones sobre Señales</vt:lpstr>
      <vt:lpstr>Presentación de PowerPoint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2.3 Transformaciones sobre Señales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2.4 Señales de Prueba Discretas</vt:lpstr>
      <vt:lpstr>Sistemas Lineales Dinámicos S1-2024 Capítulo 2: Señales en Sistemas Clase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2024-03-24T22:38:37Z</dcterms:modified>
</cp:coreProperties>
</file>