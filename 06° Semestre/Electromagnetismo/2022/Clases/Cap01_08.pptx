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wav" ContentType="audio/x-wav"/>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50"/>
  </p:notesMasterIdLst>
  <p:sldIdLst>
    <p:sldId id="364" r:id="rId3"/>
    <p:sldId id="367" r:id="rId4"/>
    <p:sldId id="378" r:id="rId5"/>
    <p:sldId id="379" r:id="rId6"/>
    <p:sldId id="259" r:id="rId7"/>
    <p:sldId id="260" r:id="rId8"/>
    <p:sldId id="315" r:id="rId9"/>
    <p:sldId id="370" r:id="rId10"/>
    <p:sldId id="382" r:id="rId11"/>
    <p:sldId id="547" r:id="rId12"/>
    <p:sldId id="537" r:id="rId13"/>
    <p:sldId id="549" r:id="rId14"/>
    <p:sldId id="542" r:id="rId15"/>
    <p:sldId id="543" r:id="rId16"/>
    <p:sldId id="545" r:id="rId17"/>
    <p:sldId id="273" r:id="rId18"/>
    <p:sldId id="274" r:id="rId19"/>
    <p:sldId id="550" r:id="rId20"/>
    <p:sldId id="551" r:id="rId21"/>
    <p:sldId id="552" r:id="rId22"/>
    <p:sldId id="553" r:id="rId23"/>
    <p:sldId id="554" r:id="rId24"/>
    <p:sldId id="555" r:id="rId25"/>
    <p:sldId id="263" r:id="rId26"/>
    <p:sldId id="264" r:id="rId27"/>
    <p:sldId id="265" r:id="rId28"/>
    <p:sldId id="266" r:id="rId29"/>
    <p:sldId id="262" r:id="rId30"/>
    <p:sldId id="559" r:id="rId31"/>
    <p:sldId id="285" r:id="rId32"/>
    <p:sldId id="284" r:id="rId33"/>
    <p:sldId id="278" r:id="rId34"/>
    <p:sldId id="560" r:id="rId35"/>
    <p:sldId id="267" r:id="rId36"/>
    <p:sldId id="561" r:id="rId37"/>
    <p:sldId id="268" r:id="rId38"/>
    <p:sldId id="269" r:id="rId39"/>
    <p:sldId id="270" r:id="rId40"/>
    <p:sldId id="271" r:id="rId41"/>
    <p:sldId id="563" r:id="rId42"/>
    <p:sldId id="564" r:id="rId43"/>
    <p:sldId id="283" r:id="rId44"/>
    <p:sldId id="298" r:id="rId45"/>
    <p:sldId id="299" r:id="rId46"/>
    <p:sldId id="300" r:id="rId47"/>
    <p:sldId id="301" r:id="rId48"/>
    <p:sldId id="303" r:id="rId4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5" d="100"/>
          <a:sy n="75" d="100"/>
        </p:scale>
        <p:origin x="54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notesMaster" Target="notesMasters/notesMaster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theme" Target="theme/theme1.xml"/><Relationship Id="rId5" Type="http://schemas.openxmlformats.org/officeDocument/2006/relationships/slide" Target="slides/slide3.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8" Type="http://schemas.openxmlformats.org/officeDocument/2006/relationships/slide" Target="slides/slide6.xml"/><Relationship Id="rId51" Type="http://schemas.openxmlformats.org/officeDocument/2006/relationships/presProps" Target="pres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6.emf"/><Relationship Id="rId1" Type="http://schemas.openxmlformats.org/officeDocument/2006/relationships/image" Target="../media/image15.emf"/><Relationship Id="rId4" Type="http://schemas.openxmlformats.org/officeDocument/2006/relationships/image" Target="../media/image18.e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30.wmf"/><Relationship Id="rId1" Type="http://schemas.openxmlformats.org/officeDocument/2006/relationships/image" Target="../media/image29.e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32.emf"/><Relationship Id="rId1" Type="http://schemas.openxmlformats.org/officeDocument/2006/relationships/image" Target="../media/image31.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38EC114-E9A7-48F6-BB07-CC9ABEFFA025}" type="datetimeFigureOut">
              <a:rPr lang="en-US" smtClean="0"/>
              <a:t>10/18/2021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2AF334-6B76-4D5B-B953-37662211EE9D}" type="slidenum">
              <a:rPr lang="en-US" smtClean="0"/>
              <a:t>‹#›</a:t>
            </a:fld>
            <a:endParaRPr lang="en-US"/>
          </a:p>
        </p:txBody>
      </p:sp>
    </p:spTree>
    <p:extLst>
      <p:ext uri="{BB962C8B-B14F-4D97-AF65-F5344CB8AC3E}">
        <p14:creationId xmlns:p14="http://schemas.microsoft.com/office/powerpoint/2010/main" val="37170361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098" name="Rectangle 1">
            <a:extLst>
              <a:ext uri="{FF2B5EF4-FFF2-40B4-BE49-F238E27FC236}">
                <a16:creationId xmlns:a16="http://schemas.microsoft.com/office/drawing/2014/main" id="{05DBF955-8C2B-4201-9BA9-88AE6813441A}"/>
              </a:ext>
            </a:extLst>
          </p:cNvPr>
          <p:cNvSpPr>
            <a:spLocks noGrp="1" noRot="1" noChangeAspect="1" noChangeArrowheads="1" noTextEdit="1"/>
          </p:cNvSpPr>
          <p:nvPr>
            <p:ph type="sldImg"/>
          </p:nvPr>
        </p:nvSpPr>
        <p:spPr>
          <a:xfrm>
            <a:off x="-473075" y="0"/>
            <a:ext cx="4546600" cy="3600450"/>
          </a:xfrm>
          <a:ln/>
        </p:spPr>
      </p:sp>
      <p:sp>
        <p:nvSpPr>
          <p:cNvPr id="4099" name="Rectangle 2">
            <a:extLst>
              <a:ext uri="{FF2B5EF4-FFF2-40B4-BE49-F238E27FC236}">
                <a16:creationId xmlns:a16="http://schemas.microsoft.com/office/drawing/2014/main" id="{5495A791-EC38-4A7E-8ECF-FF7BF20906A3}"/>
              </a:ext>
            </a:extLst>
          </p:cNvPr>
          <p:cNvSpPr txBox="1">
            <a:spLocks noGrp="1" noChangeArrowheads="1"/>
          </p:cNvSpPr>
          <p:nvPr>
            <p:ph type="body" idx="1"/>
          </p:nvPr>
        </p:nvSpPr>
        <p:spPr>
          <a:xfrm>
            <a:off x="503238" y="4316413"/>
            <a:ext cx="5856287" cy="40608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s-CL"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458" name="Rectangle 1">
            <a:extLst>
              <a:ext uri="{FF2B5EF4-FFF2-40B4-BE49-F238E27FC236}">
                <a16:creationId xmlns:a16="http://schemas.microsoft.com/office/drawing/2014/main" id="{BD40B37B-7F68-419A-A446-C0F7249C3205}"/>
              </a:ext>
            </a:extLst>
          </p:cNvPr>
          <p:cNvSpPr>
            <a:spLocks noGrp="1" noRot="1" noChangeAspect="1" noChangeArrowheads="1" noTextEdit="1"/>
          </p:cNvSpPr>
          <p:nvPr>
            <p:ph type="sldImg"/>
          </p:nvPr>
        </p:nvSpPr>
        <p:spPr>
          <a:xfrm>
            <a:off x="-473075" y="0"/>
            <a:ext cx="4546600" cy="3600450"/>
          </a:xfrm>
          <a:ln/>
        </p:spPr>
      </p:sp>
      <p:sp>
        <p:nvSpPr>
          <p:cNvPr id="19459" name="Rectangle 2">
            <a:extLst>
              <a:ext uri="{FF2B5EF4-FFF2-40B4-BE49-F238E27FC236}">
                <a16:creationId xmlns:a16="http://schemas.microsoft.com/office/drawing/2014/main" id="{7029EB01-4047-4886-A4DB-BAF4283F589A}"/>
              </a:ext>
            </a:extLst>
          </p:cNvPr>
          <p:cNvSpPr txBox="1">
            <a:spLocks noGrp="1" noChangeArrowheads="1"/>
          </p:cNvSpPr>
          <p:nvPr>
            <p:ph type="body" idx="1"/>
          </p:nvPr>
        </p:nvSpPr>
        <p:spPr>
          <a:xfrm>
            <a:off x="503238" y="4316413"/>
            <a:ext cx="5856287" cy="40608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s-CL"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1986" name="Rectangle 1">
            <a:extLst>
              <a:ext uri="{FF2B5EF4-FFF2-40B4-BE49-F238E27FC236}">
                <a16:creationId xmlns:a16="http://schemas.microsoft.com/office/drawing/2014/main" id="{090189C5-A2C7-49B1-961B-382399D5B1CD}"/>
              </a:ext>
            </a:extLst>
          </p:cNvPr>
          <p:cNvSpPr>
            <a:spLocks noGrp="1" noRot="1" noChangeAspect="1" noChangeArrowheads="1" noTextEdit="1"/>
          </p:cNvSpPr>
          <p:nvPr>
            <p:ph type="sldImg"/>
          </p:nvPr>
        </p:nvSpPr>
        <p:spPr>
          <a:xfrm>
            <a:off x="-473075" y="0"/>
            <a:ext cx="4546600" cy="3600450"/>
          </a:xfrm>
          <a:ln/>
        </p:spPr>
      </p:sp>
      <p:sp>
        <p:nvSpPr>
          <p:cNvPr id="41987" name="Rectangle 2">
            <a:extLst>
              <a:ext uri="{FF2B5EF4-FFF2-40B4-BE49-F238E27FC236}">
                <a16:creationId xmlns:a16="http://schemas.microsoft.com/office/drawing/2014/main" id="{A86BF3DA-F6EE-4172-9027-BA895A7DDD40}"/>
              </a:ext>
            </a:extLst>
          </p:cNvPr>
          <p:cNvSpPr txBox="1">
            <a:spLocks noGrp="1" noChangeArrowheads="1"/>
          </p:cNvSpPr>
          <p:nvPr>
            <p:ph type="body" idx="1"/>
          </p:nvPr>
        </p:nvSpPr>
        <p:spPr>
          <a:xfrm>
            <a:off x="503238" y="4316413"/>
            <a:ext cx="5856287" cy="40608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s-CL"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98D484-17D5-4E39-9104-4FE2A393286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207D943-ECB5-4C3D-AA38-F4F562EB91E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64B1E17-7192-4491-BE8A-7565D9F34733}"/>
              </a:ext>
            </a:extLst>
          </p:cNvPr>
          <p:cNvSpPr>
            <a:spLocks noGrp="1"/>
          </p:cNvSpPr>
          <p:nvPr>
            <p:ph type="dt" sz="half" idx="10"/>
          </p:nvPr>
        </p:nvSpPr>
        <p:spPr/>
        <p:txBody>
          <a:bodyPr/>
          <a:lstStyle/>
          <a:p>
            <a:fld id="{E7C5EF86-2E1D-461B-A3BC-0D29875D8907}" type="datetimeFigureOut">
              <a:rPr lang="en-US" smtClean="0"/>
              <a:t>10/18/2021</a:t>
            </a:fld>
            <a:endParaRPr lang="en-US"/>
          </a:p>
        </p:txBody>
      </p:sp>
      <p:sp>
        <p:nvSpPr>
          <p:cNvPr id="5" name="Footer Placeholder 4">
            <a:extLst>
              <a:ext uri="{FF2B5EF4-FFF2-40B4-BE49-F238E27FC236}">
                <a16:creationId xmlns:a16="http://schemas.microsoft.com/office/drawing/2014/main" id="{089F9952-E495-4A59-A0FB-50C9D61421B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D1D631F-F128-40EE-90D5-2733209B5277}"/>
              </a:ext>
            </a:extLst>
          </p:cNvPr>
          <p:cNvSpPr>
            <a:spLocks noGrp="1"/>
          </p:cNvSpPr>
          <p:nvPr>
            <p:ph type="sldNum" sz="quarter" idx="12"/>
          </p:nvPr>
        </p:nvSpPr>
        <p:spPr/>
        <p:txBody>
          <a:bodyPr/>
          <a:lstStyle/>
          <a:p>
            <a:fld id="{D36A8A47-007D-4F76-BDA1-048E333E2577}" type="slidenum">
              <a:rPr lang="en-US" smtClean="0"/>
              <a:t>‹#›</a:t>
            </a:fld>
            <a:endParaRPr lang="en-US"/>
          </a:p>
        </p:txBody>
      </p:sp>
    </p:spTree>
    <p:extLst>
      <p:ext uri="{BB962C8B-B14F-4D97-AF65-F5344CB8AC3E}">
        <p14:creationId xmlns:p14="http://schemas.microsoft.com/office/powerpoint/2010/main" val="4938321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F068D4-7DDC-477A-BA85-34D7F5FB9DF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CE1949B-7039-440F-8B74-460F197ED27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CB6783C-B08D-41DB-BC8D-51A96951E5C9}"/>
              </a:ext>
            </a:extLst>
          </p:cNvPr>
          <p:cNvSpPr>
            <a:spLocks noGrp="1"/>
          </p:cNvSpPr>
          <p:nvPr>
            <p:ph type="dt" sz="half" idx="10"/>
          </p:nvPr>
        </p:nvSpPr>
        <p:spPr/>
        <p:txBody>
          <a:bodyPr/>
          <a:lstStyle/>
          <a:p>
            <a:fld id="{E7C5EF86-2E1D-461B-A3BC-0D29875D8907}" type="datetimeFigureOut">
              <a:rPr lang="en-US" smtClean="0"/>
              <a:t>10/18/2021</a:t>
            </a:fld>
            <a:endParaRPr lang="en-US"/>
          </a:p>
        </p:txBody>
      </p:sp>
      <p:sp>
        <p:nvSpPr>
          <p:cNvPr id="5" name="Footer Placeholder 4">
            <a:extLst>
              <a:ext uri="{FF2B5EF4-FFF2-40B4-BE49-F238E27FC236}">
                <a16:creationId xmlns:a16="http://schemas.microsoft.com/office/drawing/2014/main" id="{FCA3F448-A382-4122-8CD9-6F500760268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6CFD48C-2EAE-463C-B19E-F4DE7ED90BCC}"/>
              </a:ext>
            </a:extLst>
          </p:cNvPr>
          <p:cNvSpPr>
            <a:spLocks noGrp="1"/>
          </p:cNvSpPr>
          <p:nvPr>
            <p:ph type="sldNum" sz="quarter" idx="12"/>
          </p:nvPr>
        </p:nvSpPr>
        <p:spPr/>
        <p:txBody>
          <a:bodyPr/>
          <a:lstStyle/>
          <a:p>
            <a:fld id="{D36A8A47-007D-4F76-BDA1-048E333E2577}" type="slidenum">
              <a:rPr lang="en-US" smtClean="0"/>
              <a:t>‹#›</a:t>
            </a:fld>
            <a:endParaRPr lang="en-US"/>
          </a:p>
        </p:txBody>
      </p:sp>
    </p:spTree>
    <p:extLst>
      <p:ext uri="{BB962C8B-B14F-4D97-AF65-F5344CB8AC3E}">
        <p14:creationId xmlns:p14="http://schemas.microsoft.com/office/powerpoint/2010/main" val="36325128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694C59-A58E-4B38-924A-160A36D9141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3B1766A-9DCE-403B-B000-1FC8460BE86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52AD785-FBB8-43A7-9B1B-480E11384298}"/>
              </a:ext>
            </a:extLst>
          </p:cNvPr>
          <p:cNvSpPr>
            <a:spLocks noGrp="1"/>
          </p:cNvSpPr>
          <p:nvPr>
            <p:ph type="dt" sz="half" idx="10"/>
          </p:nvPr>
        </p:nvSpPr>
        <p:spPr/>
        <p:txBody>
          <a:bodyPr/>
          <a:lstStyle/>
          <a:p>
            <a:fld id="{E7C5EF86-2E1D-461B-A3BC-0D29875D8907}" type="datetimeFigureOut">
              <a:rPr lang="en-US" smtClean="0"/>
              <a:t>10/18/2021</a:t>
            </a:fld>
            <a:endParaRPr lang="en-US"/>
          </a:p>
        </p:txBody>
      </p:sp>
      <p:sp>
        <p:nvSpPr>
          <p:cNvPr id="5" name="Footer Placeholder 4">
            <a:extLst>
              <a:ext uri="{FF2B5EF4-FFF2-40B4-BE49-F238E27FC236}">
                <a16:creationId xmlns:a16="http://schemas.microsoft.com/office/drawing/2014/main" id="{3073EB07-60AC-4C3A-B089-BBDE32973C3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EC4BBB0-0425-498F-B563-B12E2181A113}"/>
              </a:ext>
            </a:extLst>
          </p:cNvPr>
          <p:cNvSpPr>
            <a:spLocks noGrp="1"/>
          </p:cNvSpPr>
          <p:nvPr>
            <p:ph type="sldNum" sz="quarter" idx="12"/>
          </p:nvPr>
        </p:nvSpPr>
        <p:spPr/>
        <p:txBody>
          <a:bodyPr/>
          <a:lstStyle/>
          <a:p>
            <a:fld id="{D36A8A47-007D-4F76-BDA1-048E333E2577}" type="slidenum">
              <a:rPr lang="en-US" smtClean="0"/>
              <a:t>‹#›</a:t>
            </a:fld>
            <a:endParaRPr lang="en-US"/>
          </a:p>
        </p:txBody>
      </p:sp>
    </p:spTree>
    <p:extLst>
      <p:ext uri="{BB962C8B-B14F-4D97-AF65-F5344CB8AC3E}">
        <p14:creationId xmlns:p14="http://schemas.microsoft.com/office/powerpoint/2010/main" val="31354469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A3984D-1E29-4AA3-B003-2F3A21C360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2E5BB06-67E5-4CBF-A03A-05BD627E263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B6EB0CC-C9F8-4AE5-B0F3-CA3AAD84286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947B063-9EB7-463C-9E00-F7C12DB41649}"/>
              </a:ext>
            </a:extLst>
          </p:cNvPr>
          <p:cNvSpPr>
            <a:spLocks noGrp="1"/>
          </p:cNvSpPr>
          <p:nvPr>
            <p:ph type="dt" sz="half" idx="10"/>
          </p:nvPr>
        </p:nvSpPr>
        <p:spPr/>
        <p:txBody>
          <a:bodyPr/>
          <a:lstStyle/>
          <a:p>
            <a:fld id="{E7C5EF86-2E1D-461B-A3BC-0D29875D8907}" type="datetimeFigureOut">
              <a:rPr lang="en-US" smtClean="0"/>
              <a:t>10/18/2021</a:t>
            </a:fld>
            <a:endParaRPr lang="en-US"/>
          </a:p>
        </p:txBody>
      </p:sp>
      <p:sp>
        <p:nvSpPr>
          <p:cNvPr id="6" name="Footer Placeholder 5">
            <a:extLst>
              <a:ext uri="{FF2B5EF4-FFF2-40B4-BE49-F238E27FC236}">
                <a16:creationId xmlns:a16="http://schemas.microsoft.com/office/drawing/2014/main" id="{325E0544-F529-4370-AC94-2192F5F18CB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0F13381-D235-4169-8D7E-3B40767F7A86}"/>
              </a:ext>
            </a:extLst>
          </p:cNvPr>
          <p:cNvSpPr>
            <a:spLocks noGrp="1"/>
          </p:cNvSpPr>
          <p:nvPr>
            <p:ph type="sldNum" sz="quarter" idx="12"/>
          </p:nvPr>
        </p:nvSpPr>
        <p:spPr/>
        <p:txBody>
          <a:bodyPr/>
          <a:lstStyle/>
          <a:p>
            <a:fld id="{D36A8A47-007D-4F76-BDA1-048E333E2577}" type="slidenum">
              <a:rPr lang="en-US" smtClean="0"/>
              <a:t>‹#›</a:t>
            </a:fld>
            <a:endParaRPr lang="en-US"/>
          </a:p>
        </p:txBody>
      </p:sp>
    </p:spTree>
    <p:extLst>
      <p:ext uri="{BB962C8B-B14F-4D97-AF65-F5344CB8AC3E}">
        <p14:creationId xmlns:p14="http://schemas.microsoft.com/office/powerpoint/2010/main" val="7129164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D6AD70-D7D0-4EB3-9C27-ABDBE8A7EDA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A1E0A13-8E77-42E5-B8F6-F286E0FB7A1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753EE59-02EB-4A27-A1B4-D4E57E1DE7B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E0AE367-E894-4DD1-A30C-E734D651F02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4C3C97E-0550-4376-9384-B1700B8617A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69A5438-FBA8-4C8A-AA0F-F92790BDEC52}"/>
              </a:ext>
            </a:extLst>
          </p:cNvPr>
          <p:cNvSpPr>
            <a:spLocks noGrp="1"/>
          </p:cNvSpPr>
          <p:nvPr>
            <p:ph type="dt" sz="half" idx="10"/>
          </p:nvPr>
        </p:nvSpPr>
        <p:spPr/>
        <p:txBody>
          <a:bodyPr/>
          <a:lstStyle/>
          <a:p>
            <a:fld id="{E7C5EF86-2E1D-461B-A3BC-0D29875D8907}" type="datetimeFigureOut">
              <a:rPr lang="en-US" smtClean="0"/>
              <a:t>10/18/2021</a:t>
            </a:fld>
            <a:endParaRPr lang="en-US"/>
          </a:p>
        </p:txBody>
      </p:sp>
      <p:sp>
        <p:nvSpPr>
          <p:cNvPr id="8" name="Footer Placeholder 7">
            <a:extLst>
              <a:ext uri="{FF2B5EF4-FFF2-40B4-BE49-F238E27FC236}">
                <a16:creationId xmlns:a16="http://schemas.microsoft.com/office/drawing/2014/main" id="{1E5D8C3B-B345-46D9-BDB4-9522C9E55A3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FBF49DC-4DC2-487D-A591-830065C97A06}"/>
              </a:ext>
            </a:extLst>
          </p:cNvPr>
          <p:cNvSpPr>
            <a:spLocks noGrp="1"/>
          </p:cNvSpPr>
          <p:nvPr>
            <p:ph type="sldNum" sz="quarter" idx="12"/>
          </p:nvPr>
        </p:nvSpPr>
        <p:spPr/>
        <p:txBody>
          <a:bodyPr/>
          <a:lstStyle/>
          <a:p>
            <a:fld id="{D36A8A47-007D-4F76-BDA1-048E333E2577}" type="slidenum">
              <a:rPr lang="en-US" smtClean="0"/>
              <a:t>‹#›</a:t>
            </a:fld>
            <a:endParaRPr lang="en-US"/>
          </a:p>
        </p:txBody>
      </p:sp>
    </p:spTree>
    <p:extLst>
      <p:ext uri="{BB962C8B-B14F-4D97-AF65-F5344CB8AC3E}">
        <p14:creationId xmlns:p14="http://schemas.microsoft.com/office/powerpoint/2010/main" val="42844111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DF30F0-7227-4EA6-A81B-62F8CF2D921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6EFEDD1-1CFF-4661-89F8-F3E096AE126B}"/>
              </a:ext>
            </a:extLst>
          </p:cNvPr>
          <p:cNvSpPr>
            <a:spLocks noGrp="1"/>
          </p:cNvSpPr>
          <p:nvPr>
            <p:ph type="dt" sz="half" idx="10"/>
          </p:nvPr>
        </p:nvSpPr>
        <p:spPr/>
        <p:txBody>
          <a:bodyPr/>
          <a:lstStyle/>
          <a:p>
            <a:fld id="{E7C5EF86-2E1D-461B-A3BC-0D29875D8907}" type="datetimeFigureOut">
              <a:rPr lang="en-US" smtClean="0"/>
              <a:t>10/18/2021</a:t>
            </a:fld>
            <a:endParaRPr lang="en-US"/>
          </a:p>
        </p:txBody>
      </p:sp>
      <p:sp>
        <p:nvSpPr>
          <p:cNvPr id="4" name="Footer Placeholder 3">
            <a:extLst>
              <a:ext uri="{FF2B5EF4-FFF2-40B4-BE49-F238E27FC236}">
                <a16:creationId xmlns:a16="http://schemas.microsoft.com/office/drawing/2014/main" id="{F9CD4C5E-8BD8-4DA3-BBFE-9066A6D7AAE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126782C-2E29-4FEF-B80E-2371906628F9}"/>
              </a:ext>
            </a:extLst>
          </p:cNvPr>
          <p:cNvSpPr>
            <a:spLocks noGrp="1"/>
          </p:cNvSpPr>
          <p:nvPr>
            <p:ph type="sldNum" sz="quarter" idx="12"/>
          </p:nvPr>
        </p:nvSpPr>
        <p:spPr/>
        <p:txBody>
          <a:bodyPr/>
          <a:lstStyle/>
          <a:p>
            <a:fld id="{D36A8A47-007D-4F76-BDA1-048E333E2577}" type="slidenum">
              <a:rPr lang="en-US" smtClean="0"/>
              <a:t>‹#›</a:t>
            </a:fld>
            <a:endParaRPr lang="en-US"/>
          </a:p>
        </p:txBody>
      </p:sp>
    </p:spTree>
    <p:extLst>
      <p:ext uri="{BB962C8B-B14F-4D97-AF65-F5344CB8AC3E}">
        <p14:creationId xmlns:p14="http://schemas.microsoft.com/office/powerpoint/2010/main" val="14882915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C06CBDF-D632-4B04-9320-8C35425E689E}"/>
              </a:ext>
            </a:extLst>
          </p:cNvPr>
          <p:cNvSpPr>
            <a:spLocks noGrp="1"/>
          </p:cNvSpPr>
          <p:nvPr>
            <p:ph type="dt" sz="half" idx="10"/>
          </p:nvPr>
        </p:nvSpPr>
        <p:spPr/>
        <p:txBody>
          <a:bodyPr/>
          <a:lstStyle/>
          <a:p>
            <a:fld id="{E7C5EF86-2E1D-461B-A3BC-0D29875D8907}" type="datetimeFigureOut">
              <a:rPr lang="en-US" smtClean="0"/>
              <a:t>10/18/2021</a:t>
            </a:fld>
            <a:endParaRPr lang="en-US"/>
          </a:p>
        </p:txBody>
      </p:sp>
      <p:sp>
        <p:nvSpPr>
          <p:cNvPr id="3" name="Footer Placeholder 2">
            <a:extLst>
              <a:ext uri="{FF2B5EF4-FFF2-40B4-BE49-F238E27FC236}">
                <a16:creationId xmlns:a16="http://schemas.microsoft.com/office/drawing/2014/main" id="{C8154641-B3F5-4ECA-82DA-A02DB6CE146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B0FDCF1-5E94-43AF-8EC3-BEEFFE571D18}"/>
              </a:ext>
            </a:extLst>
          </p:cNvPr>
          <p:cNvSpPr>
            <a:spLocks noGrp="1"/>
          </p:cNvSpPr>
          <p:nvPr>
            <p:ph type="sldNum" sz="quarter" idx="12"/>
          </p:nvPr>
        </p:nvSpPr>
        <p:spPr/>
        <p:txBody>
          <a:bodyPr/>
          <a:lstStyle/>
          <a:p>
            <a:fld id="{D36A8A47-007D-4F76-BDA1-048E333E2577}" type="slidenum">
              <a:rPr lang="en-US" smtClean="0"/>
              <a:t>‹#›</a:t>
            </a:fld>
            <a:endParaRPr lang="en-US"/>
          </a:p>
        </p:txBody>
      </p:sp>
    </p:spTree>
    <p:extLst>
      <p:ext uri="{BB962C8B-B14F-4D97-AF65-F5344CB8AC3E}">
        <p14:creationId xmlns:p14="http://schemas.microsoft.com/office/powerpoint/2010/main" val="6555122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2B3A6D-11BE-4972-AAA4-08014CC6ED3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38ABEAF-A237-4050-823E-A1E23B905CB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0F8432F-5E9D-4A9D-AC68-FDB88B008DB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02A23FB-DAE1-4152-AF6F-6458B65F5DE5}"/>
              </a:ext>
            </a:extLst>
          </p:cNvPr>
          <p:cNvSpPr>
            <a:spLocks noGrp="1"/>
          </p:cNvSpPr>
          <p:nvPr>
            <p:ph type="dt" sz="half" idx="10"/>
          </p:nvPr>
        </p:nvSpPr>
        <p:spPr/>
        <p:txBody>
          <a:bodyPr/>
          <a:lstStyle/>
          <a:p>
            <a:fld id="{E7C5EF86-2E1D-461B-A3BC-0D29875D8907}" type="datetimeFigureOut">
              <a:rPr lang="en-US" smtClean="0"/>
              <a:t>10/18/2021</a:t>
            </a:fld>
            <a:endParaRPr lang="en-US"/>
          </a:p>
        </p:txBody>
      </p:sp>
      <p:sp>
        <p:nvSpPr>
          <p:cNvPr id="6" name="Footer Placeholder 5">
            <a:extLst>
              <a:ext uri="{FF2B5EF4-FFF2-40B4-BE49-F238E27FC236}">
                <a16:creationId xmlns:a16="http://schemas.microsoft.com/office/drawing/2014/main" id="{72D6AF48-6808-4C97-B35B-EA4F9F611B7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FA93EDA-25DA-4406-AB61-7E29EA6946EF}"/>
              </a:ext>
            </a:extLst>
          </p:cNvPr>
          <p:cNvSpPr>
            <a:spLocks noGrp="1"/>
          </p:cNvSpPr>
          <p:nvPr>
            <p:ph type="sldNum" sz="quarter" idx="12"/>
          </p:nvPr>
        </p:nvSpPr>
        <p:spPr/>
        <p:txBody>
          <a:bodyPr/>
          <a:lstStyle/>
          <a:p>
            <a:fld id="{D36A8A47-007D-4F76-BDA1-048E333E2577}" type="slidenum">
              <a:rPr lang="en-US" smtClean="0"/>
              <a:t>‹#›</a:t>
            </a:fld>
            <a:endParaRPr lang="en-US"/>
          </a:p>
        </p:txBody>
      </p:sp>
    </p:spTree>
    <p:extLst>
      <p:ext uri="{BB962C8B-B14F-4D97-AF65-F5344CB8AC3E}">
        <p14:creationId xmlns:p14="http://schemas.microsoft.com/office/powerpoint/2010/main" val="5923954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D027C0-0800-4F59-A62B-ABF6FF5EE2B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78A0E01-D2B1-40BC-99D0-7C0CB3A1424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33C490B-8A37-4727-9ABC-5C42B550E82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CAFF1EF-04B8-44FC-980E-249D2B404258}"/>
              </a:ext>
            </a:extLst>
          </p:cNvPr>
          <p:cNvSpPr>
            <a:spLocks noGrp="1"/>
          </p:cNvSpPr>
          <p:nvPr>
            <p:ph type="dt" sz="half" idx="10"/>
          </p:nvPr>
        </p:nvSpPr>
        <p:spPr/>
        <p:txBody>
          <a:bodyPr/>
          <a:lstStyle/>
          <a:p>
            <a:fld id="{E7C5EF86-2E1D-461B-A3BC-0D29875D8907}" type="datetimeFigureOut">
              <a:rPr lang="en-US" smtClean="0"/>
              <a:t>10/18/2021</a:t>
            </a:fld>
            <a:endParaRPr lang="en-US"/>
          </a:p>
        </p:txBody>
      </p:sp>
      <p:sp>
        <p:nvSpPr>
          <p:cNvPr id="6" name="Footer Placeholder 5">
            <a:extLst>
              <a:ext uri="{FF2B5EF4-FFF2-40B4-BE49-F238E27FC236}">
                <a16:creationId xmlns:a16="http://schemas.microsoft.com/office/drawing/2014/main" id="{F7FAC39E-8901-4661-AFC0-F397CAE9567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760B09D-EAAF-47B3-AD2A-1A865388B744}"/>
              </a:ext>
            </a:extLst>
          </p:cNvPr>
          <p:cNvSpPr>
            <a:spLocks noGrp="1"/>
          </p:cNvSpPr>
          <p:nvPr>
            <p:ph type="sldNum" sz="quarter" idx="12"/>
          </p:nvPr>
        </p:nvSpPr>
        <p:spPr/>
        <p:txBody>
          <a:bodyPr/>
          <a:lstStyle/>
          <a:p>
            <a:fld id="{D36A8A47-007D-4F76-BDA1-048E333E2577}" type="slidenum">
              <a:rPr lang="en-US" smtClean="0"/>
              <a:t>‹#›</a:t>
            </a:fld>
            <a:endParaRPr lang="en-US"/>
          </a:p>
        </p:txBody>
      </p:sp>
    </p:spTree>
    <p:extLst>
      <p:ext uri="{BB962C8B-B14F-4D97-AF65-F5344CB8AC3E}">
        <p14:creationId xmlns:p14="http://schemas.microsoft.com/office/powerpoint/2010/main" val="13855139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76413-7B27-4B41-8533-17EF041AF9A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F8F456A-5F22-405D-B950-E64ADD72921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1E52D4D-7414-4382-9013-D9706E55CCFB}"/>
              </a:ext>
            </a:extLst>
          </p:cNvPr>
          <p:cNvSpPr>
            <a:spLocks noGrp="1"/>
          </p:cNvSpPr>
          <p:nvPr>
            <p:ph type="dt" sz="half" idx="10"/>
          </p:nvPr>
        </p:nvSpPr>
        <p:spPr/>
        <p:txBody>
          <a:bodyPr/>
          <a:lstStyle/>
          <a:p>
            <a:fld id="{E7C5EF86-2E1D-461B-A3BC-0D29875D8907}" type="datetimeFigureOut">
              <a:rPr lang="en-US" smtClean="0"/>
              <a:t>10/18/2021</a:t>
            </a:fld>
            <a:endParaRPr lang="en-US"/>
          </a:p>
        </p:txBody>
      </p:sp>
      <p:sp>
        <p:nvSpPr>
          <p:cNvPr id="5" name="Footer Placeholder 4">
            <a:extLst>
              <a:ext uri="{FF2B5EF4-FFF2-40B4-BE49-F238E27FC236}">
                <a16:creationId xmlns:a16="http://schemas.microsoft.com/office/drawing/2014/main" id="{07640CB8-911B-40C9-8952-51DBCF479FD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FCC37C2-61E9-489E-8879-6A94D7D02BA9}"/>
              </a:ext>
            </a:extLst>
          </p:cNvPr>
          <p:cNvSpPr>
            <a:spLocks noGrp="1"/>
          </p:cNvSpPr>
          <p:nvPr>
            <p:ph type="sldNum" sz="quarter" idx="12"/>
          </p:nvPr>
        </p:nvSpPr>
        <p:spPr/>
        <p:txBody>
          <a:bodyPr/>
          <a:lstStyle/>
          <a:p>
            <a:fld id="{D36A8A47-007D-4F76-BDA1-048E333E2577}" type="slidenum">
              <a:rPr lang="en-US" smtClean="0"/>
              <a:t>‹#›</a:t>
            </a:fld>
            <a:endParaRPr lang="en-US"/>
          </a:p>
        </p:txBody>
      </p:sp>
    </p:spTree>
    <p:extLst>
      <p:ext uri="{BB962C8B-B14F-4D97-AF65-F5344CB8AC3E}">
        <p14:creationId xmlns:p14="http://schemas.microsoft.com/office/powerpoint/2010/main" val="25805515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A43FDF1-E55C-480B-AD3A-B6CB542C20F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742924A-2CB5-4289-A3A8-94F2F902ED2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E440D47-12F4-4BCD-B34C-CD25DA30D0FA}"/>
              </a:ext>
            </a:extLst>
          </p:cNvPr>
          <p:cNvSpPr>
            <a:spLocks noGrp="1"/>
          </p:cNvSpPr>
          <p:nvPr>
            <p:ph type="dt" sz="half" idx="10"/>
          </p:nvPr>
        </p:nvSpPr>
        <p:spPr/>
        <p:txBody>
          <a:bodyPr/>
          <a:lstStyle/>
          <a:p>
            <a:fld id="{E7C5EF86-2E1D-461B-A3BC-0D29875D8907}" type="datetimeFigureOut">
              <a:rPr lang="en-US" smtClean="0"/>
              <a:t>10/18/2021</a:t>
            </a:fld>
            <a:endParaRPr lang="en-US"/>
          </a:p>
        </p:txBody>
      </p:sp>
      <p:sp>
        <p:nvSpPr>
          <p:cNvPr id="5" name="Footer Placeholder 4">
            <a:extLst>
              <a:ext uri="{FF2B5EF4-FFF2-40B4-BE49-F238E27FC236}">
                <a16:creationId xmlns:a16="http://schemas.microsoft.com/office/drawing/2014/main" id="{1BBE2172-7260-49E7-86B0-664594E8A89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71AD473-411C-4B16-B147-0C58530018A4}"/>
              </a:ext>
            </a:extLst>
          </p:cNvPr>
          <p:cNvSpPr>
            <a:spLocks noGrp="1"/>
          </p:cNvSpPr>
          <p:nvPr>
            <p:ph type="sldNum" sz="quarter" idx="12"/>
          </p:nvPr>
        </p:nvSpPr>
        <p:spPr/>
        <p:txBody>
          <a:bodyPr/>
          <a:lstStyle/>
          <a:p>
            <a:fld id="{D36A8A47-007D-4F76-BDA1-048E333E2577}" type="slidenum">
              <a:rPr lang="en-US" smtClean="0"/>
              <a:t>‹#›</a:t>
            </a:fld>
            <a:endParaRPr lang="en-US"/>
          </a:p>
        </p:txBody>
      </p:sp>
    </p:spTree>
    <p:extLst>
      <p:ext uri="{BB962C8B-B14F-4D97-AF65-F5344CB8AC3E}">
        <p14:creationId xmlns:p14="http://schemas.microsoft.com/office/powerpoint/2010/main" val="384266180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299C1F-3C3C-47F5-B7C7-98AF11BC1FF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AE579AE-E7FC-420B-BA9F-F0C8D2C54CF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1817D0E-52FE-47DD-9962-E0CB78008EEA}"/>
              </a:ext>
            </a:extLst>
          </p:cNvPr>
          <p:cNvSpPr>
            <a:spLocks noGrp="1"/>
          </p:cNvSpPr>
          <p:nvPr>
            <p:ph type="dt" sz="half" idx="10"/>
          </p:nvPr>
        </p:nvSpPr>
        <p:spPr/>
        <p:txBody>
          <a:bodyPr/>
          <a:lstStyle>
            <a:lvl1pPr>
              <a:defRPr/>
            </a:lvl1pPr>
          </a:lstStyle>
          <a:p>
            <a:fld id="{6DC5D64C-A1D8-47D9-B184-01F29BACDD6F}" type="datetime1">
              <a:rPr lang="es-ES" altLang="en-US"/>
              <a:pPr/>
              <a:t>18/10/2021</a:t>
            </a:fld>
            <a:endParaRPr lang="en-US" altLang="en-US"/>
          </a:p>
        </p:txBody>
      </p:sp>
      <p:sp>
        <p:nvSpPr>
          <p:cNvPr id="5" name="Footer Placeholder 4">
            <a:extLst>
              <a:ext uri="{FF2B5EF4-FFF2-40B4-BE49-F238E27FC236}">
                <a16:creationId xmlns:a16="http://schemas.microsoft.com/office/drawing/2014/main" id="{24B28E29-7382-4634-BB4F-E5D84AEBC46B}"/>
              </a:ext>
            </a:extLst>
          </p:cNvPr>
          <p:cNvSpPr>
            <a:spLocks noGrp="1"/>
          </p:cNvSpPr>
          <p:nvPr>
            <p:ph type="ftr" sz="quarte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F78EA618-9077-4A69-8E7A-A340A4D66E43}"/>
              </a:ext>
            </a:extLst>
          </p:cNvPr>
          <p:cNvSpPr>
            <a:spLocks noGrp="1"/>
          </p:cNvSpPr>
          <p:nvPr>
            <p:ph type="sldNum" sz="quarter" idx="12"/>
          </p:nvPr>
        </p:nvSpPr>
        <p:spPr/>
        <p:txBody>
          <a:bodyPr/>
          <a:lstStyle>
            <a:lvl1pPr>
              <a:defRPr/>
            </a:lvl1pPr>
          </a:lstStyle>
          <a:p>
            <a:fld id="{291A8FDA-383A-4F80-8960-679538C9BB23}" type="slidenum">
              <a:rPr lang="en-US" altLang="en-US"/>
              <a:pPr/>
              <a:t>‹#›</a:t>
            </a:fld>
            <a:endParaRPr lang="en-US" altLang="en-US"/>
          </a:p>
        </p:txBody>
      </p:sp>
    </p:spTree>
    <p:extLst>
      <p:ext uri="{BB962C8B-B14F-4D97-AF65-F5344CB8AC3E}">
        <p14:creationId xmlns:p14="http://schemas.microsoft.com/office/powerpoint/2010/main" val="146686213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AA40F-A77A-4B5E-A8C5-8073B590FC1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51DEAD4-0D1B-451A-88B5-5B500943D2A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52BF39-F54C-4F79-923B-84DD24ADE466}"/>
              </a:ext>
            </a:extLst>
          </p:cNvPr>
          <p:cNvSpPr>
            <a:spLocks noGrp="1"/>
          </p:cNvSpPr>
          <p:nvPr>
            <p:ph type="dt" sz="half" idx="10"/>
          </p:nvPr>
        </p:nvSpPr>
        <p:spPr/>
        <p:txBody>
          <a:bodyPr/>
          <a:lstStyle>
            <a:lvl1pPr>
              <a:defRPr/>
            </a:lvl1pPr>
          </a:lstStyle>
          <a:p>
            <a:fld id="{269F8DD5-CEA0-461B-8205-1647DB485295}" type="datetime1">
              <a:rPr lang="es-ES" altLang="en-US"/>
              <a:pPr/>
              <a:t>18/10/2021</a:t>
            </a:fld>
            <a:endParaRPr lang="en-US" altLang="en-US"/>
          </a:p>
        </p:txBody>
      </p:sp>
      <p:sp>
        <p:nvSpPr>
          <p:cNvPr id="5" name="Footer Placeholder 4">
            <a:extLst>
              <a:ext uri="{FF2B5EF4-FFF2-40B4-BE49-F238E27FC236}">
                <a16:creationId xmlns:a16="http://schemas.microsoft.com/office/drawing/2014/main" id="{446C0DA5-4612-46DE-BE17-73E94D1CDD1C}"/>
              </a:ext>
            </a:extLst>
          </p:cNvPr>
          <p:cNvSpPr>
            <a:spLocks noGrp="1"/>
          </p:cNvSpPr>
          <p:nvPr>
            <p:ph type="ftr" sz="quarte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0319F91B-8F86-4779-AC29-27FBB99E9B7A}"/>
              </a:ext>
            </a:extLst>
          </p:cNvPr>
          <p:cNvSpPr>
            <a:spLocks noGrp="1"/>
          </p:cNvSpPr>
          <p:nvPr>
            <p:ph type="sldNum" sz="quarter" idx="12"/>
          </p:nvPr>
        </p:nvSpPr>
        <p:spPr/>
        <p:txBody>
          <a:bodyPr/>
          <a:lstStyle>
            <a:lvl1pPr>
              <a:defRPr/>
            </a:lvl1pPr>
          </a:lstStyle>
          <a:p>
            <a:fld id="{ED03413B-F0E5-482C-B3CA-D9BDA2C0CF00}" type="slidenum">
              <a:rPr lang="en-US" altLang="en-US"/>
              <a:pPr/>
              <a:t>‹#›</a:t>
            </a:fld>
            <a:endParaRPr lang="en-US" altLang="en-US"/>
          </a:p>
        </p:txBody>
      </p:sp>
    </p:spTree>
    <p:extLst>
      <p:ext uri="{BB962C8B-B14F-4D97-AF65-F5344CB8AC3E}">
        <p14:creationId xmlns:p14="http://schemas.microsoft.com/office/powerpoint/2010/main" val="244230039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786FC8-22C1-4CD5-88A9-FC69FF030826}"/>
              </a:ext>
            </a:extLst>
          </p:cNvPr>
          <p:cNvSpPr>
            <a:spLocks noGrp="1"/>
          </p:cNvSpPr>
          <p:nvPr>
            <p:ph type="title"/>
          </p:nvPr>
        </p:nvSpPr>
        <p:spPr>
          <a:xfrm>
            <a:off x="831851" y="1709739"/>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609CCBB-2C38-4702-983F-FD32F9BAE5C8}"/>
              </a:ext>
            </a:extLst>
          </p:cNvPr>
          <p:cNvSpPr>
            <a:spLocks noGrp="1"/>
          </p:cNvSpPr>
          <p:nvPr>
            <p:ph type="body" idx="1"/>
          </p:nvPr>
        </p:nvSpPr>
        <p:spPr>
          <a:xfrm>
            <a:off x="831851" y="4589464"/>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a:extLst>
              <a:ext uri="{FF2B5EF4-FFF2-40B4-BE49-F238E27FC236}">
                <a16:creationId xmlns:a16="http://schemas.microsoft.com/office/drawing/2014/main" id="{B420188E-D43D-429A-A47F-7F66EFA6B771}"/>
              </a:ext>
            </a:extLst>
          </p:cNvPr>
          <p:cNvSpPr>
            <a:spLocks noGrp="1"/>
          </p:cNvSpPr>
          <p:nvPr>
            <p:ph type="dt" sz="half" idx="10"/>
          </p:nvPr>
        </p:nvSpPr>
        <p:spPr/>
        <p:txBody>
          <a:bodyPr/>
          <a:lstStyle>
            <a:lvl1pPr>
              <a:defRPr/>
            </a:lvl1pPr>
          </a:lstStyle>
          <a:p>
            <a:fld id="{B31E36B0-4368-4C2C-844C-4ACC58A06A63}" type="datetime1">
              <a:rPr lang="es-ES" altLang="en-US"/>
              <a:pPr/>
              <a:t>18/10/2021</a:t>
            </a:fld>
            <a:endParaRPr lang="en-US" altLang="en-US"/>
          </a:p>
        </p:txBody>
      </p:sp>
      <p:sp>
        <p:nvSpPr>
          <p:cNvPr id="5" name="Footer Placeholder 4">
            <a:extLst>
              <a:ext uri="{FF2B5EF4-FFF2-40B4-BE49-F238E27FC236}">
                <a16:creationId xmlns:a16="http://schemas.microsoft.com/office/drawing/2014/main" id="{F6835CE1-EE07-41B9-AD02-B8D7D68C6D59}"/>
              </a:ext>
            </a:extLst>
          </p:cNvPr>
          <p:cNvSpPr>
            <a:spLocks noGrp="1"/>
          </p:cNvSpPr>
          <p:nvPr>
            <p:ph type="ftr" sz="quarte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9987560F-8D1F-4D03-9D86-7E20AD0198B9}"/>
              </a:ext>
            </a:extLst>
          </p:cNvPr>
          <p:cNvSpPr>
            <a:spLocks noGrp="1"/>
          </p:cNvSpPr>
          <p:nvPr>
            <p:ph type="sldNum" sz="quarter" idx="12"/>
          </p:nvPr>
        </p:nvSpPr>
        <p:spPr/>
        <p:txBody>
          <a:bodyPr/>
          <a:lstStyle>
            <a:lvl1pPr>
              <a:defRPr/>
            </a:lvl1pPr>
          </a:lstStyle>
          <a:p>
            <a:fld id="{B9CCBB83-AB41-43E7-835C-D53C2238EE26}" type="slidenum">
              <a:rPr lang="en-US" altLang="en-US"/>
              <a:pPr/>
              <a:t>‹#›</a:t>
            </a:fld>
            <a:endParaRPr lang="en-US" altLang="en-US"/>
          </a:p>
        </p:txBody>
      </p:sp>
    </p:spTree>
    <p:extLst>
      <p:ext uri="{BB962C8B-B14F-4D97-AF65-F5344CB8AC3E}">
        <p14:creationId xmlns:p14="http://schemas.microsoft.com/office/powerpoint/2010/main" val="283967074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E880AC-A946-4F89-A3FE-D94E3CA1B6B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09560B0-9089-4D24-908A-E6F25725EC34}"/>
              </a:ext>
            </a:extLst>
          </p:cNvPr>
          <p:cNvSpPr>
            <a:spLocks noGrp="1"/>
          </p:cNvSpPr>
          <p:nvPr>
            <p:ph sz="half" idx="1"/>
          </p:nvPr>
        </p:nvSpPr>
        <p:spPr>
          <a:xfrm>
            <a:off x="914400" y="1981200"/>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42CA818-F7B9-4D66-A228-01FBC1C43EC5}"/>
              </a:ext>
            </a:extLst>
          </p:cNvPr>
          <p:cNvSpPr>
            <a:spLocks noGrp="1"/>
          </p:cNvSpPr>
          <p:nvPr>
            <p:ph sz="half" idx="2"/>
          </p:nvPr>
        </p:nvSpPr>
        <p:spPr>
          <a:xfrm>
            <a:off x="6197600" y="1981200"/>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509ACC9-69C6-4CBF-9234-B00753D3FCBA}"/>
              </a:ext>
            </a:extLst>
          </p:cNvPr>
          <p:cNvSpPr>
            <a:spLocks noGrp="1"/>
          </p:cNvSpPr>
          <p:nvPr>
            <p:ph type="dt" sz="half" idx="10"/>
          </p:nvPr>
        </p:nvSpPr>
        <p:spPr/>
        <p:txBody>
          <a:bodyPr/>
          <a:lstStyle>
            <a:lvl1pPr>
              <a:defRPr/>
            </a:lvl1pPr>
          </a:lstStyle>
          <a:p>
            <a:fld id="{AA662C88-24B0-4815-9ABC-A7A3FE4D5BD8}" type="datetime1">
              <a:rPr lang="es-ES" altLang="en-US"/>
              <a:pPr/>
              <a:t>18/10/2021</a:t>
            </a:fld>
            <a:endParaRPr lang="en-US" altLang="en-US"/>
          </a:p>
        </p:txBody>
      </p:sp>
      <p:sp>
        <p:nvSpPr>
          <p:cNvPr id="6" name="Footer Placeholder 5">
            <a:extLst>
              <a:ext uri="{FF2B5EF4-FFF2-40B4-BE49-F238E27FC236}">
                <a16:creationId xmlns:a16="http://schemas.microsoft.com/office/drawing/2014/main" id="{D265F434-7658-4875-81A8-B156C6354CB2}"/>
              </a:ext>
            </a:extLst>
          </p:cNvPr>
          <p:cNvSpPr>
            <a:spLocks noGrp="1"/>
          </p:cNvSpPr>
          <p:nvPr>
            <p:ph type="ftr" sz="quarter" idx="11"/>
          </p:nvPr>
        </p:nvSpPr>
        <p:spPr/>
        <p:txBody>
          <a:bodyPr/>
          <a:lstStyle>
            <a:lvl1pPr>
              <a:defRPr/>
            </a:lvl1pPr>
          </a:lstStyle>
          <a:p>
            <a:endParaRPr lang="en-US" altLang="en-US"/>
          </a:p>
        </p:txBody>
      </p:sp>
      <p:sp>
        <p:nvSpPr>
          <p:cNvPr id="7" name="Slide Number Placeholder 6">
            <a:extLst>
              <a:ext uri="{FF2B5EF4-FFF2-40B4-BE49-F238E27FC236}">
                <a16:creationId xmlns:a16="http://schemas.microsoft.com/office/drawing/2014/main" id="{25E7ED53-2BDA-47F9-A374-388986F46A3C}"/>
              </a:ext>
            </a:extLst>
          </p:cNvPr>
          <p:cNvSpPr>
            <a:spLocks noGrp="1"/>
          </p:cNvSpPr>
          <p:nvPr>
            <p:ph type="sldNum" sz="quarter" idx="12"/>
          </p:nvPr>
        </p:nvSpPr>
        <p:spPr/>
        <p:txBody>
          <a:bodyPr/>
          <a:lstStyle>
            <a:lvl1pPr>
              <a:defRPr/>
            </a:lvl1pPr>
          </a:lstStyle>
          <a:p>
            <a:fld id="{C6057E4E-3341-4E10-A80A-77535E8C4D5A}" type="slidenum">
              <a:rPr lang="en-US" altLang="en-US"/>
              <a:pPr/>
              <a:t>‹#›</a:t>
            </a:fld>
            <a:endParaRPr lang="en-US" altLang="en-US"/>
          </a:p>
        </p:txBody>
      </p:sp>
    </p:spTree>
    <p:extLst>
      <p:ext uri="{BB962C8B-B14F-4D97-AF65-F5344CB8AC3E}">
        <p14:creationId xmlns:p14="http://schemas.microsoft.com/office/powerpoint/2010/main" val="24787793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C8746A-B0C8-43F7-AD2D-487804DE0039}"/>
              </a:ext>
            </a:extLst>
          </p:cNvPr>
          <p:cNvSpPr>
            <a:spLocks noGrp="1"/>
          </p:cNvSpPr>
          <p:nvPr>
            <p:ph type="title"/>
          </p:nvPr>
        </p:nvSpPr>
        <p:spPr>
          <a:xfrm>
            <a:off x="840317" y="365126"/>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703D9B4-960C-4330-807E-CF5787FCC053}"/>
              </a:ext>
            </a:extLst>
          </p:cNvPr>
          <p:cNvSpPr>
            <a:spLocks noGrp="1"/>
          </p:cNvSpPr>
          <p:nvPr>
            <p:ph type="body" idx="1"/>
          </p:nvPr>
        </p:nvSpPr>
        <p:spPr>
          <a:xfrm>
            <a:off x="840318"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74D52B7-DAC0-4C44-88ED-BDEE1F6E1F71}"/>
              </a:ext>
            </a:extLst>
          </p:cNvPr>
          <p:cNvSpPr>
            <a:spLocks noGrp="1"/>
          </p:cNvSpPr>
          <p:nvPr>
            <p:ph sz="half" idx="2"/>
          </p:nvPr>
        </p:nvSpPr>
        <p:spPr>
          <a:xfrm>
            <a:off x="840318" y="2505075"/>
            <a:ext cx="5158316"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B49D9AE-C0F0-4284-AA9D-68DE61E619F2}"/>
              </a:ext>
            </a:extLst>
          </p:cNvPr>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7A684B5-F8A9-457A-882E-B498AEA50929}"/>
              </a:ext>
            </a:extLst>
          </p:cNvPr>
          <p:cNvSpPr>
            <a:spLocks noGrp="1"/>
          </p:cNvSpPr>
          <p:nvPr>
            <p:ph sz="quarter" idx="4"/>
          </p:nvPr>
        </p:nvSpPr>
        <p:spPr>
          <a:xfrm>
            <a:off x="6172200" y="2505075"/>
            <a:ext cx="518371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D9E2707-7E22-441C-8B48-31EB64DEB5D7}"/>
              </a:ext>
            </a:extLst>
          </p:cNvPr>
          <p:cNvSpPr>
            <a:spLocks noGrp="1"/>
          </p:cNvSpPr>
          <p:nvPr>
            <p:ph type="dt" sz="half" idx="10"/>
          </p:nvPr>
        </p:nvSpPr>
        <p:spPr/>
        <p:txBody>
          <a:bodyPr/>
          <a:lstStyle>
            <a:lvl1pPr>
              <a:defRPr/>
            </a:lvl1pPr>
          </a:lstStyle>
          <a:p>
            <a:fld id="{8EDE9F0C-7E7B-4612-8369-E2CEBFF7BDA1}" type="datetime1">
              <a:rPr lang="es-ES" altLang="en-US"/>
              <a:pPr/>
              <a:t>18/10/2021</a:t>
            </a:fld>
            <a:endParaRPr lang="en-US" altLang="en-US"/>
          </a:p>
        </p:txBody>
      </p:sp>
      <p:sp>
        <p:nvSpPr>
          <p:cNvPr id="8" name="Footer Placeholder 7">
            <a:extLst>
              <a:ext uri="{FF2B5EF4-FFF2-40B4-BE49-F238E27FC236}">
                <a16:creationId xmlns:a16="http://schemas.microsoft.com/office/drawing/2014/main" id="{8C5DCBD9-0BB3-48AB-B71D-D6856F5A70B8}"/>
              </a:ext>
            </a:extLst>
          </p:cNvPr>
          <p:cNvSpPr>
            <a:spLocks noGrp="1"/>
          </p:cNvSpPr>
          <p:nvPr>
            <p:ph type="ftr" sz="quarter" idx="11"/>
          </p:nvPr>
        </p:nvSpPr>
        <p:spPr/>
        <p:txBody>
          <a:bodyPr/>
          <a:lstStyle>
            <a:lvl1pPr>
              <a:defRPr/>
            </a:lvl1pPr>
          </a:lstStyle>
          <a:p>
            <a:endParaRPr lang="en-US" altLang="en-US"/>
          </a:p>
        </p:txBody>
      </p:sp>
      <p:sp>
        <p:nvSpPr>
          <p:cNvPr id="9" name="Slide Number Placeholder 8">
            <a:extLst>
              <a:ext uri="{FF2B5EF4-FFF2-40B4-BE49-F238E27FC236}">
                <a16:creationId xmlns:a16="http://schemas.microsoft.com/office/drawing/2014/main" id="{4A84767F-7B1D-4937-A8EF-5A4CB31777EB}"/>
              </a:ext>
            </a:extLst>
          </p:cNvPr>
          <p:cNvSpPr>
            <a:spLocks noGrp="1"/>
          </p:cNvSpPr>
          <p:nvPr>
            <p:ph type="sldNum" sz="quarter" idx="12"/>
          </p:nvPr>
        </p:nvSpPr>
        <p:spPr/>
        <p:txBody>
          <a:bodyPr/>
          <a:lstStyle>
            <a:lvl1pPr>
              <a:defRPr/>
            </a:lvl1pPr>
          </a:lstStyle>
          <a:p>
            <a:fld id="{B9A477B4-CC0A-4DA1-A193-B65BF7F869FE}" type="slidenum">
              <a:rPr lang="en-US" altLang="en-US"/>
              <a:pPr/>
              <a:t>‹#›</a:t>
            </a:fld>
            <a:endParaRPr lang="en-US" altLang="en-US"/>
          </a:p>
        </p:txBody>
      </p:sp>
    </p:spTree>
    <p:extLst>
      <p:ext uri="{BB962C8B-B14F-4D97-AF65-F5344CB8AC3E}">
        <p14:creationId xmlns:p14="http://schemas.microsoft.com/office/powerpoint/2010/main" val="412775281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984C65-1BB0-4A5C-BABE-28773729BCA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79F16C3-3D85-4E1C-8185-AC48B7DA8DFF}"/>
              </a:ext>
            </a:extLst>
          </p:cNvPr>
          <p:cNvSpPr>
            <a:spLocks noGrp="1"/>
          </p:cNvSpPr>
          <p:nvPr>
            <p:ph type="dt" sz="half" idx="10"/>
          </p:nvPr>
        </p:nvSpPr>
        <p:spPr/>
        <p:txBody>
          <a:bodyPr/>
          <a:lstStyle>
            <a:lvl1pPr>
              <a:defRPr/>
            </a:lvl1pPr>
          </a:lstStyle>
          <a:p>
            <a:fld id="{8A370805-04B5-45F3-8834-918FD4B6E81F}" type="datetime1">
              <a:rPr lang="es-ES" altLang="en-US"/>
              <a:pPr/>
              <a:t>18/10/2021</a:t>
            </a:fld>
            <a:endParaRPr lang="en-US" altLang="en-US"/>
          </a:p>
        </p:txBody>
      </p:sp>
      <p:sp>
        <p:nvSpPr>
          <p:cNvPr id="4" name="Footer Placeholder 3">
            <a:extLst>
              <a:ext uri="{FF2B5EF4-FFF2-40B4-BE49-F238E27FC236}">
                <a16:creationId xmlns:a16="http://schemas.microsoft.com/office/drawing/2014/main" id="{CFCE3B40-2C7B-4D57-8430-65FC2A88BAC8}"/>
              </a:ext>
            </a:extLst>
          </p:cNvPr>
          <p:cNvSpPr>
            <a:spLocks noGrp="1"/>
          </p:cNvSpPr>
          <p:nvPr>
            <p:ph type="ftr" sz="quarter" idx="11"/>
          </p:nvPr>
        </p:nvSpPr>
        <p:spPr/>
        <p:txBody>
          <a:bodyPr/>
          <a:lstStyle>
            <a:lvl1pPr>
              <a:defRPr/>
            </a:lvl1pPr>
          </a:lstStyle>
          <a:p>
            <a:endParaRPr lang="en-US" altLang="en-US"/>
          </a:p>
        </p:txBody>
      </p:sp>
      <p:sp>
        <p:nvSpPr>
          <p:cNvPr id="5" name="Slide Number Placeholder 4">
            <a:extLst>
              <a:ext uri="{FF2B5EF4-FFF2-40B4-BE49-F238E27FC236}">
                <a16:creationId xmlns:a16="http://schemas.microsoft.com/office/drawing/2014/main" id="{2BCAFFDE-80E3-47FE-9E6E-DB904FB0DB2A}"/>
              </a:ext>
            </a:extLst>
          </p:cNvPr>
          <p:cNvSpPr>
            <a:spLocks noGrp="1"/>
          </p:cNvSpPr>
          <p:nvPr>
            <p:ph type="sldNum" sz="quarter" idx="12"/>
          </p:nvPr>
        </p:nvSpPr>
        <p:spPr/>
        <p:txBody>
          <a:bodyPr/>
          <a:lstStyle>
            <a:lvl1pPr>
              <a:defRPr/>
            </a:lvl1pPr>
          </a:lstStyle>
          <a:p>
            <a:fld id="{FC15F491-0E7A-49BC-8D3E-3FE86339D3DF}" type="slidenum">
              <a:rPr lang="en-US" altLang="en-US"/>
              <a:pPr/>
              <a:t>‹#›</a:t>
            </a:fld>
            <a:endParaRPr lang="en-US" altLang="en-US"/>
          </a:p>
        </p:txBody>
      </p:sp>
    </p:spTree>
    <p:extLst>
      <p:ext uri="{BB962C8B-B14F-4D97-AF65-F5344CB8AC3E}">
        <p14:creationId xmlns:p14="http://schemas.microsoft.com/office/powerpoint/2010/main" val="99091023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62D2054-B14B-44EB-90D0-ED1930FE21F8}"/>
              </a:ext>
            </a:extLst>
          </p:cNvPr>
          <p:cNvSpPr>
            <a:spLocks noGrp="1"/>
          </p:cNvSpPr>
          <p:nvPr>
            <p:ph type="dt" sz="half" idx="10"/>
          </p:nvPr>
        </p:nvSpPr>
        <p:spPr/>
        <p:txBody>
          <a:bodyPr/>
          <a:lstStyle>
            <a:lvl1pPr>
              <a:defRPr/>
            </a:lvl1pPr>
          </a:lstStyle>
          <a:p>
            <a:fld id="{EAC89E07-BE29-403F-A1D7-67F62FA21575}" type="datetime1">
              <a:rPr lang="es-ES" altLang="en-US"/>
              <a:pPr/>
              <a:t>18/10/2021</a:t>
            </a:fld>
            <a:endParaRPr lang="en-US" altLang="en-US"/>
          </a:p>
        </p:txBody>
      </p:sp>
      <p:sp>
        <p:nvSpPr>
          <p:cNvPr id="3" name="Footer Placeholder 2">
            <a:extLst>
              <a:ext uri="{FF2B5EF4-FFF2-40B4-BE49-F238E27FC236}">
                <a16:creationId xmlns:a16="http://schemas.microsoft.com/office/drawing/2014/main" id="{D90D245C-30C3-4004-914C-BB86482CF193}"/>
              </a:ext>
            </a:extLst>
          </p:cNvPr>
          <p:cNvSpPr>
            <a:spLocks noGrp="1"/>
          </p:cNvSpPr>
          <p:nvPr>
            <p:ph type="ftr" sz="quarter" idx="11"/>
          </p:nvPr>
        </p:nvSpPr>
        <p:spPr/>
        <p:txBody>
          <a:bodyPr/>
          <a:lstStyle>
            <a:lvl1pPr>
              <a:defRPr/>
            </a:lvl1pPr>
          </a:lstStyle>
          <a:p>
            <a:endParaRPr lang="en-US" altLang="en-US"/>
          </a:p>
        </p:txBody>
      </p:sp>
      <p:sp>
        <p:nvSpPr>
          <p:cNvPr id="4" name="Slide Number Placeholder 3">
            <a:extLst>
              <a:ext uri="{FF2B5EF4-FFF2-40B4-BE49-F238E27FC236}">
                <a16:creationId xmlns:a16="http://schemas.microsoft.com/office/drawing/2014/main" id="{FF95D3CB-0627-4A5C-BBD5-036370BA7D45}"/>
              </a:ext>
            </a:extLst>
          </p:cNvPr>
          <p:cNvSpPr>
            <a:spLocks noGrp="1"/>
          </p:cNvSpPr>
          <p:nvPr>
            <p:ph type="sldNum" sz="quarter" idx="12"/>
          </p:nvPr>
        </p:nvSpPr>
        <p:spPr/>
        <p:txBody>
          <a:bodyPr/>
          <a:lstStyle>
            <a:lvl1pPr>
              <a:defRPr/>
            </a:lvl1pPr>
          </a:lstStyle>
          <a:p>
            <a:fld id="{55114AA9-CC5F-45D7-B28C-02260893BB23}" type="slidenum">
              <a:rPr lang="en-US" altLang="en-US"/>
              <a:pPr/>
              <a:t>‹#›</a:t>
            </a:fld>
            <a:endParaRPr lang="en-US" altLang="en-US"/>
          </a:p>
        </p:txBody>
      </p:sp>
    </p:spTree>
    <p:extLst>
      <p:ext uri="{BB962C8B-B14F-4D97-AF65-F5344CB8AC3E}">
        <p14:creationId xmlns:p14="http://schemas.microsoft.com/office/powerpoint/2010/main" val="127333151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9B6D42-4857-488F-945D-532A0E04BB7C}"/>
              </a:ext>
            </a:extLst>
          </p:cNvPr>
          <p:cNvSpPr>
            <a:spLocks noGrp="1"/>
          </p:cNvSpPr>
          <p:nvPr>
            <p:ph type="title"/>
          </p:nvPr>
        </p:nvSpPr>
        <p:spPr>
          <a:xfrm>
            <a:off x="840318" y="457200"/>
            <a:ext cx="393276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4C023A6-84D9-4ED1-9089-09D6C8F6CBFC}"/>
              </a:ext>
            </a:extLst>
          </p:cNvPr>
          <p:cNvSpPr>
            <a:spLocks noGrp="1"/>
          </p:cNvSpPr>
          <p:nvPr>
            <p:ph idx="1"/>
          </p:nvPr>
        </p:nvSpPr>
        <p:spPr>
          <a:xfrm>
            <a:off x="5183717"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76C78E8-327B-47B0-984F-DE2789780367}"/>
              </a:ext>
            </a:extLst>
          </p:cNvPr>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8179620-BF9D-4D88-9F8A-346ECD28AD08}"/>
              </a:ext>
            </a:extLst>
          </p:cNvPr>
          <p:cNvSpPr>
            <a:spLocks noGrp="1"/>
          </p:cNvSpPr>
          <p:nvPr>
            <p:ph type="dt" sz="half" idx="10"/>
          </p:nvPr>
        </p:nvSpPr>
        <p:spPr/>
        <p:txBody>
          <a:bodyPr/>
          <a:lstStyle>
            <a:lvl1pPr>
              <a:defRPr/>
            </a:lvl1pPr>
          </a:lstStyle>
          <a:p>
            <a:fld id="{3D1E9728-C9ED-433C-B23D-70AD068DF989}" type="datetime1">
              <a:rPr lang="es-ES" altLang="en-US"/>
              <a:pPr/>
              <a:t>18/10/2021</a:t>
            </a:fld>
            <a:endParaRPr lang="en-US" altLang="en-US"/>
          </a:p>
        </p:txBody>
      </p:sp>
      <p:sp>
        <p:nvSpPr>
          <p:cNvPr id="6" name="Footer Placeholder 5">
            <a:extLst>
              <a:ext uri="{FF2B5EF4-FFF2-40B4-BE49-F238E27FC236}">
                <a16:creationId xmlns:a16="http://schemas.microsoft.com/office/drawing/2014/main" id="{64229992-1D03-44C3-9645-202F85E8CD61}"/>
              </a:ext>
            </a:extLst>
          </p:cNvPr>
          <p:cNvSpPr>
            <a:spLocks noGrp="1"/>
          </p:cNvSpPr>
          <p:nvPr>
            <p:ph type="ftr" sz="quarter" idx="11"/>
          </p:nvPr>
        </p:nvSpPr>
        <p:spPr/>
        <p:txBody>
          <a:bodyPr/>
          <a:lstStyle>
            <a:lvl1pPr>
              <a:defRPr/>
            </a:lvl1pPr>
          </a:lstStyle>
          <a:p>
            <a:endParaRPr lang="en-US" altLang="en-US"/>
          </a:p>
        </p:txBody>
      </p:sp>
      <p:sp>
        <p:nvSpPr>
          <p:cNvPr id="7" name="Slide Number Placeholder 6">
            <a:extLst>
              <a:ext uri="{FF2B5EF4-FFF2-40B4-BE49-F238E27FC236}">
                <a16:creationId xmlns:a16="http://schemas.microsoft.com/office/drawing/2014/main" id="{CE5BABF2-0E97-4F66-ABA5-05D25B44F813}"/>
              </a:ext>
            </a:extLst>
          </p:cNvPr>
          <p:cNvSpPr>
            <a:spLocks noGrp="1"/>
          </p:cNvSpPr>
          <p:nvPr>
            <p:ph type="sldNum" sz="quarter" idx="12"/>
          </p:nvPr>
        </p:nvSpPr>
        <p:spPr/>
        <p:txBody>
          <a:bodyPr/>
          <a:lstStyle>
            <a:lvl1pPr>
              <a:defRPr/>
            </a:lvl1pPr>
          </a:lstStyle>
          <a:p>
            <a:fld id="{C87C59F5-2BBF-4570-8D46-5CB2EED8F4CE}" type="slidenum">
              <a:rPr lang="en-US" altLang="en-US"/>
              <a:pPr/>
              <a:t>‹#›</a:t>
            </a:fld>
            <a:endParaRPr lang="en-US" altLang="en-US"/>
          </a:p>
        </p:txBody>
      </p:sp>
    </p:spTree>
    <p:extLst>
      <p:ext uri="{BB962C8B-B14F-4D97-AF65-F5344CB8AC3E}">
        <p14:creationId xmlns:p14="http://schemas.microsoft.com/office/powerpoint/2010/main" val="348282285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CED06E-672F-4CF5-9FFE-6BD008ED0E5B}"/>
              </a:ext>
            </a:extLst>
          </p:cNvPr>
          <p:cNvSpPr>
            <a:spLocks noGrp="1"/>
          </p:cNvSpPr>
          <p:nvPr>
            <p:ph type="title"/>
          </p:nvPr>
        </p:nvSpPr>
        <p:spPr>
          <a:xfrm>
            <a:off x="840318" y="457200"/>
            <a:ext cx="393276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8536CFF-308D-40A4-B732-5E4EE44EF185}"/>
              </a:ext>
            </a:extLst>
          </p:cNvPr>
          <p:cNvSpPr>
            <a:spLocks noGrp="1"/>
          </p:cNvSpPr>
          <p:nvPr>
            <p:ph type="pic" idx="1"/>
          </p:nvPr>
        </p:nvSpPr>
        <p:spPr>
          <a:xfrm>
            <a:off x="5183717" y="987426"/>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D85F708-3538-4D51-B0AF-A7D9EA603907}"/>
              </a:ext>
            </a:extLst>
          </p:cNvPr>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02577FA-5D1F-4D80-B913-B9F2C7589EB9}"/>
              </a:ext>
            </a:extLst>
          </p:cNvPr>
          <p:cNvSpPr>
            <a:spLocks noGrp="1"/>
          </p:cNvSpPr>
          <p:nvPr>
            <p:ph type="dt" sz="half" idx="10"/>
          </p:nvPr>
        </p:nvSpPr>
        <p:spPr/>
        <p:txBody>
          <a:bodyPr/>
          <a:lstStyle>
            <a:lvl1pPr>
              <a:defRPr/>
            </a:lvl1pPr>
          </a:lstStyle>
          <a:p>
            <a:fld id="{863B0168-D8AA-4CFC-ABA6-A1CC41C786BF}" type="datetime1">
              <a:rPr lang="es-ES" altLang="en-US"/>
              <a:pPr/>
              <a:t>18/10/2021</a:t>
            </a:fld>
            <a:endParaRPr lang="en-US" altLang="en-US"/>
          </a:p>
        </p:txBody>
      </p:sp>
      <p:sp>
        <p:nvSpPr>
          <p:cNvPr id="6" name="Footer Placeholder 5">
            <a:extLst>
              <a:ext uri="{FF2B5EF4-FFF2-40B4-BE49-F238E27FC236}">
                <a16:creationId xmlns:a16="http://schemas.microsoft.com/office/drawing/2014/main" id="{941553AC-75D8-46F6-8538-6A788C9B4595}"/>
              </a:ext>
            </a:extLst>
          </p:cNvPr>
          <p:cNvSpPr>
            <a:spLocks noGrp="1"/>
          </p:cNvSpPr>
          <p:nvPr>
            <p:ph type="ftr" sz="quarter" idx="11"/>
          </p:nvPr>
        </p:nvSpPr>
        <p:spPr/>
        <p:txBody>
          <a:bodyPr/>
          <a:lstStyle>
            <a:lvl1pPr>
              <a:defRPr/>
            </a:lvl1pPr>
          </a:lstStyle>
          <a:p>
            <a:endParaRPr lang="en-US" altLang="en-US"/>
          </a:p>
        </p:txBody>
      </p:sp>
      <p:sp>
        <p:nvSpPr>
          <p:cNvPr id="7" name="Slide Number Placeholder 6">
            <a:extLst>
              <a:ext uri="{FF2B5EF4-FFF2-40B4-BE49-F238E27FC236}">
                <a16:creationId xmlns:a16="http://schemas.microsoft.com/office/drawing/2014/main" id="{86AC92F1-61C8-4D3A-9C41-6385BA8D4C3A}"/>
              </a:ext>
            </a:extLst>
          </p:cNvPr>
          <p:cNvSpPr>
            <a:spLocks noGrp="1"/>
          </p:cNvSpPr>
          <p:nvPr>
            <p:ph type="sldNum" sz="quarter" idx="12"/>
          </p:nvPr>
        </p:nvSpPr>
        <p:spPr/>
        <p:txBody>
          <a:bodyPr/>
          <a:lstStyle>
            <a:lvl1pPr>
              <a:defRPr/>
            </a:lvl1pPr>
          </a:lstStyle>
          <a:p>
            <a:fld id="{A136BCC9-734E-467B-B931-C9F9B2FF8FBC}" type="slidenum">
              <a:rPr lang="en-US" altLang="en-US"/>
              <a:pPr/>
              <a:t>‹#›</a:t>
            </a:fld>
            <a:endParaRPr lang="en-US" altLang="en-US"/>
          </a:p>
        </p:txBody>
      </p:sp>
    </p:spTree>
    <p:extLst>
      <p:ext uri="{BB962C8B-B14F-4D97-AF65-F5344CB8AC3E}">
        <p14:creationId xmlns:p14="http://schemas.microsoft.com/office/powerpoint/2010/main" val="156749447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8D408-2AD5-4DD9-9489-2FD3B914977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547B46C-26C4-48B8-ABA3-1BDA3431516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80F563A-1260-4ACE-B68A-D683210CAC61}"/>
              </a:ext>
            </a:extLst>
          </p:cNvPr>
          <p:cNvSpPr>
            <a:spLocks noGrp="1"/>
          </p:cNvSpPr>
          <p:nvPr>
            <p:ph type="dt" sz="half" idx="10"/>
          </p:nvPr>
        </p:nvSpPr>
        <p:spPr/>
        <p:txBody>
          <a:bodyPr/>
          <a:lstStyle>
            <a:lvl1pPr>
              <a:defRPr/>
            </a:lvl1pPr>
          </a:lstStyle>
          <a:p>
            <a:fld id="{3A5E5FA8-F445-4BE6-ADCA-0388D5BE8F44}" type="datetime1">
              <a:rPr lang="es-ES" altLang="en-US"/>
              <a:pPr/>
              <a:t>18/10/2021</a:t>
            </a:fld>
            <a:endParaRPr lang="en-US" altLang="en-US"/>
          </a:p>
        </p:txBody>
      </p:sp>
      <p:sp>
        <p:nvSpPr>
          <p:cNvPr id="5" name="Footer Placeholder 4">
            <a:extLst>
              <a:ext uri="{FF2B5EF4-FFF2-40B4-BE49-F238E27FC236}">
                <a16:creationId xmlns:a16="http://schemas.microsoft.com/office/drawing/2014/main" id="{62A97224-56B4-4823-AEAF-6F779F537C0E}"/>
              </a:ext>
            </a:extLst>
          </p:cNvPr>
          <p:cNvSpPr>
            <a:spLocks noGrp="1"/>
          </p:cNvSpPr>
          <p:nvPr>
            <p:ph type="ftr" sz="quarte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D14EB4B0-ACA4-4079-A824-1B726A74260F}"/>
              </a:ext>
            </a:extLst>
          </p:cNvPr>
          <p:cNvSpPr>
            <a:spLocks noGrp="1"/>
          </p:cNvSpPr>
          <p:nvPr>
            <p:ph type="sldNum" sz="quarter" idx="12"/>
          </p:nvPr>
        </p:nvSpPr>
        <p:spPr/>
        <p:txBody>
          <a:bodyPr/>
          <a:lstStyle>
            <a:lvl1pPr>
              <a:defRPr/>
            </a:lvl1pPr>
          </a:lstStyle>
          <a:p>
            <a:fld id="{E077825C-B04A-4130-9FBB-7E0AF90B1D55}" type="slidenum">
              <a:rPr lang="en-US" altLang="en-US"/>
              <a:pPr/>
              <a:t>‹#›</a:t>
            </a:fld>
            <a:endParaRPr lang="en-US" altLang="en-US"/>
          </a:p>
        </p:txBody>
      </p:sp>
    </p:spTree>
    <p:extLst>
      <p:ext uri="{BB962C8B-B14F-4D97-AF65-F5344CB8AC3E}">
        <p14:creationId xmlns:p14="http://schemas.microsoft.com/office/powerpoint/2010/main" val="40313778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4EE44CB-B248-49D2-8C59-A097974CD2B4}"/>
              </a:ext>
            </a:extLst>
          </p:cNvPr>
          <p:cNvSpPr>
            <a:spLocks noGrp="1"/>
          </p:cNvSpPr>
          <p:nvPr>
            <p:ph type="title" orient="vert"/>
          </p:nvPr>
        </p:nvSpPr>
        <p:spPr>
          <a:xfrm>
            <a:off x="8686800" y="609600"/>
            <a:ext cx="2590800" cy="5486400"/>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62DFF04-C564-43F4-A556-BA4FC4C1E19E}"/>
              </a:ext>
            </a:extLst>
          </p:cNvPr>
          <p:cNvSpPr>
            <a:spLocks noGrp="1"/>
          </p:cNvSpPr>
          <p:nvPr>
            <p:ph type="body" orient="vert" idx="1"/>
          </p:nvPr>
        </p:nvSpPr>
        <p:spPr>
          <a:xfrm>
            <a:off x="914400" y="609600"/>
            <a:ext cx="75692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3F4731D-B232-4FE1-AB17-F274D6C76A0E}"/>
              </a:ext>
            </a:extLst>
          </p:cNvPr>
          <p:cNvSpPr>
            <a:spLocks noGrp="1"/>
          </p:cNvSpPr>
          <p:nvPr>
            <p:ph type="dt" sz="half" idx="10"/>
          </p:nvPr>
        </p:nvSpPr>
        <p:spPr/>
        <p:txBody>
          <a:bodyPr/>
          <a:lstStyle>
            <a:lvl1pPr>
              <a:defRPr/>
            </a:lvl1pPr>
          </a:lstStyle>
          <a:p>
            <a:fld id="{980AAEBB-E1D1-4D51-A4BA-B30AA7B6A2B5}" type="datetime1">
              <a:rPr lang="es-ES" altLang="en-US"/>
              <a:pPr/>
              <a:t>18/10/2021</a:t>
            </a:fld>
            <a:endParaRPr lang="en-US" altLang="en-US"/>
          </a:p>
        </p:txBody>
      </p:sp>
      <p:sp>
        <p:nvSpPr>
          <p:cNvPr id="5" name="Footer Placeholder 4">
            <a:extLst>
              <a:ext uri="{FF2B5EF4-FFF2-40B4-BE49-F238E27FC236}">
                <a16:creationId xmlns:a16="http://schemas.microsoft.com/office/drawing/2014/main" id="{63F09EDB-F99E-47B0-BD0B-4ACDF3D8A3A2}"/>
              </a:ext>
            </a:extLst>
          </p:cNvPr>
          <p:cNvSpPr>
            <a:spLocks noGrp="1"/>
          </p:cNvSpPr>
          <p:nvPr>
            <p:ph type="ftr" sz="quarte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7664AD07-AE42-434A-9591-60C97AD0550C}"/>
              </a:ext>
            </a:extLst>
          </p:cNvPr>
          <p:cNvSpPr>
            <a:spLocks noGrp="1"/>
          </p:cNvSpPr>
          <p:nvPr>
            <p:ph type="sldNum" sz="quarter" idx="12"/>
          </p:nvPr>
        </p:nvSpPr>
        <p:spPr/>
        <p:txBody>
          <a:bodyPr/>
          <a:lstStyle>
            <a:lvl1pPr>
              <a:defRPr/>
            </a:lvl1pPr>
          </a:lstStyle>
          <a:p>
            <a:fld id="{04AF483F-C7C6-4B8A-A334-9C96FA33A3A7}" type="slidenum">
              <a:rPr lang="en-US" altLang="en-US"/>
              <a:pPr/>
              <a:t>‹#›</a:t>
            </a:fld>
            <a:endParaRPr lang="en-US" altLang="en-US"/>
          </a:p>
        </p:txBody>
      </p:sp>
    </p:spTree>
    <p:extLst>
      <p:ext uri="{BB962C8B-B14F-4D97-AF65-F5344CB8AC3E}">
        <p14:creationId xmlns:p14="http://schemas.microsoft.com/office/powerpoint/2010/main" val="23365177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BDF02C8-0135-4AAE-A9C9-570F3466743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FF1044A-B4C4-48E6-900F-CA72220883B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4AD757-C206-4A1C-B44B-880E597F76B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7C5EF86-2E1D-461B-A3BC-0D29875D8907}" type="datetimeFigureOut">
              <a:rPr lang="en-US" smtClean="0"/>
              <a:t>10/18/2021</a:t>
            </a:fld>
            <a:endParaRPr lang="en-US"/>
          </a:p>
        </p:txBody>
      </p:sp>
      <p:sp>
        <p:nvSpPr>
          <p:cNvPr id="5" name="Footer Placeholder 4">
            <a:extLst>
              <a:ext uri="{FF2B5EF4-FFF2-40B4-BE49-F238E27FC236}">
                <a16:creationId xmlns:a16="http://schemas.microsoft.com/office/drawing/2014/main" id="{442827CE-38F2-4D50-99C3-ED07DF4F006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2300F05-0C06-48C6-AA88-9F0581018D2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36A8A47-007D-4F76-BDA1-048E333E2577}" type="slidenum">
              <a:rPr lang="en-US" smtClean="0"/>
              <a:t>‹#›</a:t>
            </a:fld>
            <a:endParaRPr lang="en-US"/>
          </a:p>
        </p:txBody>
      </p:sp>
    </p:spTree>
    <p:extLst>
      <p:ext uri="{BB962C8B-B14F-4D97-AF65-F5344CB8AC3E}">
        <p14:creationId xmlns:p14="http://schemas.microsoft.com/office/powerpoint/2010/main" val="12975831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1">
                <a:gamma/>
                <a:shade val="46275"/>
                <a:invGamma/>
              </a:schemeClr>
            </a:gs>
            <a:gs pos="100000">
              <a:schemeClr val="bg1"/>
            </a:gs>
          </a:gsLst>
          <a:lin ang="5400000" scaled="1"/>
        </a:gra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67202206-0220-4B40-BB27-49CC5EB9B8E6}"/>
              </a:ext>
            </a:extLst>
          </p:cNvPr>
          <p:cNvSpPr>
            <a:spLocks noGrp="1" noChangeArrowheads="1"/>
          </p:cNvSpPr>
          <p:nvPr>
            <p:ph type="title"/>
          </p:nvPr>
        </p:nvSpPr>
        <p:spPr bwMode="auto">
          <a:xfrm>
            <a:off x="914400" y="609600"/>
            <a:ext cx="103632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Haga clic para modificar el estilo de título del patrón</a:t>
            </a:r>
          </a:p>
        </p:txBody>
      </p:sp>
      <p:sp>
        <p:nvSpPr>
          <p:cNvPr id="1027" name="Rectangle 3">
            <a:extLst>
              <a:ext uri="{FF2B5EF4-FFF2-40B4-BE49-F238E27FC236}">
                <a16:creationId xmlns:a16="http://schemas.microsoft.com/office/drawing/2014/main" id="{F2CF146C-67B3-4AEA-A52C-39A0721CA96E}"/>
              </a:ext>
            </a:extLst>
          </p:cNvPr>
          <p:cNvSpPr>
            <a:spLocks noGrp="1" noChangeArrowheads="1"/>
          </p:cNvSpPr>
          <p:nvPr>
            <p:ph type="body" idx="1"/>
          </p:nvPr>
        </p:nvSpPr>
        <p:spPr bwMode="auto">
          <a:xfrm>
            <a:off x="914400" y="1981200"/>
            <a:ext cx="10363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Haga clic para modificar el estilo de texto del patrón</a:t>
            </a:r>
          </a:p>
          <a:p>
            <a:pPr lvl="1"/>
            <a:r>
              <a:rPr lang="en-US" altLang="en-US"/>
              <a:t>Segundo nivel</a:t>
            </a:r>
          </a:p>
          <a:p>
            <a:pPr lvl="2"/>
            <a:r>
              <a:rPr lang="en-US" altLang="en-US"/>
              <a:t>Tercer nivel</a:t>
            </a:r>
          </a:p>
          <a:p>
            <a:pPr lvl="3"/>
            <a:r>
              <a:rPr lang="en-US" altLang="en-US"/>
              <a:t>Cuarto nivel</a:t>
            </a:r>
          </a:p>
          <a:p>
            <a:pPr lvl="4"/>
            <a:r>
              <a:rPr lang="en-US" altLang="en-US"/>
              <a:t>Quinto nivel</a:t>
            </a:r>
          </a:p>
        </p:txBody>
      </p:sp>
      <p:sp>
        <p:nvSpPr>
          <p:cNvPr id="1028" name="Rectangle 4">
            <a:extLst>
              <a:ext uri="{FF2B5EF4-FFF2-40B4-BE49-F238E27FC236}">
                <a16:creationId xmlns:a16="http://schemas.microsoft.com/office/drawing/2014/main" id="{48653925-D1F6-4996-846F-2F76C2E46E5B}"/>
              </a:ext>
            </a:extLst>
          </p:cNvPr>
          <p:cNvSpPr>
            <a:spLocks noGrp="1" noChangeArrowheads="1"/>
          </p:cNvSpPr>
          <p:nvPr>
            <p:ph type="dt" sz="half" idx="2"/>
          </p:nvPr>
        </p:nvSpPr>
        <p:spPr bwMode="auto">
          <a:xfrm>
            <a:off x="914400" y="6248400"/>
            <a:ext cx="2540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solidFill>
                  <a:schemeClr val="tx1"/>
                </a:solidFill>
              </a:defRPr>
            </a:lvl1pPr>
          </a:lstStyle>
          <a:p>
            <a:fld id="{5E9A1F2C-7798-4857-BB98-6AD8B779FA5C}" type="datetime1">
              <a:rPr lang="es-ES" altLang="en-US"/>
              <a:pPr/>
              <a:t>18/10/2021</a:t>
            </a:fld>
            <a:endParaRPr lang="en-US" altLang="en-US"/>
          </a:p>
        </p:txBody>
      </p:sp>
      <p:sp>
        <p:nvSpPr>
          <p:cNvPr id="1029" name="Rectangle 5">
            <a:extLst>
              <a:ext uri="{FF2B5EF4-FFF2-40B4-BE49-F238E27FC236}">
                <a16:creationId xmlns:a16="http://schemas.microsoft.com/office/drawing/2014/main" id="{F8C038E9-6F0A-48BA-BE57-900C2F74BDA5}"/>
              </a:ext>
            </a:extLst>
          </p:cNvPr>
          <p:cNvSpPr>
            <a:spLocks noGrp="1" noChangeArrowheads="1"/>
          </p:cNvSpPr>
          <p:nvPr>
            <p:ph type="ftr" sz="quarter" idx="3"/>
          </p:nvPr>
        </p:nvSpPr>
        <p:spPr bwMode="auto">
          <a:xfrm>
            <a:off x="4165600" y="6248400"/>
            <a:ext cx="3860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a:solidFill>
                  <a:schemeClr val="tx1"/>
                </a:solidFill>
              </a:defRPr>
            </a:lvl1pPr>
          </a:lstStyle>
          <a:p>
            <a:endParaRPr lang="en-US" altLang="en-US"/>
          </a:p>
        </p:txBody>
      </p:sp>
      <p:sp>
        <p:nvSpPr>
          <p:cNvPr id="1030" name="Rectangle 6">
            <a:extLst>
              <a:ext uri="{FF2B5EF4-FFF2-40B4-BE49-F238E27FC236}">
                <a16:creationId xmlns:a16="http://schemas.microsoft.com/office/drawing/2014/main" id="{3CE2B388-ED84-4FFA-B960-2F933B8344DD}"/>
              </a:ext>
            </a:extLst>
          </p:cNvPr>
          <p:cNvSpPr>
            <a:spLocks noGrp="1" noChangeArrowheads="1"/>
          </p:cNvSpPr>
          <p:nvPr>
            <p:ph type="sldNum" sz="quarter" idx="4"/>
          </p:nvPr>
        </p:nvSpPr>
        <p:spPr bwMode="auto">
          <a:xfrm>
            <a:off x="8737600" y="6248400"/>
            <a:ext cx="2540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solidFill>
                  <a:schemeClr val="tx1"/>
                </a:solidFill>
              </a:defRPr>
            </a:lvl1pPr>
          </a:lstStyle>
          <a:p>
            <a:fld id="{6E8D8633-497C-4C72-AC07-3A8BBA19F8ED}" type="slidenum">
              <a:rPr lang="en-US" altLang="en-US"/>
              <a:pPr/>
              <a:t>‹#›</a:t>
            </a:fld>
            <a:endParaRPr lang="en-US" altLang="en-US"/>
          </a:p>
        </p:txBody>
      </p:sp>
    </p:spTree>
    <p:extLst>
      <p:ext uri="{BB962C8B-B14F-4D97-AF65-F5344CB8AC3E}">
        <p14:creationId xmlns:p14="http://schemas.microsoft.com/office/powerpoint/2010/main" val="406631504"/>
      </p:ext>
    </p:extLst>
  </p:cSld>
  <p:clrMap bg1="dk2" tx1="lt1" bg2="dk1"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eaLnBrk="0" fontAlgn="base" hangingPunct="0">
        <a:spcBef>
          <a:spcPct val="0"/>
        </a:spcBef>
        <a:spcAft>
          <a:spcPct val="0"/>
        </a:spcAft>
        <a:defRPr sz="4400">
          <a:solidFill>
            <a:schemeClr val="tx2"/>
          </a:solidFill>
          <a:latin typeface="Times New Roman" panose="02020603050405020304" pitchFamily="18" charset="0"/>
        </a:defRPr>
      </a:lvl6pPr>
      <a:lvl7pPr marL="914400" algn="ctr" rtl="0" eaLnBrk="0" fontAlgn="base" hangingPunct="0">
        <a:spcBef>
          <a:spcPct val="0"/>
        </a:spcBef>
        <a:spcAft>
          <a:spcPct val="0"/>
        </a:spcAft>
        <a:defRPr sz="4400">
          <a:solidFill>
            <a:schemeClr val="tx2"/>
          </a:solidFill>
          <a:latin typeface="Times New Roman" panose="02020603050405020304" pitchFamily="18" charset="0"/>
        </a:defRPr>
      </a:lvl7pPr>
      <a:lvl8pPr marL="1371600" algn="ctr" rtl="0" eaLnBrk="0" fontAlgn="base" hangingPunct="0">
        <a:spcBef>
          <a:spcPct val="0"/>
        </a:spcBef>
        <a:spcAft>
          <a:spcPct val="0"/>
        </a:spcAft>
        <a:defRPr sz="4400">
          <a:solidFill>
            <a:schemeClr val="tx2"/>
          </a:solidFill>
          <a:latin typeface="Times New Roman" panose="02020603050405020304" pitchFamily="18" charset="0"/>
        </a:defRPr>
      </a:lvl8pPr>
      <a:lvl9pPr marL="1828800" algn="ctr" rtl="0" eaLnBrk="0" fontAlgn="base" hangingPunct="0">
        <a:spcBef>
          <a:spcPct val="0"/>
        </a:spcBef>
        <a:spcAft>
          <a:spcPct val="0"/>
        </a:spcAft>
        <a:defRPr sz="4400">
          <a:solidFill>
            <a:schemeClr val="tx2"/>
          </a:solidFill>
          <a:latin typeface="Times New Roman" panose="02020603050405020304" pitchFamily="18" charset="0"/>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es.wikipedia.org/wiki/Imagen:Campo_Electrico_Distribucion_Superficial.PNG" TargetMode="External"/><Relationship Id="rId1" Type="http://schemas.openxmlformats.org/officeDocument/2006/relationships/slideLayout" Target="../slideLayouts/slideLayout4.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image" Target="../media/image17.e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image" Target="../media/image16.emf"/><Relationship Id="rId5" Type="http://schemas.openxmlformats.org/officeDocument/2006/relationships/oleObject" Target="../embeddings/oleObject2.bin"/><Relationship Id="rId10" Type="http://schemas.openxmlformats.org/officeDocument/2006/relationships/image" Target="../media/image18.emf"/><Relationship Id="rId4" Type="http://schemas.openxmlformats.org/officeDocument/2006/relationships/image" Target="../media/image15.emf"/><Relationship Id="rId9" Type="http://schemas.openxmlformats.org/officeDocument/2006/relationships/oleObject" Target="../embeddings/oleObject4.bin"/></Relationships>
</file>

<file path=ppt/slides/_rels/slide1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audio" Target="../media/audio1.wav"/><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42.png"/><Relationship Id="rId7" Type="http://schemas.openxmlformats.org/officeDocument/2006/relationships/image" Target="../media/image48.png"/><Relationship Id="rId2" Type="http://schemas.openxmlformats.org/officeDocument/2006/relationships/image" Target="../media/image44.png"/><Relationship Id="rId1" Type="http://schemas.openxmlformats.org/officeDocument/2006/relationships/slideLayout" Target="../slideLayouts/slideLayout7.xml"/><Relationship Id="rId6" Type="http://schemas.openxmlformats.org/officeDocument/2006/relationships/image" Target="../media/image46.png"/><Relationship Id="rId5" Type="http://schemas.openxmlformats.org/officeDocument/2006/relationships/image" Target="../media/image47.png"/><Relationship Id="rId4" Type="http://schemas.openxmlformats.org/officeDocument/2006/relationships/image" Target="../media/image45.png"/></Relationships>
</file>

<file path=ppt/slides/_rels/slide2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file:///C:\PHYSICMA\SRWY_PSE\CH26\SP26_20.PIC" TargetMode="External"/><Relationship Id="rId2" Type="http://schemas.openxmlformats.org/officeDocument/2006/relationships/image" Target="../media/image24.png"/><Relationship Id="rId1" Type="http://schemas.openxmlformats.org/officeDocument/2006/relationships/slideLayout" Target="../slideLayouts/slideLayout18.xml"/></Relationships>
</file>

<file path=ppt/slides/_rels/slide31.xml.rels><?xml version="1.0" encoding="UTF-8" standalone="yes"?>
<Relationships xmlns="http://schemas.openxmlformats.org/package/2006/relationships"><Relationship Id="rId3" Type="http://schemas.openxmlformats.org/officeDocument/2006/relationships/image" Target="file:///C:\PHYSICMA\SRWY_COL\CH16\SC16_24.PIC" TargetMode="External"/><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2.xml"/><Relationship Id="rId4" Type="http://schemas.openxmlformats.org/officeDocument/2006/relationships/image" Target="../media/image58.png"/></Relationships>
</file>

<file path=ppt/slides/_rels/slide3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file:///C:\PHYSICMA\SRWY_COL\CH16\SC16_17A.PIC" TargetMode="External"/><Relationship Id="rId2" Type="http://schemas.openxmlformats.org/officeDocument/2006/relationships/image" Target="../media/image27.png"/><Relationship Id="rId1" Type="http://schemas.openxmlformats.org/officeDocument/2006/relationships/slideLayout" Target="../slideLayouts/slideLayout17.xml"/><Relationship Id="rId5" Type="http://schemas.openxmlformats.org/officeDocument/2006/relationships/image" Target="file:///C:\PHYSICMA\SRWY_COL\CH16\SC16_17B.PIC" TargetMode="External"/><Relationship Id="rId4" Type="http://schemas.openxmlformats.org/officeDocument/2006/relationships/image" Target="../media/image28.png"/></Relationships>
</file>

<file path=ppt/slides/_rels/slide41.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18.xml"/><Relationship Id="rId1" Type="http://schemas.openxmlformats.org/officeDocument/2006/relationships/vmlDrawing" Target="../drawings/vmlDrawing2.vml"/><Relationship Id="rId6" Type="http://schemas.openxmlformats.org/officeDocument/2006/relationships/image" Target="../media/image30.wmf"/><Relationship Id="rId5" Type="http://schemas.openxmlformats.org/officeDocument/2006/relationships/oleObject" Target="../embeddings/oleObject6.bin"/><Relationship Id="rId4" Type="http://schemas.openxmlformats.org/officeDocument/2006/relationships/image" Target="../media/image29.emf"/></Relationships>
</file>

<file path=ppt/slides/_rels/slide42.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18.xml"/><Relationship Id="rId1" Type="http://schemas.openxmlformats.org/officeDocument/2006/relationships/vmlDrawing" Target="../drawings/vmlDrawing3.vml"/><Relationship Id="rId6" Type="http://schemas.openxmlformats.org/officeDocument/2006/relationships/image" Target="../media/image32.emf"/><Relationship Id="rId5" Type="http://schemas.openxmlformats.org/officeDocument/2006/relationships/oleObject" Target="../embeddings/oleObject8.bin"/><Relationship Id="rId4" Type="http://schemas.openxmlformats.org/officeDocument/2006/relationships/image" Target="../media/image31.emf"/></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8.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8.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1">
            <a:extLst>
              <a:ext uri="{FF2B5EF4-FFF2-40B4-BE49-F238E27FC236}">
                <a16:creationId xmlns:a16="http://schemas.microsoft.com/office/drawing/2014/main" id="{ACECAE2D-7832-4B15-BDEE-C385363A30B8}"/>
              </a:ext>
            </a:extLst>
          </p:cNvPr>
          <p:cNvSpPr>
            <a:spLocks noGrp="1" noChangeArrowheads="1"/>
          </p:cNvSpPr>
          <p:nvPr>
            <p:ph type="title"/>
          </p:nvPr>
        </p:nvSpPr>
        <p:spPr>
          <a:xfrm>
            <a:off x="2002255" y="1819777"/>
            <a:ext cx="7363326" cy="955007"/>
          </a:xfrm>
        </p:spPr>
        <p:txBody>
          <a:bodyPr vert="horz" lIns="85263" tIns="44337" rIns="85263" bIns="44337" rtlCol="0" anchor="ctr">
            <a:normAutofit/>
          </a:bodyPr>
          <a:lstStyle/>
          <a:p>
            <a:pPr>
              <a:lnSpc>
                <a:spcPct val="93000"/>
              </a:lnSpc>
              <a:tabLst>
                <a:tab pos="0" algn="l"/>
                <a:tab pos="424127" algn="l"/>
                <a:tab pos="849759" algn="l"/>
                <a:tab pos="1275390" algn="l"/>
                <a:tab pos="1701022" algn="l"/>
                <a:tab pos="2126652" algn="l"/>
                <a:tab pos="2552284" algn="l"/>
                <a:tab pos="2977915" algn="l"/>
                <a:tab pos="3403547" algn="l"/>
                <a:tab pos="3829178" algn="l"/>
                <a:tab pos="4254809" algn="l"/>
                <a:tab pos="4680440" algn="l"/>
                <a:tab pos="5106072" algn="l"/>
                <a:tab pos="5531703" algn="l"/>
                <a:tab pos="5957335" algn="l"/>
                <a:tab pos="6382965" algn="l"/>
                <a:tab pos="6808597" algn="l"/>
                <a:tab pos="7234228" algn="l"/>
                <a:tab pos="7659860" algn="l"/>
                <a:tab pos="8085491" algn="l"/>
                <a:tab pos="8511122" algn="l"/>
              </a:tabLst>
            </a:pPr>
            <a:r>
              <a:rPr lang="en-GB" altLang="en-US" sz="3411" b="1" u="sng">
                <a:solidFill>
                  <a:srgbClr val="0000FF"/>
                </a:solidFill>
                <a:latin typeface="Arial" panose="020B0604020202020204" pitchFamily="34" charset="0"/>
              </a:rPr>
              <a:t>Contenido</a:t>
            </a:r>
          </a:p>
        </p:txBody>
      </p:sp>
      <p:sp>
        <p:nvSpPr>
          <p:cNvPr id="3075" name="Rectangle 3">
            <a:extLst>
              <a:ext uri="{FF2B5EF4-FFF2-40B4-BE49-F238E27FC236}">
                <a16:creationId xmlns:a16="http://schemas.microsoft.com/office/drawing/2014/main" id="{08F45EA7-CCC0-4917-9922-9EE63A44397D}"/>
              </a:ext>
            </a:extLst>
          </p:cNvPr>
          <p:cNvSpPr txBox="1">
            <a:spLocks noChangeArrowheads="1"/>
          </p:cNvSpPr>
          <p:nvPr/>
        </p:nvSpPr>
        <p:spPr bwMode="auto">
          <a:xfrm>
            <a:off x="2197769" y="3087605"/>
            <a:ext cx="7796463" cy="24559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39725" indent="-339725" defTabSz="449263">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739775" indent="-282575" defTabSz="449263">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defTabSz="449263">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defTabSz="449263">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defTabSz="449263">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defTabSz="449263"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defTabSz="449263"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defTabSz="449263"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defTabSz="449263"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eaLnBrk="1" hangingPunct="1"/>
            <a:r>
              <a:rPr lang="es-MX" altLang="en-US" sz="3032" dirty="0"/>
              <a:t>Fuerzas conservativas. Energía potencial. </a:t>
            </a:r>
            <a:endParaRPr lang="es-MX" altLang="en-US" sz="3032" b="1" i="1" dirty="0"/>
          </a:p>
          <a:p>
            <a:pPr eaLnBrk="1" hangingPunct="1"/>
            <a:r>
              <a:rPr lang="es-MX" altLang="en-US" sz="3032" dirty="0"/>
              <a:t>Potencial Eléctrico. Definición y ejemplos.</a:t>
            </a:r>
            <a:endParaRPr lang="es-MX" altLang="en-US" sz="3032" b="1" i="1" dirty="0"/>
          </a:p>
          <a:p>
            <a:pPr eaLnBrk="1" hangingPunct="1"/>
            <a:r>
              <a:rPr lang="es-MX" altLang="en-US" sz="3032" dirty="0"/>
              <a:t>Distribuciones continuas de carga.</a:t>
            </a:r>
          </a:p>
          <a:p>
            <a:pPr eaLnBrk="1" hangingPunct="1"/>
            <a:r>
              <a:rPr lang="es-MX" altLang="en-US" sz="3032" dirty="0"/>
              <a:t>Diferencia de potencial.</a:t>
            </a:r>
          </a:p>
        </p:txBody>
      </p:sp>
      <p:sp>
        <p:nvSpPr>
          <p:cNvPr id="4" name="Rectangle 1">
            <a:extLst>
              <a:ext uri="{FF2B5EF4-FFF2-40B4-BE49-F238E27FC236}">
                <a16:creationId xmlns:a16="http://schemas.microsoft.com/office/drawing/2014/main" id="{CF5C01D7-144A-4765-A64B-6CFD33887E95}"/>
              </a:ext>
            </a:extLst>
          </p:cNvPr>
          <p:cNvSpPr txBox="1">
            <a:spLocks noChangeArrowheads="1"/>
          </p:cNvSpPr>
          <p:nvPr/>
        </p:nvSpPr>
        <p:spPr bwMode="auto">
          <a:xfrm>
            <a:off x="2414337" y="375987"/>
            <a:ext cx="7363326" cy="1143000"/>
          </a:xfrm>
          <a:prstGeom prst="rect">
            <a:avLst/>
          </a:prstGeom>
          <a:solidFill>
            <a:srgbClr val="FFFF66"/>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5263" tIns="44337" rIns="85263" bIns="44337" anchor="ctr"/>
          <a:lstStyle>
            <a:lvl1pPr defTabSz="449263">
              <a:lnSpc>
                <a:spcPct val="97000"/>
              </a:lnSpc>
              <a:spcBef>
                <a:spcPts val="800"/>
              </a:spcBef>
              <a:buClr>
                <a:srgbClr val="000000"/>
              </a:buClr>
              <a:buSzPct val="100000"/>
              <a:buFont typeface="Times New Roman" panose="02020603050405020304" pitchFamily="18"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3200">
                <a:solidFill>
                  <a:srgbClr val="000000"/>
                </a:solidFill>
                <a:latin typeface="Times New Roman" panose="02020603050405020304" pitchFamily="18" charset="0"/>
              </a:defRPr>
            </a:lvl1pPr>
            <a:lvl2pPr marL="739775" indent="-282575" defTabSz="449263">
              <a:lnSpc>
                <a:spcPct val="97000"/>
              </a:lnSpc>
              <a:spcBef>
                <a:spcPts val="700"/>
              </a:spcBef>
              <a:buClr>
                <a:srgbClr val="000000"/>
              </a:buClr>
              <a:buSzPct val="100000"/>
              <a:buFont typeface="Times New Roman" panose="02020603050405020304" pitchFamily="18"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800">
                <a:solidFill>
                  <a:srgbClr val="000000"/>
                </a:solidFill>
                <a:latin typeface="Times New Roman" panose="02020603050405020304" pitchFamily="18" charset="0"/>
              </a:defRPr>
            </a:lvl2pPr>
            <a:lvl3pPr marL="1143000" indent="-228600" defTabSz="449263">
              <a:lnSpc>
                <a:spcPct val="97000"/>
              </a:lnSpc>
              <a:spcBef>
                <a:spcPts val="600"/>
              </a:spcBef>
              <a:buClr>
                <a:srgbClr val="000000"/>
              </a:buClr>
              <a:buSzPct val="100000"/>
              <a:buFont typeface="Times New Roman" panose="02020603050405020304" pitchFamily="18"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rgbClr val="000000"/>
                </a:solidFill>
                <a:latin typeface="Times New Roman" panose="02020603050405020304" pitchFamily="18" charset="0"/>
              </a:defRPr>
            </a:lvl3pPr>
            <a:lvl4pPr marL="1600200" indent="-228600" defTabSz="449263">
              <a:lnSpc>
                <a:spcPct val="97000"/>
              </a:lnSpc>
              <a:spcBef>
                <a:spcPts val="500"/>
              </a:spcBef>
              <a:buClr>
                <a:srgbClr val="000000"/>
              </a:buClr>
              <a:buSzPct val="100000"/>
              <a:buFont typeface="Times New Roman" panose="02020603050405020304" pitchFamily="18"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a:solidFill>
                  <a:srgbClr val="000000"/>
                </a:solidFill>
                <a:latin typeface="Times New Roman" panose="02020603050405020304" pitchFamily="18" charset="0"/>
              </a:defRPr>
            </a:lvl4pPr>
            <a:lvl5pPr marL="2057400" indent="-228600" defTabSz="449263">
              <a:lnSpc>
                <a:spcPct val="97000"/>
              </a:lnSpc>
              <a:spcBef>
                <a:spcPts val="500"/>
              </a:spcBef>
              <a:buClr>
                <a:srgbClr val="000000"/>
              </a:buClr>
              <a:buSzPct val="100000"/>
              <a:buFont typeface="Times New Roman" panose="02020603050405020304" pitchFamily="18"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a:solidFill>
                  <a:srgbClr val="000000"/>
                </a:solidFill>
                <a:latin typeface="Times New Roman" panose="02020603050405020304" pitchFamily="18" charset="0"/>
              </a:defRPr>
            </a:lvl5pPr>
            <a:lvl6pPr marL="2514600" indent="-228600" defTabSz="449263" eaLnBrk="0" fontAlgn="base" hangingPunct="0">
              <a:lnSpc>
                <a:spcPct val="97000"/>
              </a:lnSpc>
              <a:spcBef>
                <a:spcPts val="500"/>
              </a:spcBef>
              <a:spcAft>
                <a:spcPct val="0"/>
              </a:spcAft>
              <a:buClr>
                <a:srgbClr val="000000"/>
              </a:buClr>
              <a:buSzPct val="100000"/>
              <a:buFont typeface="Times New Roman" panose="02020603050405020304" pitchFamily="18"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a:solidFill>
                  <a:srgbClr val="000000"/>
                </a:solidFill>
                <a:latin typeface="Times New Roman" panose="02020603050405020304" pitchFamily="18" charset="0"/>
              </a:defRPr>
            </a:lvl6pPr>
            <a:lvl7pPr marL="2971800" indent="-228600" defTabSz="449263" eaLnBrk="0" fontAlgn="base" hangingPunct="0">
              <a:lnSpc>
                <a:spcPct val="97000"/>
              </a:lnSpc>
              <a:spcBef>
                <a:spcPts val="500"/>
              </a:spcBef>
              <a:spcAft>
                <a:spcPct val="0"/>
              </a:spcAft>
              <a:buClr>
                <a:srgbClr val="000000"/>
              </a:buClr>
              <a:buSzPct val="100000"/>
              <a:buFont typeface="Times New Roman" panose="02020603050405020304" pitchFamily="18"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a:solidFill>
                  <a:srgbClr val="000000"/>
                </a:solidFill>
                <a:latin typeface="Times New Roman" panose="02020603050405020304" pitchFamily="18" charset="0"/>
              </a:defRPr>
            </a:lvl7pPr>
            <a:lvl8pPr marL="3429000" indent="-228600" defTabSz="449263" eaLnBrk="0" fontAlgn="base" hangingPunct="0">
              <a:lnSpc>
                <a:spcPct val="97000"/>
              </a:lnSpc>
              <a:spcBef>
                <a:spcPts val="500"/>
              </a:spcBef>
              <a:spcAft>
                <a:spcPct val="0"/>
              </a:spcAft>
              <a:buClr>
                <a:srgbClr val="000000"/>
              </a:buClr>
              <a:buSzPct val="100000"/>
              <a:buFont typeface="Times New Roman" panose="02020603050405020304" pitchFamily="18"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a:solidFill>
                  <a:srgbClr val="000000"/>
                </a:solidFill>
                <a:latin typeface="Times New Roman" panose="02020603050405020304" pitchFamily="18" charset="0"/>
              </a:defRPr>
            </a:lvl8pPr>
            <a:lvl9pPr marL="3886200" indent="-228600" defTabSz="449263" eaLnBrk="0" fontAlgn="base" hangingPunct="0">
              <a:lnSpc>
                <a:spcPct val="97000"/>
              </a:lnSpc>
              <a:spcBef>
                <a:spcPts val="500"/>
              </a:spcBef>
              <a:spcAft>
                <a:spcPct val="0"/>
              </a:spcAft>
              <a:buClr>
                <a:srgbClr val="000000"/>
              </a:buClr>
              <a:buSzPct val="100000"/>
              <a:buFont typeface="Times New Roman" panose="02020603050405020304" pitchFamily="18"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a:solidFill>
                  <a:srgbClr val="000000"/>
                </a:solidFill>
                <a:latin typeface="Times New Roman" panose="02020603050405020304" pitchFamily="18" charset="0"/>
              </a:defRPr>
            </a:lvl9pPr>
          </a:lstStyle>
          <a:p>
            <a:pPr algn="ctr" eaLnBrk="1" hangingPunct="1">
              <a:lnSpc>
                <a:spcPct val="93000"/>
              </a:lnSpc>
              <a:spcBef>
                <a:spcPct val="0"/>
              </a:spcBef>
              <a:buFont typeface="Times New Roman" panose="02020603050405020304" pitchFamily="18" charset="0"/>
              <a:buNone/>
            </a:pPr>
            <a:r>
              <a:rPr lang="en-GB" altLang="en-US" sz="4169" b="1" u="sng">
                <a:latin typeface="Arial" panose="020B0604020202020204" pitchFamily="34" charset="0"/>
              </a:rPr>
              <a:t>Potencial Eléctrico</a:t>
            </a: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Rectángulo">
            <a:extLst>
              <a:ext uri="{FF2B5EF4-FFF2-40B4-BE49-F238E27FC236}">
                <a16:creationId xmlns:a16="http://schemas.microsoft.com/office/drawing/2014/main" id="{A53A2475-03E9-4AF9-B97B-5A957642D22E}"/>
              </a:ext>
            </a:extLst>
          </p:cNvPr>
          <p:cNvSpPr/>
          <p:nvPr/>
        </p:nvSpPr>
        <p:spPr>
          <a:xfrm>
            <a:off x="2104524" y="973055"/>
            <a:ext cx="8322845" cy="771525"/>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L" sz="1705" dirty="0"/>
          </a:p>
        </p:txBody>
      </p:sp>
      <p:sp>
        <p:nvSpPr>
          <p:cNvPr id="3" name="2 Subtítulo">
            <a:extLst>
              <a:ext uri="{FF2B5EF4-FFF2-40B4-BE49-F238E27FC236}">
                <a16:creationId xmlns:a16="http://schemas.microsoft.com/office/drawing/2014/main" id="{F7F06A5B-A2B8-4353-A2AA-02E62DB687F3}"/>
              </a:ext>
            </a:extLst>
          </p:cNvPr>
          <p:cNvSpPr>
            <a:spLocks noGrp="1"/>
          </p:cNvSpPr>
          <p:nvPr>
            <p:ph type="subTitle" idx="1"/>
          </p:nvPr>
        </p:nvSpPr>
        <p:spPr>
          <a:xfrm>
            <a:off x="2071437" y="427121"/>
            <a:ext cx="7981449" cy="1568618"/>
          </a:xfrm>
        </p:spPr>
        <p:txBody>
          <a:bodyPr>
            <a:normAutofit fontScale="92500"/>
          </a:bodyPr>
          <a:lstStyle/>
          <a:p>
            <a:pPr algn="l">
              <a:defRPr/>
            </a:pPr>
            <a:r>
              <a:rPr lang="es-ES" b="1" dirty="0">
                <a:solidFill>
                  <a:srgbClr val="7030A0"/>
                </a:solidFill>
                <a:latin typeface="Verdana" pitchFamily="34" charset="0"/>
                <a:ea typeface="Verdana" pitchFamily="34" charset="0"/>
                <a:cs typeface="Verdana" pitchFamily="34" charset="0"/>
              </a:rPr>
              <a:t>POTENCIAL ELECTRICO</a:t>
            </a:r>
          </a:p>
          <a:p>
            <a:pPr algn="l">
              <a:defRPr/>
            </a:pPr>
            <a:endParaRPr lang="es-ES" b="1" dirty="0">
              <a:solidFill>
                <a:srgbClr val="7030A0"/>
              </a:solidFill>
              <a:latin typeface="Verdana" pitchFamily="34" charset="0"/>
              <a:ea typeface="Verdana" pitchFamily="34" charset="0"/>
              <a:cs typeface="Verdana" pitchFamily="34" charset="0"/>
            </a:endParaRPr>
          </a:p>
          <a:p>
            <a:pPr marL="270720" indent="-270720" algn="just">
              <a:buFont typeface="Wingdings" pitchFamily="2" charset="2"/>
              <a:buChar char="§"/>
              <a:defRPr/>
            </a:pPr>
            <a:r>
              <a:rPr lang="es-ES" dirty="0">
                <a:solidFill>
                  <a:schemeClr val="tx1"/>
                </a:solidFill>
                <a:latin typeface="Verdana" pitchFamily="34" charset="0"/>
                <a:ea typeface="Verdana" pitchFamily="34" charset="0"/>
                <a:cs typeface="Verdana" pitchFamily="34" charset="0"/>
              </a:rPr>
              <a:t>La fuerza eléctrica es una fuerza conservativa, es decir, se le puede asociar una energía potencial</a:t>
            </a:r>
          </a:p>
        </p:txBody>
      </p:sp>
      <p:sp>
        <p:nvSpPr>
          <p:cNvPr id="5124" name="2 Subtítulo">
            <a:extLst>
              <a:ext uri="{FF2B5EF4-FFF2-40B4-BE49-F238E27FC236}">
                <a16:creationId xmlns:a16="http://schemas.microsoft.com/office/drawing/2014/main" id="{0EA0D9A2-25FD-4945-8A32-83BB0BFE9F0D}"/>
              </a:ext>
            </a:extLst>
          </p:cNvPr>
          <p:cNvSpPr txBox="1">
            <a:spLocks noChangeArrowheads="1"/>
          </p:cNvSpPr>
          <p:nvPr/>
        </p:nvSpPr>
        <p:spPr bwMode="auto">
          <a:xfrm>
            <a:off x="4634164" y="3087604"/>
            <a:ext cx="5320966" cy="2183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85750" indent="-285750">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739775" indent="-282575">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algn="just" eaLnBrk="1" hangingPunct="1">
              <a:lnSpc>
                <a:spcPct val="100000"/>
              </a:lnSpc>
              <a:spcBef>
                <a:spcPct val="20000"/>
              </a:spcBef>
              <a:buClrTx/>
              <a:buSzTx/>
              <a:buFont typeface="Wingdings" panose="05000000000000000000" pitchFamily="2" charset="2"/>
              <a:buChar char="§"/>
            </a:pPr>
            <a:r>
              <a:rPr lang="es-ES" altLang="en-US" sz="2274">
                <a:solidFill>
                  <a:schemeClr val="tx1"/>
                </a:solidFill>
                <a:latin typeface="Verdana" panose="020B0604030504040204" pitchFamily="34" charset="0"/>
                <a:ea typeface="Verdana" panose="020B0604030504040204" pitchFamily="34" charset="0"/>
                <a:cs typeface="Verdana" panose="020B0604030504040204" pitchFamily="34" charset="0"/>
              </a:rPr>
              <a:t>Para levantar un cuerpo, en contra del campo gravitacional, se debe realizar un trabajo, este trabajo se acumula como </a:t>
            </a:r>
            <a:r>
              <a:rPr lang="es-ES" altLang="en-US" sz="2274" u="sng">
                <a:solidFill>
                  <a:schemeClr val="tx1"/>
                </a:solidFill>
                <a:latin typeface="Verdana" panose="020B0604030504040204" pitchFamily="34" charset="0"/>
                <a:ea typeface="Verdana" panose="020B0604030504040204" pitchFamily="34" charset="0"/>
                <a:cs typeface="Verdana" panose="020B0604030504040204" pitchFamily="34" charset="0"/>
              </a:rPr>
              <a:t>Energía potencial gravitacional</a:t>
            </a:r>
          </a:p>
        </p:txBody>
      </p:sp>
      <p:pic>
        <p:nvPicPr>
          <p:cNvPr id="5125" name="4 Imagen">
            <a:extLst>
              <a:ext uri="{FF2B5EF4-FFF2-40B4-BE49-F238E27FC236}">
                <a16:creationId xmlns:a16="http://schemas.microsoft.com/office/drawing/2014/main" id="{FCA9971B-201B-4F36-910F-58473D69400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8297" y="2255922"/>
            <a:ext cx="1944603" cy="2481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a:extLst>
              <a:ext uri="{FF2B5EF4-FFF2-40B4-BE49-F238E27FC236}">
                <a16:creationId xmlns:a16="http://schemas.microsoft.com/office/drawing/2014/main" id="{FA1129D4-F0DC-4D73-B14F-F1E5C4ADF991}"/>
              </a:ext>
            </a:extLst>
          </p:cNvPr>
          <p:cNvSpPr>
            <a:spLocks noGrp="1"/>
          </p:cNvSpPr>
          <p:nvPr>
            <p:ph idx="1"/>
          </p:nvPr>
        </p:nvSpPr>
        <p:spPr>
          <a:xfrm>
            <a:off x="2071437" y="427121"/>
            <a:ext cx="7922795" cy="6003758"/>
          </a:xfrm>
        </p:spPr>
        <p:txBody>
          <a:bodyPr>
            <a:normAutofit fontScale="92500" lnSpcReduction="10000"/>
          </a:bodyPr>
          <a:lstStyle/>
          <a:p>
            <a:pPr marL="0" indent="0">
              <a:buNone/>
              <a:defRPr/>
            </a:pPr>
            <a:r>
              <a:rPr lang="es-ES" sz="2274" b="1" dirty="0">
                <a:solidFill>
                  <a:srgbClr val="7030A0"/>
                </a:solidFill>
                <a:latin typeface="Verdana" pitchFamily="34" charset="0"/>
                <a:ea typeface="Verdana" pitchFamily="34" charset="0"/>
                <a:cs typeface="Verdana" pitchFamily="34" charset="0"/>
              </a:rPr>
              <a:t>ENERGIA POTENCIAL ELECTRICA (U)</a:t>
            </a:r>
          </a:p>
          <a:p>
            <a:pPr algn="just">
              <a:buFont typeface="Wingdings" pitchFamily="2" charset="2"/>
              <a:buChar char="§"/>
              <a:defRPr/>
            </a:pPr>
            <a:r>
              <a:rPr lang="es-ES" sz="2274" dirty="0">
                <a:latin typeface="Verdana" pitchFamily="34" charset="0"/>
                <a:ea typeface="Verdana" pitchFamily="34" charset="0"/>
                <a:cs typeface="Verdana" pitchFamily="34" charset="0"/>
              </a:rPr>
              <a:t>Energía que posee una carga en virtud de posición en un campo eléctrico</a:t>
            </a:r>
          </a:p>
          <a:p>
            <a:pPr algn="just">
              <a:buFont typeface="Wingdings" pitchFamily="2" charset="2"/>
              <a:buChar char="§"/>
              <a:defRPr/>
            </a:pPr>
            <a:endParaRPr lang="es-ES" sz="2274" dirty="0">
              <a:latin typeface="Verdana" pitchFamily="34" charset="0"/>
              <a:ea typeface="Verdana" pitchFamily="34" charset="0"/>
              <a:cs typeface="Verdana" pitchFamily="34" charset="0"/>
            </a:endParaRPr>
          </a:p>
          <a:p>
            <a:pPr algn="just">
              <a:buFont typeface="Wingdings" pitchFamily="2" charset="2"/>
              <a:buChar char="§"/>
              <a:defRPr/>
            </a:pPr>
            <a:r>
              <a:rPr lang="es-CL" sz="2274" dirty="0">
                <a:latin typeface="Verdana" pitchFamily="34" charset="0"/>
                <a:ea typeface="Verdana" pitchFamily="34" charset="0"/>
                <a:cs typeface="Verdana" pitchFamily="34" charset="0"/>
              </a:rPr>
              <a:t>Es igual al trabajo realizado por un agente externo contra las fuerzas eléctricas para llevar una carga +q desde el infinito hasta esa distancia</a:t>
            </a:r>
          </a:p>
          <a:p>
            <a:pPr marL="0" indent="0" algn="just">
              <a:buNone/>
              <a:defRPr/>
            </a:pPr>
            <a:endParaRPr lang="es-ES" sz="1705" dirty="0">
              <a:latin typeface="Verdana" pitchFamily="34" charset="0"/>
              <a:ea typeface="Verdana" pitchFamily="34" charset="0"/>
              <a:cs typeface="Verdana" pitchFamily="34" charset="0"/>
            </a:endParaRPr>
          </a:p>
          <a:p>
            <a:pPr marL="0" indent="0" algn="just">
              <a:buNone/>
              <a:defRPr/>
            </a:pPr>
            <a:endParaRPr lang="es-ES" sz="1705" dirty="0">
              <a:latin typeface="Verdana" pitchFamily="34" charset="0"/>
              <a:ea typeface="Verdana" pitchFamily="34" charset="0"/>
              <a:cs typeface="Verdana" pitchFamily="34" charset="0"/>
            </a:endParaRPr>
          </a:p>
          <a:p>
            <a:pPr marL="0" indent="0" algn="just">
              <a:buNone/>
              <a:defRPr/>
            </a:pPr>
            <a:endParaRPr lang="es-ES" sz="1705" dirty="0">
              <a:latin typeface="Verdana" pitchFamily="34" charset="0"/>
              <a:ea typeface="Verdana" pitchFamily="34" charset="0"/>
              <a:cs typeface="Verdana" pitchFamily="34" charset="0"/>
            </a:endParaRPr>
          </a:p>
          <a:p>
            <a:pPr marL="0" indent="0" algn="just">
              <a:buNone/>
              <a:defRPr/>
            </a:pPr>
            <a:endParaRPr lang="es-ES" sz="1705" dirty="0">
              <a:latin typeface="Verdana" pitchFamily="34" charset="0"/>
              <a:ea typeface="Verdana" pitchFamily="34" charset="0"/>
              <a:cs typeface="Verdana" pitchFamily="34" charset="0"/>
            </a:endParaRPr>
          </a:p>
          <a:p>
            <a:pPr marL="0" indent="0" algn="just">
              <a:buNone/>
              <a:defRPr/>
            </a:pPr>
            <a:endParaRPr lang="es-ES" sz="1705" dirty="0">
              <a:latin typeface="Verdana" pitchFamily="34" charset="0"/>
              <a:ea typeface="Verdana" pitchFamily="34" charset="0"/>
              <a:cs typeface="Verdana" pitchFamily="34" charset="0"/>
            </a:endParaRPr>
          </a:p>
          <a:p>
            <a:pPr marL="0" indent="0" algn="just">
              <a:buNone/>
              <a:defRPr/>
            </a:pPr>
            <a:endParaRPr lang="es-ES" sz="1705" dirty="0">
              <a:latin typeface="Verdana" pitchFamily="34" charset="0"/>
              <a:ea typeface="Verdana" pitchFamily="34" charset="0"/>
              <a:cs typeface="Verdana" pitchFamily="34" charset="0"/>
            </a:endParaRPr>
          </a:p>
          <a:p>
            <a:pPr marL="0" indent="0" algn="just">
              <a:buNone/>
              <a:defRPr/>
            </a:pPr>
            <a:endParaRPr lang="es-ES" sz="1705" dirty="0">
              <a:latin typeface="Verdana" pitchFamily="34" charset="0"/>
              <a:ea typeface="Verdana" pitchFamily="34" charset="0"/>
              <a:cs typeface="Verdana" pitchFamily="34" charset="0"/>
            </a:endParaRPr>
          </a:p>
          <a:p>
            <a:pPr marL="0" indent="0" algn="just">
              <a:buNone/>
              <a:defRPr/>
            </a:pPr>
            <a:endParaRPr lang="es-ES" sz="1705" dirty="0">
              <a:latin typeface="Verdana" pitchFamily="34" charset="0"/>
              <a:ea typeface="Verdana" pitchFamily="34" charset="0"/>
              <a:cs typeface="Verdana" pitchFamily="34" charset="0"/>
            </a:endParaRPr>
          </a:p>
          <a:p>
            <a:pPr marL="0" indent="0" algn="just">
              <a:buNone/>
              <a:defRPr/>
            </a:pPr>
            <a:endParaRPr lang="es-ES" sz="1705" dirty="0">
              <a:latin typeface="Verdana" pitchFamily="34" charset="0"/>
              <a:ea typeface="Verdana" pitchFamily="34" charset="0"/>
              <a:cs typeface="Verdana" pitchFamily="34" charset="0"/>
            </a:endParaRPr>
          </a:p>
          <a:p>
            <a:pPr marL="0" indent="0" algn="just">
              <a:buNone/>
              <a:defRPr/>
            </a:pPr>
            <a:endParaRPr lang="es-ES" sz="1705" dirty="0">
              <a:latin typeface="Verdana" pitchFamily="34" charset="0"/>
              <a:ea typeface="Verdana" pitchFamily="34" charset="0"/>
              <a:cs typeface="Verdana" pitchFamily="34" charset="0"/>
            </a:endParaRPr>
          </a:p>
          <a:p>
            <a:pPr algn="just">
              <a:buFont typeface="Wingdings" pitchFamily="2" charset="2"/>
              <a:buChar char="§"/>
              <a:defRPr/>
            </a:pPr>
            <a:r>
              <a:rPr lang="es-ES" sz="1705" dirty="0">
                <a:latin typeface="Verdana" pitchFamily="34" charset="0"/>
                <a:ea typeface="Verdana" pitchFamily="34" charset="0"/>
                <a:cs typeface="Verdana" pitchFamily="34" charset="0"/>
              </a:rPr>
              <a:t>Como toda forma de energía, la energía potencial eléctrica se mide en Joule</a:t>
            </a:r>
            <a:endParaRPr lang="es-CL" sz="1705" dirty="0">
              <a:latin typeface="Verdana" pitchFamily="34" charset="0"/>
              <a:ea typeface="Verdana" pitchFamily="34" charset="0"/>
              <a:cs typeface="Verdana" pitchFamily="34" charset="0"/>
            </a:endParaRPr>
          </a:p>
          <a:p>
            <a:pPr marL="0" indent="0">
              <a:buNone/>
              <a:defRPr/>
            </a:pPr>
            <a:endParaRPr lang="es-CL" sz="1705" dirty="0">
              <a:latin typeface="Verdana" pitchFamily="34" charset="0"/>
              <a:ea typeface="Verdana" pitchFamily="34" charset="0"/>
              <a:cs typeface="Verdana" pitchFamily="34" charset="0"/>
            </a:endParaRPr>
          </a:p>
        </p:txBody>
      </p:sp>
      <p:pic>
        <p:nvPicPr>
          <p:cNvPr id="8195" name="Picture 2">
            <a:extLst>
              <a:ext uri="{FF2B5EF4-FFF2-40B4-BE49-F238E27FC236}">
                <a16:creationId xmlns:a16="http://schemas.microsoft.com/office/drawing/2014/main" id="{378AC07F-6097-473A-A6ED-D0EAF5C8EC5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87866" y="3474119"/>
            <a:ext cx="1976187" cy="8482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196" name="Picture 3">
            <a:extLst>
              <a:ext uri="{FF2B5EF4-FFF2-40B4-BE49-F238E27FC236}">
                <a16:creationId xmlns:a16="http://schemas.microsoft.com/office/drawing/2014/main" id="{1A78C17A-0F9B-4110-B6C8-BD5E32FA73D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12833" y="2883068"/>
            <a:ext cx="4205037" cy="23461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4 Marcador de contenido">
            <a:extLst>
              <a:ext uri="{FF2B5EF4-FFF2-40B4-BE49-F238E27FC236}">
                <a16:creationId xmlns:a16="http://schemas.microsoft.com/office/drawing/2014/main" id="{CE7F818F-5261-4BBD-ABF2-40231D901985}"/>
              </a:ext>
            </a:extLst>
          </p:cNvPr>
          <p:cNvGraphicFramePr>
            <a:graphicFrameLocks noGrp="1"/>
          </p:cNvGraphicFramePr>
          <p:nvPr>
            <p:ph idx="1"/>
          </p:nvPr>
        </p:nvGraphicFramePr>
        <p:xfrm>
          <a:off x="1934578" y="563981"/>
          <a:ext cx="8255168" cy="4677451"/>
        </p:xfrm>
        <a:graphic>
          <a:graphicData uri="http://schemas.openxmlformats.org/drawingml/2006/table">
            <a:tbl>
              <a:tblPr firstRow="1" bandRow="1">
                <a:tableStyleId>{5C22544A-7EE6-4342-B048-85BDC9FD1C3A}</a:tableStyleId>
              </a:tblPr>
              <a:tblGrid>
                <a:gridCol w="4127584">
                  <a:extLst>
                    <a:ext uri="{9D8B030D-6E8A-4147-A177-3AD203B41FA5}">
                      <a16:colId xmlns:a16="http://schemas.microsoft.com/office/drawing/2014/main" val="20000"/>
                    </a:ext>
                  </a:extLst>
                </a:gridCol>
                <a:gridCol w="4127584">
                  <a:extLst>
                    <a:ext uri="{9D8B030D-6E8A-4147-A177-3AD203B41FA5}">
                      <a16:colId xmlns:a16="http://schemas.microsoft.com/office/drawing/2014/main" val="20001"/>
                    </a:ext>
                  </a:extLst>
                </a:gridCol>
              </a:tblGrid>
              <a:tr h="346367">
                <a:tc>
                  <a:txBody>
                    <a:bodyPr/>
                    <a:lstStyle/>
                    <a:p>
                      <a:pPr algn="ctr"/>
                      <a:r>
                        <a:rPr lang="es-ES" sz="1700" dirty="0">
                          <a:latin typeface="Verdana" pitchFamily="34" charset="0"/>
                          <a:ea typeface="Verdana" pitchFamily="34" charset="0"/>
                          <a:cs typeface="Verdana" pitchFamily="34" charset="0"/>
                        </a:rPr>
                        <a:t>CARGAS</a:t>
                      </a:r>
                      <a:r>
                        <a:rPr lang="es-ES" sz="1700" baseline="0" dirty="0">
                          <a:latin typeface="Verdana" pitchFamily="34" charset="0"/>
                          <a:ea typeface="Verdana" pitchFamily="34" charset="0"/>
                          <a:cs typeface="Verdana" pitchFamily="34" charset="0"/>
                        </a:rPr>
                        <a:t> DE IGUAL SIGNO</a:t>
                      </a:r>
                      <a:endParaRPr lang="es-CL" sz="1700" dirty="0">
                        <a:latin typeface="Verdana" pitchFamily="34" charset="0"/>
                        <a:ea typeface="Verdana" pitchFamily="34" charset="0"/>
                        <a:cs typeface="Verdana" pitchFamily="34" charset="0"/>
                      </a:endParaRPr>
                    </a:p>
                  </a:txBody>
                  <a:tcPr marL="86636" marR="86636" marT="43243" marB="43243"/>
                </a:tc>
                <a:tc>
                  <a:txBody>
                    <a:bodyPr/>
                    <a:lstStyle/>
                    <a:p>
                      <a:pPr algn="ctr"/>
                      <a:r>
                        <a:rPr lang="es-ES" sz="1700" dirty="0">
                          <a:latin typeface="Verdana" pitchFamily="34" charset="0"/>
                          <a:ea typeface="Verdana" pitchFamily="34" charset="0"/>
                          <a:cs typeface="Verdana" pitchFamily="34" charset="0"/>
                        </a:rPr>
                        <a:t>CARGAS DE SIGNO OPUESTO</a:t>
                      </a:r>
                      <a:endParaRPr lang="es-CL" sz="1700" dirty="0">
                        <a:latin typeface="Verdana" pitchFamily="34" charset="0"/>
                        <a:ea typeface="Verdana" pitchFamily="34" charset="0"/>
                        <a:cs typeface="Verdana" pitchFamily="34" charset="0"/>
                      </a:endParaRPr>
                    </a:p>
                  </a:txBody>
                  <a:tcPr marL="86636" marR="86636" marT="43243" marB="43243"/>
                </a:tc>
                <a:extLst>
                  <a:ext uri="{0D108BD9-81ED-4DB2-BD59-A6C34878D82A}">
                    <a16:rowId xmlns:a16="http://schemas.microsoft.com/office/drawing/2014/main" val="10000"/>
                  </a:ext>
                </a:extLst>
              </a:tr>
              <a:tr h="1905660">
                <a:tc>
                  <a:txBody>
                    <a:bodyPr/>
                    <a:lstStyle/>
                    <a:p>
                      <a:endParaRPr lang="es-ES" sz="1700" dirty="0"/>
                    </a:p>
                    <a:p>
                      <a:endParaRPr lang="es-ES" sz="1700" dirty="0"/>
                    </a:p>
                    <a:p>
                      <a:endParaRPr lang="es-ES" sz="1700" dirty="0"/>
                    </a:p>
                    <a:p>
                      <a:endParaRPr lang="es-ES" sz="1700" dirty="0"/>
                    </a:p>
                    <a:p>
                      <a:endParaRPr lang="es-ES" sz="1700" dirty="0"/>
                    </a:p>
                    <a:p>
                      <a:endParaRPr lang="es-ES" sz="1700" dirty="0"/>
                    </a:p>
                    <a:p>
                      <a:endParaRPr lang="es-CL" sz="1700" dirty="0"/>
                    </a:p>
                  </a:txBody>
                  <a:tcPr marL="86636" marR="86636" marT="43243" marB="43243"/>
                </a:tc>
                <a:tc>
                  <a:txBody>
                    <a:bodyPr/>
                    <a:lstStyle/>
                    <a:p>
                      <a:endParaRPr lang="es-CL" sz="1700" dirty="0"/>
                    </a:p>
                  </a:txBody>
                  <a:tcPr marL="86636" marR="86636" marT="43243" marB="43243"/>
                </a:tc>
                <a:extLst>
                  <a:ext uri="{0D108BD9-81ED-4DB2-BD59-A6C34878D82A}">
                    <a16:rowId xmlns:a16="http://schemas.microsoft.com/office/drawing/2014/main" val="10001"/>
                  </a:ext>
                </a:extLst>
              </a:tr>
              <a:tr h="2425424">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s-ES" sz="1700" dirty="0">
                          <a:latin typeface="Verdana" pitchFamily="34" charset="0"/>
                          <a:ea typeface="Verdana" pitchFamily="34" charset="0"/>
                          <a:cs typeface="Verdana" pitchFamily="34" charset="0"/>
                        </a:rPr>
                        <a:t>Se requiere trabajo motor para</a:t>
                      </a:r>
                      <a:r>
                        <a:rPr lang="es-ES" sz="1700" baseline="0" dirty="0">
                          <a:latin typeface="Verdana" pitchFamily="34" charset="0"/>
                          <a:ea typeface="Verdana" pitchFamily="34" charset="0"/>
                          <a:cs typeface="Verdana" pitchFamily="34" charset="0"/>
                        </a:rPr>
                        <a:t> acercar la carga de prueba </a:t>
                      </a:r>
                      <a:r>
                        <a:rPr lang="es-ES" sz="1700" baseline="0" dirty="0">
                          <a:latin typeface="Verdana" pitchFamily="34" charset="0"/>
                          <a:ea typeface="Verdana" pitchFamily="34" charset="0"/>
                          <a:cs typeface="Verdana" pitchFamily="34" charset="0"/>
                          <a:sym typeface="Wingdings" pitchFamily="2" charset="2"/>
                        </a:rPr>
                        <a:t> la energía potencial eléctrica es </a:t>
                      </a:r>
                      <a:r>
                        <a:rPr lang="es-ES" sz="1700" u="sng" baseline="0" dirty="0">
                          <a:latin typeface="Verdana" pitchFamily="34" charset="0"/>
                          <a:ea typeface="Verdana" pitchFamily="34" charset="0"/>
                          <a:cs typeface="Verdana" pitchFamily="34" charset="0"/>
                          <a:sym typeface="Wingdings" pitchFamily="2" charset="2"/>
                        </a:rPr>
                        <a:t>positiva</a:t>
                      </a:r>
                      <a:endParaRPr lang="es-ES" sz="1700" u="sng" dirty="0">
                        <a:latin typeface="Verdana" pitchFamily="34" charset="0"/>
                        <a:ea typeface="Verdana" pitchFamily="34" charset="0"/>
                        <a:cs typeface="Verdana" pitchFamily="34" charset="0"/>
                      </a:endParaRPr>
                    </a:p>
                    <a:p>
                      <a:endParaRPr lang="es-ES" sz="1700" dirty="0"/>
                    </a:p>
                    <a:p>
                      <a:endParaRPr lang="es-ES" sz="1700" dirty="0"/>
                    </a:p>
                    <a:p>
                      <a:endParaRPr lang="es-ES" sz="1700" dirty="0"/>
                    </a:p>
                    <a:p>
                      <a:endParaRPr lang="es-ES" sz="1700" dirty="0"/>
                    </a:p>
                    <a:p>
                      <a:endParaRPr lang="es-CL" sz="1700" dirty="0"/>
                    </a:p>
                  </a:txBody>
                  <a:tcPr marL="86636" marR="86636" marT="43243" marB="43243"/>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s-ES" sz="1700" dirty="0">
                          <a:latin typeface="Verdana" pitchFamily="34" charset="0"/>
                          <a:ea typeface="Verdana" pitchFamily="34" charset="0"/>
                          <a:cs typeface="Verdana" pitchFamily="34" charset="0"/>
                        </a:rPr>
                        <a:t>Se requiere trabajo resistivo para a acercar</a:t>
                      </a:r>
                      <a:r>
                        <a:rPr lang="es-ES" sz="1700" baseline="0" dirty="0">
                          <a:latin typeface="Verdana" pitchFamily="34" charset="0"/>
                          <a:ea typeface="Verdana" pitchFamily="34" charset="0"/>
                          <a:cs typeface="Verdana" pitchFamily="34" charset="0"/>
                        </a:rPr>
                        <a:t> la carga de prueba </a:t>
                      </a:r>
                      <a:r>
                        <a:rPr lang="es-ES" sz="1700" baseline="0" dirty="0">
                          <a:latin typeface="Verdana" pitchFamily="34" charset="0"/>
                          <a:ea typeface="Verdana" pitchFamily="34" charset="0"/>
                          <a:cs typeface="Verdana" pitchFamily="34" charset="0"/>
                          <a:sym typeface="Wingdings" pitchFamily="2" charset="2"/>
                        </a:rPr>
                        <a:t> la energía potencial eléctrica es </a:t>
                      </a:r>
                      <a:r>
                        <a:rPr lang="es-ES" sz="1700" u="sng" baseline="0" dirty="0">
                          <a:latin typeface="Verdana" pitchFamily="34" charset="0"/>
                          <a:ea typeface="Verdana" pitchFamily="34" charset="0"/>
                          <a:cs typeface="Verdana" pitchFamily="34" charset="0"/>
                          <a:sym typeface="Wingdings" pitchFamily="2" charset="2"/>
                        </a:rPr>
                        <a:t>negativa</a:t>
                      </a:r>
                      <a:endParaRPr lang="es-ES" sz="1700" u="sng" dirty="0">
                        <a:latin typeface="Verdana" pitchFamily="34" charset="0"/>
                        <a:ea typeface="Verdana" pitchFamily="34" charset="0"/>
                        <a:cs typeface="Verdana" pitchFamily="34" charset="0"/>
                      </a:endParaRPr>
                    </a:p>
                    <a:p>
                      <a:endParaRPr lang="es-CL" sz="1700" dirty="0"/>
                    </a:p>
                  </a:txBody>
                  <a:tcPr marL="86636" marR="86636" marT="43243" marB="43243"/>
                </a:tc>
                <a:extLst>
                  <a:ext uri="{0D108BD9-81ED-4DB2-BD59-A6C34878D82A}">
                    <a16:rowId xmlns:a16="http://schemas.microsoft.com/office/drawing/2014/main" val="10002"/>
                  </a:ext>
                </a:extLst>
              </a:tr>
            </a:tbl>
          </a:graphicData>
        </a:graphic>
      </p:graphicFrame>
      <p:pic>
        <p:nvPicPr>
          <p:cNvPr id="9232" name="Picture 3">
            <a:extLst>
              <a:ext uri="{FF2B5EF4-FFF2-40B4-BE49-F238E27FC236}">
                <a16:creationId xmlns:a16="http://schemas.microsoft.com/office/drawing/2014/main" id="{710951E3-648C-49BA-8D1F-4225175DD50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17371" y="1425743"/>
            <a:ext cx="2914650" cy="10196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233" name="Picture 4">
            <a:extLst>
              <a:ext uri="{FF2B5EF4-FFF2-40B4-BE49-F238E27FC236}">
                <a16:creationId xmlns:a16="http://schemas.microsoft.com/office/drawing/2014/main" id="{FDB8534E-486F-4348-8075-4706E6A310F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41933" y="1418223"/>
            <a:ext cx="2851484" cy="10016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a:extLst>
              <a:ext uri="{FF2B5EF4-FFF2-40B4-BE49-F238E27FC236}">
                <a16:creationId xmlns:a16="http://schemas.microsoft.com/office/drawing/2014/main" id="{8B1EE761-D614-4C1B-A48D-F8EC2FEC957B}"/>
              </a:ext>
            </a:extLst>
          </p:cNvPr>
          <p:cNvSpPr>
            <a:spLocks noGrp="1"/>
          </p:cNvSpPr>
          <p:nvPr>
            <p:ph idx="1"/>
          </p:nvPr>
        </p:nvSpPr>
        <p:spPr>
          <a:xfrm>
            <a:off x="1934578" y="427122"/>
            <a:ext cx="8185985" cy="5557086"/>
          </a:xfrm>
        </p:spPr>
        <p:txBody>
          <a:bodyPr>
            <a:normAutofit lnSpcReduction="10000"/>
          </a:bodyPr>
          <a:lstStyle/>
          <a:p>
            <a:pPr marL="0" indent="0">
              <a:buNone/>
              <a:defRPr/>
            </a:pPr>
            <a:r>
              <a:rPr lang="es-ES" sz="1705" b="1" dirty="0">
                <a:solidFill>
                  <a:srgbClr val="7030A0"/>
                </a:solidFill>
                <a:latin typeface="Verdana" pitchFamily="34" charset="0"/>
                <a:ea typeface="Verdana" pitchFamily="34" charset="0"/>
                <a:cs typeface="Verdana" pitchFamily="34" charset="0"/>
              </a:rPr>
              <a:t>POTENCIAL ELECTRICO (V)</a:t>
            </a:r>
          </a:p>
          <a:p>
            <a:pPr marL="0" indent="0">
              <a:buNone/>
              <a:defRPr/>
            </a:pPr>
            <a:endParaRPr lang="es-ES" sz="1705" b="1" i="1" dirty="0">
              <a:solidFill>
                <a:srgbClr val="7030A0"/>
              </a:solidFill>
              <a:latin typeface="Verdana" pitchFamily="34" charset="0"/>
              <a:ea typeface="Verdana" pitchFamily="34" charset="0"/>
              <a:cs typeface="Verdana" pitchFamily="34" charset="0"/>
            </a:endParaRPr>
          </a:p>
          <a:p>
            <a:pPr marL="0" indent="0">
              <a:buNone/>
              <a:defRPr/>
            </a:pPr>
            <a:endParaRPr lang="es-ES" sz="1705" b="1" i="1" dirty="0">
              <a:solidFill>
                <a:srgbClr val="7030A0"/>
              </a:solidFill>
              <a:latin typeface="Verdana" pitchFamily="34" charset="0"/>
              <a:ea typeface="Verdana" pitchFamily="34" charset="0"/>
              <a:cs typeface="Verdana" pitchFamily="34" charset="0"/>
            </a:endParaRPr>
          </a:p>
          <a:p>
            <a:pPr marL="0" indent="0">
              <a:buNone/>
              <a:defRPr/>
            </a:pPr>
            <a:endParaRPr lang="es-ES" sz="1705" b="1" i="1" dirty="0">
              <a:solidFill>
                <a:srgbClr val="7030A0"/>
              </a:solidFill>
              <a:latin typeface="Verdana" pitchFamily="34" charset="0"/>
              <a:ea typeface="Verdana" pitchFamily="34" charset="0"/>
              <a:cs typeface="Verdana" pitchFamily="34" charset="0"/>
            </a:endParaRPr>
          </a:p>
          <a:p>
            <a:pPr marL="0" indent="0">
              <a:buNone/>
              <a:defRPr/>
            </a:pPr>
            <a:endParaRPr lang="es-ES" sz="1705" b="1" i="1" dirty="0">
              <a:solidFill>
                <a:srgbClr val="7030A0"/>
              </a:solidFill>
              <a:latin typeface="Verdana" pitchFamily="34" charset="0"/>
              <a:ea typeface="Verdana" pitchFamily="34" charset="0"/>
              <a:cs typeface="Verdana" pitchFamily="34" charset="0"/>
            </a:endParaRPr>
          </a:p>
          <a:p>
            <a:pPr marL="0" indent="0">
              <a:buNone/>
              <a:defRPr/>
            </a:pPr>
            <a:endParaRPr lang="es-ES" sz="1705" b="1" i="1" dirty="0">
              <a:solidFill>
                <a:srgbClr val="7030A0"/>
              </a:solidFill>
              <a:latin typeface="Verdana" pitchFamily="34" charset="0"/>
              <a:ea typeface="Verdana" pitchFamily="34" charset="0"/>
              <a:cs typeface="Verdana" pitchFamily="34" charset="0"/>
            </a:endParaRPr>
          </a:p>
          <a:p>
            <a:pPr marL="0" indent="0">
              <a:buNone/>
              <a:defRPr/>
            </a:pPr>
            <a:endParaRPr lang="es-ES" sz="1705" b="1" i="1" dirty="0">
              <a:solidFill>
                <a:srgbClr val="7030A0"/>
              </a:solidFill>
              <a:latin typeface="Verdana" pitchFamily="34" charset="0"/>
              <a:ea typeface="Verdana" pitchFamily="34" charset="0"/>
              <a:cs typeface="Verdana" pitchFamily="34" charset="0"/>
            </a:endParaRPr>
          </a:p>
          <a:p>
            <a:pPr marL="0" indent="0">
              <a:buNone/>
              <a:defRPr/>
            </a:pPr>
            <a:endParaRPr lang="es-ES" sz="1705" b="1" i="1" dirty="0">
              <a:solidFill>
                <a:srgbClr val="7030A0"/>
              </a:solidFill>
              <a:latin typeface="Verdana" pitchFamily="34" charset="0"/>
              <a:ea typeface="Verdana" pitchFamily="34" charset="0"/>
              <a:cs typeface="Verdana" pitchFamily="34" charset="0"/>
            </a:endParaRPr>
          </a:p>
          <a:p>
            <a:pPr marL="0" indent="0">
              <a:buNone/>
              <a:defRPr/>
            </a:pPr>
            <a:endParaRPr lang="es-ES" sz="1705" b="1" i="1" dirty="0">
              <a:solidFill>
                <a:srgbClr val="7030A0"/>
              </a:solidFill>
              <a:latin typeface="Verdana" pitchFamily="34" charset="0"/>
              <a:ea typeface="Verdana" pitchFamily="34" charset="0"/>
              <a:cs typeface="Verdana" pitchFamily="34" charset="0"/>
            </a:endParaRPr>
          </a:p>
          <a:p>
            <a:pPr marL="0" indent="0">
              <a:buNone/>
              <a:defRPr/>
            </a:pPr>
            <a:endParaRPr lang="es-ES" sz="1705" b="1" i="1" dirty="0">
              <a:solidFill>
                <a:srgbClr val="7030A0"/>
              </a:solidFill>
              <a:latin typeface="Verdana" pitchFamily="34" charset="0"/>
              <a:ea typeface="Verdana" pitchFamily="34" charset="0"/>
              <a:cs typeface="Verdana" pitchFamily="34" charset="0"/>
            </a:endParaRPr>
          </a:p>
          <a:p>
            <a:pPr marL="0" indent="0">
              <a:buNone/>
              <a:defRPr/>
            </a:pPr>
            <a:endParaRPr lang="es-ES" sz="1705" b="1" i="1" dirty="0">
              <a:solidFill>
                <a:srgbClr val="7030A0"/>
              </a:solidFill>
              <a:latin typeface="Verdana" pitchFamily="34" charset="0"/>
              <a:ea typeface="Verdana" pitchFamily="34" charset="0"/>
              <a:cs typeface="Verdana" pitchFamily="34" charset="0"/>
            </a:endParaRPr>
          </a:p>
          <a:p>
            <a:pPr marL="0" indent="0">
              <a:buNone/>
              <a:defRPr/>
            </a:pPr>
            <a:endParaRPr lang="es-ES" sz="1705" b="1" i="1" dirty="0">
              <a:solidFill>
                <a:srgbClr val="7030A0"/>
              </a:solidFill>
              <a:latin typeface="Verdana" pitchFamily="34" charset="0"/>
              <a:ea typeface="Verdana" pitchFamily="34" charset="0"/>
              <a:cs typeface="Verdana" pitchFamily="34" charset="0"/>
            </a:endParaRPr>
          </a:p>
          <a:p>
            <a:pPr marL="0" indent="0">
              <a:buNone/>
              <a:defRPr/>
            </a:pPr>
            <a:endParaRPr lang="es-ES" sz="1705" b="1" i="1" dirty="0">
              <a:solidFill>
                <a:srgbClr val="7030A0"/>
              </a:solidFill>
              <a:latin typeface="Verdana" pitchFamily="34" charset="0"/>
              <a:ea typeface="Verdana" pitchFamily="34" charset="0"/>
              <a:cs typeface="Verdana" pitchFamily="34" charset="0"/>
            </a:endParaRPr>
          </a:p>
          <a:p>
            <a:pPr algn="just">
              <a:buFont typeface="Wingdings" pitchFamily="2" charset="2"/>
              <a:buChar char="§"/>
              <a:defRPr/>
            </a:pPr>
            <a:r>
              <a:rPr lang="es-ES" sz="1705" i="1" dirty="0">
                <a:latin typeface="Verdana" pitchFamily="34" charset="0"/>
                <a:ea typeface="Verdana" pitchFamily="34" charset="0"/>
                <a:cs typeface="Verdana" pitchFamily="34" charset="0"/>
              </a:rPr>
              <a:t>Que el potencial en un punto sea de 12 V significa que existiran12 J de energía por cada Coulomb de carga que se ubique en dicho punto</a:t>
            </a:r>
          </a:p>
          <a:p>
            <a:pPr algn="just">
              <a:buFont typeface="Wingdings" pitchFamily="2" charset="2"/>
              <a:buChar char="§"/>
              <a:defRPr/>
            </a:pPr>
            <a:endParaRPr lang="es-ES" sz="1705" i="1" dirty="0">
              <a:latin typeface="Verdana" pitchFamily="34" charset="0"/>
              <a:ea typeface="Verdana" pitchFamily="34" charset="0"/>
              <a:cs typeface="Verdana" pitchFamily="34" charset="0"/>
            </a:endParaRPr>
          </a:p>
          <a:p>
            <a:pPr algn="just">
              <a:buFont typeface="Wingdings" pitchFamily="2" charset="2"/>
              <a:buChar char="§"/>
              <a:defRPr/>
            </a:pPr>
            <a:r>
              <a:rPr lang="es-ES" sz="1705" i="1" dirty="0">
                <a:latin typeface="Verdana" pitchFamily="34" charset="0"/>
                <a:ea typeface="Verdana" pitchFamily="34" charset="0"/>
                <a:cs typeface="Verdana" pitchFamily="34" charset="0"/>
              </a:rPr>
              <a:t>El potencial eléctrico es una </a:t>
            </a:r>
            <a:r>
              <a:rPr lang="es-ES" sz="1705" i="1" u="sng" dirty="0">
                <a:latin typeface="Verdana" pitchFamily="34" charset="0"/>
                <a:ea typeface="Verdana" pitchFamily="34" charset="0"/>
                <a:cs typeface="Verdana" pitchFamily="34" charset="0"/>
              </a:rPr>
              <a:t>magnitud escala</a:t>
            </a:r>
            <a:r>
              <a:rPr lang="es-ES" sz="1705" i="1" dirty="0">
                <a:latin typeface="Verdana" pitchFamily="34" charset="0"/>
                <a:ea typeface="Verdana" pitchFamily="34" charset="0"/>
                <a:cs typeface="Verdana" pitchFamily="34" charset="0"/>
              </a:rPr>
              <a:t>r</a:t>
            </a:r>
            <a:endParaRPr lang="es-ES" sz="1705" i="1" u="sng" dirty="0">
              <a:latin typeface="Verdana" pitchFamily="34" charset="0"/>
              <a:ea typeface="Verdana" pitchFamily="34" charset="0"/>
              <a:cs typeface="Verdana" pitchFamily="34" charset="0"/>
            </a:endParaRPr>
          </a:p>
          <a:p>
            <a:pPr marL="0" indent="0">
              <a:buNone/>
              <a:defRPr/>
            </a:pPr>
            <a:endParaRPr lang="es-ES" sz="1705" b="1" i="1" dirty="0">
              <a:solidFill>
                <a:srgbClr val="7030A0"/>
              </a:solidFill>
              <a:latin typeface="Verdana" pitchFamily="34" charset="0"/>
              <a:ea typeface="Verdana" pitchFamily="34" charset="0"/>
              <a:cs typeface="Verdana" pitchFamily="34" charset="0"/>
            </a:endParaRPr>
          </a:p>
          <a:p>
            <a:pPr marL="0" indent="0">
              <a:buNone/>
              <a:defRPr/>
            </a:pPr>
            <a:endParaRPr lang="es-ES" sz="1705" dirty="0">
              <a:latin typeface="Verdana" pitchFamily="34" charset="0"/>
              <a:ea typeface="Verdana" pitchFamily="34" charset="0"/>
              <a:cs typeface="Verdana" pitchFamily="34" charset="0"/>
            </a:endParaRPr>
          </a:p>
          <a:p>
            <a:pPr marL="0" indent="0">
              <a:buNone/>
              <a:defRPr/>
            </a:pPr>
            <a:endParaRPr lang="es-CL" sz="1705" dirty="0">
              <a:latin typeface="Verdana" pitchFamily="34" charset="0"/>
              <a:ea typeface="Verdana" pitchFamily="34" charset="0"/>
              <a:cs typeface="Verdana" pitchFamily="34" charset="0"/>
            </a:endParaRPr>
          </a:p>
        </p:txBody>
      </p:sp>
      <p:pic>
        <p:nvPicPr>
          <p:cNvPr id="10243" name="Picture 3">
            <a:extLst>
              <a:ext uri="{FF2B5EF4-FFF2-40B4-BE49-F238E27FC236}">
                <a16:creationId xmlns:a16="http://schemas.microsoft.com/office/drawing/2014/main" id="{819D0CD9-B3D4-4A0A-B086-429D961001C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66987" y="873792"/>
            <a:ext cx="6479005" cy="8181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44" name="Picture 2">
            <a:extLst>
              <a:ext uri="{FF2B5EF4-FFF2-40B4-BE49-F238E27FC236}">
                <a16:creationId xmlns:a16="http://schemas.microsoft.com/office/drawing/2014/main" id="{FC2C12E7-5B4B-406F-8AC7-31D22FBFB83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66987" y="2032586"/>
            <a:ext cx="6921166" cy="11730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4">
            <a:extLst>
              <a:ext uri="{FF2B5EF4-FFF2-40B4-BE49-F238E27FC236}">
                <a16:creationId xmlns:a16="http://schemas.microsoft.com/office/drawing/2014/main" id="{B880DD0E-2DDA-4D3E-A588-0AB357ED46D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74769" y="3409825"/>
            <a:ext cx="2263440" cy="11851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D5954F1-25DB-4E18-8159-DD7A6BC7C2B9}"/>
              </a:ext>
            </a:extLst>
          </p:cNvPr>
          <p:cNvSpPr>
            <a:spLocks noGrp="1"/>
          </p:cNvSpPr>
          <p:nvPr>
            <p:ph type="title"/>
          </p:nvPr>
        </p:nvSpPr>
        <p:spPr/>
        <p:txBody>
          <a:bodyPr>
            <a:normAutofit/>
          </a:bodyPr>
          <a:lstStyle/>
          <a:p>
            <a:pPr>
              <a:defRPr/>
            </a:pPr>
            <a:r>
              <a:rPr lang="es-ES" b="1" dirty="0"/>
              <a:t>Potencial eléctrico generado por una distribución continua de carga</a:t>
            </a:r>
            <a:endParaRPr lang="es-VE" dirty="0"/>
          </a:p>
        </p:txBody>
      </p:sp>
      <p:sp>
        <p:nvSpPr>
          <p:cNvPr id="3" name="Marcador de contenido 2">
            <a:extLst>
              <a:ext uri="{FF2B5EF4-FFF2-40B4-BE49-F238E27FC236}">
                <a16:creationId xmlns:a16="http://schemas.microsoft.com/office/drawing/2014/main" id="{D32CAC92-21F3-45A5-A3D3-6C32D3E1E356}"/>
              </a:ext>
            </a:extLst>
          </p:cNvPr>
          <p:cNvSpPr>
            <a:spLocks noGrp="1"/>
          </p:cNvSpPr>
          <p:nvPr>
            <p:ph sz="half" idx="1"/>
          </p:nvPr>
        </p:nvSpPr>
        <p:spPr>
          <a:xfrm>
            <a:off x="2414337" y="1980699"/>
            <a:ext cx="3607970" cy="4289258"/>
          </a:xfrm>
        </p:spPr>
        <p:txBody>
          <a:bodyPr>
            <a:normAutofit fontScale="85000" lnSpcReduction="20000"/>
          </a:bodyPr>
          <a:lstStyle/>
          <a:p>
            <a:pPr>
              <a:defRPr/>
            </a:pPr>
            <a:r>
              <a:rPr lang="es-ES" dirty="0">
                <a:latin typeface="Calibri" panose="020F0502020204030204" pitchFamily="34" charset="0"/>
              </a:rPr>
              <a:t>Si la distribución de carga es continua y no una colección de puntos, la suma debe reemplazarse por una integral</a:t>
            </a:r>
          </a:p>
          <a:p>
            <a:pPr>
              <a:defRPr/>
            </a:pPr>
            <a:endParaRPr lang="es-ES" dirty="0">
              <a:latin typeface="Calibri" panose="020F0502020204030204" pitchFamily="34" charset="0"/>
            </a:endParaRPr>
          </a:p>
          <a:p>
            <a:pPr>
              <a:defRPr/>
            </a:pPr>
            <a:endParaRPr lang="es-ES" dirty="0">
              <a:latin typeface="Calibri" panose="020F0502020204030204" pitchFamily="34" charset="0"/>
            </a:endParaRPr>
          </a:p>
          <a:p>
            <a:pPr>
              <a:defRPr/>
            </a:pPr>
            <a:r>
              <a:rPr lang="es-ES" dirty="0"/>
              <a:t>Siendo </a:t>
            </a:r>
            <a:r>
              <a:rPr lang="es-ES" dirty="0" err="1"/>
              <a:t>dq</a:t>
            </a:r>
            <a:r>
              <a:rPr lang="es-ES" dirty="0"/>
              <a:t> un elemento diferencial de la distribución de carga, r su distancia al punto en el cual se calcula V y </a:t>
            </a:r>
            <a:r>
              <a:rPr lang="es-ES" dirty="0" err="1"/>
              <a:t>dV</a:t>
            </a:r>
            <a:r>
              <a:rPr lang="es-ES" dirty="0"/>
              <a:t> el potencial que </a:t>
            </a:r>
            <a:r>
              <a:rPr lang="es-ES" dirty="0" err="1"/>
              <a:t>dq</a:t>
            </a:r>
            <a:r>
              <a:rPr lang="es-ES" dirty="0"/>
              <a:t>  produce en ese punto</a:t>
            </a:r>
          </a:p>
          <a:p>
            <a:pPr>
              <a:defRPr/>
            </a:pPr>
            <a:endParaRPr lang="es-VE" dirty="0">
              <a:latin typeface="Calibri" panose="020F0502020204030204" pitchFamily="34" charset="0"/>
            </a:endParaRPr>
          </a:p>
        </p:txBody>
      </p:sp>
      <p:pic>
        <p:nvPicPr>
          <p:cNvPr id="5" name="25 Imagen" descr="Campo eléctrico producido por un elemento dS de una distribución superficial continua de carga.">
            <a:hlinkClick r:id="rId2" tooltip="&quot;Campo eléctrico producido por un elemento dS de una distribución superficial continua de carga.&quot;"/>
            <a:extLst>
              <a:ext uri="{FF2B5EF4-FFF2-40B4-BE49-F238E27FC236}">
                <a16:creationId xmlns:a16="http://schemas.microsoft.com/office/drawing/2014/main" id="{3A2C8651-BF18-44EE-ABA2-9BDEF44D75A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46370" y="2409323"/>
            <a:ext cx="4349416" cy="2997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Imagen 81" descr="V=\int dV =\frac{1}{4\pi{\epsilon}_0}\int \frac {dq}{r}">
            <a:extLst>
              <a:ext uri="{FF2B5EF4-FFF2-40B4-BE49-F238E27FC236}">
                <a16:creationId xmlns:a16="http://schemas.microsoft.com/office/drawing/2014/main" id="{FCE80889-ED81-473E-B301-64E3D6DB704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36182" y="3418473"/>
            <a:ext cx="3286125" cy="757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2000"/>
                                        <p:tgtEl>
                                          <p:spTgt spid="5"/>
                                        </p:tgtEl>
                                      </p:cBhvr>
                                    </p:animEffect>
                                  </p:childTnLst>
                                </p:cTn>
                              </p:par>
                            </p:childTnLst>
                          </p:cTn>
                        </p:par>
                        <p:par>
                          <p:cTn id="8" fill="hold" nodeType="afterGroup">
                            <p:stCondLst>
                              <p:cond delay="2000"/>
                            </p:stCondLst>
                            <p:childTnLst>
                              <p:par>
                                <p:cTn id="9" presetID="9" presetClass="entr" presetSubtype="0"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dissolve">
                                      <p:cBhvr>
                                        <p:cTn id="11"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a:extLst>
              <a:ext uri="{FF2B5EF4-FFF2-40B4-BE49-F238E27FC236}">
                <a16:creationId xmlns:a16="http://schemas.microsoft.com/office/drawing/2014/main" id="{4ECCACF5-81E7-4213-B742-F50921DDDDB1}"/>
              </a:ext>
            </a:extLst>
          </p:cNvPr>
          <p:cNvSpPr>
            <a:spLocks noGrp="1"/>
          </p:cNvSpPr>
          <p:nvPr>
            <p:ph idx="1"/>
          </p:nvPr>
        </p:nvSpPr>
        <p:spPr>
          <a:xfrm>
            <a:off x="2197769" y="427121"/>
            <a:ext cx="7796463" cy="6071436"/>
          </a:xfrm>
        </p:spPr>
        <p:txBody>
          <a:bodyPr>
            <a:normAutofit lnSpcReduction="10000"/>
          </a:bodyPr>
          <a:lstStyle/>
          <a:p>
            <a:pPr algn="just">
              <a:buFont typeface="Wingdings" pitchFamily="2" charset="2"/>
              <a:buChar char="§"/>
              <a:defRPr/>
            </a:pPr>
            <a:r>
              <a:rPr lang="es-ES" sz="1705" dirty="0">
                <a:latin typeface="Verdana" pitchFamily="34" charset="0"/>
                <a:ea typeface="Verdana" pitchFamily="34" charset="0"/>
                <a:cs typeface="Verdana" pitchFamily="34" charset="0"/>
              </a:rPr>
              <a:t>Para mantener la</a:t>
            </a:r>
            <a:r>
              <a:rPr lang="es-ES" sz="1705" b="1" dirty="0">
                <a:solidFill>
                  <a:srgbClr val="00B050"/>
                </a:solidFill>
                <a:latin typeface="Verdana" pitchFamily="34" charset="0"/>
                <a:ea typeface="Verdana" pitchFamily="34" charset="0"/>
                <a:cs typeface="Verdana" pitchFamily="34" charset="0"/>
              </a:rPr>
              <a:t> </a:t>
            </a:r>
            <a:r>
              <a:rPr lang="es-ES" sz="1705" b="1" u="sng" dirty="0">
                <a:solidFill>
                  <a:srgbClr val="00B050"/>
                </a:solidFill>
                <a:latin typeface="Verdana" pitchFamily="34" charset="0"/>
                <a:ea typeface="Verdana" pitchFamily="34" charset="0"/>
                <a:cs typeface="Verdana" pitchFamily="34" charset="0"/>
              </a:rPr>
              <a:t>diferencia de potencial </a:t>
            </a:r>
            <a:r>
              <a:rPr lang="es-ES" sz="1705" dirty="0">
                <a:latin typeface="Verdana" pitchFamily="34" charset="0"/>
                <a:ea typeface="Verdana" pitchFamily="34" charset="0"/>
                <a:cs typeface="Verdana" pitchFamily="34" charset="0"/>
              </a:rPr>
              <a:t>constante, entre los extremos de un conductor se recurre a dispositivos como pilas, baterías, generadores</a:t>
            </a:r>
          </a:p>
          <a:p>
            <a:pPr algn="just">
              <a:buFont typeface="Wingdings" pitchFamily="2" charset="2"/>
              <a:buChar char="§"/>
              <a:defRPr/>
            </a:pPr>
            <a:endParaRPr lang="es-ES" sz="1705" dirty="0">
              <a:latin typeface="Verdana" pitchFamily="34" charset="0"/>
              <a:ea typeface="Verdana" pitchFamily="34" charset="0"/>
              <a:cs typeface="Verdana" pitchFamily="34" charset="0"/>
            </a:endParaRPr>
          </a:p>
          <a:p>
            <a:pPr algn="just">
              <a:buFont typeface="Wingdings" pitchFamily="2" charset="2"/>
              <a:buChar char="§"/>
              <a:defRPr/>
            </a:pPr>
            <a:endParaRPr lang="es-ES" sz="1705" dirty="0">
              <a:latin typeface="Verdana" pitchFamily="34" charset="0"/>
              <a:ea typeface="Verdana" pitchFamily="34" charset="0"/>
              <a:cs typeface="Verdana" pitchFamily="34" charset="0"/>
            </a:endParaRPr>
          </a:p>
          <a:p>
            <a:pPr algn="just">
              <a:buFont typeface="Wingdings" pitchFamily="2" charset="2"/>
              <a:buChar char="§"/>
              <a:defRPr/>
            </a:pPr>
            <a:endParaRPr lang="es-ES" sz="1705" dirty="0">
              <a:latin typeface="Verdana" pitchFamily="34" charset="0"/>
              <a:ea typeface="Verdana" pitchFamily="34" charset="0"/>
              <a:cs typeface="Verdana" pitchFamily="34" charset="0"/>
            </a:endParaRPr>
          </a:p>
          <a:p>
            <a:pPr algn="just">
              <a:buFont typeface="Wingdings" pitchFamily="2" charset="2"/>
              <a:buChar char="§"/>
              <a:defRPr/>
            </a:pPr>
            <a:endParaRPr lang="es-ES" sz="1705" dirty="0">
              <a:latin typeface="Verdana" pitchFamily="34" charset="0"/>
              <a:ea typeface="Verdana" pitchFamily="34" charset="0"/>
              <a:cs typeface="Verdana" pitchFamily="34" charset="0"/>
            </a:endParaRPr>
          </a:p>
          <a:p>
            <a:pPr algn="just">
              <a:buFont typeface="Wingdings" pitchFamily="2" charset="2"/>
              <a:buChar char="§"/>
              <a:defRPr/>
            </a:pPr>
            <a:endParaRPr lang="es-ES" sz="1705" dirty="0">
              <a:latin typeface="Verdana" pitchFamily="34" charset="0"/>
              <a:ea typeface="Verdana" pitchFamily="34" charset="0"/>
              <a:cs typeface="Verdana" pitchFamily="34" charset="0"/>
            </a:endParaRPr>
          </a:p>
          <a:p>
            <a:pPr algn="just">
              <a:buFont typeface="Wingdings" pitchFamily="2" charset="2"/>
              <a:buChar char="§"/>
              <a:defRPr/>
            </a:pPr>
            <a:endParaRPr lang="es-ES" sz="1705" dirty="0">
              <a:latin typeface="Verdana" pitchFamily="34" charset="0"/>
              <a:ea typeface="Verdana" pitchFamily="34" charset="0"/>
              <a:cs typeface="Verdana" pitchFamily="34" charset="0"/>
            </a:endParaRPr>
          </a:p>
          <a:p>
            <a:pPr algn="just">
              <a:buFont typeface="Wingdings" pitchFamily="2" charset="2"/>
              <a:buChar char="§"/>
              <a:defRPr/>
            </a:pPr>
            <a:endParaRPr lang="es-ES" sz="1705" dirty="0">
              <a:latin typeface="Verdana" pitchFamily="34" charset="0"/>
              <a:ea typeface="Verdana" pitchFamily="34" charset="0"/>
              <a:cs typeface="Verdana" pitchFamily="34" charset="0"/>
            </a:endParaRPr>
          </a:p>
          <a:p>
            <a:pPr algn="just">
              <a:buFont typeface="Wingdings" pitchFamily="2" charset="2"/>
              <a:buChar char="§"/>
              <a:defRPr/>
            </a:pPr>
            <a:endParaRPr lang="es-ES" sz="1705" dirty="0">
              <a:latin typeface="Verdana" pitchFamily="34" charset="0"/>
              <a:ea typeface="Verdana" pitchFamily="34" charset="0"/>
              <a:cs typeface="Verdana" pitchFamily="34" charset="0"/>
            </a:endParaRPr>
          </a:p>
          <a:p>
            <a:pPr algn="just">
              <a:buFont typeface="Wingdings" pitchFamily="2" charset="2"/>
              <a:buChar char="§"/>
              <a:defRPr/>
            </a:pPr>
            <a:endParaRPr lang="es-ES" sz="1705" dirty="0">
              <a:latin typeface="Verdana" pitchFamily="34" charset="0"/>
              <a:ea typeface="Verdana" pitchFamily="34" charset="0"/>
              <a:cs typeface="Verdana" pitchFamily="34" charset="0"/>
            </a:endParaRPr>
          </a:p>
          <a:p>
            <a:pPr algn="just">
              <a:buFont typeface="Wingdings" pitchFamily="2" charset="2"/>
              <a:buChar char="§"/>
              <a:defRPr/>
            </a:pPr>
            <a:endParaRPr lang="es-ES" sz="1705" dirty="0">
              <a:latin typeface="Verdana" pitchFamily="34" charset="0"/>
              <a:ea typeface="Verdana" pitchFamily="34" charset="0"/>
              <a:cs typeface="Verdana" pitchFamily="34" charset="0"/>
            </a:endParaRPr>
          </a:p>
          <a:p>
            <a:pPr algn="just">
              <a:buFont typeface="Wingdings" pitchFamily="2" charset="2"/>
              <a:buChar char="§"/>
              <a:defRPr/>
            </a:pPr>
            <a:endParaRPr lang="es-ES" sz="1705" dirty="0">
              <a:latin typeface="Verdana" pitchFamily="34" charset="0"/>
              <a:ea typeface="Verdana" pitchFamily="34" charset="0"/>
              <a:cs typeface="Verdana" pitchFamily="34" charset="0"/>
            </a:endParaRPr>
          </a:p>
          <a:p>
            <a:pPr algn="just">
              <a:buFont typeface="Wingdings" pitchFamily="2" charset="2"/>
              <a:buChar char="§"/>
              <a:defRPr/>
            </a:pPr>
            <a:r>
              <a:rPr lang="es-ES" sz="1705" dirty="0">
                <a:latin typeface="Verdana" pitchFamily="34" charset="0"/>
                <a:ea typeface="Verdana" pitchFamily="34" charset="0"/>
                <a:cs typeface="Verdana" pitchFamily="34" charset="0"/>
              </a:rPr>
              <a:t>De esta forma, se mantiene un flujo de cargas (corriente eléctrica) constante</a:t>
            </a:r>
          </a:p>
          <a:p>
            <a:pPr marL="0" indent="0" algn="just">
              <a:buNone/>
              <a:defRPr/>
            </a:pPr>
            <a:endParaRPr lang="es-ES" sz="1705" dirty="0">
              <a:latin typeface="Verdana" pitchFamily="34" charset="0"/>
              <a:ea typeface="Verdana" pitchFamily="34" charset="0"/>
              <a:cs typeface="Verdana" pitchFamily="34" charset="0"/>
            </a:endParaRPr>
          </a:p>
          <a:p>
            <a:pPr algn="just">
              <a:buFont typeface="Wingdings" pitchFamily="2" charset="2"/>
              <a:buChar char="§"/>
              <a:defRPr/>
            </a:pPr>
            <a:r>
              <a:rPr lang="es-ES" sz="1705" dirty="0">
                <a:latin typeface="Verdana" pitchFamily="34" charset="0"/>
                <a:ea typeface="Verdana" pitchFamily="34" charset="0"/>
                <a:cs typeface="Verdana" pitchFamily="34" charset="0"/>
              </a:rPr>
              <a:t>La diferencia de potencial entrega la energía necesaria para desplazar a los electrones dentro de un circuito</a:t>
            </a:r>
          </a:p>
          <a:p>
            <a:pPr marL="0" indent="0">
              <a:buNone/>
              <a:defRPr/>
            </a:pPr>
            <a:endParaRPr lang="es-ES" sz="1705" dirty="0">
              <a:latin typeface="Verdana" pitchFamily="34" charset="0"/>
              <a:ea typeface="Verdana" pitchFamily="34" charset="0"/>
              <a:cs typeface="Verdana" pitchFamily="34" charset="0"/>
            </a:endParaRPr>
          </a:p>
          <a:p>
            <a:pPr marL="0" indent="0">
              <a:buNone/>
              <a:defRPr/>
            </a:pPr>
            <a:endParaRPr lang="es-ES" sz="1705" dirty="0">
              <a:latin typeface="Verdana" pitchFamily="34" charset="0"/>
              <a:ea typeface="Verdana" pitchFamily="34" charset="0"/>
              <a:cs typeface="Verdana" pitchFamily="34" charset="0"/>
            </a:endParaRPr>
          </a:p>
        </p:txBody>
      </p:sp>
      <p:pic>
        <p:nvPicPr>
          <p:cNvPr id="14339" name="Picture 2">
            <a:extLst>
              <a:ext uri="{FF2B5EF4-FFF2-40B4-BE49-F238E27FC236}">
                <a16:creationId xmlns:a16="http://schemas.microsoft.com/office/drawing/2014/main" id="{EDD295EB-8912-4A36-BC85-B248ADC1486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75974" y="1583657"/>
            <a:ext cx="4565984" cy="2698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340" name="Picture 3">
            <a:extLst>
              <a:ext uri="{FF2B5EF4-FFF2-40B4-BE49-F238E27FC236}">
                <a16:creationId xmlns:a16="http://schemas.microsoft.com/office/drawing/2014/main" id="{C58F330C-CBF6-4572-8325-D59DC708DEE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01477" y="2337135"/>
            <a:ext cx="2156661" cy="14167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a:extLst>
              <a:ext uri="{FF2B5EF4-FFF2-40B4-BE49-F238E27FC236}">
                <a16:creationId xmlns:a16="http://schemas.microsoft.com/office/drawing/2014/main" id="{8D226943-AA8C-407E-82B6-E96D4FFEAF8B}"/>
              </a:ext>
            </a:extLst>
          </p:cNvPr>
          <p:cNvSpPr>
            <a:spLocks noGrp="1"/>
          </p:cNvSpPr>
          <p:nvPr>
            <p:ph idx="1"/>
          </p:nvPr>
        </p:nvSpPr>
        <p:spPr>
          <a:xfrm>
            <a:off x="1764631" y="563981"/>
            <a:ext cx="4126832" cy="5420226"/>
          </a:xfrm>
        </p:spPr>
        <p:txBody>
          <a:bodyPr>
            <a:normAutofit fontScale="92500"/>
          </a:bodyPr>
          <a:lstStyle/>
          <a:p>
            <a:pPr algn="just">
              <a:buFont typeface="Wingdings" pitchFamily="2" charset="2"/>
              <a:buChar char="§"/>
              <a:defRPr/>
            </a:pPr>
            <a:r>
              <a:rPr lang="es-ES" sz="1705" dirty="0">
                <a:latin typeface="Verdana" pitchFamily="34" charset="0"/>
                <a:ea typeface="Verdana" pitchFamily="34" charset="0"/>
                <a:cs typeface="Verdana" pitchFamily="34" charset="0"/>
              </a:rPr>
              <a:t>El agua fluye  en el tubo debido a la diferencia de presión en los extremos</a:t>
            </a:r>
          </a:p>
          <a:p>
            <a:pPr algn="just">
              <a:buFont typeface="Wingdings" pitchFamily="2" charset="2"/>
              <a:buChar char="§"/>
              <a:defRPr/>
            </a:pPr>
            <a:endParaRPr lang="es-ES" sz="1705" dirty="0">
              <a:latin typeface="Verdana" pitchFamily="34" charset="0"/>
              <a:ea typeface="Verdana" pitchFamily="34" charset="0"/>
              <a:cs typeface="Verdana" pitchFamily="34" charset="0"/>
            </a:endParaRPr>
          </a:p>
          <a:p>
            <a:pPr algn="just">
              <a:buFont typeface="Wingdings" pitchFamily="2" charset="2"/>
              <a:buChar char="§"/>
              <a:defRPr/>
            </a:pPr>
            <a:r>
              <a:rPr lang="es-ES" sz="1705" dirty="0">
                <a:latin typeface="Verdana" pitchFamily="34" charset="0"/>
                <a:ea typeface="Verdana" pitchFamily="34" charset="0"/>
                <a:cs typeface="Verdana" pitchFamily="34" charset="0"/>
              </a:rPr>
              <a:t>La misión de la bomba es mantener esta diferencia de presiones</a:t>
            </a:r>
          </a:p>
          <a:p>
            <a:pPr algn="just">
              <a:buFont typeface="Wingdings" pitchFamily="2" charset="2"/>
              <a:buChar char="§"/>
              <a:defRPr/>
            </a:pPr>
            <a:endParaRPr lang="es-ES" sz="1705" dirty="0">
              <a:latin typeface="Verdana" pitchFamily="34" charset="0"/>
              <a:ea typeface="Verdana" pitchFamily="34" charset="0"/>
              <a:cs typeface="Verdana" pitchFamily="34" charset="0"/>
            </a:endParaRPr>
          </a:p>
          <a:p>
            <a:pPr algn="just">
              <a:buFont typeface="Wingdings" pitchFamily="2" charset="2"/>
              <a:buChar char="§"/>
              <a:defRPr/>
            </a:pPr>
            <a:endParaRPr lang="es-ES" sz="1705" dirty="0">
              <a:latin typeface="Verdana" pitchFamily="34" charset="0"/>
              <a:ea typeface="Verdana" pitchFamily="34" charset="0"/>
              <a:cs typeface="Verdana" pitchFamily="34" charset="0"/>
            </a:endParaRPr>
          </a:p>
          <a:p>
            <a:pPr algn="just">
              <a:buFont typeface="Wingdings" pitchFamily="2" charset="2"/>
              <a:buChar char="§"/>
              <a:defRPr/>
            </a:pPr>
            <a:endParaRPr lang="es-ES" sz="1705" dirty="0">
              <a:latin typeface="Verdana" pitchFamily="34" charset="0"/>
              <a:ea typeface="Verdana" pitchFamily="34" charset="0"/>
              <a:cs typeface="Verdana" pitchFamily="34" charset="0"/>
            </a:endParaRPr>
          </a:p>
          <a:p>
            <a:pPr algn="just">
              <a:buFont typeface="Wingdings" pitchFamily="2" charset="2"/>
              <a:buChar char="§"/>
              <a:defRPr/>
            </a:pPr>
            <a:endParaRPr lang="es-ES" sz="1705" dirty="0">
              <a:latin typeface="Verdana" pitchFamily="34" charset="0"/>
              <a:ea typeface="Verdana" pitchFamily="34" charset="0"/>
              <a:cs typeface="Verdana" pitchFamily="34" charset="0"/>
            </a:endParaRPr>
          </a:p>
          <a:p>
            <a:pPr algn="just">
              <a:buFont typeface="Wingdings" pitchFamily="2" charset="2"/>
              <a:buChar char="§"/>
              <a:defRPr/>
            </a:pPr>
            <a:endParaRPr lang="es-ES" sz="1705" dirty="0">
              <a:latin typeface="Verdana" pitchFamily="34" charset="0"/>
              <a:ea typeface="Verdana" pitchFamily="34" charset="0"/>
              <a:cs typeface="Verdana" pitchFamily="34" charset="0"/>
            </a:endParaRPr>
          </a:p>
          <a:p>
            <a:pPr algn="just">
              <a:buFont typeface="Wingdings" pitchFamily="2" charset="2"/>
              <a:buChar char="§"/>
              <a:defRPr/>
            </a:pPr>
            <a:r>
              <a:rPr lang="es-ES" sz="1705" dirty="0">
                <a:latin typeface="Verdana" pitchFamily="34" charset="0"/>
                <a:ea typeface="Verdana" pitchFamily="34" charset="0"/>
                <a:cs typeface="Verdana" pitchFamily="34" charset="0"/>
              </a:rPr>
              <a:t>La carga eléctrica fluye en un conductor cuando los extremos de este están conectados a puntos a diferente presión eléctrica (voltaje)</a:t>
            </a:r>
          </a:p>
          <a:p>
            <a:pPr algn="just">
              <a:buFont typeface="Wingdings" pitchFamily="2" charset="2"/>
              <a:buChar char="§"/>
              <a:defRPr/>
            </a:pPr>
            <a:endParaRPr lang="es-ES" sz="1705" dirty="0">
              <a:latin typeface="Verdana" pitchFamily="34" charset="0"/>
              <a:ea typeface="Verdana" pitchFamily="34" charset="0"/>
              <a:cs typeface="Verdana" pitchFamily="34" charset="0"/>
            </a:endParaRPr>
          </a:p>
          <a:p>
            <a:pPr algn="just">
              <a:buFont typeface="Wingdings" pitchFamily="2" charset="2"/>
              <a:buChar char="§"/>
              <a:defRPr/>
            </a:pPr>
            <a:r>
              <a:rPr lang="es-ES" sz="1705" dirty="0">
                <a:latin typeface="Verdana" pitchFamily="34" charset="0"/>
                <a:ea typeface="Verdana" pitchFamily="34" charset="0"/>
                <a:cs typeface="Verdana" pitchFamily="34" charset="0"/>
              </a:rPr>
              <a:t>La misión de la pila es mantener la diferencia de potencial</a:t>
            </a:r>
          </a:p>
          <a:p>
            <a:pPr marL="0" indent="0" algn="just">
              <a:buNone/>
              <a:defRPr/>
            </a:pPr>
            <a:endParaRPr lang="es-ES" sz="1705" dirty="0">
              <a:latin typeface="Verdana" pitchFamily="34" charset="0"/>
              <a:ea typeface="Verdana" pitchFamily="34" charset="0"/>
              <a:cs typeface="Verdana" pitchFamily="34" charset="0"/>
            </a:endParaRPr>
          </a:p>
          <a:p>
            <a:pPr marL="0" indent="0" algn="just">
              <a:buNone/>
              <a:defRPr/>
            </a:pPr>
            <a:endParaRPr lang="es-ES" sz="1705" dirty="0">
              <a:latin typeface="Verdana" pitchFamily="34" charset="0"/>
              <a:ea typeface="Verdana" pitchFamily="34" charset="0"/>
              <a:cs typeface="Verdana" pitchFamily="34" charset="0"/>
            </a:endParaRPr>
          </a:p>
          <a:p>
            <a:pPr marL="0" indent="0">
              <a:buNone/>
              <a:defRPr/>
            </a:pPr>
            <a:endParaRPr lang="es-ES" sz="1705" dirty="0">
              <a:latin typeface="Verdana" pitchFamily="34" charset="0"/>
              <a:ea typeface="Verdana" pitchFamily="34" charset="0"/>
              <a:cs typeface="Verdana" pitchFamily="34" charset="0"/>
            </a:endParaRPr>
          </a:p>
          <a:p>
            <a:pPr marL="0" indent="0">
              <a:buNone/>
              <a:defRPr/>
            </a:pPr>
            <a:endParaRPr lang="es-CL" sz="1705" dirty="0">
              <a:latin typeface="Verdana" pitchFamily="34" charset="0"/>
              <a:ea typeface="Verdana" pitchFamily="34" charset="0"/>
              <a:cs typeface="Verdana" pitchFamily="34" charset="0"/>
            </a:endParaRPr>
          </a:p>
        </p:txBody>
      </p:sp>
      <p:pic>
        <p:nvPicPr>
          <p:cNvPr id="15363" name="Picture 3">
            <a:extLst>
              <a:ext uri="{FF2B5EF4-FFF2-40B4-BE49-F238E27FC236}">
                <a16:creationId xmlns:a16="http://schemas.microsoft.com/office/drawing/2014/main" id="{88B5D8F0-F381-4A7C-879C-97DDC3A51C4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74970" y="496303"/>
            <a:ext cx="4065169" cy="26695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364" name="Picture 4">
            <a:extLst>
              <a:ext uri="{FF2B5EF4-FFF2-40B4-BE49-F238E27FC236}">
                <a16:creationId xmlns:a16="http://schemas.microsoft.com/office/drawing/2014/main" id="{F292D41F-58B9-42C5-A82D-06330E4EB2C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41884" y="4042611"/>
            <a:ext cx="4050130" cy="20784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
            <a:extLst>
              <a:ext uri="{FF2B5EF4-FFF2-40B4-BE49-F238E27FC236}">
                <a16:creationId xmlns:a16="http://schemas.microsoft.com/office/drawing/2014/main" id="{70A31CCC-902B-47DB-864D-72FB18879F7F}"/>
              </a:ext>
            </a:extLst>
          </p:cNvPr>
          <p:cNvSpPr>
            <a:spLocks noGrp="1" noChangeArrowheads="1"/>
          </p:cNvSpPr>
          <p:nvPr>
            <p:ph type="title"/>
          </p:nvPr>
        </p:nvSpPr>
        <p:spPr>
          <a:xfrm>
            <a:off x="2002255" y="1819777"/>
            <a:ext cx="7363326" cy="955007"/>
          </a:xfrm>
        </p:spPr>
        <p:txBody>
          <a:bodyPr vert="horz" lIns="85263" tIns="44337" rIns="85263" bIns="44337" rtlCol="0" anchor="ctr">
            <a:normAutofit/>
          </a:bodyPr>
          <a:lstStyle/>
          <a:p>
            <a:pPr>
              <a:lnSpc>
                <a:spcPct val="93000"/>
              </a:lnSpc>
              <a:tabLst>
                <a:tab pos="0" algn="l"/>
                <a:tab pos="424127" algn="l"/>
                <a:tab pos="849759" algn="l"/>
                <a:tab pos="1275390" algn="l"/>
                <a:tab pos="1701022" algn="l"/>
                <a:tab pos="2126652" algn="l"/>
                <a:tab pos="2552284" algn="l"/>
                <a:tab pos="2977915" algn="l"/>
                <a:tab pos="3403547" algn="l"/>
                <a:tab pos="3829178" algn="l"/>
                <a:tab pos="4254809" algn="l"/>
                <a:tab pos="4680440" algn="l"/>
                <a:tab pos="5106072" algn="l"/>
                <a:tab pos="5531703" algn="l"/>
                <a:tab pos="5957335" algn="l"/>
                <a:tab pos="6382965" algn="l"/>
                <a:tab pos="6808597" algn="l"/>
                <a:tab pos="7234228" algn="l"/>
                <a:tab pos="7659860" algn="l"/>
                <a:tab pos="8085491" algn="l"/>
                <a:tab pos="8511122" algn="l"/>
              </a:tabLst>
            </a:pPr>
            <a:r>
              <a:rPr lang="en-GB" altLang="en-US" sz="3411" b="1" u="sng">
                <a:solidFill>
                  <a:srgbClr val="0000FF"/>
                </a:solidFill>
                <a:latin typeface="Arial" panose="020B0604020202020204" pitchFamily="34" charset="0"/>
              </a:rPr>
              <a:t>Contenido</a:t>
            </a:r>
          </a:p>
        </p:txBody>
      </p:sp>
      <p:sp>
        <p:nvSpPr>
          <p:cNvPr id="18435" name="Rectangle 3">
            <a:extLst>
              <a:ext uri="{FF2B5EF4-FFF2-40B4-BE49-F238E27FC236}">
                <a16:creationId xmlns:a16="http://schemas.microsoft.com/office/drawing/2014/main" id="{4467A747-7EDC-4D8F-8065-73537F11BAE9}"/>
              </a:ext>
            </a:extLst>
          </p:cNvPr>
          <p:cNvSpPr txBox="1">
            <a:spLocks noChangeArrowheads="1"/>
          </p:cNvSpPr>
          <p:nvPr/>
        </p:nvSpPr>
        <p:spPr bwMode="auto">
          <a:xfrm>
            <a:off x="2197769" y="3087605"/>
            <a:ext cx="7796463" cy="24559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39725" indent="-339725" defTabSz="449263">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739775" indent="-282575" defTabSz="449263">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defTabSz="449263">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defTabSz="449263">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defTabSz="449263">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defTabSz="449263"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defTabSz="449263"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defTabSz="449263"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defTabSz="449263"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eaLnBrk="1" hangingPunct="1"/>
            <a:r>
              <a:rPr lang="es-MX" altLang="en-US" sz="3032"/>
              <a:t>Leyes fundamentales teoría electromagnética.</a:t>
            </a:r>
            <a:endParaRPr lang="es-MX" altLang="en-US" sz="3032" b="1" i="1"/>
          </a:p>
          <a:p>
            <a:pPr eaLnBrk="1" hangingPunct="1"/>
            <a:r>
              <a:rPr lang="es-MX" altLang="en-US" sz="3032"/>
              <a:t>Flujo de campo eléctrico. Definición y ejemplos.</a:t>
            </a:r>
            <a:endParaRPr lang="es-MX" altLang="en-US" sz="3032" b="1" i="1"/>
          </a:p>
          <a:p>
            <a:pPr eaLnBrk="1" hangingPunct="1"/>
            <a:r>
              <a:rPr lang="es-MX" altLang="en-US" sz="3032"/>
              <a:t>Utilidad. Ejemplos. Ejercicios.</a:t>
            </a:r>
          </a:p>
        </p:txBody>
      </p:sp>
      <p:sp>
        <p:nvSpPr>
          <p:cNvPr id="4" name="Rectangle 1">
            <a:extLst>
              <a:ext uri="{FF2B5EF4-FFF2-40B4-BE49-F238E27FC236}">
                <a16:creationId xmlns:a16="http://schemas.microsoft.com/office/drawing/2014/main" id="{9DA885DC-C4A2-4D8D-83E7-F257F9D55F0F}"/>
              </a:ext>
            </a:extLst>
          </p:cNvPr>
          <p:cNvSpPr txBox="1">
            <a:spLocks noChangeArrowheads="1"/>
          </p:cNvSpPr>
          <p:nvPr/>
        </p:nvSpPr>
        <p:spPr bwMode="auto">
          <a:xfrm>
            <a:off x="2414337" y="375987"/>
            <a:ext cx="7363326" cy="1143000"/>
          </a:xfrm>
          <a:prstGeom prst="rect">
            <a:avLst/>
          </a:prstGeom>
          <a:solidFill>
            <a:srgbClr val="FFFF66"/>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5263" tIns="44337" rIns="85263" bIns="44337" anchor="ctr"/>
          <a:lstStyle>
            <a:lvl1pPr defTabSz="449263">
              <a:lnSpc>
                <a:spcPct val="97000"/>
              </a:lnSpc>
              <a:spcBef>
                <a:spcPts val="800"/>
              </a:spcBef>
              <a:buClr>
                <a:srgbClr val="000000"/>
              </a:buClr>
              <a:buSzPct val="100000"/>
              <a:buFont typeface="Times New Roman" panose="02020603050405020304" pitchFamily="18"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3200">
                <a:solidFill>
                  <a:srgbClr val="000000"/>
                </a:solidFill>
                <a:latin typeface="Times New Roman" panose="02020603050405020304" pitchFamily="18" charset="0"/>
              </a:defRPr>
            </a:lvl1pPr>
            <a:lvl2pPr marL="739775" indent="-282575" defTabSz="449263">
              <a:lnSpc>
                <a:spcPct val="97000"/>
              </a:lnSpc>
              <a:spcBef>
                <a:spcPts val="700"/>
              </a:spcBef>
              <a:buClr>
                <a:srgbClr val="000000"/>
              </a:buClr>
              <a:buSzPct val="100000"/>
              <a:buFont typeface="Times New Roman" panose="02020603050405020304" pitchFamily="18"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800">
                <a:solidFill>
                  <a:srgbClr val="000000"/>
                </a:solidFill>
                <a:latin typeface="Times New Roman" panose="02020603050405020304" pitchFamily="18" charset="0"/>
              </a:defRPr>
            </a:lvl2pPr>
            <a:lvl3pPr marL="1143000" indent="-228600" defTabSz="449263">
              <a:lnSpc>
                <a:spcPct val="97000"/>
              </a:lnSpc>
              <a:spcBef>
                <a:spcPts val="600"/>
              </a:spcBef>
              <a:buClr>
                <a:srgbClr val="000000"/>
              </a:buClr>
              <a:buSzPct val="100000"/>
              <a:buFont typeface="Times New Roman" panose="02020603050405020304" pitchFamily="18"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rgbClr val="000000"/>
                </a:solidFill>
                <a:latin typeface="Times New Roman" panose="02020603050405020304" pitchFamily="18" charset="0"/>
              </a:defRPr>
            </a:lvl3pPr>
            <a:lvl4pPr marL="1600200" indent="-228600" defTabSz="449263">
              <a:lnSpc>
                <a:spcPct val="97000"/>
              </a:lnSpc>
              <a:spcBef>
                <a:spcPts val="500"/>
              </a:spcBef>
              <a:buClr>
                <a:srgbClr val="000000"/>
              </a:buClr>
              <a:buSzPct val="100000"/>
              <a:buFont typeface="Times New Roman" panose="02020603050405020304" pitchFamily="18"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a:solidFill>
                  <a:srgbClr val="000000"/>
                </a:solidFill>
                <a:latin typeface="Times New Roman" panose="02020603050405020304" pitchFamily="18" charset="0"/>
              </a:defRPr>
            </a:lvl4pPr>
            <a:lvl5pPr marL="2057400" indent="-228600" defTabSz="449263">
              <a:lnSpc>
                <a:spcPct val="97000"/>
              </a:lnSpc>
              <a:spcBef>
                <a:spcPts val="500"/>
              </a:spcBef>
              <a:buClr>
                <a:srgbClr val="000000"/>
              </a:buClr>
              <a:buSzPct val="100000"/>
              <a:buFont typeface="Times New Roman" panose="02020603050405020304" pitchFamily="18"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a:solidFill>
                  <a:srgbClr val="000000"/>
                </a:solidFill>
                <a:latin typeface="Times New Roman" panose="02020603050405020304" pitchFamily="18" charset="0"/>
              </a:defRPr>
            </a:lvl5pPr>
            <a:lvl6pPr marL="2514600" indent="-228600" defTabSz="449263" eaLnBrk="0" fontAlgn="base" hangingPunct="0">
              <a:lnSpc>
                <a:spcPct val="97000"/>
              </a:lnSpc>
              <a:spcBef>
                <a:spcPts val="500"/>
              </a:spcBef>
              <a:spcAft>
                <a:spcPct val="0"/>
              </a:spcAft>
              <a:buClr>
                <a:srgbClr val="000000"/>
              </a:buClr>
              <a:buSzPct val="100000"/>
              <a:buFont typeface="Times New Roman" panose="02020603050405020304" pitchFamily="18"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a:solidFill>
                  <a:srgbClr val="000000"/>
                </a:solidFill>
                <a:latin typeface="Times New Roman" panose="02020603050405020304" pitchFamily="18" charset="0"/>
              </a:defRPr>
            </a:lvl6pPr>
            <a:lvl7pPr marL="2971800" indent="-228600" defTabSz="449263" eaLnBrk="0" fontAlgn="base" hangingPunct="0">
              <a:lnSpc>
                <a:spcPct val="97000"/>
              </a:lnSpc>
              <a:spcBef>
                <a:spcPts val="500"/>
              </a:spcBef>
              <a:spcAft>
                <a:spcPct val="0"/>
              </a:spcAft>
              <a:buClr>
                <a:srgbClr val="000000"/>
              </a:buClr>
              <a:buSzPct val="100000"/>
              <a:buFont typeface="Times New Roman" panose="02020603050405020304" pitchFamily="18"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a:solidFill>
                  <a:srgbClr val="000000"/>
                </a:solidFill>
                <a:latin typeface="Times New Roman" panose="02020603050405020304" pitchFamily="18" charset="0"/>
              </a:defRPr>
            </a:lvl7pPr>
            <a:lvl8pPr marL="3429000" indent="-228600" defTabSz="449263" eaLnBrk="0" fontAlgn="base" hangingPunct="0">
              <a:lnSpc>
                <a:spcPct val="97000"/>
              </a:lnSpc>
              <a:spcBef>
                <a:spcPts val="500"/>
              </a:spcBef>
              <a:spcAft>
                <a:spcPct val="0"/>
              </a:spcAft>
              <a:buClr>
                <a:srgbClr val="000000"/>
              </a:buClr>
              <a:buSzPct val="100000"/>
              <a:buFont typeface="Times New Roman" panose="02020603050405020304" pitchFamily="18"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a:solidFill>
                  <a:srgbClr val="000000"/>
                </a:solidFill>
                <a:latin typeface="Times New Roman" panose="02020603050405020304" pitchFamily="18" charset="0"/>
              </a:defRPr>
            </a:lvl8pPr>
            <a:lvl9pPr marL="3886200" indent="-228600" defTabSz="449263" eaLnBrk="0" fontAlgn="base" hangingPunct="0">
              <a:lnSpc>
                <a:spcPct val="97000"/>
              </a:lnSpc>
              <a:spcBef>
                <a:spcPts val="500"/>
              </a:spcBef>
              <a:spcAft>
                <a:spcPct val="0"/>
              </a:spcAft>
              <a:buClr>
                <a:srgbClr val="000000"/>
              </a:buClr>
              <a:buSzPct val="100000"/>
              <a:buFont typeface="Times New Roman" panose="02020603050405020304" pitchFamily="18"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a:solidFill>
                  <a:srgbClr val="000000"/>
                </a:solidFill>
                <a:latin typeface="Times New Roman" panose="02020603050405020304" pitchFamily="18" charset="0"/>
              </a:defRPr>
            </a:lvl9pPr>
          </a:lstStyle>
          <a:p>
            <a:pPr algn="ctr" eaLnBrk="1" hangingPunct="1">
              <a:lnSpc>
                <a:spcPct val="93000"/>
              </a:lnSpc>
              <a:spcBef>
                <a:spcPct val="0"/>
              </a:spcBef>
              <a:buFont typeface="Times New Roman" panose="02020603050405020304" pitchFamily="18" charset="0"/>
              <a:buNone/>
            </a:pPr>
            <a:r>
              <a:rPr lang="en-GB" altLang="en-US" sz="4169" b="1" u="sng">
                <a:latin typeface="Arial" panose="020B0604020202020204" pitchFamily="34" charset="0"/>
              </a:rPr>
              <a:t>Ley de Gauss</a:t>
            </a: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ext Box 2">
            <a:extLst>
              <a:ext uri="{FF2B5EF4-FFF2-40B4-BE49-F238E27FC236}">
                <a16:creationId xmlns:a16="http://schemas.microsoft.com/office/drawing/2014/main" id="{3957788F-6214-4F79-876F-488BEADFBB96}"/>
              </a:ext>
            </a:extLst>
          </p:cNvPr>
          <p:cNvSpPr txBox="1">
            <a:spLocks noChangeArrowheads="1"/>
          </p:cNvSpPr>
          <p:nvPr/>
        </p:nvSpPr>
        <p:spPr bwMode="auto">
          <a:xfrm>
            <a:off x="2405314" y="518862"/>
            <a:ext cx="4612607" cy="442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742950" indent="-28575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eaLnBrk="1" hangingPunct="1">
              <a:lnSpc>
                <a:spcPct val="100000"/>
              </a:lnSpc>
              <a:spcBef>
                <a:spcPct val="50000"/>
              </a:spcBef>
              <a:buClrTx/>
              <a:buSzTx/>
              <a:buFont typeface="Wingdings" panose="05000000000000000000" pitchFamily="2" charset="2"/>
              <a:buChar char="ü"/>
            </a:pPr>
            <a:r>
              <a:rPr lang="es-ES_tradnl" altLang="en-US" sz="2274" b="1">
                <a:solidFill>
                  <a:srgbClr val="CC6600"/>
                </a:solidFill>
                <a:latin typeface="Arial Narrow" panose="020B0606020202030204" pitchFamily="34" charset="0"/>
              </a:rPr>
              <a:t>Generalización de los resultados</a:t>
            </a:r>
            <a:endParaRPr lang="es-ES" altLang="en-US" sz="2274" b="1">
              <a:solidFill>
                <a:srgbClr val="CC6600"/>
              </a:solidFill>
              <a:latin typeface="Arial Narrow" panose="020B0606020202030204" pitchFamily="34" charset="0"/>
            </a:endParaRPr>
          </a:p>
        </p:txBody>
      </p:sp>
      <p:sp>
        <p:nvSpPr>
          <p:cNvPr id="25603" name="Text Box 3">
            <a:extLst>
              <a:ext uri="{FF2B5EF4-FFF2-40B4-BE49-F238E27FC236}">
                <a16:creationId xmlns:a16="http://schemas.microsoft.com/office/drawing/2014/main" id="{B338ADEF-5927-48B1-8AB4-DB2BC4363C02}"/>
              </a:ext>
            </a:extLst>
          </p:cNvPr>
          <p:cNvSpPr txBox="1">
            <a:spLocks noChangeArrowheads="1"/>
          </p:cNvSpPr>
          <p:nvPr/>
        </p:nvSpPr>
        <p:spPr bwMode="auto">
          <a:xfrm>
            <a:off x="2272966" y="1234741"/>
            <a:ext cx="7551320" cy="792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742950" indent="-28575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algn="just" eaLnBrk="1" hangingPunct="1">
              <a:lnSpc>
                <a:spcPct val="100000"/>
              </a:lnSpc>
              <a:spcBef>
                <a:spcPct val="50000"/>
              </a:spcBef>
              <a:buClrTx/>
              <a:buSzTx/>
              <a:buFontTx/>
              <a:buNone/>
            </a:pPr>
            <a:r>
              <a:rPr lang="es-ES_tradnl" altLang="en-US" sz="2274">
                <a:solidFill>
                  <a:srgbClr val="006699"/>
                </a:solidFill>
                <a:latin typeface="Arial" panose="020B0604020202020204" pitchFamily="34" charset="0"/>
              </a:rPr>
              <a:t>Para distribuciones de carga, ya sean discretas o continuas, podemos aplicar el principio de superposición.</a:t>
            </a:r>
            <a:endParaRPr lang="es-ES" altLang="en-US" sz="2274">
              <a:solidFill>
                <a:srgbClr val="006699"/>
              </a:solidFill>
              <a:latin typeface="Arial" panose="020B0604020202020204" pitchFamily="34" charset="0"/>
            </a:endParaRPr>
          </a:p>
        </p:txBody>
      </p:sp>
      <p:sp>
        <p:nvSpPr>
          <p:cNvPr id="25604" name="Text Box 4">
            <a:extLst>
              <a:ext uri="{FF2B5EF4-FFF2-40B4-BE49-F238E27FC236}">
                <a16:creationId xmlns:a16="http://schemas.microsoft.com/office/drawing/2014/main" id="{2A9AE073-AE18-4FDC-84C9-F5B8E3AA842B}"/>
              </a:ext>
            </a:extLst>
          </p:cNvPr>
          <p:cNvSpPr txBox="1">
            <a:spLocks noChangeArrowheads="1"/>
          </p:cNvSpPr>
          <p:nvPr/>
        </p:nvSpPr>
        <p:spPr bwMode="auto">
          <a:xfrm>
            <a:off x="2197769" y="2270960"/>
            <a:ext cx="1920541" cy="442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742950" indent="-28575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eaLnBrk="1" hangingPunct="1">
              <a:lnSpc>
                <a:spcPct val="100000"/>
              </a:lnSpc>
              <a:spcBef>
                <a:spcPct val="50000"/>
              </a:spcBef>
              <a:buClrTx/>
              <a:buSzTx/>
              <a:buFontTx/>
              <a:buNone/>
            </a:pPr>
            <a:r>
              <a:rPr lang="es-ES_tradnl" altLang="en-US" sz="2274" b="1">
                <a:solidFill>
                  <a:srgbClr val="669900"/>
                </a:solidFill>
                <a:latin typeface="Arial" panose="020B0604020202020204" pitchFamily="34" charset="0"/>
              </a:rPr>
              <a:t>Ejemplo</a:t>
            </a:r>
            <a:r>
              <a:rPr lang="es-ES_tradnl" altLang="en-US" sz="2274">
                <a:solidFill>
                  <a:srgbClr val="669900"/>
                </a:solidFill>
                <a:latin typeface="Arial" panose="020B0604020202020204" pitchFamily="34" charset="0"/>
              </a:rPr>
              <a:t>:</a:t>
            </a:r>
            <a:endParaRPr lang="es-ES" altLang="en-US" sz="2274">
              <a:solidFill>
                <a:srgbClr val="669900"/>
              </a:solidFill>
              <a:latin typeface="Arial" panose="020B0604020202020204" pitchFamily="34" charset="0"/>
            </a:endParaRPr>
          </a:p>
        </p:txBody>
      </p:sp>
      <p:grpSp>
        <p:nvGrpSpPr>
          <p:cNvPr id="2" name="Group 23">
            <a:extLst>
              <a:ext uri="{FF2B5EF4-FFF2-40B4-BE49-F238E27FC236}">
                <a16:creationId xmlns:a16="http://schemas.microsoft.com/office/drawing/2014/main" id="{85B1A549-303D-4456-BAB5-C87BA3A342BE}"/>
              </a:ext>
            </a:extLst>
          </p:cNvPr>
          <p:cNvGrpSpPr>
            <a:grpSpLocks/>
          </p:cNvGrpSpPr>
          <p:nvPr/>
        </p:nvGrpSpPr>
        <p:grpSpPr bwMode="auto">
          <a:xfrm>
            <a:off x="2179721" y="2567239"/>
            <a:ext cx="2616868" cy="2340142"/>
            <a:chOff x="276" y="1587"/>
            <a:chExt cx="1740" cy="1556"/>
          </a:xfrm>
        </p:grpSpPr>
        <p:sp>
          <p:nvSpPr>
            <p:cNvPr id="24586" name="Text Box 15">
              <a:extLst>
                <a:ext uri="{FF2B5EF4-FFF2-40B4-BE49-F238E27FC236}">
                  <a16:creationId xmlns:a16="http://schemas.microsoft.com/office/drawing/2014/main" id="{58C3E25A-0F0F-4CA8-92B5-A1936AC370D1}"/>
                </a:ext>
              </a:extLst>
            </p:cNvPr>
            <p:cNvSpPr txBox="1">
              <a:spLocks noChangeArrowheads="1"/>
            </p:cNvSpPr>
            <p:nvPr/>
          </p:nvSpPr>
          <p:spPr bwMode="auto">
            <a:xfrm>
              <a:off x="1404" y="1587"/>
              <a:ext cx="336" cy="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742950" indent="-28575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eaLnBrk="1" hangingPunct="1">
                <a:lnSpc>
                  <a:spcPct val="100000"/>
                </a:lnSpc>
                <a:spcBef>
                  <a:spcPct val="50000"/>
                </a:spcBef>
                <a:buClrTx/>
                <a:buSzTx/>
                <a:buFontTx/>
                <a:buNone/>
              </a:pPr>
              <a:r>
                <a:rPr lang="es-ES_tradnl" altLang="en-US" sz="2274">
                  <a:solidFill>
                    <a:schemeClr val="accent2"/>
                  </a:solidFill>
                  <a:latin typeface="Arial" panose="020B0604020202020204" pitchFamily="34" charset="0"/>
                </a:rPr>
                <a:t>S’</a:t>
              </a:r>
              <a:endParaRPr lang="es-ES" altLang="en-US" sz="2274" baseline="-25000">
                <a:solidFill>
                  <a:schemeClr val="accent2"/>
                </a:solidFill>
                <a:latin typeface="Arial" panose="020B0604020202020204" pitchFamily="34" charset="0"/>
              </a:endParaRPr>
            </a:p>
          </p:txBody>
        </p:sp>
        <p:grpSp>
          <p:nvGrpSpPr>
            <p:cNvPr id="24587" name="Group 22">
              <a:extLst>
                <a:ext uri="{FF2B5EF4-FFF2-40B4-BE49-F238E27FC236}">
                  <a16:creationId xmlns:a16="http://schemas.microsoft.com/office/drawing/2014/main" id="{44E49E76-E8B9-47A5-A5CE-0A77CE36E165}"/>
                </a:ext>
              </a:extLst>
            </p:cNvPr>
            <p:cNvGrpSpPr>
              <a:grpSpLocks/>
            </p:cNvGrpSpPr>
            <p:nvPr/>
          </p:nvGrpSpPr>
          <p:grpSpPr bwMode="auto">
            <a:xfrm>
              <a:off x="276" y="1746"/>
              <a:ext cx="1740" cy="1397"/>
              <a:chOff x="276" y="1746"/>
              <a:chExt cx="1740" cy="1397"/>
            </a:xfrm>
          </p:grpSpPr>
          <p:sp>
            <p:nvSpPr>
              <p:cNvPr id="24588" name="Freeform 5">
                <a:extLst>
                  <a:ext uri="{FF2B5EF4-FFF2-40B4-BE49-F238E27FC236}">
                    <a16:creationId xmlns:a16="http://schemas.microsoft.com/office/drawing/2014/main" id="{5DDE4EA1-32D3-4727-B40A-B32062329C79}"/>
                  </a:ext>
                </a:extLst>
              </p:cNvPr>
              <p:cNvSpPr>
                <a:spLocks/>
              </p:cNvSpPr>
              <p:nvPr/>
            </p:nvSpPr>
            <p:spPr bwMode="auto">
              <a:xfrm>
                <a:off x="463" y="1966"/>
                <a:ext cx="577" cy="598"/>
              </a:xfrm>
              <a:custGeom>
                <a:avLst/>
                <a:gdLst>
                  <a:gd name="T0" fmla="*/ 13 w 727"/>
                  <a:gd name="T1" fmla="*/ 0 h 798"/>
                  <a:gd name="T2" fmla="*/ 5 w 727"/>
                  <a:gd name="T3" fmla="*/ 4 h 798"/>
                  <a:gd name="T4" fmla="*/ 0 w 727"/>
                  <a:gd name="T5" fmla="*/ 13 h 798"/>
                  <a:gd name="T6" fmla="*/ 2 w 727"/>
                  <a:gd name="T7" fmla="*/ 30 h 798"/>
                  <a:gd name="T8" fmla="*/ 10 w 727"/>
                  <a:gd name="T9" fmla="*/ 39 h 798"/>
                  <a:gd name="T10" fmla="*/ 55 w 727"/>
                  <a:gd name="T11" fmla="*/ 55 h 798"/>
                  <a:gd name="T12" fmla="*/ 83 w 727"/>
                  <a:gd name="T13" fmla="*/ 55 h 798"/>
                  <a:gd name="T14" fmla="*/ 90 w 727"/>
                  <a:gd name="T15" fmla="*/ 46 h 798"/>
                  <a:gd name="T16" fmla="*/ 90 w 727"/>
                  <a:gd name="T17" fmla="*/ 36 h 798"/>
                  <a:gd name="T18" fmla="*/ 81 w 727"/>
                  <a:gd name="T19" fmla="*/ 31 h 798"/>
                  <a:gd name="T20" fmla="*/ 64 w 727"/>
                  <a:gd name="T21" fmla="*/ 19 h 798"/>
                  <a:gd name="T22" fmla="*/ 52 w 727"/>
                  <a:gd name="T23" fmla="*/ 10 h 798"/>
                  <a:gd name="T24" fmla="*/ 44 w 727"/>
                  <a:gd name="T25" fmla="*/ 7 h 798"/>
                  <a:gd name="T26" fmla="*/ 33 w 727"/>
                  <a:gd name="T27" fmla="*/ 1 h 798"/>
                  <a:gd name="T28" fmla="*/ 13 w 727"/>
                  <a:gd name="T29" fmla="*/ 0 h 79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27"/>
                  <a:gd name="T46" fmla="*/ 0 h 798"/>
                  <a:gd name="T47" fmla="*/ 727 w 727"/>
                  <a:gd name="T48" fmla="*/ 798 h 798"/>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27" h="798">
                    <a:moveTo>
                      <a:pt x="113" y="0"/>
                    </a:moveTo>
                    <a:cubicBezTo>
                      <a:pt x="67" y="14"/>
                      <a:pt x="64" y="7"/>
                      <a:pt x="38" y="63"/>
                    </a:cubicBezTo>
                    <a:cubicBezTo>
                      <a:pt x="22" y="99"/>
                      <a:pt x="0" y="175"/>
                      <a:pt x="0" y="175"/>
                    </a:cubicBezTo>
                    <a:cubicBezTo>
                      <a:pt x="4" y="250"/>
                      <a:pt x="3" y="326"/>
                      <a:pt x="13" y="401"/>
                    </a:cubicBezTo>
                    <a:cubicBezTo>
                      <a:pt x="16" y="425"/>
                      <a:pt x="84" y="522"/>
                      <a:pt x="88" y="526"/>
                    </a:cubicBezTo>
                    <a:cubicBezTo>
                      <a:pt x="168" y="626"/>
                      <a:pt x="315" y="697"/>
                      <a:pt x="439" y="726"/>
                    </a:cubicBezTo>
                    <a:cubicBezTo>
                      <a:pt x="512" y="763"/>
                      <a:pt x="562" y="798"/>
                      <a:pt x="664" y="739"/>
                    </a:cubicBezTo>
                    <a:cubicBezTo>
                      <a:pt x="705" y="715"/>
                      <a:pt x="727" y="613"/>
                      <a:pt x="727" y="613"/>
                    </a:cubicBezTo>
                    <a:cubicBezTo>
                      <a:pt x="723" y="571"/>
                      <a:pt x="724" y="529"/>
                      <a:pt x="714" y="488"/>
                    </a:cubicBezTo>
                    <a:cubicBezTo>
                      <a:pt x="708" y="463"/>
                      <a:pt x="664" y="429"/>
                      <a:pt x="651" y="413"/>
                    </a:cubicBezTo>
                    <a:cubicBezTo>
                      <a:pt x="605" y="359"/>
                      <a:pt x="559" y="304"/>
                      <a:pt x="514" y="250"/>
                    </a:cubicBezTo>
                    <a:cubicBezTo>
                      <a:pt x="482" y="212"/>
                      <a:pt x="451" y="182"/>
                      <a:pt x="414" y="150"/>
                    </a:cubicBezTo>
                    <a:cubicBezTo>
                      <a:pt x="392" y="131"/>
                      <a:pt x="351" y="88"/>
                      <a:pt x="351" y="88"/>
                    </a:cubicBezTo>
                    <a:cubicBezTo>
                      <a:pt x="336" y="43"/>
                      <a:pt x="312" y="32"/>
                      <a:pt x="263" y="25"/>
                    </a:cubicBezTo>
                    <a:cubicBezTo>
                      <a:pt x="109" y="5"/>
                      <a:pt x="113" y="63"/>
                      <a:pt x="113" y="0"/>
                    </a:cubicBezTo>
                    <a:close/>
                  </a:path>
                </a:pathLst>
              </a:custGeom>
              <a:solidFill>
                <a:srgbClr val="99CCFF">
                  <a:alpha val="50195"/>
                </a:srgbClr>
              </a:solidFill>
              <a:ln w="9525">
                <a:solidFill>
                  <a:schemeClr val="tx1"/>
                </a:solidFill>
                <a:round/>
                <a:headEnd/>
                <a:tailEnd/>
              </a:ln>
            </p:spPr>
            <p:txBody>
              <a:bodyPr/>
              <a:lstStyle/>
              <a:p>
                <a:endParaRPr lang="en-US" sz="1705"/>
              </a:p>
            </p:txBody>
          </p:sp>
          <p:sp>
            <p:nvSpPr>
              <p:cNvPr id="24589" name="Freeform 6">
                <a:extLst>
                  <a:ext uri="{FF2B5EF4-FFF2-40B4-BE49-F238E27FC236}">
                    <a16:creationId xmlns:a16="http://schemas.microsoft.com/office/drawing/2014/main" id="{12B22F18-8601-4BD5-B8C9-BB4034E3C442}"/>
                  </a:ext>
                </a:extLst>
              </p:cNvPr>
              <p:cNvSpPr>
                <a:spLocks/>
              </p:cNvSpPr>
              <p:nvPr/>
            </p:nvSpPr>
            <p:spPr bwMode="auto">
              <a:xfrm>
                <a:off x="1390" y="1746"/>
                <a:ext cx="528" cy="560"/>
              </a:xfrm>
              <a:custGeom>
                <a:avLst/>
                <a:gdLst>
                  <a:gd name="T0" fmla="*/ 0 w 716"/>
                  <a:gd name="T1" fmla="*/ 45 h 661"/>
                  <a:gd name="T2" fmla="*/ 7 w 716"/>
                  <a:gd name="T3" fmla="*/ 90 h 661"/>
                  <a:gd name="T4" fmla="*/ 15 w 716"/>
                  <a:gd name="T5" fmla="*/ 114 h 661"/>
                  <a:gd name="T6" fmla="*/ 21 w 716"/>
                  <a:gd name="T7" fmla="*/ 125 h 661"/>
                  <a:gd name="T8" fmla="*/ 26 w 716"/>
                  <a:gd name="T9" fmla="*/ 137 h 661"/>
                  <a:gd name="T10" fmla="*/ 34 w 716"/>
                  <a:gd name="T11" fmla="*/ 148 h 661"/>
                  <a:gd name="T12" fmla="*/ 45 w 716"/>
                  <a:gd name="T13" fmla="*/ 145 h 661"/>
                  <a:gd name="T14" fmla="*/ 46 w 716"/>
                  <a:gd name="T15" fmla="*/ 137 h 661"/>
                  <a:gd name="T16" fmla="*/ 45 w 716"/>
                  <a:gd name="T17" fmla="*/ 33 h 661"/>
                  <a:gd name="T18" fmla="*/ 37 w 716"/>
                  <a:gd name="T19" fmla="*/ 13 h 661"/>
                  <a:gd name="T20" fmla="*/ 12 w 716"/>
                  <a:gd name="T21" fmla="*/ 4 h 661"/>
                  <a:gd name="T22" fmla="*/ 5 w 716"/>
                  <a:gd name="T23" fmla="*/ 15 h 661"/>
                  <a:gd name="T24" fmla="*/ 4 w 716"/>
                  <a:gd name="T25" fmla="*/ 33 h 661"/>
                  <a:gd name="T26" fmla="*/ 0 w 716"/>
                  <a:gd name="T27" fmla="*/ 45 h 66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716"/>
                  <a:gd name="T43" fmla="*/ 0 h 661"/>
                  <a:gd name="T44" fmla="*/ 716 w 716"/>
                  <a:gd name="T45" fmla="*/ 661 h 661"/>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716" h="661">
                    <a:moveTo>
                      <a:pt x="0" y="195"/>
                    </a:moveTo>
                    <a:cubicBezTo>
                      <a:pt x="119" y="233"/>
                      <a:pt x="62" y="310"/>
                      <a:pt x="100" y="395"/>
                    </a:cubicBezTo>
                    <a:cubicBezTo>
                      <a:pt x="108" y="413"/>
                      <a:pt x="222" y="506"/>
                      <a:pt x="225" y="508"/>
                    </a:cubicBezTo>
                    <a:cubicBezTo>
                      <a:pt x="257" y="528"/>
                      <a:pt x="292" y="541"/>
                      <a:pt x="326" y="558"/>
                    </a:cubicBezTo>
                    <a:cubicBezTo>
                      <a:pt x="353" y="571"/>
                      <a:pt x="372" y="598"/>
                      <a:pt x="401" y="608"/>
                    </a:cubicBezTo>
                    <a:cubicBezTo>
                      <a:pt x="494" y="639"/>
                      <a:pt x="452" y="621"/>
                      <a:pt x="526" y="658"/>
                    </a:cubicBezTo>
                    <a:cubicBezTo>
                      <a:pt x="584" y="654"/>
                      <a:pt x="644" y="661"/>
                      <a:pt x="701" y="646"/>
                    </a:cubicBezTo>
                    <a:cubicBezTo>
                      <a:pt x="714" y="643"/>
                      <a:pt x="714" y="621"/>
                      <a:pt x="714" y="608"/>
                    </a:cubicBezTo>
                    <a:cubicBezTo>
                      <a:pt x="714" y="454"/>
                      <a:pt x="716" y="299"/>
                      <a:pt x="701" y="145"/>
                    </a:cubicBezTo>
                    <a:cubicBezTo>
                      <a:pt x="698" y="111"/>
                      <a:pt x="600" y="67"/>
                      <a:pt x="576" y="57"/>
                    </a:cubicBezTo>
                    <a:cubicBezTo>
                      <a:pt x="434" y="0"/>
                      <a:pt x="399" y="28"/>
                      <a:pt x="188" y="19"/>
                    </a:cubicBezTo>
                    <a:cubicBezTo>
                      <a:pt x="102" y="48"/>
                      <a:pt x="131" y="25"/>
                      <a:pt x="88" y="70"/>
                    </a:cubicBezTo>
                    <a:cubicBezTo>
                      <a:pt x="79" y="95"/>
                      <a:pt x="79" y="124"/>
                      <a:pt x="63" y="145"/>
                    </a:cubicBezTo>
                    <a:cubicBezTo>
                      <a:pt x="46" y="166"/>
                      <a:pt x="19" y="176"/>
                      <a:pt x="0" y="195"/>
                    </a:cubicBezTo>
                    <a:close/>
                  </a:path>
                </a:pathLst>
              </a:custGeom>
              <a:solidFill>
                <a:srgbClr val="99CCFF">
                  <a:alpha val="50195"/>
                </a:srgbClr>
              </a:solidFill>
              <a:ln w="9525">
                <a:solidFill>
                  <a:schemeClr val="tx1"/>
                </a:solidFill>
                <a:round/>
                <a:headEnd/>
                <a:tailEnd/>
              </a:ln>
            </p:spPr>
            <p:txBody>
              <a:bodyPr/>
              <a:lstStyle/>
              <a:p>
                <a:endParaRPr lang="en-US" sz="1705"/>
              </a:p>
            </p:txBody>
          </p:sp>
          <p:sp>
            <p:nvSpPr>
              <p:cNvPr id="24590" name="Freeform 7">
                <a:extLst>
                  <a:ext uri="{FF2B5EF4-FFF2-40B4-BE49-F238E27FC236}">
                    <a16:creationId xmlns:a16="http://schemas.microsoft.com/office/drawing/2014/main" id="{0AA4C712-CE71-4399-A602-DC7AADF77909}"/>
                  </a:ext>
                </a:extLst>
              </p:cNvPr>
              <p:cNvSpPr>
                <a:spLocks/>
              </p:cNvSpPr>
              <p:nvPr/>
            </p:nvSpPr>
            <p:spPr bwMode="auto">
              <a:xfrm>
                <a:off x="1292" y="2667"/>
                <a:ext cx="529" cy="476"/>
              </a:xfrm>
              <a:custGeom>
                <a:avLst/>
                <a:gdLst>
                  <a:gd name="T0" fmla="*/ 20 w 655"/>
                  <a:gd name="T1" fmla="*/ 1 h 677"/>
                  <a:gd name="T2" fmla="*/ 5 w 655"/>
                  <a:gd name="T3" fmla="*/ 4 h 677"/>
                  <a:gd name="T4" fmla="*/ 6 w 655"/>
                  <a:gd name="T5" fmla="*/ 19 h 677"/>
                  <a:gd name="T6" fmla="*/ 9 w 655"/>
                  <a:gd name="T7" fmla="*/ 22 h 677"/>
                  <a:gd name="T8" fmla="*/ 39 w 655"/>
                  <a:gd name="T9" fmla="*/ 29 h 677"/>
                  <a:gd name="T10" fmla="*/ 94 w 655"/>
                  <a:gd name="T11" fmla="*/ 25 h 677"/>
                  <a:gd name="T12" fmla="*/ 93 w 655"/>
                  <a:gd name="T13" fmla="*/ 14 h 677"/>
                  <a:gd name="T14" fmla="*/ 84 w 655"/>
                  <a:gd name="T15" fmla="*/ 11 h 677"/>
                  <a:gd name="T16" fmla="*/ 69 w 655"/>
                  <a:gd name="T17" fmla="*/ 4 h 677"/>
                  <a:gd name="T18" fmla="*/ 59 w 655"/>
                  <a:gd name="T19" fmla="*/ 1 h 677"/>
                  <a:gd name="T20" fmla="*/ 52 w 655"/>
                  <a:gd name="T21" fmla="*/ 0 h 677"/>
                  <a:gd name="T22" fmla="*/ 27 w 655"/>
                  <a:gd name="T23" fmla="*/ 1 h 677"/>
                  <a:gd name="T24" fmla="*/ 20 w 655"/>
                  <a:gd name="T25" fmla="*/ 1 h 67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55"/>
                  <a:gd name="T40" fmla="*/ 0 h 677"/>
                  <a:gd name="T41" fmla="*/ 655 w 655"/>
                  <a:gd name="T42" fmla="*/ 677 h 67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55" h="677">
                    <a:moveTo>
                      <a:pt x="136" y="26"/>
                    </a:moveTo>
                    <a:cubicBezTo>
                      <a:pt x="82" y="43"/>
                      <a:pt x="76" y="73"/>
                      <a:pt x="35" y="113"/>
                    </a:cubicBezTo>
                    <a:cubicBezTo>
                      <a:pt x="0" y="223"/>
                      <a:pt x="10" y="343"/>
                      <a:pt x="48" y="451"/>
                    </a:cubicBezTo>
                    <a:cubicBezTo>
                      <a:pt x="52" y="476"/>
                      <a:pt x="53" y="502"/>
                      <a:pt x="61" y="526"/>
                    </a:cubicBezTo>
                    <a:cubicBezTo>
                      <a:pt x="86" y="600"/>
                      <a:pt x="188" y="652"/>
                      <a:pt x="261" y="677"/>
                    </a:cubicBezTo>
                    <a:cubicBezTo>
                      <a:pt x="393" y="665"/>
                      <a:pt x="522" y="642"/>
                      <a:pt x="649" y="602"/>
                    </a:cubicBezTo>
                    <a:cubicBezTo>
                      <a:pt x="645" y="514"/>
                      <a:pt x="655" y="425"/>
                      <a:pt x="637" y="339"/>
                    </a:cubicBezTo>
                    <a:cubicBezTo>
                      <a:pt x="629" y="304"/>
                      <a:pt x="594" y="281"/>
                      <a:pt x="574" y="251"/>
                    </a:cubicBezTo>
                    <a:cubicBezTo>
                      <a:pt x="538" y="197"/>
                      <a:pt x="521" y="148"/>
                      <a:pt x="474" y="101"/>
                    </a:cubicBezTo>
                    <a:cubicBezTo>
                      <a:pt x="442" y="5"/>
                      <a:pt x="475" y="36"/>
                      <a:pt x="399" y="13"/>
                    </a:cubicBezTo>
                    <a:cubicBezTo>
                      <a:pt x="386" y="9"/>
                      <a:pt x="374" y="4"/>
                      <a:pt x="361" y="0"/>
                    </a:cubicBezTo>
                    <a:cubicBezTo>
                      <a:pt x="303" y="4"/>
                      <a:pt x="244" y="6"/>
                      <a:pt x="186" y="13"/>
                    </a:cubicBezTo>
                    <a:cubicBezTo>
                      <a:pt x="69" y="27"/>
                      <a:pt x="184" y="26"/>
                      <a:pt x="136" y="26"/>
                    </a:cubicBezTo>
                    <a:close/>
                  </a:path>
                </a:pathLst>
              </a:custGeom>
              <a:solidFill>
                <a:srgbClr val="99CCFF">
                  <a:alpha val="50195"/>
                </a:srgbClr>
              </a:solidFill>
              <a:ln w="9525">
                <a:solidFill>
                  <a:schemeClr val="tx1"/>
                </a:solidFill>
                <a:round/>
                <a:headEnd/>
                <a:tailEnd/>
              </a:ln>
            </p:spPr>
            <p:txBody>
              <a:bodyPr/>
              <a:lstStyle/>
              <a:p>
                <a:endParaRPr lang="en-US" sz="1705"/>
              </a:p>
            </p:txBody>
          </p:sp>
          <p:sp>
            <p:nvSpPr>
              <p:cNvPr id="24591" name="Oval 8">
                <a:extLst>
                  <a:ext uri="{FF2B5EF4-FFF2-40B4-BE49-F238E27FC236}">
                    <a16:creationId xmlns:a16="http://schemas.microsoft.com/office/drawing/2014/main" id="{B528AD0B-1523-4FDC-B53A-622E9FA3AB29}"/>
                  </a:ext>
                </a:extLst>
              </p:cNvPr>
              <p:cNvSpPr>
                <a:spLocks noChangeArrowheads="1"/>
              </p:cNvSpPr>
              <p:nvPr/>
            </p:nvSpPr>
            <p:spPr bwMode="auto">
              <a:xfrm>
                <a:off x="769" y="2335"/>
                <a:ext cx="51" cy="50"/>
              </a:xfrm>
              <a:prstGeom prst="ellipse">
                <a:avLst/>
              </a:prstGeom>
              <a:solidFill>
                <a:srgbClr val="FF505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742950" indent="-28575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eaLnBrk="1" hangingPunct="1">
                  <a:lnSpc>
                    <a:spcPct val="100000"/>
                  </a:lnSpc>
                  <a:spcBef>
                    <a:spcPct val="0"/>
                  </a:spcBef>
                  <a:buClrTx/>
                  <a:buSzTx/>
                  <a:buFontTx/>
                  <a:buNone/>
                </a:pPr>
                <a:endParaRPr lang="en-US" altLang="en-US" sz="2274">
                  <a:solidFill>
                    <a:schemeClr val="tx1"/>
                  </a:solidFill>
                  <a:latin typeface="Arial" panose="020B0604020202020204" pitchFamily="34" charset="0"/>
                </a:endParaRPr>
              </a:p>
            </p:txBody>
          </p:sp>
          <p:sp>
            <p:nvSpPr>
              <p:cNvPr id="24592" name="Oval 9">
                <a:extLst>
                  <a:ext uri="{FF2B5EF4-FFF2-40B4-BE49-F238E27FC236}">
                    <a16:creationId xmlns:a16="http://schemas.microsoft.com/office/drawing/2014/main" id="{4C7913DD-CAE7-43B1-8F25-93BFB35CA43D}"/>
                  </a:ext>
                </a:extLst>
              </p:cNvPr>
              <p:cNvSpPr>
                <a:spLocks noChangeArrowheads="1"/>
              </p:cNvSpPr>
              <p:nvPr/>
            </p:nvSpPr>
            <p:spPr bwMode="auto">
              <a:xfrm>
                <a:off x="1573" y="1839"/>
                <a:ext cx="51" cy="50"/>
              </a:xfrm>
              <a:prstGeom prst="ellipse">
                <a:avLst/>
              </a:prstGeom>
              <a:solidFill>
                <a:srgbClr val="FF505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742950" indent="-28575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eaLnBrk="1" hangingPunct="1">
                  <a:lnSpc>
                    <a:spcPct val="100000"/>
                  </a:lnSpc>
                  <a:spcBef>
                    <a:spcPct val="0"/>
                  </a:spcBef>
                  <a:buClrTx/>
                  <a:buSzTx/>
                  <a:buFontTx/>
                  <a:buNone/>
                </a:pPr>
                <a:endParaRPr lang="en-US" altLang="en-US" sz="2274">
                  <a:solidFill>
                    <a:schemeClr val="tx1"/>
                  </a:solidFill>
                  <a:latin typeface="Arial" panose="020B0604020202020204" pitchFamily="34" charset="0"/>
                </a:endParaRPr>
              </a:p>
            </p:txBody>
          </p:sp>
          <p:sp>
            <p:nvSpPr>
              <p:cNvPr id="24593" name="Oval 10">
                <a:extLst>
                  <a:ext uri="{FF2B5EF4-FFF2-40B4-BE49-F238E27FC236}">
                    <a16:creationId xmlns:a16="http://schemas.microsoft.com/office/drawing/2014/main" id="{9CCC36B2-1656-4907-A40D-AEF8B0196910}"/>
                  </a:ext>
                </a:extLst>
              </p:cNvPr>
              <p:cNvSpPr>
                <a:spLocks noChangeArrowheads="1"/>
              </p:cNvSpPr>
              <p:nvPr/>
            </p:nvSpPr>
            <p:spPr bwMode="auto">
              <a:xfrm>
                <a:off x="1689" y="2109"/>
                <a:ext cx="51" cy="50"/>
              </a:xfrm>
              <a:prstGeom prst="ellipse">
                <a:avLst/>
              </a:prstGeom>
              <a:solidFill>
                <a:srgbClr val="FF505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742950" indent="-28575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eaLnBrk="1" hangingPunct="1">
                  <a:lnSpc>
                    <a:spcPct val="100000"/>
                  </a:lnSpc>
                  <a:spcBef>
                    <a:spcPct val="0"/>
                  </a:spcBef>
                  <a:buClrTx/>
                  <a:buSzTx/>
                  <a:buFontTx/>
                  <a:buNone/>
                </a:pPr>
                <a:endParaRPr lang="en-US" altLang="en-US" sz="2274">
                  <a:solidFill>
                    <a:schemeClr val="tx1"/>
                  </a:solidFill>
                  <a:latin typeface="Arial" panose="020B0604020202020204" pitchFamily="34" charset="0"/>
                </a:endParaRPr>
              </a:p>
            </p:txBody>
          </p:sp>
          <p:sp>
            <p:nvSpPr>
              <p:cNvPr id="24594" name="Text Box 11">
                <a:extLst>
                  <a:ext uri="{FF2B5EF4-FFF2-40B4-BE49-F238E27FC236}">
                    <a16:creationId xmlns:a16="http://schemas.microsoft.com/office/drawing/2014/main" id="{380BB671-36B8-4689-B286-E3BA18120E0E}"/>
                  </a:ext>
                </a:extLst>
              </p:cNvPr>
              <p:cNvSpPr txBox="1">
                <a:spLocks noChangeArrowheads="1"/>
              </p:cNvSpPr>
              <p:nvPr/>
            </p:nvSpPr>
            <p:spPr bwMode="auto">
              <a:xfrm>
                <a:off x="776" y="2272"/>
                <a:ext cx="336" cy="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742950" indent="-28575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eaLnBrk="1" hangingPunct="1">
                  <a:lnSpc>
                    <a:spcPct val="100000"/>
                  </a:lnSpc>
                  <a:spcBef>
                    <a:spcPct val="50000"/>
                  </a:spcBef>
                  <a:buClrTx/>
                  <a:buSzTx/>
                  <a:buFontTx/>
                  <a:buNone/>
                </a:pPr>
                <a:r>
                  <a:rPr lang="es-ES_tradnl" altLang="en-US" sz="2274">
                    <a:solidFill>
                      <a:srgbClr val="FF5050"/>
                    </a:solidFill>
                    <a:latin typeface="Arial" panose="020B0604020202020204" pitchFamily="34" charset="0"/>
                  </a:rPr>
                  <a:t>q</a:t>
                </a:r>
                <a:r>
                  <a:rPr lang="es-ES_tradnl" altLang="en-US" sz="2274" baseline="-25000">
                    <a:solidFill>
                      <a:srgbClr val="FF5050"/>
                    </a:solidFill>
                    <a:latin typeface="Arial" panose="020B0604020202020204" pitchFamily="34" charset="0"/>
                  </a:rPr>
                  <a:t>1</a:t>
                </a:r>
                <a:endParaRPr lang="es-ES" altLang="en-US" sz="2274" baseline="-25000">
                  <a:solidFill>
                    <a:srgbClr val="FF5050"/>
                  </a:solidFill>
                  <a:latin typeface="Arial" panose="020B0604020202020204" pitchFamily="34" charset="0"/>
                </a:endParaRPr>
              </a:p>
            </p:txBody>
          </p:sp>
          <p:sp>
            <p:nvSpPr>
              <p:cNvPr id="24595" name="Text Box 12">
                <a:extLst>
                  <a:ext uri="{FF2B5EF4-FFF2-40B4-BE49-F238E27FC236}">
                    <a16:creationId xmlns:a16="http://schemas.microsoft.com/office/drawing/2014/main" id="{D947001D-0BCF-4E87-8F46-CE30B04A80B7}"/>
                  </a:ext>
                </a:extLst>
              </p:cNvPr>
              <p:cNvSpPr txBox="1">
                <a:spLocks noChangeArrowheads="1"/>
              </p:cNvSpPr>
              <p:nvPr/>
            </p:nvSpPr>
            <p:spPr bwMode="auto">
              <a:xfrm>
                <a:off x="1600" y="1748"/>
                <a:ext cx="336" cy="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742950" indent="-28575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eaLnBrk="1" hangingPunct="1">
                  <a:lnSpc>
                    <a:spcPct val="100000"/>
                  </a:lnSpc>
                  <a:spcBef>
                    <a:spcPct val="50000"/>
                  </a:spcBef>
                  <a:buClrTx/>
                  <a:buSzTx/>
                  <a:buFontTx/>
                  <a:buNone/>
                </a:pPr>
                <a:r>
                  <a:rPr lang="es-ES_tradnl" altLang="en-US" sz="2274">
                    <a:solidFill>
                      <a:srgbClr val="FF5050"/>
                    </a:solidFill>
                    <a:latin typeface="Arial" panose="020B0604020202020204" pitchFamily="34" charset="0"/>
                  </a:rPr>
                  <a:t>q</a:t>
                </a:r>
                <a:r>
                  <a:rPr lang="es-ES_tradnl" altLang="en-US" sz="2274" baseline="-25000">
                    <a:solidFill>
                      <a:srgbClr val="FF5050"/>
                    </a:solidFill>
                    <a:latin typeface="Arial" panose="020B0604020202020204" pitchFamily="34" charset="0"/>
                  </a:rPr>
                  <a:t>2</a:t>
                </a:r>
                <a:endParaRPr lang="es-ES" altLang="en-US" sz="2274" baseline="-25000">
                  <a:solidFill>
                    <a:srgbClr val="FF5050"/>
                  </a:solidFill>
                  <a:latin typeface="Arial" panose="020B0604020202020204" pitchFamily="34" charset="0"/>
                </a:endParaRPr>
              </a:p>
            </p:txBody>
          </p:sp>
          <p:sp>
            <p:nvSpPr>
              <p:cNvPr id="24596" name="Text Box 13">
                <a:extLst>
                  <a:ext uri="{FF2B5EF4-FFF2-40B4-BE49-F238E27FC236}">
                    <a16:creationId xmlns:a16="http://schemas.microsoft.com/office/drawing/2014/main" id="{D11D8618-CD3B-48FE-BBBD-6B539E0D095C}"/>
                  </a:ext>
                </a:extLst>
              </p:cNvPr>
              <p:cNvSpPr txBox="1">
                <a:spLocks noChangeArrowheads="1"/>
              </p:cNvSpPr>
              <p:nvPr/>
            </p:nvSpPr>
            <p:spPr bwMode="auto">
              <a:xfrm>
                <a:off x="1680" y="2015"/>
                <a:ext cx="336" cy="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742950" indent="-28575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eaLnBrk="1" hangingPunct="1">
                  <a:lnSpc>
                    <a:spcPct val="100000"/>
                  </a:lnSpc>
                  <a:spcBef>
                    <a:spcPct val="50000"/>
                  </a:spcBef>
                  <a:buClrTx/>
                  <a:buSzTx/>
                  <a:buFontTx/>
                  <a:buNone/>
                </a:pPr>
                <a:r>
                  <a:rPr lang="es-ES_tradnl" altLang="en-US" sz="2274">
                    <a:solidFill>
                      <a:srgbClr val="FF5050"/>
                    </a:solidFill>
                    <a:latin typeface="Arial" panose="020B0604020202020204" pitchFamily="34" charset="0"/>
                  </a:rPr>
                  <a:t>q</a:t>
                </a:r>
                <a:r>
                  <a:rPr lang="es-ES_tradnl" altLang="en-US" sz="2274" baseline="-25000">
                    <a:solidFill>
                      <a:srgbClr val="FF5050"/>
                    </a:solidFill>
                    <a:latin typeface="Arial" panose="020B0604020202020204" pitchFamily="34" charset="0"/>
                  </a:rPr>
                  <a:t>3</a:t>
                </a:r>
                <a:endParaRPr lang="es-ES" altLang="en-US" sz="2274" baseline="-25000">
                  <a:solidFill>
                    <a:srgbClr val="FF5050"/>
                  </a:solidFill>
                  <a:latin typeface="Arial" panose="020B0604020202020204" pitchFamily="34" charset="0"/>
                </a:endParaRPr>
              </a:p>
            </p:txBody>
          </p:sp>
          <p:sp>
            <p:nvSpPr>
              <p:cNvPr id="24597" name="Text Box 14">
                <a:extLst>
                  <a:ext uri="{FF2B5EF4-FFF2-40B4-BE49-F238E27FC236}">
                    <a16:creationId xmlns:a16="http://schemas.microsoft.com/office/drawing/2014/main" id="{A83EB19C-4380-4FB9-833C-C3EF43EDC964}"/>
                  </a:ext>
                </a:extLst>
              </p:cNvPr>
              <p:cNvSpPr txBox="1">
                <a:spLocks noChangeArrowheads="1"/>
              </p:cNvSpPr>
              <p:nvPr/>
            </p:nvSpPr>
            <p:spPr bwMode="auto">
              <a:xfrm>
                <a:off x="276" y="1871"/>
                <a:ext cx="336" cy="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742950" indent="-28575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eaLnBrk="1" hangingPunct="1">
                  <a:lnSpc>
                    <a:spcPct val="100000"/>
                  </a:lnSpc>
                  <a:spcBef>
                    <a:spcPct val="50000"/>
                  </a:spcBef>
                  <a:buClrTx/>
                  <a:buSzTx/>
                  <a:buFontTx/>
                  <a:buNone/>
                </a:pPr>
                <a:r>
                  <a:rPr lang="es-ES_tradnl" altLang="en-US" sz="2274">
                    <a:solidFill>
                      <a:schemeClr val="accent2"/>
                    </a:solidFill>
                    <a:latin typeface="Arial" panose="020B0604020202020204" pitchFamily="34" charset="0"/>
                  </a:rPr>
                  <a:t>S</a:t>
                </a:r>
                <a:endParaRPr lang="es-ES" altLang="en-US" sz="2274" baseline="-25000">
                  <a:solidFill>
                    <a:schemeClr val="accent2"/>
                  </a:solidFill>
                  <a:latin typeface="Arial" panose="020B0604020202020204" pitchFamily="34" charset="0"/>
                </a:endParaRPr>
              </a:p>
            </p:txBody>
          </p:sp>
          <p:sp>
            <p:nvSpPr>
              <p:cNvPr id="24598" name="Text Box 16">
                <a:extLst>
                  <a:ext uri="{FF2B5EF4-FFF2-40B4-BE49-F238E27FC236}">
                    <a16:creationId xmlns:a16="http://schemas.microsoft.com/office/drawing/2014/main" id="{648154DA-59C3-4577-A81B-D9A3035A4A61}"/>
                  </a:ext>
                </a:extLst>
              </p:cNvPr>
              <p:cNvSpPr txBox="1">
                <a:spLocks noChangeArrowheads="1"/>
              </p:cNvSpPr>
              <p:nvPr/>
            </p:nvSpPr>
            <p:spPr bwMode="auto">
              <a:xfrm>
                <a:off x="1344" y="2471"/>
                <a:ext cx="336" cy="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742950" indent="-28575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eaLnBrk="1" hangingPunct="1">
                  <a:lnSpc>
                    <a:spcPct val="100000"/>
                  </a:lnSpc>
                  <a:spcBef>
                    <a:spcPct val="50000"/>
                  </a:spcBef>
                  <a:buClrTx/>
                  <a:buSzTx/>
                  <a:buFontTx/>
                  <a:buNone/>
                </a:pPr>
                <a:r>
                  <a:rPr lang="es-ES_tradnl" altLang="en-US" sz="2274">
                    <a:solidFill>
                      <a:schemeClr val="accent2"/>
                    </a:solidFill>
                    <a:latin typeface="Arial" panose="020B0604020202020204" pitchFamily="34" charset="0"/>
                  </a:rPr>
                  <a:t>S’’</a:t>
                </a:r>
                <a:endParaRPr lang="es-ES" altLang="en-US" sz="2274" baseline="-25000">
                  <a:solidFill>
                    <a:schemeClr val="accent2"/>
                  </a:solidFill>
                  <a:latin typeface="Arial" panose="020B0604020202020204" pitchFamily="34" charset="0"/>
                </a:endParaRPr>
              </a:p>
            </p:txBody>
          </p:sp>
        </p:grpSp>
      </p:grpSp>
      <p:graphicFrame>
        <p:nvGraphicFramePr>
          <p:cNvPr id="25618" name="Object 18">
            <a:extLst>
              <a:ext uri="{FF2B5EF4-FFF2-40B4-BE49-F238E27FC236}">
                <a16:creationId xmlns:a16="http://schemas.microsoft.com/office/drawing/2014/main" id="{88CE2891-6480-4ECE-B2C2-51EA07BE27D8}"/>
              </a:ext>
            </a:extLst>
          </p:cNvPr>
          <p:cNvGraphicFramePr>
            <a:graphicFrameLocks noChangeAspect="1"/>
          </p:cNvGraphicFramePr>
          <p:nvPr/>
        </p:nvGraphicFramePr>
        <p:xfrm>
          <a:off x="5297404" y="2537160"/>
          <a:ext cx="1394159" cy="890337"/>
        </p:xfrm>
        <a:graphic>
          <a:graphicData uri="http://schemas.openxmlformats.org/presentationml/2006/ole">
            <mc:AlternateContent xmlns:mc="http://schemas.openxmlformats.org/markup-compatibility/2006">
              <mc:Choice xmlns:v="urn:schemas-microsoft-com:vml" Requires="v">
                <p:oleObj spid="_x0000_s2070" name="Ecuación" r:id="rId3" imgW="828704" imgH="495387" progId="Equation.3">
                  <p:embed/>
                </p:oleObj>
              </mc:Choice>
              <mc:Fallback>
                <p:oleObj name="Ecuación" r:id="rId3" imgW="828704" imgH="495387" progId="Equation.3">
                  <p:embed/>
                  <p:pic>
                    <p:nvPicPr>
                      <p:cNvPr id="25618" name="Object 18">
                        <a:extLst>
                          <a:ext uri="{FF2B5EF4-FFF2-40B4-BE49-F238E27FC236}">
                            <a16:creationId xmlns:a16="http://schemas.microsoft.com/office/drawing/2014/main" id="{88CE2891-6480-4ECE-B2C2-51EA07BE27D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97404" y="2537160"/>
                        <a:ext cx="1394159" cy="8903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619" name="Object 19">
            <a:extLst>
              <a:ext uri="{FF2B5EF4-FFF2-40B4-BE49-F238E27FC236}">
                <a16:creationId xmlns:a16="http://schemas.microsoft.com/office/drawing/2014/main" id="{C020196D-F8D2-4A83-BBBC-A8822233457D}"/>
              </a:ext>
            </a:extLst>
          </p:cNvPr>
          <p:cNvGraphicFramePr>
            <a:graphicFrameLocks noChangeAspect="1"/>
          </p:cNvGraphicFramePr>
          <p:nvPr/>
        </p:nvGraphicFramePr>
        <p:xfrm>
          <a:off x="5825290" y="3427496"/>
          <a:ext cx="2264945" cy="890337"/>
        </p:xfrm>
        <a:graphic>
          <a:graphicData uri="http://schemas.openxmlformats.org/presentationml/2006/ole">
            <mc:AlternateContent xmlns:mc="http://schemas.openxmlformats.org/markup-compatibility/2006">
              <mc:Choice xmlns:v="urn:schemas-microsoft-com:vml" Requires="v">
                <p:oleObj spid="_x0000_s2071" name="Ecuación" r:id="rId5" imgW="1400212" imgH="495387" progId="Equation.3">
                  <p:embed/>
                </p:oleObj>
              </mc:Choice>
              <mc:Fallback>
                <p:oleObj name="Ecuación" r:id="rId5" imgW="1400212" imgH="495387" progId="Equation.3">
                  <p:embed/>
                  <p:pic>
                    <p:nvPicPr>
                      <p:cNvPr id="25619" name="Object 19">
                        <a:extLst>
                          <a:ext uri="{FF2B5EF4-FFF2-40B4-BE49-F238E27FC236}">
                            <a16:creationId xmlns:a16="http://schemas.microsoft.com/office/drawing/2014/main" id="{C020196D-F8D2-4A83-BBBC-A8822233457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825290" y="3427496"/>
                        <a:ext cx="2264945" cy="8903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620" name="Object 20">
            <a:extLst>
              <a:ext uri="{FF2B5EF4-FFF2-40B4-BE49-F238E27FC236}">
                <a16:creationId xmlns:a16="http://schemas.microsoft.com/office/drawing/2014/main" id="{E6449F78-6DDD-450C-8B82-745789F804F4}"/>
              </a:ext>
            </a:extLst>
          </p:cNvPr>
          <p:cNvGraphicFramePr>
            <a:graphicFrameLocks noChangeAspect="1"/>
          </p:cNvGraphicFramePr>
          <p:nvPr/>
        </p:nvGraphicFramePr>
        <p:xfrm>
          <a:off x="7443537" y="4382503"/>
          <a:ext cx="1413711" cy="425618"/>
        </p:xfrm>
        <a:graphic>
          <a:graphicData uri="http://schemas.openxmlformats.org/presentationml/2006/ole">
            <mc:AlternateContent xmlns:mc="http://schemas.openxmlformats.org/markup-compatibility/2006">
              <mc:Choice xmlns:v="urn:schemas-microsoft-com:vml" Requires="v">
                <p:oleObj spid="_x0000_s2072" name="Ecuación" r:id="rId7" imgW="838160" imgH="190650" progId="Equation.3">
                  <p:embed/>
                </p:oleObj>
              </mc:Choice>
              <mc:Fallback>
                <p:oleObj name="Ecuación" r:id="rId7" imgW="838160" imgH="190650" progId="Equation.3">
                  <p:embed/>
                  <p:pic>
                    <p:nvPicPr>
                      <p:cNvPr id="25620" name="Object 20">
                        <a:extLst>
                          <a:ext uri="{FF2B5EF4-FFF2-40B4-BE49-F238E27FC236}">
                            <a16:creationId xmlns:a16="http://schemas.microsoft.com/office/drawing/2014/main" id="{E6449F78-6DDD-450C-8B82-745789F804F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443537" y="4382503"/>
                        <a:ext cx="1413711" cy="42561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621" name="Object 21">
            <a:extLst>
              <a:ext uri="{FF2B5EF4-FFF2-40B4-BE49-F238E27FC236}">
                <a16:creationId xmlns:a16="http://schemas.microsoft.com/office/drawing/2014/main" id="{B49F7698-CE51-4546-8BA9-BB0657FEBA82}"/>
              </a:ext>
            </a:extLst>
          </p:cNvPr>
          <p:cNvGraphicFramePr>
            <a:graphicFrameLocks noChangeAspect="1"/>
          </p:cNvGraphicFramePr>
          <p:nvPr/>
        </p:nvGraphicFramePr>
        <p:xfrm>
          <a:off x="4083719" y="5245768"/>
          <a:ext cx="2651460" cy="964031"/>
        </p:xfrm>
        <a:graphic>
          <a:graphicData uri="http://schemas.openxmlformats.org/presentationml/2006/ole">
            <mc:AlternateContent xmlns:mc="http://schemas.openxmlformats.org/markup-compatibility/2006">
              <mc:Choice xmlns:v="urn:schemas-microsoft-com:vml" Requires="v">
                <p:oleObj spid="_x0000_s2073" name="Ecuación" r:id="rId9" imgW="1314353" imgH="419203" progId="Equation.3">
                  <p:embed/>
                </p:oleObj>
              </mc:Choice>
              <mc:Fallback>
                <p:oleObj name="Ecuación" r:id="rId9" imgW="1314353" imgH="419203" progId="Equation.3">
                  <p:embed/>
                  <p:pic>
                    <p:nvPicPr>
                      <p:cNvPr id="25621" name="Object 21">
                        <a:extLst>
                          <a:ext uri="{FF2B5EF4-FFF2-40B4-BE49-F238E27FC236}">
                            <a16:creationId xmlns:a16="http://schemas.microsoft.com/office/drawing/2014/main" id="{B49F7698-CE51-4546-8BA9-BB0657FEBA82}"/>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083719" y="5245768"/>
                        <a:ext cx="2651460" cy="9640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 presetClass="entr" presetSubtype="10" fill="hold" grpId="0" nodeType="afterEffect">
                                  <p:stCondLst>
                                    <p:cond delay="0"/>
                                  </p:stCondLst>
                                  <p:childTnLst>
                                    <p:set>
                                      <p:cBhvr>
                                        <p:cTn id="6" dur="1" fill="hold">
                                          <p:stCondLst>
                                            <p:cond delay="0"/>
                                          </p:stCondLst>
                                        </p:cTn>
                                        <p:tgtEl>
                                          <p:spTgt spid="25602"/>
                                        </p:tgtEl>
                                        <p:attrNameLst>
                                          <p:attrName>style.visibility</p:attrName>
                                        </p:attrNameLst>
                                      </p:cBhvr>
                                      <p:to>
                                        <p:strVal val="visible"/>
                                      </p:to>
                                    </p:set>
                                    <p:animEffect transition="in" filter="checkerboard(across)">
                                      <p:cBhvr>
                                        <p:cTn id="7" dur="500"/>
                                        <p:tgtEl>
                                          <p:spTgt spid="2560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6" presetClass="entr" presetSubtype="37" fill="hold" grpId="0" nodeType="clickEffect">
                                  <p:stCondLst>
                                    <p:cond delay="0"/>
                                  </p:stCondLst>
                                  <p:childTnLst>
                                    <p:set>
                                      <p:cBhvr>
                                        <p:cTn id="11" dur="1" fill="hold">
                                          <p:stCondLst>
                                            <p:cond delay="0"/>
                                          </p:stCondLst>
                                        </p:cTn>
                                        <p:tgtEl>
                                          <p:spTgt spid="25603"/>
                                        </p:tgtEl>
                                        <p:attrNameLst>
                                          <p:attrName>style.visibility</p:attrName>
                                        </p:attrNameLst>
                                      </p:cBhvr>
                                      <p:to>
                                        <p:strVal val="visible"/>
                                      </p:to>
                                    </p:set>
                                    <p:animEffect transition="in" filter="barn(outVertical)">
                                      <p:cBhvr>
                                        <p:cTn id="12" dur="500"/>
                                        <p:tgtEl>
                                          <p:spTgt spid="2560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25604"/>
                                        </p:tgtEl>
                                        <p:attrNameLst>
                                          <p:attrName>style.visibility</p:attrName>
                                        </p:attrNameLst>
                                      </p:cBhvr>
                                      <p:to>
                                        <p:strVal val="visible"/>
                                      </p:to>
                                    </p:set>
                                    <p:anim calcmode="lin" valueType="num">
                                      <p:cBhvr additive="base">
                                        <p:cTn id="17" dur="500" fill="hold"/>
                                        <p:tgtEl>
                                          <p:spTgt spid="25604"/>
                                        </p:tgtEl>
                                        <p:attrNameLst>
                                          <p:attrName>ppt_x</p:attrName>
                                        </p:attrNameLst>
                                      </p:cBhvr>
                                      <p:tavLst>
                                        <p:tav tm="0">
                                          <p:val>
                                            <p:strVal val="0-#ppt_w/2"/>
                                          </p:val>
                                        </p:tav>
                                        <p:tav tm="100000">
                                          <p:val>
                                            <p:strVal val="#ppt_x"/>
                                          </p:val>
                                        </p:tav>
                                      </p:tavLst>
                                    </p:anim>
                                    <p:anim calcmode="lin" valueType="num">
                                      <p:cBhvr additive="base">
                                        <p:cTn id="18" dur="500" fill="hold"/>
                                        <p:tgtEl>
                                          <p:spTgt spid="25604"/>
                                        </p:tgtEl>
                                        <p:attrNameLst>
                                          <p:attrName>ppt_y</p:attrName>
                                        </p:attrNameLst>
                                      </p:cBhvr>
                                      <p:tavLst>
                                        <p:tav tm="0">
                                          <p:val>
                                            <p:strVal val="#ppt_y"/>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15" presetClass="entr" presetSubtype="0" fill="hold" nodeType="clickEffect">
                                  <p:stCondLst>
                                    <p:cond delay="0"/>
                                  </p:stCondLst>
                                  <p:childTnLst>
                                    <p:set>
                                      <p:cBhvr>
                                        <p:cTn id="22" dur="1" fill="hold">
                                          <p:stCondLst>
                                            <p:cond delay="0"/>
                                          </p:stCondLst>
                                        </p:cTn>
                                        <p:tgtEl>
                                          <p:spTgt spid="2"/>
                                        </p:tgtEl>
                                        <p:attrNameLst>
                                          <p:attrName>style.visibility</p:attrName>
                                        </p:attrNameLst>
                                      </p:cBhvr>
                                      <p:to>
                                        <p:strVal val="visible"/>
                                      </p:to>
                                    </p:set>
                                    <p:anim calcmode="lin" valueType="num">
                                      <p:cBhvr>
                                        <p:cTn id="23" dur="1000" fill="hold"/>
                                        <p:tgtEl>
                                          <p:spTgt spid="2"/>
                                        </p:tgtEl>
                                        <p:attrNameLst>
                                          <p:attrName>ppt_w</p:attrName>
                                        </p:attrNameLst>
                                      </p:cBhvr>
                                      <p:tavLst>
                                        <p:tav tm="0">
                                          <p:val>
                                            <p:fltVal val="0"/>
                                          </p:val>
                                        </p:tav>
                                        <p:tav tm="100000">
                                          <p:val>
                                            <p:strVal val="#ppt_w"/>
                                          </p:val>
                                        </p:tav>
                                      </p:tavLst>
                                    </p:anim>
                                    <p:anim calcmode="lin" valueType="num">
                                      <p:cBhvr>
                                        <p:cTn id="24" dur="1000" fill="hold"/>
                                        <p:tgtEl>
                                          <p:spTgt spid="2"/>
                                        </p:tgtEl>
                                        <p:attrNameLst>
                                          <p:attrName>ppt_h</p:attrName>
                                        </p:attrNameLst>
                                      </p:cBhvr>
                                      <p:tavLst>
                                        <p:tav tm="0">
                                          <p:val>
                                            <p:fltVal val="0"/>
                                          </p:val>
                                        </p:tav>
                                        <p:tav tm="100000">
                                          <p:val>
                                            <p:strVal val="#ppt_h"/>
                                          </p:val>
                                        </p:tav>
                                      </p:tavLst>
                                    </p:anim>
                                    <p:anim calcmode="lin" valueType="num">
                                      <p:cBhvr>
                                        <p:cTn id="25" dur="1000" fill="hold"/>
                                        <p:tgtEl>
                                          <p:spTgt spid="2"/>
                                        </p:tgtEl>
                                        <p:attrNameLst>
                                          <p:attrName>ppt_x</p:attrName>
                                        </p:attrNameLst>
                                      </p:cBhvr>
                                      <p:tavLst>
                                        <p:tav tm="0" fmla="#ppt_x+(cos(-2*pi*(1-$))*-#ppt_x-sin(-2*pi*(1-$))*(1-#ppt_y))*(1-$)">
                                          <p:val>
                                            <p:fltVal val="0"/>
                                          </p:val>
                                        </p:tav>
                                        <p:tav tm="100000">
                                          <p:val>
                                            <p:fltVal val="1"/>
                                          </p:val>
                                        </p:tav>
                                      </p:tavLst>
                                    </p:anim>
                                    <p:anim calcmode="lin" valueType="num">
                                      <p:cBhvr>
                                        <p:cTn id="26" dur="1000" fill="hold"/>
                                        <p:tgtEl>
                                          <p:spTgt spid="2"/>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3" presetClass="entr" presetSubtype="16" fill="hold" nodeType="clickEffect">
                                  <p:stCondLst>
                                    <p:cond delay="0"/>
                                  </p:stCondLst>
                                  <p:childTnLst>
                                    <p:set>
                                      <p:cBhvr>
                                        <p:cTn id="30" dur="1" fill="hold">
                                          <p:stCondLst>
                                            <p:cond delay="0"/>
                                          </p:stCondLst>
                                        </p:cTn>
                                        <p:tgtEl>
                                          <p:spTgt spid="25618"/>
                                        </p:tgtEl>
                                        <p:attrNameLst>
                                          <p:attrName>style.visibility</p:attrName>
                                        </p:attrNameLst>
                                      </p:cBhvr>
                                      <p:to>
                                        <p:strVal val="visible"/>
                                      </p:to>
                                    </p:set>
                                    <p:anim calcmode="lin" valueType="num">
                                      <p:cBhvr>
                                        <p:cTn id="31" dur="500" fill="hold"/>
                                        <p:tgtEl>
                                          <p:spTgt spid="25618"/>
                                        </p:tgtEl>
                                        <p:attrNameLst>
                                          <p:attrName>ppt_w</p:attrName>
                                        </p:attrNameLst>
                                      </p:cBhvr>
                                      <p:tavLst>
                                        <p:tav tm="0">
                                          <p:val>
                                            <p:fltVal val="0"/>
                                          </p:val>
                                        </p:tav>
                                        <p:tav tm="100000">
                                          <p:val>
                                            <p:strVal val="#ppt_w"/>
                                          </p:val>
                                        </p:tav>
                                      </p:tavLst>
                                    </p:anim>
                                    <p:anim calcmode="lin" valueType="num">
                                      <p:cBhvr>
                                        <p:cTn id="32" dur="500" fill="hold"/>
                                        <p:tgtEl>
                                          <p:spTgt spid="25618"/>
                                        </p:tgtEl>
                                        <p:attrNameLst>
                                          <p:attrName>ppt_h</p:attrName>
                                        </p:attrNameLst>
                                      </p:cBhvr>
                                      <p:tavLst>
                                        <p:tav tm="0">
                                          <p:val>
                                            <p:fltVal val="0"/>
                                          </p:val>
                                        </p:tav>
                                        <p:tav tm="100000">
                                          <p:val>
                                            <p:strVal val="#ppt_h"/>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3" presetClass="entr" presetSubtype="16" fill="hold" nodeType="clickEffect">
                                  <p:stCondLst>
                                    <p:cond delay="0"/>
                                  </p:stCondLst>
                                  <p:childTnLst>
                                    <p:set>
                                      <p:cBhvr>
                                        <p:cTn id="36" dur="1" fill="hold">
                                          <p:stCondLst>
                                            <p:cond delay="0"/>
                                          </p:stCondLst>
                                        </p:cTn>
                                        <p:tgtEl>
                                          <p:spTgt spid="25619"/>
                                        </p:tgtEl>
                                        <p:attrNameLst>
                                          <p:attrName>style.visibility</p:attrName>
                                        </p:attrNameLst>
                                      </p:cBhvr>
                                      <p:to>
                                        <p:strVal val="visible"/>
                                      </p:to>
                                    </p:set>
                                    <p:anim calcmode="lin" valueType="num">
                                      <p:cBhvr>
                                        <p:cTn id="37" dur="500" fill="hold"/>
                                        <p:tgtEl>
                                          <p:spTgt spid="25619"/>
                                        </p:tgtEl>
                                        <p:attrNameLst>
                                          <p:attrName>ppt_w</p:attrName>
                                        </p:attrNameLst>
                                      </p:cBhvr>
                                      <p:tavLst>
                                        <p:tav tm="0">
                                          <p:val>
                                            <p:fltVal val="0"/>
                                          </p:val>
                                        </p:tav>
                                        <p:tav tm="100000">
                                          <p:val>
                                            <p:strVal val="#ppt_w"/>
                                          </p:val>
                                        </p:tav>
                                      </p:tavLst>
                                    </p:anim>
                                    <p:anim calcmode="lin" valueType="num">
                                      <p:cBhvr>
                                        <p:cTn id="38" dur="500" fill="hold"/>
                                        <p:tgtEl>
                                          <p:spTgt spid="25619"/>
                                        </p:tgtEl>
                                        <p:attrNameLst>
                                          <p:attrName>ppt_h</p:attrName>
                                        </p:attrNameLst>
                                      </p:cBhvr>
                                      <p:tavLst>
                                        <p:tav tm="0">
                                          <p:val>
                                            <p:fltVal val="0"/>
                                          </p:val>
                                        </p:tav>
                                        <p:tav tm="100000">
                                          <p:val>
                                            <p:strVal val="#ppt_h"/>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3" presetClass="entr" presetSubtype="16" fill="hold" nodeType="clickEffect">
                                  <p:stCondLst>
                                    <p:cond delay="0"/>
                                  </p:stCondLst>
                                  <p:childTnLst>
                                    <p:set>
                                      <p:cBhvr>
                                        <p:cTn id="42" dur="1" fill="hold">
                                          <p:stCondLst>
                                            <p:cond delay="0"/>
                                          </p:stCondLst>
                                        </p:cTn>
                                        <p:tgtEl>
                                          <p:spTgt spid="25620"/>
                                        </p:tgtEl>
                                        <p:attrNameLst>
                                          <p:attrName>style.visibility</p:attrName>
                                        </p:attrNameLst>
                                      </p:cBhvr>
                                      <p:to>
                                        <p:strVal val="visible"/>
                                      </p:to>
                                    </p:set>
                                    <p:anim calcmode="lin" valueType="num">
                                      <p:cBhvr>
                                        <p:cTn id="43" dur="500" fill="hold"/>
                                        <p:tgtEl>
                                          <p:spTgt spid="25620"/>
                                        </p:tgtEl>
                                        <p:attrNameLst>
                                          <p:attrName>ppt_w</p:attrName>
                                        </p:attrNameLst>
                                      </p:cBhvr>
                                      <p:tavLst>
                                        <p:tav tm="0">
                                          <p:val>
                                            <p:fltVal val="0"/>
                                          </p:val>
                                        </p:tav>
                                        <p:tav tm="100000">
                                          <p:val>
                                            <p:strVal val="#ppt_w"/>
                                          </p:val>
                                        </p:tav>
                                      </p:tavLst>
                                    </p:anim>
                                    <p:anim calcmode="lin" valueType="num">
                                      <p:cBhvr>
                                        <p:cTn id="44" dur="500" fill="hold"/>
                                        <p:tgtEl>
                                          <p:spTgt spid="25620"/>
                                        </p:tgtEl>
                                        <p:attrNameLst>
                                          <p:attrName>ppt_h</p:attrName>
                                        </p:attrNameLst>
                                      </p:cBhvr>
                                      <p:tavLst>
                                        <p:tav tm="0">
                                          <p:val>
                                            <p:fltVal val="0"/>
                                          </p:val>
                                        </p:tav>
                                        <p:tav tm="100000">
                                          <p:val>
                                            <p:strVal val="#ppt_h"/>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3" presetClass="entr" presetSubtype="32" fill="hold" nodeType="clickEffect">
                                  <p:stCondLst>
                                    <p:cond delay="0"/>
                                  </p:stCondLst>
                                  <p:childTnLst>
                                    <p:set>
                                      <p:cBhvr>
                                        <p:cTn id="48" dur="1" fill="hold">
                                          <p:stCondLst>
                                            <p:cond delay="0"/>
                                          </p:stCondLst>
                                        </p:cTn>
                                        <p:tgtEl>
                                          <p:spTgt spid="25621"/>
                                        </p:tgtEl>
                                        <p:attrNameLst>
                                          <p:attrName>style.visibility</p:attrName>
                                        </p:attrNameLst>
                                      </p:cBhvr>
                                      <p:to>
                                        <p:strVal val="visible"/>
                                      </p:to>
                                    </p:set>
                                    <p:anim calcmode="lin" valueType="num">
                                      <p:cBhvr>
                                        <p:cTn id="49" dur="500" fill="hold"/>
                                        <p:tgtEl>
                                          <p:spTgt spid="25621"/>
                                        </p:tgtEl>
                                        <p:attrNameLst>
                                          <p:attrName>ppt_w</p:attrName>
                                        </p:attrNameLst>
                                      </p:cBhvr>
                                      <p:tavLst>
                                        <p:tav tm="0">
                                          <p:val>
                                            <p:strVal val="4*#ppt_w"/>
                                          </p:val>
                                        </p:tav>
                                        <p:tav tm="100000">
                                          <p:val>
                                            <p:strVal val="#ppt_w"/>
                                          </p:val>
                                        </p:tav>
                                      </p:tavLst>
                                    </p:anim>
                                    <p:anim calcmode="lin" valueType="num">
                                      <p:cBhvr>
                                        <p:cTn id="50" dur="500" fill="hold"/>
                                        <p:tgtEl>
                                          <p:spTgt spid="25621"/>
                                        </p:tgtEl>
                                        <p:attrNameLst>
                                          <p:attrName>ppt_h</p:attrName>
                                        </p:attrNameLst>
                                      </p:cBhvr>
                                      <p:tavLst>
                                        <p:tav tm="0">
                                          <p:val>
                                            <p:strVal val="4*#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2" grpId="0" autoUpdateAnimBg="0"/>
      <p:bldP spid="25603" grpId="0" autoUpdateAnimBg="0"/>
      <p:bldP spid="25604" grpId="0"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2 Marcador de contenido">
            <a:extLst>
              <a:ext uri="{FF2B5EF4-FFF2-40B4-BE49-F238E27FC236}">
                <a16:creationId xmlns:a16="http://schemas.microsoft.com/office/drawing/2014/main" id="{08107F11-E288-4D31-A3C1-A29BBDE1BE7B}"/>
              </a:ext>
            </a:extLst>
          </p:cNvPr>
          <p:cNvSpPr txBox="1">
            <a:spLocks/>
          </p:cNvSpPr>
          <p:nvPr/>
        </p:nvSpPr>
        <p:spPr bwMode="auto">
          <a:xfrm>
            <a:off x="2139115" y="905376"/>
            <a:ext cx="7298656" cy="1521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730250" indent="-27305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a:lnSpc>
                <a:spcPct val="100000"/>
              </a:lnSpc>
              <a:spcBef>
                <a:spcPts val="568"/>
              </a:spcBef>
              <a:buClr>
                <a:schemeClr val="tx2"/>
              </a:buClr>
              <a:buSzPct val="73000"/>
              <a:buFont typeface="Arial" panose="020B0604020202020204" pitchFamily="34" charset="0"/>
              <a:buChar char="•"/>
            </a:pPr>
            <a:r>
              <a:rPr lang="es-ES" altLang="en-US" sz="2274" b="1">
                <a:latin typeface="Arial" panose="020B0604020202020204" pitchFamily="34" charset="0"/>
              </a:rPr>
              <a:t>Flujo de un campo eléctrico</a:t>
            </a:r>
            <a:r>
              <a:rPr lang="es-ES" altLang="en-US" sz="2274" b="1">
                <a:solidFill>
                  <a:schemeClr val="tx1"/>
                </a:solidFill>
                <a:latin typeface="Arial" panose="020B0604020202020204" pitchFamily="34" charset="0"/>
              </a:rPr>
              <a:t> a través de una superficie cerrada es igual a la carga neta contenida en la región</a:t>
            </a:r>
            <a:endParaRPr lang="es-ES" altLang="en-US" sz="2274">
              <a:solidFill>
                <a:schemeClr val="tx1"/>
              </a:solidFill>
              <a:latin typeface="Arial" panose="020B0604020202020204" pitchFamily="34" charset="0"/>
            </a:endParaRPr>
          </a:p>
          <a:p>
            <a:pPr>
              <a:lnSpc>
                <a:spcPct val="100000"/>
              </a:lnSpc>
              <a:spcBef>
                <a:spcPts val="568"/>
              </a:spcBef>
              <a:buClr>
                <a:schemeClr val="tx2"/>
              </a:buClr>
              <a:buSzPct val="73000"/>
              <a:buFont typeface="Arial" panose="020B0604020202020204" pitchFamily="34" charset="0"/>
              <a:buChar char="•"/>
            </a:pPr>
            <a:endParaRPr lang="es-ES" altLang="en-US" sz="2274">
              <a:solidFill>
                <a:schemeClr val="tx1"/>
              </a:solidFill>
              <a:latin typeface="Arial" panose="020B0604020202020204" pitchFamily="34" charset="0"/>
            </a:endParaRPr>
          </a:p>
          <a:p>
            <a:pPr lvl="1">
              <a:lnSpc>
                <a:spcPct val="100000"/>
              </a:lnSpc>
              <a:spcBef>
                <a:spcPts val="474"/>
              </a:spcBef>
              <a:buClr>
                <a:srgbClr val="F9B639"/>
              </a:buClr>
              <a:buSzPct val="80000"/>
              <a:buNone/>
            </a:pPr>
            <a:endParaRPr lang="es-MX" altLang="en-US" sz="2274">
              <a:solidFill>
                <a:srgbClr val="6C6C6C"/>
              </a:solidFill>
              <a:latin typeface="Arial" panose="020B0604020202020204" pitchFamily="34" charset="0"/>
            </a:endParaRPr>
          </a:p>
        </p:txBody>
      </p:sp>
      <p:cxnSp>
        <p:nvCxnSpPr>
          <p:cNvPr id="26627" name="10 Conector recto de flecha">
            <a:extLst>
              <a:ext uri="{FF2B5EF4-FFF2-40B4-BE49-F238E27FC236}">
                <a16:creationId xmlns:a16="http://schemas.microsoft.com/office/drawing/2014/main" id="{369CAA69-05F6-4C7F-A39B-2A391B1D5027}"/>
              </a:ext>
            </a:extLst>
          </p:cNvPr>
          <p:cNvCxnSpPr>
            <a:cxnSpLocks noChangeShapeType="1"/>
          </p:cNvCxnSpPr>
          <p:nvPr/>
        </p:nvCxnSpPr>
        <p:spPr bwMode="auto">
          <a:xfrm>
            <a:off x="2821908" y="3089108"/>
            <a:ext cx="5934576" cy="1504"/>
          </a:xfrm>
          <a:prstGeom prst="straightConnector1">
            <a:avLst/>
          </a:prstGeom>
          <a:noFill/>
          <a:ln w="11430" algn="ctr">
            <a:solidFill>
              <a:srgbClr val="66FF33"/>
            </a:solidFill>
            <a:round/>
            <a:headEnd/>
            <a:tailEnd type="arrow" w="med" len="med"/>
          </a:ln>
          <a:extLst>
            <a:ext uri="{909E8E84-426E-40DD-AFC4-6F175D3DCCD1}">
              <a14:hiddenFill xmlns:a14="http://schemas.microsoft.com/office/drawing/2010/main">
                <a:noFill/>
              </a14:hiddenFill>
            </a:ext>
          </a:extLst>
        </p:spPr>
      </p:cxnSp>
      <p:cxnSp>
        <p:nvCxnSpPr>
          <p:cNvPr id="26628" name="23 Conector recto de flecha">
            <a:extLst>
              <a:ext uri="{FF2B5EF4-FFF2-40B4-BE49-F238E27FC236}">
                <a16:creationId xmlns:a16="http://schemas.microsoft.com/office/drawing/2014/main" id="{59DAE958-CCBC-4206-A322-4367A4DB5824}"/>
              </a:ext>
            </a:extLst>
          </p:cNvPr>
          <p:cNvCxnSpPr>
            <a:cxnSpLocks noChangeShapeType="1"/>
          </p:cNvCxnSpPr>
          <p:nvPr/>
        </p:nvCxnSpPr>
        <p:spPr bwMode="auto">
          <a:xfrm>
            <a:off x="2821908" y="3496679"/>
            <a:ext cx="5934576" cy="1503"/>
          </a:xfrm>
          <a:prstGeom prst="straightConnector1">
            <a:avLst/>
          </a:prstGeom>
          <a:noFill/>
          <a:ln w="11430" algn="ctr">
            <a:solidFill>
              <a:srgbClr val="66FF33"/>
            </a:solidFill>
            <a:round/>
            <a:headEnd/>
            <a:tailEnd type="arrow" w="med" len="med"/>
          </a:ln>
          <a:extLst>
            <a:ext uri="{909E8E84-426E-40DD-AFC4-6F175D3DCCD1}">
              <a14:hiddenFill xmlns:a14="http://schemas.microsoft.com/office/drawing/2010/main">
                <a:noFill/>
              </a14:hiddenFill>
            </a:ext>
          </a:extLst>
        </p:spPr>
      </p:cxnSp>
      <p:cxnSp>
        <p:nvCxnSpPr>
          <p:cNvPr id="26629" name="23 Conector recto de flecha">
            <a:extLst>
              <a:ext uri="{FF2B5EF4-FFF2-40B4-BE49-F238E27FC236}">
                <a16:creationId xmlns:a16="http://schemas.microsoft.com/office/drawing/2014/main" id="{21409717-881F-45D2-94CD-712B7BD229E1}"/>
              </a:ext>
            </a:extLst>
          </p:cNvPr>
          <p:cNvCxnSpPr>
            <a:cxnSpLocks noChangeShapeType="1"/>
          </p:cNvCxnSpPr>
          <p:nvPr/>
        </p:nvCxnSpPr>
        <p:spPr bwMode="auto">
          <a:xfrm>
            <a:off x="2821908" y="3908760"/>
            <a:ext cx="5934576" cy="1503"/>
          </a:xfrm>
          <a:prstGeom prst="straightConnector1">
            <a:avLst/>
          </a:prstGeom>
          <a:noFill/>
          <a:ln w="11430" algn="ctr">
            <a:solidFill>
              <a:srgbClr val="66FF33"/>
            </a:solidFill>
            <a:round/>
            <a:headEnd/>
            <a:tailEnd type="arrow" w="med" len="med"/>
          </a:ln>
          <a:extLst>
            <a:ext uri="{909E8E84-426E-40DD-AFC4-6F175D3DCCD1}">
              <a14:hiddenFill xmlns:a14="http://schemas.microsoft.com/office/drawing/2010/main">
                <a:noFill/>
              </a14:hiddenFill>
            </a:ext>
          </a:extLst>
        </p:spPr>
      </p:cxnSp>
      <p:cxnSp>
        <p:nvCxnSpPr>
          <p:cNvPr id="26630" name="23 Conector recto de flecha">
            <a:extLst>
              <a:ext uri="{FF2B5EF4-FFF2-40B4-BE49-F238E27FC236}">
                <a16:creationId xmlns:a16="http://schemas.microsoft.com/office/drawing/2014/main" id="{8C514830-1EA8-45F7-BDFF-168AF078C398}"/>
              </a:ext>
            </a:extLst>
          </p:cNvPr>
          <p:cNvCxnSpPr>
            <a:cxnSpLocks noChangeShapeType="1"/>
          </p:cNvCxnSpPr>
          <p:nvPr/>
        </p:nvCxnSpPr>
        <p:spPr bwMode="auto">
          <a:xfrm>
            <a:off x="2821908" y="4317834"/>
            <a:ext cx="5934576" cy="1503"/>
          </a:xfrm>
          <a:prstGeom prst="straightConnector1">
            <a:avLst/>
          </a:prstGeom>
          <a:noFill/>
          <a:ln w="11430" algn="ctr">
            <a:solidFill>
              <a:srgbClr val="66FF33"/>
            </a:solidFill>
            <a:round/>
            <a:headEnd/>
            <a:tailEnd type="arrow" w="med" len="med"/>
          </a:ln>
          <a:extLst>
            <a:ext uri="{909E8E84-426E-40DD-AFC4-6F175D3DCCD1}">
              <a14:hiddenFill xmlns:a14="http://schemas.microsoft.com/office/drawing/2010/main">
                <a:noFill/>
              </a14:hiddenFill>
            </a:ext>
          </a:extLst>
        </p:spPr>
      </p:cxnSp>
      <p:cxnSp>
        <p:nvCxnSpPr>
          <p:cNvPr id="26631" name="23 Conector recto de flecha">
            <a:extLst>
              <a:ext uri="{FF2B5EF4-FFF2-40B4-BE49-F238E27FC236}">
                <a16:creationId xmlns:a16="http://schemas.microsoft.com/office/drawing/2014/main" id="{5A1AB476-E9B5-4DA1-AC54-CE1093CBB7EA}"/>
              </a:ext>
            </a:extLst>
          </p:cNvPr>
          <p:cNvCxnSpPr>
            <a:cxnSpLocks noChangeShapeType="1"/>
          </p:cNvCxnSpPr>
          <p:nvPr/>
        </p:nvCxnSpPr>
        <p:spPr bwMode="auto">
          <a:xfrm>
            <a:off x="2821908" y="4726908"/>
            <a:ext cx="5934576" cy="1503"/>
          </a:xfrm>
          <a:prstGeom prst="straightConnector1">
            <a:avLst/>
          </a:prstGeom>
          <a:noFill/>
          <a:ln w="11430" algn="ctr">
            <a:solidFill>
              <a:srgbClr val="66FF33"/>
            </a:solidFill>
            <a:round/>
            <a:headEnd/>
            <a:tailEnd type="arrow" w="med" len="med"/>
          </a:ln>
          <a:extLst>
            <a:ext uri="{909E8E84-426E-40DD-AFC4-6F175D3DCCD1}">
              <a14:hiddenFill xmlns:a14="http://schemas.microsoft.com/office/drawing/2010/main">
                <a:noFill/>
              </a14:hiddenFill>
            </a:ext>
          </a:extLst>
        </p:spPr>
      </p:cxnSp>
      <p:cxnSp>
        <p:nvCxnSpPr>
          <p:cNvPr id="26632" name="23 Conector recto de flecha">
            <a:extLst>
              <a:ext uri="{FF2B5EF4-FFF2-40B4-BE49-F238E27FC236}">
                <a16:creationId xmlns:a16="http://schemas.microsoft.com/office/drawing/2014/main" id="{4A2F5D5A-2E58-4EDC-89DB-1873499048EA}"/>
              </a:ext>
            </a:extLst>
          </p:cNvPr>
          <p:cNvCxnSpPr>
            <a:cxnSpLocks noChangeShapeType="1"/>
          </p:cNvCxnSpPr>
          <p:nvPr/>
        </p:nvCxnSpPr>
        <p:spPr bwMode="auto">
          <a:xfrm>
            <a:off x="2821908" y="5134477"/>
            <a:ext cx="5934576" cy="1504"/>
          </a:xfrm>
          <a:prstGeom prst="straightConnector1">
            <a:avLst/>
          </a:prstGeom>
          <a:noFill/>
          <a:ln w="11430" algn="ctr">
            <a:solidFill>
              <a:srgbClr val="66FF33"/>
            </a:solidFill>
            <a:round/>
            <a:headEnd/>
            <a:tailEnd type="arrow" w="med" len="med"/>
          </a:ln>
          <a:extLst>
            <a:ext uri="{909E8E84-426E-40DD-AFC4-6F175D3DCCD1}">
              <a14:hiddenFill xmlns:a14="http://schemas.microsoft.com/office/drawing/2010/main">
                <a:noFill/>
              </a14:hiddenFill>
            </a:ext>
          </a:extLst>
        </p:spPr>
      </p:cxnSp>
      <p:cxnSp>
        <p:nvCxnSpPr>
          <p:cNvPr id="26633" name="19 Conector recto de flecha">
            <a:extLst>
              <a:ext uri="{FF2B5EF4-FFF2-40B4-BE49-F238E27FC236}">
                <a16:creationId xmlns:a16="http://schemas.microsoft.com/office/drawing/2014/main" id="{A342510A-6742-4BAA-878D-AF3A33E1C782}"/>
              </a:ext>
            </a:extLst>
          </p:cNvPr>
          <p:cNvCxnSpPr>
            <a:cxnSpLocks noChangeShapeType="1"/>
          </p:cNvCxnSpPr>
          <p:nvPr/>
        </p:nvCxnSpPr>
        <p:spPr bwMode="auto">
          <a:xfrm>
            <a:off x="7187866" y="3089108"/>
            <a:ext cx="409074" cy="0"/>
          </a:xfrm>
          <a:prstGeom prst="straightConnector1">
            <a:avLst/>
          </a:prstGeom>
          <a:noFill/>
          <a:ln w="25400" algn="ctr">
            <a:solidFill>
              <a:srgbClr val="66FF33"/>
            </a:solidFill>
            <a:round/>
            <a:headEnd/>
            <a:tailEnd type="arrow" w="med" len="med"/>
          </a:ln>
          <a:extLst>
            <a:ext uri="{909E8E84-426E-40DD-AFC4-6F175D3DCCD1}">
              <a14:hiddenFill xmlns:a14="http://schemas.microsoft.com/office/drawing/2010/main">
                <a:noFill/>
              </a14:hiddenFill>
            </a:ext>
          </a:extLst>
        </p:spPr>
      </p:cxnSp>
      <p:cxnSp>
        <p:nvCxnSpPr>
          <p:cNvPr id="26634" name="38 Conector recto de flecha">
            <a:extLst>
              <a:ext uri="{FF2B5EF4-FFF2-40B4-BE49-F238E27FC236}">
                <a16:creationId xmlns:a16="http://schemas.microsoft.com/office/drawing/2014/main" id="{092DF8F0-DA72-4E13-A908-1C0E105CB286}"/>
              </a:ext>
            </a:extLst>
          </p:cNvPr>
          <p:cNvCxnSpPr>
            <a:cxnSpLocks noChangeShapeType="1"/>
          </p:cNvCxnSpPr>
          <p:nvPr/>
        </p:nvCxnSpPr>
        <p:spPr bwMode="auto">
          <a:xfrm>
            <a:off x="7187866" y="3498182"/>
            <a:ext cx="409074" cy="0"/>
          </a:xfrm>
          <a:prstGeom prst="straightConnector1">
            <a:avLst/>
          </a:prstGeom>
          <a:noFill/>
          <a:ln w="25400" algn="ctr">
            <a:solidFill>
              <a:srgbClr val="66FF33"/>
            </a:solidFill>
            <a:round/>
            <a:headEnd/>
            <a:tailEnd type="arrow" w="med" len="med"/>
          </a:ln>
          <a:extLst>
            <a:ext uri="{909E8E84-426E-40DD-AFC4-6F175D3DCCD1}">
              <a14:hiddenFill xmlns:a14="http://schemas.microsoft.com/office/drawing/2010/main">
                <a:noFill/>
              </a14:hiddenFill>
            </a:ext>
          </a:extLst>
        </p:spPr>
      </p:cxnSp>
      <p:cxnSp>
        <p:nvCxnSpPr>
          <p:cNvPr id="26635" name="38 Conector recto de flecha">
            <a:extLst>
              <a:ext uri="{FF2B5EF4-FFF2-40B4-BE49-F238E27FC236}">
                <a16:creationId xmlns:a16="http://schemas.microsoft.com/office/drawing/2014/main" id="{D956D9B9-627F-4ED6-972C-A80500229F11}"/>
              </a:ext>
            </a:extLst>
          </p:cNvPr>
          <p:cNvCxnSpPr>
            <a:cxnSpLocks noChangeShapeType="1"/>
          </p:cNvCxnSpPr>
          <p:nvPr/>
        </p:nvCxnSpPr>
        <p:spPr bwMode="auto">
          <a:xfrm>
            <a:off x="7118684" y="3908760"/>
            <a:ext cx="409074" cy="0"/>
          </a:xfrm>
          <a:prstGeom prst="straightConnector1">
            <a:avLst/>
          </a:prstGeom>
          <a:noFill/>
          <a:ln w="25400" algn="ctr">
            <a:solidFill>
              <a:srgbClr val="66FF33"/>
            </a:solidFill>
            <a:round/>
            <a:headEnd/>
            <a:tailEnd type="arrow" w="med" len="med"/>
          </a:ln>
          <a:extLst>
            <a:ext uri="{909E8E84-426E-40DD-AFC4-6F175D3DCCD1}">
              <a14:hiddenFill xmlns:a14="http://schemas.microsoft.com/office/drawing/2010/main">
                <a:noFill/>
              </a14:hiddenFill>
            </a:ext>
          </a:extLst>
        </p:spPr>
      </p:cxnSp>
      <p:cxnSp>
        <p:nvCxnSpPr>
          <p:cNvPr id="26636" name="38 Conector recto de flecha">
            <a:extLst>
              <a:ext uri="{FF2B5EF4-FFF2-40B4-BE49-F238E27FC236}">
                <a16:creationId xmlns:a16="http://schemas.microsoft.com/office/drawing/2014/main" id="{D0EFDC26-68BC-4492-9BC3-D7E371F2A182}"/>
              </a:ext>
            </a:extLst>
          </p:cNvPr>
          <p:cNvCxnSpPr>
            <a:cxnSpLocks noChangeShapeType="1"/>
          </p:cNvCxnSpPr>
          <p:nvPr/>
        </p:nvCxnSpPr>
        <p:spPr bwMode="auto">
          <a:xfrm>
            <a:off x="7118684" y="4317833"/>
            <a:ext cx="409074" cy="0"/>
          </a:xfrm>
          <a:prstGeom prst="straightConnector1">
            <a:avLst/>
          </a:prstGeom>
          <a:noFill/>
          <a:ln w="25400" algn="ctr">
            <a:solidFill>
              <a:srgbClr val="66FF33"/>
            </a:solidFill>
            <a:round/>
            <a:headEnd/>
            <a:tailEnd type="arrow" w="med" len="med"/>
          </a:ln>
          <a:extLst>
            <a:ext uri="{909E8E84-426E-40DD-AFC4-6F175D3DCCD1}">
              <a14:hiddenFill xmlns:a14="http://schemas.microsoft.com/office/drawing/2010/main">
                <a:noFill/>
              </a14:hiddenFill>
            </a:ext>
          </a:extLst>
        </p:spPr>
      </p:cxnSp>
      <p:cxnSp>
        <p:nvCxnSpPr>
          <p:cNvPr id="26637" name="38 Conector recto de flecha">
            <a:extLst>
              <a:ext uri="{FF2B5EF4-FFF2-40B4-BE49-F238E27FC236}">
                <a16:creationId xmlns:a16="http://schemas.microsoft.com/office/drawing/2014/main" id="{8BF6515F-8E5C-47AE-9451-B6B9F7363578}"/>
              </a:ext>
            </a:extLst>
          </p:cNvPr>
          <p:cNvCxnSpPr>
            <a:cxnSpLocks noChangeShapeType="1"/>
          </p:cNvCxnSpPr>
          <p:nvPr/>
        </p:nvCxnSpPr>
        <p:spPr bwMode="auto">
          <a:xfrm>
            <a:off x="7118684" y="4726907"/>
            <a:ext cx="409074" cy="0"/>
          </a:xfrm>
          <a:prstGeom prst="straightConnector1">
            <a:avLst/>
          </a:prstGeom>
          <a:noFill/>
          <a:ln w="25400" algn="ctr">
            <a:solidFill>
              <a:srgbClr val="66FF33"/>
            </a:solidFill>
            <a:round/>
            <a:headEnd/>
            <a:tailEnd type="arrow" w="med" len="med"/>
          </a:ln>
          <a:extLst>
            <a:ext uri="{909E8E84-426E-40DD-AFC4-6F175D3DCCD1}">
              <a14:hiddenFill xmlns:a14="http://schemas.microsoft.com/office/drawing/2010/main">
                <a:noFill/>
              </a14:hiddenFill>
            </a:ext>
          </a:extLst>
        </p:spPr>
      </p:cxnSp>
      <p:cxnSp>
        <p:nvCxnSpPr>
          <p:cNvPr id="26638" name="38 Conector recto de flecha">
            <a:extLst>
              <a:ext uri="{FF2B5EF4-FFF2-40B4-BE49-F238E27FC236}">
                <a16:creationId xmlns:a16="http://schemas.microsoft.com/office/drawing/2014/main" id="{A7357F35-3B90-4BF7-90D5-19A07D6C83B2}"/>
              </a:ext>
            </a:extLst>
          </p:cNvPr>
          <p:cNvCxnSpPr>
            <a:cxnSpLocks noChangeShapeType="1"/>
          </p:cNvCxnSpPr>
          <p:nvPr/>
        </p:nvCxnSpPr>
        <p:spPr bwMode="auto">
          <a:xfrm>
            <a:off x="7118684" y="5135981"/>
            <a:ext cx="409074" cy="0"/>
          </a:xfrm>
          <a:prstGeom prst="straightConnector1">
            <a:avLst/>
          </a:prstGeom>
          <a:noFill/>
          <a:ln w="25400" algn="ctr">
            <a:solidFill>
              <a:srgbClr val="66FF33"/>
            </a:solidFill>
            <a:round/>
            <a:headEnd/>
            <a:tailEnd type="arrow" w="med" len="med"/>
          </a:ln>
          <a:extLst>
            <a:ext uri="{909E8E84-426E-40DD-AFC4-6F175D3DCCD1}">
              <a14:hiddenFill xmlns:a14="http://schemas.microsoft.com/office/drawing/2010/main">
                <a:noFill/>
              </a14:hiddenFill>
            </a:ext>
          </a:extLst>
        </p:spPr>
      </p:cxnSp>
      <p:cxnSp>
        <p:nvCxnSpPr>
          <p:cNvPr id="26639" name="38 Conector recto de flecha">
            <a:extLst>
              <a:ext uri="{FF2B5EF4-FFF2-40B4-BE49-F238E27FC236}">
                <a16:creationId xmlns:a16="http://schemas.microsoft.com/office/drawing/2014/main" id="{E32EDE2B-3DA8-4EB8-B9FB-FF15062FCCB3}"/>
              </a:ext>
            </a:extLst>
          </p:cNvPr>
          <p:cNvCxnSpPr>
            <a:cxnSpLocks noChangeShapeType="1"/>
          </p:cNvCxnSpPr>
          <p:nvPr/>
        </p:nvCxnSpPr>
        <p:spPr bwMode="auto">
          <a:xfrm>
            <a:off x="3572376" y="3908760"/>
            <a:ext cx="409074" cy="0"/>
          </a:xfrm>
          <a:prstGeom prst="straightConnector1">
            <a:avLst/>
          </a:prstGeom>
          <a:noFill/>
          <a:ln w="25400" algn="ctr">
            <a:solidFill>
              <a:srgbClr val="66FF33"/>
            </a:solidFill>
            <a:round/>
            <a:headEnd/>
            <a:tailEnd type="arrow" w="med" len="med"/>
          </a:ln>
          <a:extLst>
            <a:ext uri="{909E8E84-426E-40DD-AFC4-6F175D3DCCD1}">
              <a14:hiddenFill xmlns:a14="http://schemas.microsoft.com/office/drawing/2010/main">
                <a:noFill/>
              </a14:hiddenFill>
            </a:ext>
          </a:extLst>
        </p:spPr>
      </p:cxnSp>
      <p:cxnSp>
        <p:nvCxnSpPr>
          <p:cNvPr id="26640" name="38 Conector recto de flecha">
            <a:extLst>
              <a:ext uri="{FF2B5EF4-FFF2-40B4-BE49-F238E27FC236}">
                <a16:creationId xmlns:a16="http://schemas.microsoft.com/office/drawing/2014/main" id="{255ECDF7-77D4-4353-8EF8-0AA4EF29EFA5}"/>
              </a:ext>
            </a:extLst>
          </p:cNvPr>
          <p:cNvCxnSpPr>
            <a:cxnSpLocks noChangeShapeType="1"/>
          </p:cNvCxnSpPr>
          <p:nvPr/>
        </p:nvCxnSpPr>
        <p:spPr bwMode="auto">
          <a:xfrm>
            <a:off x="3572376" y="3498182"/>
            <a:ext cx="409074" cy="0"/>
          </a:xfrm>
          <a:prstGeom prst="straightConnector1">
            <a:avLst/>
          </a:prstGeom>
          <a:noFill/>
          <a:ln w="25400" algn="ctr">
            <a:solidFill>
              <a:srgbClr val="66FF33"/>
            </a:solidFill>
            <a:round/>
            <a:headEnd/>
            <a:tailEnd type="arrow" w="med" len="med"/>
          </a:ln>
          <a:extLst>
            <a:ext uri="{909E8E84-426E-40DD-AFC4-6F175D3DCCD1}">
              <a14:hiddenFill xmlns:a14="http://schemas.microsoft.com/office/drawing/2010/main">
                <a:noFill/>
              </a14:hiddenFill>
            </a:ext>
          </a:extLst>
        </p:spPr>
      </p:cxnSp>
      <p:cxnSp>
        <p:nvCxnSpPr>
          <p:cNvPr id="26641" name="38 Conector recto de flecha">
            <a:extLst>
              <a:ext uri="{FF2B5EF4-FFF2-40B4-BE49-F238E27FC236}">
                <a16:creationId xmlns:a16="http://schemas.microsoft.com/office/drawing/2014/main" id="{1476918C-E403-433C-BAB3-9C5608EDC057}"/>
              </a:ext>
            </a:extLst>
          </p:cNvPr>
          <p:cNvCxnSpPr>
            <a:cxnSpLocks noChangeShapeType="1"/>
          </p:cNvCxnSpPr>
          <p:nvPr/>
        </p:nvCxnSpPr>
        <p:spPr bwMode="auto">
          <a:xfrm>
            <a:off x="3572376" y="3089108"/>
            <a:ext cx="409074" cy="0"/>
          </a:xfrm>
          <a:prstGeom prst="straightConnector1">
            <a:avLst/>
          </a:prstGeom>
          <a:noFill/>
          <a:ln w="25400" algn="ctr">
            <a:solidFill>
              <a:srgbClr val="66FF33"/>
            </a:solidFill>
            <a:round/>
            <a:headEnd/>
            <a:tailEnd type="arrow" w="med" len="med"/>
          </a:ln>
          <a:extLst>
            <a:ext uri="{909E8E84-426E-40DD-AFC4-6F175D3DCCD1}">
              <a14:hiddenFill xmlns:a14="http://schemas.microsoft.com/office/drawing/2010/main">
                <a:noFill/>
              </a14:hiddenFill>
            </a:ext>
          </a:extLst>
        </p:spPr>
      </p:cxnSp>
      <p:cxnSp>
        <p:nvCxnSpPr>
          <p:cNvPr id="26642" name="38 Conector recto de flecha">
            <a:extLst>
              <a:ext uri="{FF2B5EF4-FFF2-40B4-BE49-F238E27FC236}">
                <a16:creationId xmlns:a16="http://schemas.microsoft.com/office/drawing/2014/main" id="{975B4923-DAEF-413F-ACC1-145A684870E5}"/>
              </a:ext>
            </a:extLst>
          </p:cNvPr>
          <p:cNvCxnSpPr>
            <a:cxnSpLocks noChangeShapeType="1"/>
          </p:cNvCxnSpPr>
          <p:nvPr/>
        </p:nvCxnSpPr>
        <p:spPr bwMode="auto">
          <a:xfrm>
            <a:off x="3572376" y="4317833"/>
            <a:ext cx="409074" cy="0"/>
          </a:xfrm>
          <a:prstGeom prst="straightConnector1">
            <a:avLst/>
          </a:prstGeom>
          <a:noFill/>
          <a:ln w="25400" algn="ctr">
            <a:solidFill>
              <a:srgbClr val="66FF33"/>
            </a:solidFill>
            <a:round/>
            <a:headEnd/>
            <a:tailEnd type="arrow" w="med" len="med"/>
          </a:ln>
          <a:extLst>
            <a:ext uri="{909E8E84-426E-40DD-AFC4-6F175D3DCCD1}">
              <a14:hiddenFill xmlns:a14="http://schemas.microsoft.com/office/drawing/2010/main">
                <a:noFill/>
              </a14:hiddenFill>
            </a:ext>
          </a:extLst>
        </p:spPr>
      </p:cxnSp>
      <p:cxnSp>
        <p:nvCxnSpPr>
          <p:cNvPr id="26643" name="38 Conector recto de flecha">
            <a:extLst>
              <a:ext uri="{FF2B5EF4-FFF2-40B4-BE49-F238E27FC236}">
                <a16:creationId xmlns:a16="http://schemas.microsoft.com/office/drawing/2014/main" id="{1E79EF9D-7577-49BF-B40B-992B11896F44}"/>
              </a:ext>
            </a:extLst>
          </p:cNvPr>
          <p:cNvCxnSpPr>
            <a:cxnSpLocks noChangeShapeType="1"/>
          </p:cNvCxnSpPr>
          <p:nvPr/>
        </p:nvCxnSpPr>
        <p:spPr bwMode="auto">
          <a:xfrm>
            <a:off x="3572376" y="4726907"/>
            <a:ext cx="409074" cy="0"/>
          </a:xfrm>
          <a:prstGeom prst="straightConnector1">
            <a:avLst/>
          </a:prstGeom>
          <a:noFill/>
          <a:ln w="25400" algn="ctr">
            <a:solidFill>
              <a:srgbClr val="66FF33"/>
            </a:solidFill>
            <a:round/>
            <a:headEnd/>
            <a:tailEnd type="arrow" w="med" len="med"/>
          </a:ln>
          <a:extLst>
            <a:ext uri="{909E8E84-426E-40DD-AFC4-6F175D3DCCD1}">
              <a14:hiddenFill xmlns:a14="http://schemas.microsoft.com/office/drawing/2010/main">
                <a:noFill/>
              </a14:hiddenFill>
            </a:ext>
          </a:extLst>
        </p:spPr>
      </p:cxnSp>
      <p:cxnSp>
        <p:nvCxnSpPr>
          <p:cNvPr id="26644" name="38 Conector recto de flecha">
            <a:extLst>
              <a:ext uri="{FF2B5EF4-FFF2-40B4-BE49-F238E27FC236}">
                <a16:creationId xmlns:a16="http://schemas.microsoft.com/office/drawing/2014/main" id="{5AE784D1-9ACE-479D-BA64-71DCD55DFEDF}"/>
              </a:ext>
            </a:extLst>
          </p:cNvPr>
          <p:cNvCxnSpPr>
            <a:cxnSpLocks noChangeShapeType="1"/>
          </p:cNvCxnSpPr>
          <p:nvPr/>
        </p:nvCxnSpPr>
        <p:spPr bwMode="auto">
          <a:xfrm>
            <a:off x="3572376" y="5157036"/>
            <a:ext cx="409074" cy="0"/>
          </a:xfrm>
          <a:prstGeom prst="straightConnector1">
            <a:avLst/>
          </a:prstGeom>
          <a:noFill/>
          <a:ln w="25400" algn="ctr">
            <a:solidFill>
              <a:srgbClr val="66FF33"/>
            </a:solidFill>
            <a:round/>
            <a:headEnd/>
            <a:tailEnd type="arrow" w="med" len="med"/>
          </a:ln>
          <a:extLst>
            <a:ext uri="{909E8E84-426E-40DD-AFC4-6F175D3DCCD1}">
              <a14:hiddenFill xmlns:a14="http://schemas.microsoft.com/office/drawing/2010/main">
                <a:noFill/>
              </a14:hiddenFill>
            </a:ext>
          </a:extLst>
        </p:spPr>
      </p:cxnSp>
      <p:sp>
        <p:nvSpPr>
          <p:cNvPr id="26645" name="2 Marcador de contenido">
            <a:extLst>
              <a:ext uri="{FF2B5EF4-FFF2-40B4-BE49-F238E27FC236}">
                <a16:creationId xmlns:a16="http://schemas.microsoft.com/office/drawing/2014/main" id="{87580231-EB73-47A6-8FFE-7039C158C1DA}"/>
              </a:ext>
            </a:extLst>
          </p:cNvPr>
          <p:cNvSpPr>
            <a:spLocks/>
          </p:cNvSpPr>
          <p:nvPr/>
        </p:nvSpPr>
        <p:spPr bwMode="auto">
          <a:xfrm>
            <a:off x="5891464" y="3295150"/>
            <a:ext cx="750470" cy="544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520700" indent="-22860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lvl="1">
              <a:lnSpc>
                <a:spcPct val="100000"/>
              </a:lnSpc>
              <a:spcBef>
                <a:spcPts val="474"/>
              </a:spcBef>
              <a:buClr>
                <a:srgbClr val="F9B639"/>
              </a:buClr>
              <a:buSzPct val="80000"/>
              <a:buNone/>
            </a:pPr>
            <a:r>
              <a:rPr lang="es-MX" altLang="en-US" sz="2274">
                <a:solidFill>
                  <a:srgbClr val="7F7F7F"/>
                </a:solidFill>
                <a:latin typeface="Comic Sans MS" panose="030F0702030302020204" pitchFamily="66" charset="0"/>
              </a:rPr>
              <a:t>E</a:t>
            </a:r>
            <a:r>
              <a:rPr lang="es-MX" altLang="en-US" sz="2274" baseline="-30000">
                <a:solidFill>
                  <a:srgbClr val="7F7F7F"/>
                </a:solidFill>
                <a:latin typeface="Comic Sans MS" panose="030F0702030302020204" pitchFamily="66" charset="0"/>
                <a:cs typeface="Times New Roman" panose="02020603050405020304" pitchFamily="18" charset="0"/>
              </a:rPr>
              <a:t>   </a:t>
            </a:r>
            <a:r>
              <a:rPr lang="es-MX" altLang="en-US" sz="2179">
                <a:solidFill>
                  <a:srgbClr val="7F7F7F"/>
                </a:solidFill>
                <a:latin typeface="Comic Sans MS" panose="030F0702030302020204" pitchFamily="66" charset="0"/>
              </a:rPr>
              <a:t>	</a:t>
            </a:r>
            <a:endParaRPr lang="es-ES" altLang="en-US" sz="2179">
              <a:solidFill>
                <a:srgbClr val="7F7F7F"/>
              </a:solidFill>
              <a:latin typeface="Comic Sans MS" panose="030F0702030302020204" pitchFamily="66" charset="0"/>
            </a:endParaRPr>
          </a:p>
        </p:txBody>
      </p:sp>
      <p:sp>
        <p:nvSpPr>
          <p:cNvPr id="26646" name="Line 19">
            <a:extLst>
              <a:ext uri="{FF2B5EF4-FFF2-40B4-BE49-F238E27FC236}">
                <a16:creationId xmlns:a16="http://schemas.microsoft.com/office/drawing/2014/main" id="{5EA32F77-41D3-4BD0-A579-7182AE1970E9}"/>
              </a:ext>
            </a:extLst>
          </p:cNvPr>
          <p:cNvSpPr>
            <a:spLocks noChangeShapeType="1"/>
          </p:cNvSpPr>
          <p:nvPr/>
        </p:nvSpPr>
        <p:spPr bwMode="auto">
          <a:xfrm>
            <a:off x="6232860" y="3293645"/>
            <a:ext cx="204537" cy="0"/>
          </a:xfrm>
          <a:prstGeom prst="line">
            <a:avLst/>
          </a:prstGeom>
          <a:noFill/>
          <a:ln w="9525">
            <a:solidFill>
              <a:srgbClr val="5F5F5F"/>
            </a:solidFill>
            <a:round/>
            <a:headEnd/>
            <a:tailEnd type="triangle" w="med" len="med"/>
          </a:ln>
          <a:extLst>
            <a:ext uri="{909E8E84-426E-40DD-AFC4-6F175D3DCCD1}">
              <a14:hiddenFill xmlns:a14="http://schemas.microsoft.com/office/drawing/2010/main">
                <a:noFill/>
              </a14:hiddenFill>
            </a:ext>
          </a:extLst>
        </p:spPr>
        <p:txBody>
          <a:bodyPr/>
          <a:lstStyle/>
          <a:p>
            <a:endParaRPr lang="en-US" sz="1705"/>
          </a:p>
        </p:txBody>
      </p:sp>
      <p:sp>
        <p:nvSpPr>
          <p:cNvPr id="37" name="36 Forma libre">
            <a:extLst>
              <a:ext uri="{FF2B5EF4-FFF2-40B4-BE49-F238E27FC236}">
                <a16:creationId xmlns:a16="http://schemas.microsoft.com/office/drawing/2014/main" id="{AAC534BD-0385-4F08-BA72-3403B42570BE}"/>
              </a:ext>
            </a:extLst>
          </p:cNvPr>
          <p:cNvSpPr/>
          <p:nvPr/>
        </p:nvSpPr>
        <p:spPr>
          <a:xfrm>
            <a:off x="3640195" y="2884429"/>
            <a:ext cx="2715436" cy="2411056"/>
          </a:xfrm>
          <a:custGeom>
            <a:avLst/>
            <a:gdLst>
              <a:gd name="connsiteX0" fmla="*/ 1230745 w 3209636"/>
              <a:gd name="connsiteY0" fmla="*/ 175490 h 3491345"/>
              <a:gd name="connsiteX1" fmla="*/ 565727 w 3209636"/>
              <a:gd name="connsiteY1" fmla="*/ 147781 h 3491345"/>
              <a:gd name="connsiteX2" fmla="*/ 163945 w 3209636"/>
              <a:gd name="connsiteY2" fmla="*/ 646545 h 3491345"/>
              <a:gd name="connsiteX3" fmla="*/ 108527 w 3209636"/>
              <a:gd name="connsiteY3" fmla="*/ 1366981 h 3491345"/>
              <a:gd name="connsiteX4" fmla="*/ 815109 w 3209636"/>
              <a:gd name="connsiteY4" fmla="*/ 1713345 h 3491345"/>
              <a:gd name="connsiteX5" fmla="*/ 1244599 w 3209636"/>
              <a:gd name="connsiteY5" fmla="*/ 2018145 h 3491345"/>
              <a:gd name="connsiteX6" fmla="*/ 1258454 w 3209636"/>
              <a:gd name="connsiteY6" fmla="*/ 2835563 h 3491345"/>
              <a:gd name="connsiteX7" fmla="*/ 2145145 w 3209636"/>
              <a:gd name="connsiteY7" fmla="*/ 3472872 h 3491345"/>
              <a:gd name="connsiteX8" fmla="*/ 2962563 w 3209636"/>
              <a:gd name="connsiteY8" fmla="*/ 2946399 h 3491345"/>
              <a:gd name="connsiteX9" fmla="*/ 3184236 w 3209636"/>
              <a:gd name="connsiteY9" fmla="*/ 2059708 h 3491345"/>
              <a:gd name="connsiteX10" fmla="*/ 2810163 w 3209636"/>
              <a:gd name="connsiteY10" fmla="*/ 1547090 h 3491345"/>
              <a:gd name="connsiteX11" fmla="*/ 2810163 w 3209636"/>
              <a:gd name="connsiteY11" fmla="*/ 965199 h 3491345"/>
              <a:gd name="connsiteX12" fmla="*/ 2491509 w 3209636"/>
              <a:gd name="connsiteY12" fmla="*/ 452581 h 3491345"/>
              <a:gd name="connsiteX13" fmla="*/ 1951181 w 3209636"/>
              <a:gd name="connsiteY13" fmla="*/ 341745 h 3491345"/>
              <a:gd name="connsiteX14" fmla="*/ 1771072 w 3209636"/>
              <a:gd name="connsiteY14" fmla="*/ 120072 h 3491345"/>
              <a:gd name="connsiteX15" fmla="*/ 1507836 w 3209636"/>
              <a:gd name="connsiteY15" fmla="*/ 9236 h 3491345"/>
              <a:gd name="connsiteX16" fmla="*/ 1230745 w 3209636"/>
              <a:gd name="connsiteY16" fmla="*/ 175490 h 3491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09636" h="3491345">
                <a:moveTo>
                  <a:pt x="1230745" y="175490"/>
                </a:moveTo>
                <a:cubicBezTo>
                  <a:pt x="1073727" y="198581"/>
                  <a:pt x="743527" y="69272"/>
                  <a:pt x="565727" y="147781"/>
                </a:cubicBezTo>
                <a:cubicBezTo>
                  <a:pt x="387927" y="226290"/>
                  <a:pt x="240145" y="443345"/>
                  <a:pt x="163945" y="646545"/>
                </a:cubicBezTo>
                <a:cubicBezTo>
                  <a:pt x="87745" y="849745"/>
                  <a:pt x="0" y="1189181"/>
                  <a:pt x="108527" y="1366981"/>
                </a:cubicBezTo>
                <a:cubicBezTo>
                  <a:pt x="217054" y="1544781"/>
                  <a:pt x="625764" y="1604818"/>
                  <a:pt x="815109" y="1713345"/>
                </a:cubicBezTo>
                <a:cubicBezTo>
                  <a:pt x="1004454" y="1821872"/>
                  <a:pt x="1170708" y="1831109"/>
                  <a:pt x="1244599" y="2018145"/>
                </a:cubicBezTo>
                <a:cubicBezTo>
                  <a:pt x="1318490" y="2205181"/>
                  <a:pt x="1108363" y="2593109"/>
                  <a:pt x="1258454" y="2835563"/>
                </a:cubicBezTo>
                <a:cubicBezTo>
                  <a:pt x="1408545" y="3078017"/>
                  <a:pt x="1861127" y="3454399"/>
                  <a:pt x="2145145" y="3472872"/>
                </a:cubicBezTo>
                <a:cubicBezTo>
                  <a:pt x="2429163" y="3491345"/>
                  <a:pt x="2789381" y="3181926"/>
                  <a:pt x="2962563" y="2946399"/>
                </a:cubicBezTo>
                <a:cubicBezTo>
                  <a:pt x="3135745" y="2710872"/>
                  <a:pt x="3209636" y="2292926"/>
                  <a:pt x="3184236" y="2059708"/>
                </a:cubicBezTo>
                <a:cubicBezTo>
                  <a:pt x="3158836" y="1826490"/>
                  <a:pt x="2872508" y="1729508"/>
                  <a:pt x="2810163" y="1547090"/>
                </a:cubicBezTo>
                <a:cubicBezTo>
                  <a:pt x="2747818" y="1364672"/>
                  <a:pt x="2863272" y="1147617"/>
                  <a:pt x="2810163" y="965199"/>
                </a:cubicBezTo>
                <a:cubicBezTo>
                  <a:pt x="2757054" y="782781"/>
                  <a:pt x="2634673" y="556490"/>
                  <a:pt x="2491509" y="452581"/>
                </a:cubicBezTo>
                <a:cubicBezTo>
                  <a:pt x="2348345" y="348672"/>
                  <a:pt x="2071254" y="397163"/>
                  <a:pt x="1951181" y="341745"/>
                </a:cubicBezTo>
                <a:cubicBezTo>
                  <a:pt x="1831108" y="286327"/>
                  <a:pt x="1844963" y="175490"/>
                  <a:pt x="1771072" y="120072"/>
                </a:cubicBezTo>
                <a:cubicBezTo>
                  <a:pt x="1697181" y="64654"/>
                  <a:pt x="1600200" y="0"/>
                  <a:pt x="1507836" y="9236"/>
                </a:cubicBezTo>
                <a:cubicBezTo>
                  <a:pt x="1415472" y="18472"/>
                  <a:pt x="1387763" y="152399"/>
                  <a:pt x="1230745" y="175490"/>
                </a:cubicBezTo>
                <a:close/>
              </a:path>
            </a:pathLst>
          </a:custGeom>
          <a:gradFill flip="none" rotWithShape="1">
            <a:gsLst>
              <a:gs pos="75000">
                <a:schemeClr val="accent1">
                  <a:tint val="66000"/>
                  <a:satMod val="160000"/>
                </a:schemeClr>
              </a:gs>
              <a:gs pos="50000">
                <a:schemeClr val="accent1">
                  <a:tint val="44500"/>
                  <a:satMod val="160000"/>
                </a:schemeClr>
              </a:gs>
              <a:gs pos="100000">
                <a:schemeClr val="accent1">
                  <a:tint val="23500"/>
                  <a:satMod val="160000"/>
                </a:schemeClr>
              </a:gs>
            </a:gsLst>
            <a:path path="circle">
              <a:fillToRect l="50000" t="50000" r="50000" b="50000"/>
            </a:path>
            <a:tileRect/>
          </a:gradFill>
          <a:ln>
            <a:no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ES" sz="1705"/>
          </a:p>
        </p:txBody>
      </p:sp>
      <p:sp>
        <p:nvSpPr>
          <p:cNvPr id="41" name="40 Datos almacenados">
            <a:extLst>
              <a:ext uri="{FF2B5EF4-FFF2-40B4-BE49-F238E27FC236}">
                <a16:creationId xmlns:a16="http://schemas.microsoft.com/office/drawing/2014/main" id="{94B29B60-6579-4FE9-8742-850CA358942A}"/>
              </a:ext>
            </a:extLst>
          </p:cNvPr>
          <p:cNvSpPr/>
          <p:nvPr/>
        </p:nvSpPr>
        <p:spPr>
          <a:xfrm rot="19543916" flipH="1">
            <a:off x="5295901" y="3627521"/>
            <a:ext cx="339892" cy="409074"/>
          </a:xfrm>
          <a:prstGeom prst="flowChartOnlineStorag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ES" sz="1705"/>
          </a:p>
        </p:txBody>
      </p:sp>
      <p:sp>
        <p:nvSpPr>
          <p:cNvPr id="26651" name="2 Marcador de contenido">
            <a:extLst>
              <a:ext uri="{FF2B5EF4-FFF2-40B4-BE49-F238E27FC236}">
                <a16:creationId xmlns:a16="http://schemas.microsoft.com/office/drawing/2014/main" id="{04671FC3-6663-4120-A282-ED52021A415E}"/>
              </a:ext>
            </a:extLst>
          </p:cNvPr>
          <p:cNvSpPr>
            <a:spLocks/>
          </p:cNvSpPr>
          <p:nvPr/>
        </p:nvSpPr>
        <p:spPr bwMode="auto">
          <a:xfrm>
            <a:off x="4936457" y="3227471"/>
            <a:ext cx="1228725" cy="475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520700" indent="-22860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lvl="1">
              <a:lnSpc>
                <a:spcPct val="100000"/>
              </a:lnSpc>
              <a:spcBef>
                <a:spcPts val="474"/>
              </a:spcBef>
              <a:buClr>
                <a:srgbClr val="F9B639"/>
              </a:buClr>
              <a:buSzPct val="80000"/>
              <a:buNone/>
            </a:pPr>
            <a:r>
              <a:rPr lang="es-MX" altLang="en-US" sz="2274">
                <a:solidFill>
                  <a:srgbClr val="7F7F7F"/>
                </a:solidFill>
                <a:latin typeface="Comic Sans MS" panose="030F0702030302020204" pitchFamily="66" charset="0"/>
              </a:rPr>
              <a:t>dA</a:t>
            </a:r>
            <a:r>
              <a:rPr lang="es-MX" altLang="en-US" sz="2274" baseline="-30000">
                <a:solidFill>
                  <a:srgbClr val="7F7F7F"/>
                </a:solidFill>
                <a:latin typeface="Comic Sans MS" panose="030F0702030302020204" pitchFamily="66" charset="0"/>
                <a:cs typeface="Times New Roman" panose="02020603050405020304" pitchFamily="18" charset="0"/>
              </a:rPr>
              <a:t>   </a:t>
            </a:r>
            <a:r>
              <a:rPr lang="es-MX" altLang="en-US" sz="2179">
                <a:solidFill>
                  <a:srgbClr val="7F7F7F"/>
                </a:solidFill>
                <a:latin typeface="Comic Sans MS" panose="030F0702030302020204" pitchFamily="66" charset="0"/>
              </a:rPr>
              <a:t>	</a:t>
            </a:r>
            <a:endParaRPr lang="es-ES" altLang="en-US" sz="2179">
              <a:solidFill>
                <a:srgbClr val="7F7F7F"/>
              </a:solidFill>
              <a:latin typeface="Comic Sans MS" panose="030F0702030302020204" pitchFamily="66" charset="0"/>
            </a:endParaRPr>
          </a:p>
        </p:txBody>
      </p:sp>
      <p:sp>
        <p:nvSpPr>
          <p:cNvPr id="26652" name="Line 19">
            <a:extLst>
              <a:ext uri="{FF2B5EF4-FFF2-40B4-BE49-F238E27FC236}">
                <a16:creationId xmlns:a16="http://schemas.microsoft.com/office/drawing/2014/main" id="{66D89662-6CCE-4812-9280-4E87DC31521E}"/>
              </a:ext>
            </a:extLst>
          </p:cNvPr>
          <p:cNvSpPr>
            <a:spLocks noChangeShapeType="1"/>
          </p:cNvSpPr>
          <p:nvPr/>
        </p:nvSpPr>
        <p:spPr bwMode="auto">
          <a:xfrm>
            <a:off x="5482389" y="3225968"/>
            <a:ext cx="204537" cy="0"/>
          </a:xfrm>
          <a:prstGeom prst="line">
            <a:avLst/>
          </a:prstGeom>
          <a:noFill/>
          <a:ln w="9525">
            <a:solidFill>
              <a:srgbClr val="5F5F5F"/>
            </a:solidFill>
            <a:round/>
            <a:headEnd/>
            <a:tailEnd type="triangle" w="med" len="med"/>
          </a:ln>
          <a:extLst>
            <a:ext uri="{909E8E84-426E-40DD-AFC4-6F175D3DCCD1}">
              <a14:hiddenFill xmlns:a14="http://schemas.microsoft.com/office/drawing/2010/main">
                <a:noFill/>
              </a14:hiddenFill>
            </a:ext>
          </a:extLst>
        </p:spPr>
        <p:txBody>
          <a:bodyPr/>
          <a:lstStyle/>
          <a:p>
            <a:endParaRPr lang="en-US" sz="1705"/>
          </a:p>
        </p:txBody>
      </p:sp>
      <p:sp>
        <p:nvSpPr>
          <p:cNvPr id="26653" name="Line 54">
            <a:extLst>
              <a:ext uri="{FF2B5EF4-FFF2-40B4-BE49-F238E27FC236}">
                <a16:creationId xmlns:a16="http://schemas.microsoft.com/office/drawing/2014/main" id="{DF76A1FD-B3E8-4523-943E-4ED4D159112D}"/>
              </a:ext>
            </a:extLst>
          </p:cNvPr>
          <p:cNvSpPr>
            <a:spLocks noChangeShapeType="1"/>
          </p:cNvSpPr>
          <p:nvPr/>
        </p:nvSpPr>
        <p:spPr bwMode="auto">
          <a:xfrm flipV="1">
            <a:off x="5550067" y="3430504"/>
            <a:ext cx="341396" cy="341396"/>
          </a:xfrm>
          <a:prstGeom prst="line">
            <a:avLst/>
          </a:prstGeom>
          <a:noFill/>
          <a:ln w="38100">
            <a:solidFill>
              <a:srgbClr val="0066FF"/>
            </a:solidFill>
            <a:round/>
            <a:headEnd/>
            <a:tailEnd type="triangle" w="med" len="med"/>
          </a:ln>
          <a:extLst>
            <a:ext uri="{909E8E84-426E-40DD-AFC4-6F175D3DCCD1}">
              <a14:hiddenFill xmlns:a14="http://schemas.microsoft.com/office/drawing/2010/main">
                <a:noFill/>
              </a14:hiddenFill>
            </a:ext>
          </a:extLst>
        </p:spPr>
        <p:txBody>
          <a:bodyPr/>
          <a:lstStyle/>
          <a:p>
            <a:endParaRPr lang="en-US" sz="1705"/>
          </a:p>
        </p:txBody>
      </p:sp>
      <p:cxnSp>
        <p:nvCxnSpPr>
          <p:cNvPr id="26654" name="38 Conector recto de flecha">
            <a:extLst>
              <a:ext uri="{FF2B5EF4-FFF2-40B4-BE49-F238E27FC236}">
                <a16:creationId xmlns:a16="http://schemas.microsoft.com/office/drawing/2014/main" id="{B8E5DECF-2E52-43A1-AF61-D94E7B690B5B}"/>
              </a:ext>
            </a:extLst>
          </p:cNvPr>
          <p:cNvCxnSpPr>
            <a:cxnSpLocks noChangeShapeType="1"/>
          </p:cNvCxnSpPr>
          <p:nvPr/>
        </p:nvCxnSpPr>
        <p:spPr bwMode="auto">
          <a:xfrm>
            <a:off x="5619249" y="3771900"/>
            <a:ext cx="885825" cy="1504"/>
          </a:xfrm>
          <a:prstGeom prst="straightConnector1">
            <a:avLst/>
          </a:prstGeom>
          <a:noFill/>
          <a:ln w="38100" algn="ctr">
            <a:solidFill>
              <a:srgbClr val="33CCCC"/>
            </a:solidFill>
            <a:round/>
            <a:headEnd/>
            <a:tailEnd type="arrow" w="med" len="med"/>
          </a:ln>
          <a:extLst>
            <a:ext uri="{909E8E84-426E-40DD-AFC4-6F175D3DCCD1}">
              <a14:hiddenFill xmlns:a14="http://schemas.microsoft.com/office/drawing/2010/main">
                <a:noFill/>
              </a14:hiddenFill>
            </a:ext>
          </a:extLst>
        </p:spPr>
      </p:cxnSp>
      <p:sp>
        <p:nvSpPr>
          <p:cNvPr id="26655" name="2 Marcador de contenido">
            <a:extLst>
              <a:ext uri="{FF2B5EF4-FFF2-40B4-BE49-F238E27FC236}">
                <a16:creationId xmlns:a16="http://schemas.microsoft.com/office/drawing/2014/main" id="{BBC4A597-2067-4BBE-B979-441760D210D1}"/>
              </a:ext>
            </a:extLst>
          </p:cNvPr>
          <p:cNvSpPr>
            <a:spLocks/>
          </p:cNvSpPr>
          <p:nvPr/>
        </p:nvSpPr>
        <p:spPr bwMode="auto">
          <a:xfrm>
            <a:off x="2821907" y="2152149"/>
            <a:ext cx="2388268" cy="545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520700" indent="-22860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lvl="1">
              <a:lnSpc>
                <a:spcPct val="100000"/>
              </a:lnSpc>
              <a:spcBef>
                <a:spcPts val="474"/>
              </a:spcBef>
              <a:buClr>
                <a:srgbClr val="F9B639"/>
              </a:buClr>
              <a:buSzPct val="80000"/>
              <a:buNone/>
            </a:pPr>
            <a:r>
              <a:rPr lang="es-MX" altLang="en-US" sz="2274">
                <a:solidFill>
                  <a:srgbClr val="7F7F7F"/>
                </a:solidFill>
                <a:latin typeface="Symbol" panose="05050102010706020507" pitchFamily="18" charset="2"/>
              </a:rPr>
              <a:t>e</a:t>
            </a:r>
            <a:r>
              <a:rPr lang="es-MX" altLang="en-US" sz="2274" baseline="-30000">
                <a:solidFill>
                  <a:srgbClr val="7F7F7F"/>
                </a:solidFill>
                <a:latin typeface="AvantGarde" pitchFamily="34" charset="0"/>
                <a:cs typeface="Times New Roman" panose="02020603050405020304" pitchFamily="18" charset="0"/>
              </a:rPr>
              <a:t>0</a:t>
            </a:r>
            <a:r>
              <a:rPr lang="es-MX" altLang="en-US" sz="2274">
                <a:solidFill>
                  <a:srgbClr val="7F7F7F"/>
                </a:solidFill>
                <a:latin typeface="Symbol" panose="05050102010706020507" pitchFamily="18" charset="2"/>
              </a:rPr>
              <a:t> F</a:t>
            </a:r>
            <a:r>
              <a:rPr lang="es-MX" altLang="en-US" sz="2274" baseline="-30000">
                <a:solidFill>
                  <a:srgbClr val="7F7F7F"/>
                </a:solidFill>
                <a:latin typeface="AvantGarde" pitchFamily="34" charset="0"/>
                <a:cs typeface="Times New Roman" panose="02020603050405020304" pitchFamily="18" charset="0"/>
              </a:rPr>
              <a:t>E</a:t>
            </a:r>
            <a:r>
              <a:rPr lang="es-MX" altLang="en-US" sz="2274">
                <a:solidFill>
                  <a:srgbClr val="7F7F7F"/>
                </a:solidFill>
                <a:latin typeface="Comic Sans MS" panose="030F0702030302020204" pitchFamily="66" charset="0"/>
              </a:rPr>
              <a:t> = Q </a:t>
            </a:r>
            <a:r>
              <a:rPr lang="es-MX" altLang="en-US" sz="2179">
                <a:solidFill>
                  <a:srgbClr val="7F7F7F"/>
                </a:solidFill>
                <a:latin typeface="Comic Sans MS" panose="030F0702030302020204" pitchFamily="66" charset="0"/>
              </a:rPr>
              <a:t>	</a:t>
            </a:r>
            <a:endParaRPr lang="es-ES" altLang="en-US" sz="2179">
              <a:solidFill>
                <a:srgbClr val="7F7F7F"/>
              </a:solidFill>
              <a:latin typeface="Comic Sans MS" panose="030F0702030302020204" pitchFamily="66" charset="0"/>
            </a:endParaRPr>
          </a:p>
        </p:txBody>
      </p:sp>
      <p:grpSp>
        <p:nvGrpSpPr>
          <p:cNvPr id="26656" name="Group 1">
            <a:extLst>
              <a:ext uri="{FF2B5EF4-FFF2-40B4-BE49-F238E27FC236}">
                <a16:creationId xmlns:a16="http://schemas.microsoft.com/office/drawing/2014/main" id="{56A57390-5BDA-43CC-BDBF-3D0A36D400AF}"/>
              </a:ext>
            </a:extLst>
          </p:cNvPr>
          <p:cNvGrpSpPr>
            <a:grpSpLocks/>
          </p:cNvGrpSpPr>
          <p:nvPr/>
        </p:nvGrpSpPr>
        <p:grpSpPr bwMode="auto">
          <a:xfrm>
            <a:off x="6232860" y="2082968"/>
            <a:ext cx="2388268" cy="618122"/>
            <a:chOff x="4716463" y="2198688"/>
            <a:chExt cx="2520950" cy="652462"/>
          </a:xfrm>
        </p:grpSpPr>
        <p:sp>
          <p:nvSpPr>
            <p:cNvPr id="26658" name="2 Marcador de contenido">
              <a:extLst>
                <a:ext uri="{FF2B5EF4-FFF2-40B4-BE49-F238E27FC236}">
                  <a16:creationId xmlns:a16="http://schemas.microsoft.com/office/drawing/2014/main" id="{17339242-379F-4BCD-8810-BD46C18C5409}"/>
                </a:ext>
              </a:extLst>
            </p:cNvPr>
            <p:cNvSpPr>
              <a:spLocks/>
            </p:cNvSpPr>
            <p:nvPr/>
          </p:nvSpPr>
          <p:spPr bwMode="auto">
            <a:xfrm>
              <a:off x="4716463" y="2274888"/>
              <a:ext cx="2520950"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520700" indent="-22860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lvl="1">
                <a:lnSpc>
                  <a:spcPct val="100000"/>
                </a:lnSpc>
                <a:spcBef>
                  <a:spcPts val="474"/>
                </a:spcBef>
                <a:buClr>
                  <a:srgbClr val="F9B639"/>
                </a:buClr>
                <a:buSzPct val="80000"/>
                <a:buNone/>
              </a:pPr>
              <a:r>
                <a:rPr lang="es-MX" altLang="en-US" sz="2274">
                  <a:solidFill>
                    <a:srgbClr val="7F7F7F"/>
                  </a:solidFill>
                  <a:latin typeface="Comic Sans MS" panose="030F0702030302020204" pitchFamily="66" charset="0"/>
                </a:rPr>
                <a:t>Q = </a:t>
              </a:r>
              <a:r>
                <a:rPr lang="es-MX" altLang="en-US" sz="2274">
                  <a:solidFill>
                    <a:srgbClr val="7F7F7F"/>
                  </a:solidFill>
                  <a:latin typeface="Symbol" panose="05050102010706020507" pitchFamily="18" charset="2"/>
                </a:rPr>
                <a:t>e</a:t>
              </a:r>
              <a:r>
                <a:rPr lang="es-MX" altLang="en-US" sz="2274" baseline="-30000">
                  <a:solidFill>
                    <a:srgbClr val="7F7F7F"/>
                  </a:solidFill>
                  <a:latin typeface="AvantGarde" pitchFamily="34" charset="0"/>
                  <a:cs typeface="Times New Roman" panose="02020603050405020304" pitchFamily="18" charset="0"/>
                </a:rPr>
                <a:t>0</a:t>
              </a:r>
              <a:r>
                <a:rPr lang="es-MX" altLang="en-US" sz="2274">
                  <a:solidFill>
                    <a:srgbClr val="7F7F7F"/>
                  </a:solidFill>
                  <a:latin typeface="Comic Sans MS" panose="030F0702030302020204" pitchFamily="66" charset="0"/>
                </a:rPr>
                <a:t>    E  dA </a:t>
              </a:r>
              <a:r>
                <a:rPr lang="es-MX" altLang="en-US" sz="2179">
                  <a:solidFill>
                    <a:srgbClr val="7F7F7F"/>
                  </a:solidFill>
                  <a:latin typeface="Comic Sans MS" panose="030F0702030302020204" pitchFamily="66" charset="0"/>
                </a:rPr>
                <a:t>	</a:t>
              </a:r>
              <a:endParaRPr lang="es-ES" altLang="en-US" sz="2179">
                <a:solidFill>
                  <a:srgbClr val="7F7F7F"/>
                </a:solidFill>
                <a:latin typeface="Comic Sans MS" panose="030F0702030302020204" pitchFamily="66" charset="0"/>
              </a:endParaRPr>
            </a:p>
          </p:txBody>
        </p:sp>
        <p:sp>
          <p:nvSpPr>
            <p:cNvPr id="26659" name="Line 19">
              <a:extLst>
                <a:ext uri="{FF2B5EF4-FFF2-40B4-BE49-F238E27FC236}">
                  <a16:creationId xmlns:a16="http://schemas.microsoft.com/office/drawing/2014/main" id="{13AA05E0-C3CF-47A8-9A41-67E06D3EA9C6}"/>
                </a:ext>
              </a:extLst>
            </p:cNvPr>
            <p:cNvSpPr>
              <a:spLocks noChangeShapeType="1"/>
            </p:cNvSpPr>
            <p:nvPr/>
          </p:nvSpPr>
          <p:spPr bwMode="auto">
            <a:xfrm>
              <a:off x="6877050" y="2274888"/>
              <a:ext cx="215900" cy="0"/>
            </a:xfrm>
            <a:prstGeom prst="line">
              <a:avLst/>
            </a:prstGeom>
            <a:noFill/>
            <a:ln w="9525">
              <a:solidFill>
                <a:srgbClr val="5F5F5F"/>
              </a:solidFill>
              <a:round/>
              <a:headEnd/>
              <a:tailEnd type="triangle" w="med" len="med"/>
            </a:ln>
            <a:extLst>
              <a:ext uri="{909E8E84-426E-40DD-AFC4-6F175D3DCCD1}">
                <a14:hiddenFill xmlns:a14="http://schemas.microsoft.com/office/drawing/2010/main">
                  <a:noFill/>
                </a14:hiddenFill>
              </a:ext>
            </a:extLst>
          </p:spPr>
          <p:txBody>
            <a:bodyPr/>
            <a:lstStyle/>
            <a:p>
              <a:endParaRPr lang="en-US" sz="1705"/>
            </a:p>
          </p:txBody>
        </p:sp>
        <p:sp>
          <p:nvSpPr>
            <p:cNvPr id="26660" name="Line 19">
              <a:extLst>
                <a:ext uri="{FF2B5EF4-FFF2-40B4-BE49-F238E27FC236}">
                  <a16:creationId xmlns:a16="http://schemas.microsoft.com/office/drawing/2014/main" id="{BA9AC067-E368-4623-8C79-6175D3858736}"/>
                </a:ext>
              </a:extLst>
            </p:cNvPr>
            <p:cNvSpPr>
              <a:spLocks noChangeShapeType="1"/>
            </p:cNvSpPr>
            <p:nvPr/>
          </p:nvSpPr>
          <p:spPr bwMode="auto">
            <a:xfrm>
              <a:off x="6300788" y="2274888"/>
              <a:ext cx="215900" cy="0"/>
            </a:xfrm>
            <a:prstGeom prst="line">
              <a:avLst/>
            </a:prstGeom>
            <a:noFill/>
            <a:ln w="9525">
              <a:solidFill>
                <a:srgbClr val="5F5F5F"/>
              </a:solidFill>
              <a:round/>
              <a:headEnd/>
              <a:tailEnd type="triangle" w="med" len="med"/>
            </a:ln>
            <a:extLst>
              <a:ext uri="{909E8E84-426E-40DD-AFC4-6F175D3DCCD1}">
                <a14:hiddenFill xmlns:a14="http://schemas.microsoft.com/office/drawing/2010/main">
                  <a:noFill/>
                </a14:hiddenFill>
              </a:ext>
            </a:extLst>
          </p:spPr>
          <p:txBody>
            <a:bodyPr/>
            <a:lstStyle/>
            <a:p>
              <a:endParaRPr lang="en-US" sz="1705"/>
            </a:p>
          </p:txBody>
        </p:sp>
        <p:sp>
          <p:nvSpPr>
            <p:cNvPr id="51" name="50 Elipse">
              <a:extLst>
                <a:ext uri="{FF2B5EF4-FFF2-40B4-BE49-F238E27FC236}">
                  <a16:creationId xmlns:a16="http://schemas.microsoft.com/office/drawing/2014/main" id="{A07522B4-1179-484A-97BC-30B499EE7C49}"/>
                </a:ext>
              </a:extLst>
            </p:cNvPr>
            <p:cNvSpPr/>
            <p:nvPr/>
          </p:nvSpPr>
          <p:spPr>
            <a:xfrm>
              <a:off x="6516688" y="2490788"/>
              <a:ext cx="71437" cy="73025"/>
            </a:xfrm>
            <a:prstGeom prst="ellipse">
              <a:avLst/>
            </a:prstGeom>
            <a:solidFill>
              <a:schemeClr val="tx1">
                <a:lumMod val="50000"/>
                <a:lumOff val="50000"/>
              </a:schemeClr>
            </a:solidFill>
            <a:ln>
              <a:noFill/>
            </a:ln>
          </p:spPr>
          <p:style>
            <a:lnRef idx="2">
              <a:schemeClr val="dk1">
                <a:shade val="50000"/>
              </a:schemeClr>
            </a:lnRef>
            <a:fillRef idx="1">
              <a:schemeClr val="dk1"/>
            </a:fillRef>
            <a:effectRef idx="0">
              <a:schemeClr val="dk1"/>
            </a:effectRef>
            <a:fontRef idx="minor">
              <a:schemeClr val="lt1"/>
            </a:fontRef>
          </p:style>
          <p:txBody>
            <a:bodyPr anchor="ctr"/>
            <a:lstStyle/>
            <a:p>
              <a:pPr algn="ctr">
                <a:defRPr/>
              </a:pPr>
              <a:endParaRPr lang="es-ES" sz="1705"/>
            </a:p>
          </p:txBody>
        </p:sp>
        <p:sp>
          <p:nvSpPr>
            <p:cNvPr id="26662" name="Freeform 8">
              <a:extLst>
                <a:ext uri="{FF2B5EF4-FFF2-40B4-BE49-F238E27FC236}">
                  <a16:creationId xmlns:a16="http://schemas.microsoft.com/office/drawing/2014/main" id="{3D995745-9BC7-47D1-9643-990B404BA332}"/>
                </a:ext>
              </a:extLst>
            </p:cNvPr>
            <p:cNvSpPr>
              <a:spLocks/>
            </p:cNvSpPr>
            <p:nvPr/>
          </p:nvSpPr>
          <p:spPr bwMode="auto">
            <a:xfrm>
              <a:off x="6011863" y="2198688"/>
              <a:ext cx="144462" cy="652462"/>
            </a:xfrm>
            <a:custGeom>
              <a:avLst/>
              <a:gdLst>
                <a:gd name="T0" fmla="*/ 2147483646 w 181"/>
                <a:gd name="T1" fmla="*/ 2147483646 h 574"/>
                <a:gd name="T2" fmla="*/ 2147483646 w 181"/>
                <a:gd name="T3" fmla="*/ 2147483646 h 574"/>
                <a:gd name="T4" fmla="*/ 2147483646 w 181"/>
                <a:gd name="T5" fmla="*/ 2147483646 h 574"/>
                <a:gd name="T6" fmla="*/ 2147483646 w 181"/>
                <a:gd name="T7" fmla="*/ 2147483646 h 574"/>
                <a:gd name="T8" fmla="*/ 0 w 181"/>
                <a:gd name="T9" fmla="*/ 2147483646 h 574"/>
                <a:gd name="T10" fmla="*/ 0 60000 65536"/>
                <a:gd name="T11" fmla="*/ 0 60000 65536"/>
                <a:gd name="T12" fmla="*/ 0 60000 65536"/>
                <a:gd name="T13" fmla="*/ 0 60000 65536"/>
                <a:gd name="T14" fmla="*/ 0 60000 65536"/>
                <a:gd name="T15" fmla="*/ 0 w 181"/>
                <a:gd name="T16" fmla="*/ 0 h 574"/>
                <a:gd name="T17" fmla="*/ 181 w 181"/>
                <a:gd name="T18" fmla="*/ 574 h 574"/>
              </a:gdLst>
              <a:ahLst/>
              <a:cxnLst>
                <a:cxn ang="T10">
                  <a:pos x="T0" y="T1"/>
                </a:cxn>
                <a:cxn ang="T11">
                  <a:pos x="T2" y="T3"/>
                </a:cxn>
                <a:cxn ang="T12">
                  <a:pos x="T4" y="T5"/>
                </a:cxn>
                <a:cxn ang="T13">
                  <a:pos x="T6" y="T7"/>
                </a:cxn>
                <a:cxn ang="T14">
                  <a:pos x="T8" y="T9"/>
                </a:cxn>
              </a:cxnLst>
              <a:rect l="T15" t="T16" r="T17" b="T18"/>
              <a:pathLst>
                <a:path w="181" h="574">
                  <a:moveTo>
                    <a:pt x="181" y="30"/>
                  </a:moveTo>
                  <a:cubicBezTo>
                    <a:pt x="113" y="15"/>
                    <a:pt x="45" y="0"/>
                    <a:pt x="45" y="75"/>
                  </a:cubicBezTo>
                  <a:cubicBezTo>
                    <a:pt x="45" y="150"/>
                    <a:pt x="181" y="400"/>
                    <a:pt x="181" y="483"/>
                  </a:cubicBezTo>
                  <a:cubicBezTo>
                    <a:pt x="181" y="566"/>
                    <a:pt x="75" y="574"/>
                    <a:pt x="45" y="574"/>
                  </a:cubicBezTo>
                  <a:cubicBezTo>
                    <a:pt x="15" y="574"/>
                    <a:pt x="7" y="528"/>
                    <a:pt x="0" y="483"/>
                  </a:cubicBezTo>
                </a:path>
              </a:pathLst>
            </a:custGeom>
            <a:noFill/>
            <a:ln w="28575">
              <a:solidFill>
                <a:srgbClr val="5F5F5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sz="1705"/>
            </a:p>
          </p:txBody>
        </p:sp>
        <p:sp>
          <p:nvSpPr>
            <p:cNvPr id="26663" name="Oval 44">
              <a:extLst>
                <a:ext uri="{FF2B5EF4-FFF2-40B4-BE49-F238E27FC236}">
                  <a16:creationId xmlns:a16="http://schemas.microsoft.com/office/drawing/2014/main" id="{EF93080D-BB01-4941-AC93-A219888676EC}"/>
                </a:ext>
              </a:extLst>
            </p:cNvPr>
            <p:cNvSpPr>
              <a:spLocks noChangeArrowheads="1"/>
            </p:cNvSpPr>
            <p:nvPr/>
          </p:nvSpPr>
          <p:spPr bwMode="auto">
            <a:xfrm>
              <a:off x="6013450" y="2414588"/>
              <a:ext cx="215900" cy="215900"/>
            </a:xfrm>
            <a:prstGeom prst="ellipse">
              <a:avLst/>
            </a:prstGeom>
            <a:noFill/>
            <a:ln w="9525">
              <a:solidFill>
                <a:srgbClr val="333333"/>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742950" indent="-28575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eaLnBrk="1" hangingPunct="1">
                <a:lnSpc>
                  <a:spcPct val="100000"/>
                </a:lnSpc>
                <a:spcBef>
                  <a:spcPct val="0"/>
                </a:spcBef>
                <a:buClrTx/>
                <a:buSzTx/>
                <a:buFontTx/>
                <a:buNone/>
              </a:pPr>
              <a:endParaRPr lang="es-MX" altLang="en-US" sz="2274">
                <a:solidFill>
                  <a:schemeClr val="tx1"/>
                </a:solidFill>
                <a:latin typeface="Arial" panose="020B0604020202020204" pitchFamily="34" charset="0"/>
              </a:endParaRPr>
            </a:p>
          </p:txBody>
        </p:sp>
      </p:grpSp>
      <p:pic>
        <p:nvPicPr>
          <p:cNvPr id="26657" name="Picture 2">
            <a:extLst>
              <a:ext uri="{FF2B5EF4-FFF2-40B4-BE49-F238E27FC236}">
                <a16:creationId xmlns:a16="http://schemas.microsoft.com/office/drawing/2014/main" id="{60627813-1E0E-4A43-9571-5D19743CB1E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2370113">
            <a:off x="7299158" y="3499686"/>
            <a:ext cx="887329" cy="12557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9698" name="Group 1">
            <a:extLst>
              <a:ext uri="{FF2B5EF4-FFF2-40B4-BE49-F238E27FC236}">
                <a16:creationId xmlns:a16="http://schemas.microsoft.com/office/drawing/2014/main" id="{303F8561-735B-48BF-9B04-11E18EFCC8F6}"/>
              </a:ext>
            </a:extLst>
          </p:cNvPr>
          <p:cNvGrpSpPr>
            <a:grpSpLocks/>
          </p:cNvGrpSpPr>
          <p:nvPr/>
        </p:nvGrpSpPr>
        <p:grpSpPr bwMode="auto">
          <a:xfrm>
            <a:off x="1764632" y="4340393"/>
            <a:ext cx="5934576" cy="2661987"/>
            <a:chOff x="971550" y="3978275"/>
            <a:chExt cx="6264275" cy="2809875"/>
          </a:xfrm>
        </p:grpSpPr>
        <p:sp>
          <p:nvSpPr>
            <p:cNvPr id="29709" name="2 Marcador de contenido">
              <a:extLst>
                <a:ext uri="{FF2B5EF4-FFF2-40B4-BE49-F238E27FC236}">
                  <a16:creationId xmlns:a16="http://schemas.microsoft.com/office/drawing/2014/main" id="{F988AC1B-13FD-4978-9A57-52FAD94613C8}"/>
                </a:ext>
              </a:extLst>
            </p:cNvPr>
            <p:cNvSpPr>
              <a:spLocks/>
            </p:cNvSpPr>
            <p:nvPr/>
          </p:nvSpPr>
          <p:spPr bwMode="auto">
            <a:xfrm>
              <a:off x="2700338" y="6211888"/>
              <a:ext cx="2519362"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520700" indent="-22860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lvl="1">
                <a:lnSpc>
                  <a:spcPct val="100000"/>
                </a:lnSpc>
                <a:spcBef>
                  <a:spcPts val="474"/>
                </a:spcBef>
                <a:buClr>
                  <a:srgbClr val="F9B639"/>
                </a:buClr>
                <a:buSzPct val="80000"/>
                <a:buNone/>
              </a:pPr>
              <a:r>
                <a:rPr lang="es-MX" altLang="en-US" sz="2274">
                  <a:solidFill>
                    <a:srgbClr val="7F7F7F"/>
                  </a:solidFill>
                  <a:latin typeface="Symbol" panose="05050102010706020507" pitchFamily="18" charset="2"/>
                </a:rPr>
                <a:t>F</a:t>
              </a:r>
              <a:r>
                <a:rPr lang="es-MX" altLang="en-US" sz="2274">
                  <a:solidFill>
                    <a:srgbClr val="7F7F7F"/>
                  </a:solidFill>
                  <a:latin typeface="Comic Sans MS" panose="030F0702030302020204" pitchFamily="66" charset="0"/>
                </a:rPr>
                <a:t> = E  A </a:t>
              </a:r>
              <a:r>
                <a:rPr lang="es-MX" altLang="en-US" sz="2179">
                  <a:solidFill>
                    <a:srgbClr val="7F7F7F"/>
                  </a:solidFill>
                  <a:latin typeface="Comic Sans MS" panose="030F0702030302020204" pitchFamily="66" charset="0"/>
                </a:rPr>
                <a:t>	</a:t>
              </a:r>
              <a:endParaRPr lang="es-ES" altLang="en-US" sz="2179">
                <a:solidFill>
                  <a:srgbClr val="7F7F7F"/>
                </a:solidFill>
                <a:latin typeface="Comic Sans MS" panose="030F0702030302020204" pitchFamily="66" charset="0"/>
              </a:endParaRPr>
            </a:p>
          </p:txBody>
        </p:sp>
        <p:sp>
          <p:nvSpPr>
            <p:cNvPr id="29710" name="Line 19">
              <a:extLst>
                <a:ext uri="{FF2B5EF4-FFF2-40B4-BE49-F238E27FC236}">
                  <a16:creationId xmlns:a16="http://schemas.microsoft.com/office/drawing/2014/main" id="{0561CD9B-41B8-45F0-A422-D79E96D52FDF}"/>
                </a:ext>
              </a:extLst>
            </p:cNvPr>
            <p:cNvSpPr>
              <a:spLocks noChangeShapeType="1"/>
            </p:cNvSpPr>
            <p:nvPr/>
          </p:nvSpPr>
          <p:spPr bwMode="auto">
            <a:xfrm>
              <a:off x="3995738" y="6283325"/>
              <a:ext cx="215900" cy="0"/>
            </a:xfrm>
            <a:prstGeom prst="line">
              <a:avLst/>
            </a:prstGeom>
            <a:noFill/>
            <a:ln w="9525">
              <a:solidFill>
                <a:srgbClr val="5F5F5F"/>
              </a:solidFill>
              <a:round/>
              <a:headEnd/>
              <a:tailEnd type="triangle" w="med" len="med"/>
            </a:ln>
            <a:extLst>
              <a:ext uri="{909E8E84-426E-40DD-AFC4-6F175D3DCCD1}">
                <a14:hiddenFill xmlns:a14="http://schemas.microsoft.com/office/drawing/2010/main">
                  <a:noFill/>
                </a14:hiddenFill>
              </a:ext>
            </a:extLst>
          </p:spPr>
          <p:txBody>
            <a:bodyPr/>
            <a:lstStyle/>
            <a:p>
              <a:endParaRPr lang="en-US" sz="1705"/>
            </a:p>
          </p:txBody>
        </p:sp>
        <p:sp>
          <p:nvSpPr>
            <p:cNvPr id="29711" name="Line 19">
              <a:extLst>
                <a:ext uri="{FF2B5EF4-FFF2-40B4-BE49-F238E27FC236}">
                  <a16:creationId xmlns:a16="http://schemas.microsoft.com/office/drawing/2014/main" id="{A28CF991-6DB3-4865-B8F1-339094F68E9D}"/>
                </a:ext>
              </a:extLst>
            </p:cNvPr>
            <p:cNvSpPr>
              <a:spLocks noChangeShapeType="1"/>
            </p:cNvSpPr>
            <p:nvPr/>
          </p:nvSpPr>
          <p:spPr bwMode="auto">
            <a:xfrm>
              <a:off x="3635375" y="6283325"/>
              <a:ext cx="215900" cy="0"/>
            </a:xfrm>
            <a:prstGeom prst="line">
              <a:avLst/>
            </a:prstGeom>
            <a:noFill/>
            <a:ln w="9525">
              <a:solidFill>
                <a:srgbClr val="5F5F5F"/>
              </a:solidFill>
              <a:round/>
              <a:headEnd/>
              <a:tailEnd type="triangle" w="med" len="med"/>
            </a:ln>
            <a:extLst>
              <a:ext uri="{909E8E84-426E-40DD-AFC4-6F175D3DCCD1}">
                <a14:hiddenFill xmlns:a14="http://schemas.microsoft.com/office/drawing/2010/main">
                  <a:noFill/>
                </a14:hiddenFill>
              </a:ext>
            </a:extLst>
          </p:spPr>
          <p:txBody>
            <a:bodyPr/>
            <a:lstStyle/>
            <a:p>
              <a:endParaRPr lang="en-US" sz="1705"/>
            </a:p>
          </p:txBody>
        </p:sp>
        <p:cxnSp>
          <p:nvCxnSpPr>
            <p:cNvPr id="29712" name="20 Conector recto de flecha">
              <a:extLst>
                <a:ext uri="{FF2B5EF4-FFF2-40B4-BE49-F238E27FC236}">
                  <a16:creationId xmlns:a16="http://schemas.microsoft.com/office/drawing/2014/main" id="{4F567F6C-3EDF-455F-9DB7-B00DF115DE00}"/>
                </a:ext>
              </a:extLst>
            </p:cNvPr>
            <p:cNvCxnSpPr>
              <a:cxnSpLocks noChangeShapeType="1"/>
            </p:cNvCxnSpPr>
            <p:nvPr/>
          </p:nvCxnSpPr>
          <p:spPr bwMode="auto">
            <a:xfrm>
              <a:off x="971550" y="6138863"/>
              <a:ext cx="6264275" cy="1587"/>
            </a:xfrm>
            <a:prstGeom prst="straightConnector1">
              <a:avLst/>
            </a:prstGeom>
            <a:noFill/>
            <a:ln w="11430" algn="ctr">
              <a:solidFill>
                <a:srgbClr val="66FF33"/>
              </a:solidFill>
              <a:round/>
              <a:headEnd/>
              <a:tailEnd type="arrow" w="med" len="med"/>
            </a:ln>
            <a:extLst>
              <a:ext uri="{909E8E84-426E-40DD-AFC4-6F175D3DCCD1}">
                <a14:hiddenFill xmlns:a14="http://schemas.microsoft.com/office/drawing/2010/main">
                  <a:noFill/>
                </a14:hiddenFill>
              </a:ext>
            </a:extLst>
          </p:spPr>
        </p:cxnSp>
        <p:cxnSp>
          <p:nvCxnSpPr>
            <p:cNvPr id="29713" name="23 Conector recto de flecha">
              <a:extLst>
                <a:ext uri="{FF2B5EF4-FFF2-40B4-BE49-F238E27FC236}">
                  <a16:creationId xmlns:a16="http://schemas.microsoft.com/office/drawing/2014/main" id="{1F18F37B-97E9-44AE-AA0D-0B0DD5891E99}"/>
                </a:ext>
              </a:extLst>
            </p:cNvPr>
            <p:cNvCxnSpPr>
              <a:cxnSpLocks noChangeShapeType="1"/>
            </p:cNvCxnSpPr>
            <p:nvPr/>
          </p:nvCxnSpPr>
          <p:spPr bwMode="auto">
            <a:xfrm>
              <a:off x="971550" y="3978275"/>
              <a:ext cx="6264275" cy="1588"/>
            </a:xfrm>
            <a:prstGeom prst="straightConnector1">
              <a:avLst/>
            </a:prstGeom>
            <a:noFill/>
            <a:ln w="11430" algn="ctr">
              <a:solidFill>
                <a:srgbClr val="66FF33"/>
              </a:solidFill>
              <a:round/>
              <a:headEnd/>
              <a:tailEnd type="arrow" w="med" len="med"/>
            </a:ln>
            <a:extLst>
              <a:ext uri="{909E8E84-426E-40DD-AFC4-6F175D3DCCD1}">
                <a14:hiddenFill xmlns:a14="http://schemas.microsoft.com/office/drawing/2010/main">
                  <a:noFill/>
                </a14:hiddenFill>
              </a:ext>
            </a:extLst>
          </p:spPr>
        </p:cxnSp>
        <p:cxnSp>
          <p:nvCxnSpPr>
            <p:cNvPr id="29714" name="23 Conector recto de flecha">
              <a:extLst>
                <a:ext uri="{FF2B5EF4-FFF2-40B4-BE49-F238E27FC236}">
                  <a16:creationId xmlns:a16="http://schemas.microsoft.com/office/drawing/2014/main" id="{2EEAC37E-8625-4B7E-B0AB-D99D39F76A68}"/>
                </a:ext>
              </a:extLst>
            </p:cNvPr>
            <p:cNvCxnSpPr>
              <a:cxnSpLocks noChangeShapeType="1"/>
            </p:cNvCxnSpPr>
            <p:nvPr/>
          </p:nvCxnSpPr>
          <p:spPr bwMode="auto">
            <a:xfrm>
              <a:off x="971550" y="4413250"/>
              <a:ext cx="6264275" cy="1588"/>
            </a:xfrm>
            <a:prstGeom prst="straightConnector1">
              <a:avLst/>
            </a:prstGeom>
            <a:noFill/>
            <a:ln w="11430" algn="ctr">
              <a:solidFill>
                <a:srgbClr val="66FF33"/>
              </a:solidFill>
              <a:round/>
              <a:headEnd/>
              <a:tailEnd type="arrow" w="med" len="med"/>
            </a:ln>
            <a:extLst>
              <a:ext uri="{909E8E84-426E-40DD-AFC4-6F175D3DCCD1}">
                <a14:hiddenFill xmlns:a14="http://schemas.microsoft.com/office/drawing/2010/main">
                  <a:noFill/>
                </a14:hiddenFill>
              </a:ext>
            </a:extLst>
          </p:spPr>
        </p:cxnSp>
        <p:cxnSp>
          <p:nvCxnSpPr>
            <p:cNvPr id="29715" name="23 Conector recto de flecha">
              <a:extLst>
                <a:ext uri="{FF2B5EF4-FFF2-40B4-BE49-F238E27FC236}">
                  <a16:creationId xmlns:a16="http://schemas.microsoft.com/office/drawing/2014/main" id="{5FE9E0C2-5F33-4417-9FF5-E4045B83A47E}"/>
                </a:ext>
              </a:extLst>
            </p:cNvPr>
            <p:cNvCxnSpPr>
              <a:cxnSpLocks noChangeShapeType="1"/>
            </p:cNvCxnSpPr>
            <p:nvPr/>
          </p:nvCxnSpPr>
          <p:spPr bwMode="auto">
            <a:xfrm>
              <a:off x="971550" y="4845050"/>
              <a:ext cx="6264275" cy="1588"/>
            </a:xfrm>
            <a:prstGeom prst="straightConnector1">
              <a:avLst/>
            </a:prstGeom>
            <a:noFill/>
            <a:ln w="11430" algn="ctr">
              <a:solidFill>
                <a:srgbClr val="66FF33"/>
              </a:solidFill>
              <a:round/>
              <a:headEnd/>
              <a:tailEnd type="arrow" w="med" len="med"/>
            </a:ln>
            <a:extLst>
              <a:ext uri="{909E8E84-426E-40DD-AFC4-6F175D3DCCD1}">
                <a14:hiddenFill xmlns:a14="http://schemas.microsoft.com/office/drawing/2010/main">
                  <a:noFill/>
                </a14:hiddenFill>
              </a:ext>
            </a:extLst>
          </p:spPr>
        </p:cxnSp>
        <p:cxnSp>
          <p:nvCxnSpPr>
            <p:cNvPr id="29716" name="23 Conector recto de flecha">
              <a:extLst>
                <a:ext uri="{FF2B5EF4-FFF2-40B4-BE49-F238E27FC236}">
                  <a16:creationId xmlns:a16="http://schemas.microsoft.com/office/drawing/2014/main" id="{DB602064-0BDD-4DC8-8D62-C871CB81A7B1}"/>
                </a:ext>
              </a:extLst>
            </p:cNvPr>
            <p:cNvCxnSpPr>
              <a:cxnSpLocks noChangeShapeType="1"/>
            </p:cNvCxnSpPr>
            <p:nvPr/>
          </p:nvCxnSpPr>
          <p:spPr bwMode="auto">
            <a:xfrm>
              <a:off x="971550" y="5276850"/>
              <a:ext cx="6264275" cy="1588"/>
            </a:xfrm>
            <a:prstGeom prst="straightConnector1">
              <a:avLst/>
            </a:prstGeom>
            <a:noFill/>
            <a:ln w="11430" algn="ctr">
              <a:solidFill>
                <a:srgbClr val="66FF33"/>
              </a:solidFill>
              <a:round/>
              <a:headEnd/>
              <a:tailEnd type="arrow" w="med" len="med"/>
            </a:ln>
            <a:extLst>
              <a:ext uri="{909E8E84-426E-40DD-AFC4-6F175D3DCCD1}">
                <a14:hiddenFill xmlns:a14="http://schemas.microsoft.com/office/drawing/2010/main">
                  <a:noFill/>
                </a14:hiddenFill>
              </a:ext>
            </a:extLst>
          </p:spPr>
        </p:cxnSp>
        <p:cxnSp>
          <p:nvCxnSpPr>
            <p:cNvPr id="29717" name="23 Conector recto de flecha">
              <a:extLst>
                <a:ext uri="{FF2B5EF4-FFF2-40B4-BE49-F238E27FC236}">
                  <a16:creationId xmlns:a16="http://schemas.microsoft.com/office/drawing/2014/main" id="{431EEBE6-3DD9-4775-B133-1BC8A6176637}"/>
                </a:ext>
              </a:extLst>
            </p:cNvPr>
            <p:cNvCxnSpPr>
              <a:cxnSpLocks noChangeShapeType="1"/>
            </p:cNvCxnSpPr>
            <p:nvPr/>
          </p:nvCxnSpPr>
          <p:spPr bwMode="auto">
            <a:xfrm>
              <a:off x="971550" y="5707063"/>
              <a:ext cx="6264275" cy="1587"/>
            </a:xfrm>
            <a:prstGeom prst="straightConnector1">
              <a:avLst/>
            </a:prstGeom>
            <a:noFill/>
            <a:ln w="11430" algn="ctr">
              <a:solidFill>
                <a:srgbClr val="66FF33"/>
              </a:solidFill>
              <a:round/>
              <a:headEnd/>
              <a:tailEnd type="arrow" w="med" len="med"/>
            </a:ln>
            <a:extLst>
              <a:ext uri="{909E8E84-426E-40DD-AFC4-6F175D3DCCD1}">
                <a14:hiddenFill xmlns:a14="http://schemas.microsoft.com/office/drawing/2010/main">
                  <a:noFill/>
                </a14:hiddenFill>
              </a:ext>
            </a:extLst>
          </p:spPr>
        </p:cxnSp>
        <p:cxnSp>
          <p:nvCxnSpPr>
            <p:cNvPr id="29718" name="26 Conector recto de flecha">
              <a:extLst>
                <a:ext uri="{FF2B5EF4-FFF2-40B4-BE49-F238E27FC236}">
                  <a16:creationId xmlns:a16="http://schemas.microsoft.com/office/drawing/2014/main" id="{3EB306FA-15D0-41C2-852B-8FAC86BDE19A}"/>
                </a:ext>
              </a:extLst>
            </p:cNvPr>
            <p:cNvCxnSpPr>
              <a:cxnSpLocks noChangeShapeType="1"/>
            </p:cNvCxnSpPr>
            <p:nvPr/>
          </p:nvCxnSpPr>
          <p:spPr bwMode="auto">
            <a:xfrm>
              <a:off x="5580063" y="6138863"/>
              <a:ext cx="431800" cy="0"/>
            </a:xfrm>
            <a:prstGeom prst="straightConnector1">
              <a:avLst/>
            </a:prstGeom>
            <a:noFill/>
            <a:ln w="25400" algn="ctr">
              <a:solidFill>
                <a:srgbClr val="66FF33"/>
              </a:solidFill>
              <a:round/>
              <a:headEnd/>
              <a:tailEnd type="arrow" w="med" len="med"/>
            </a:ln>
            <a:extLst>
              <a:ext uri="{909E8E84-426E-40DD-AFC4-6F175D3DCCD1}">
                <a14:hiddenFill xmlns:a14="http://schemas.microsoft.com/office/drawing/2010/main">
                  <a:noFill/>
                </a14:hiddenFill>
              </a:ext>
            </a:extLst>
          </p:spPr>
        </p:cxnSp>
        <p:cxnSp>
          <p:nvCxnSpPr>
            <p:cNvPr id="29719" name="38 Conector recto de flecha">
              <a:extLst>
                <a:ext uri="{FF2B5EF4-FFF2-40B4-BE49-F238E27FC236}">
                  <a16:creationId xmlns:a16="http://schemas.microsoft.com/office/drawing/2014/main" id="{0C088F38-BD82-417E-9C90-2B0FF6FCB23B}"/>
                </a:ext>
              </a:extLst>
            </p:cNvPr>
            <p:cNvCxnSpPr>
              <a:cxnSpLocks noChangeShapeType="1"/>
            </p:cNvCxnSpPr>
            <p:nvPr/>
          </p:nvCxnSpPr>
          <p:spPr bwMode="auto">
            <a:xfrm>
              <a:off x="5580063" y="3979863"/>
              <a:ext cx="431800" cy="0"/>
            </a:xfrm>
            <a:prstGeom prst="straightConnector1">
              <a:avLst/>
            </a:prstGeom>
            <a:noFill/>
            <a:ln w="25400" algn="ctr">
              <a:solidFill>
                <a:srgbClr val="66FF33"/>
              </a:solidFill>
              <a:round/>
              <a:headEnd/>
              <a:tailEnd type="arrow" w="med" len="med"/>
            </a:ln>
            <a:extLst>
              <a:ext uri="{909E8E84-426E-40DD-AFC4-6F175D3DCCD1}">
                <a14:hiddenFill xmlns:a14="http://schemas.microsoft.com/office/drawing/2010/main">
                  <a:noFill/>
                </a14:hiddenFill>
              </a:ext>
            </a:extLst>
          </p:spPr>
        </p:cxnSp>
        <p:cxnSp>
          <p:nvCxnSpPr>
            <p:cNvPr id="29720" name="38 Conector recto de flecha">
              <a:extLst>
                <a:ext uri="{FF2B5EF4-FFF2-40B4-BE49-F238E27FC236}">
                  <a16:creationId xmlns:a16="http://schemas.microsoft.com/office/drawing/2014/main" id="{F26B4947-3C1D-4FF9-86A0-12975D344FDF}"/>
                </a:ext>
              </a:extLst>
            </p:cNvPr>
            <p:cNvCxnSpPr>
              <a:cxnSpLocks noChangeShapeType="1"/>
            </p:cNvCxnSpPr>
            <p:nvPr/>
          </p:nvCxnSpPr>
          <p:spPr bwMode="auto">
            <a:xfrm>
              <a:off x="5507038" y="4413250"/>
              <a:ext cx="431800" cy="0"/>
            </a:xfrm>
            <a:prstGeom prst="straightConnector1">
              <a:avLst/>
            </a:prstGeom>
            <a:noFill/>
            <a:ln w="25400" algn="ctr">
              <a:solidFill>
                <a:srgbClr val="66FF33"/>
              </a:solidFill>
              <a:round/>
              <a:headEnd/>
              <a:tailEnd type="arrow" w="med" len="med"/>
            </a:ln>
            <a:extLst>
              <a:ext uri="{909E8E84-426E-40DD-AFC4-6F175D3DCCD1}">
                <a14:hiddenFill xmlns:a14="http://schemas.microsoft.com/office/drawing/2010/main">
                  <a:noFill/>
                </a14:hiddenFill>
              </a:ext>
            </a:extLst>
          </p:spPr>
        </p:cxnSp>
        <p:cxnSp>
          <p:nvCxnSpPr>
            <p:cNvPr id="29721" name="38 Conector recto de flecha">
              <a:extLst>
                <a:ext uri="{FF2B5EF4-FFF2-40B4-BE49-F238E27FC236}">
                  <a16:creationId xmlns:a16="http://schemas.microsoft.com/office/drawing/2014/main" id="{BAAA2FE1-C09B-4C69-B143-35A9F5BB2D18}"/>
                </a:ext>
              </a:extLst>
            </p:cNvPr>
            <p:cNvCxnSpPr>
              <a:cxnSpLocks noChangeShapeType="1"/>
            </p:cNvCxnSpPr>
            <p:nvPr/>
          </p:nvCxnSpPr>
          <p:spPr bwMode="auto">
            <a:xfrm>
              <a:off x="5507038" y="4845050"/>
              <a:ext cx="431800" cy="0"/>
            </a:xfrm>
            <a:prstGeom prst="straightConnector1">
              <a:avLst/>
            </a:prstGeom>
            <a:noFill/>
            <a:ln w="25400" algn="ctr">
              <a:solidFill>
                <a:srgbClr val="66FF33"/>
              </a:solidFill>
              <a:round/>
              <a:headEnd/>
              <a:tailEnd type="arrow" w="med" len="med"/>
            </a:ln>
            <a:extLst>
              <a:ext uri="{909E8E84-426E-40DD-AFC4-6F175D3DCCD1}">
                <a14:hiddenFill xmlns:a14="http://schemas.microsoft.com/office/drawing/2010/main">
                  <a:noFill/>
                </a14:hiddenFill>
              </a:ext>
            </a:extLst>
          </p:spPr>
        </p:cxnSp>
        <p:cxnSp>
          <p:nvCxnSpPr>
            <p:cNvPr id="29722" name="38 Conector recto de flecha">
              <a:extLst>
                <a:ext uri="{FF2B5EF4-FFF2-40B4-BE49-F238E27FC236}">
                  <a16:creationId xmlns:a16="http://schemas.microsoft.com/office/drawing/2014/main" id="{EAAB18F1-F4D0-4C89-8F1E-C60869AE97AF}"/>
                </a:ext>
              </a:extLst>
            </p:cNvPr>
            <p:cNvCxnSpPr>
              <a:cxnSpLocks noChangeShapeType="1"/>
            </p:cNvCxnSpPr>
            <p:nvPr/>
          </p:nvCxnSpPr>
          <p:spPr bwMode="auto">
            <a:xfrm>
              <a:off x="5507038" y="5276850"/>
              <a:ext cx="431800" cy="0"/>
            </a:xfrm>
            <a:prstGeom prst="straightConnector1">
              <a:avLst/>
            </a:prstGeom>
            <a:noFill/>
            <a:ln w="25400" algn="ctr">
              <a:solidFill>
                <a:srgbClr val="66FF33"/>
              </a:solidFill>
              <a:round/>
              <a:headEnd/>
              <a:tailEnd type="arrow" w="med" len="med"/>
            </a:ln>
            <a:extLst>
              <a:ext uri="{909E8E84-426E-40DD-AFC4-6F175D3DCCD1}">
                <a14:hiddenFill xmlns:a14="http://schemas.microsoft.com/office/drawing/2010/main">
                  <a:noFill/>
                </a14:hiddenFill>
              </a:ext>
            </a:extLst>
          </p:spPr>
        </p:cxnSp>
        <p:cxnSp>
          <p:nvCxnSpPr>
            <p:cNvPr id="29723" name="38 Conector recto de flecha">
              <a:extLst>
                <a:ext uri="{FF2B5EF4-FFF2-40B4-BE49-F238E27FC236}">
                  <a16:creationId xmlns:a16="http://schemas.microsoft.com/office/drawing/2014/main" id="{CBB79669-3BF6-442E-88C3-26328FF13FD1}"/>
                </a:ext>
              </a:extLst>
            </p:cNvPr>
            <p:cNvCxnSpPr>
              <a:cxnSpLocks noChangeShapeType="1"/>
            </p:cNvCxnSpPr>
            <p:nvPr/>
          </p:nvCxnSpPr>
          <p:spPr bwMode="auto">
            <a:xfrm>
              <a:off x="5507038" y="5708650"/>
              <a:ext cx="431800" cy="0"/>
            </a:xfrm>
            <a:prstGeom prst="straightConnector1">
              <a:avLst/>
            </a:prstGeom>
            <a:noFill/>
            <a:ln w="25400" algn="ctr">
              <a:solidFill>
                <a:srgbClr val="66FF33"/>
              </a:solidFill>
              <a:round/>
              <a:headEnd/>
              <a:tailEnd type="arrow" w="med" len="med"/>
            </a:ln>
            <a:extLst>
              <a:ext uri="{909E8E84-426E-40DD-AFC4-6F175D3DCCD1}">
                <a14:hiddenFill xmlns:a14="http://schemas.microsoft.com/office/drawing/2010/main">
                  <a:noFill/>
                </a14:hiddenFill>
              </a:ext>
            </a:extLst>
          </p:spPr>
        </p:cxnSp>
        <p:cxnSp>
          <p:nvCxnSpPr>
            <p:cNvPr id="29724" name="38 Conector recto de flecha">
              <a:extLst>
                <a:ext uri="{FF2B5EF4-FFF2-40B4-BE49-F238E27FC236}">
                  <a16:creationId xmlns:a16="http://schemas.microsoft.com/office/drawing/2014/main" id="{5F429250-FE97-4D59-8C79-A96F4E721335}"/>
                </a:ext>
              </a:extLst>
            </p:cNvPr>
            <p:cNvCxnSpPr>
              <a:cxnSpLocks noChangeShapeType="1"/>
            </p:cNvCxnSpPr>
            <p:nvPr/>
          </p:nvCxnSpPr>
          <p:spPr bwMode="auto">
            <a:xfrm>
              <a:off x="1763713" y="4413250"/>
              <a:ext cx="431800" cy="0"/>
            </a:xfrm>
            <a:prstGeom prst="straightConnector1">
              <a:avLst/>
            </a:prstGeom>
            <a:noFill/>
            <a:ln w="25400" algn="ctr">
              <a:solidFill>
                <a:srgbClr val="66FF33"/>
              </a:solidFill>
              <a:round/>
              <a:headEnd type="arrow" w="med" len="med"/>
              <a:tailEnd/>
            </a:ln>
            <a:extLst>
              <a:ext uri="{909E8E84-426E-40DD-AFC4-6F175D3DCCD1}">
                <a14:hiddenFill xmlns:a14="http://schemas.microsoft.com/office/drawing/2010/main">
                  <a:noFill/>
                </a14:hiddenFill>
              </a:ext>
            </a:extLst>
          </p:spPr>
        </p:cxnSp>
        <p:cxnSp>
          <p:nvCxnSpPr>
            <p:cNvPr id="29725" name="38 Conector recto de flecha">
              <a:extLst>
                <a:ext uri="{FF2B5EF4-FFF2-40B4-BE49-F238E27FC236}">
                  <a16:creationId xmlns:a16="http://schemas.microsoft.com/office/drawing/2014/main" id="{B2FE8E3E-22AE-4E5D-A544-B79160118DCC}"/>
                </a:ext>
              </a:extLst>
            </p:cNvPr>
            <p:cNvCxnSpPr>
              <a:cxnSpLocks noChangeShapeType="1"/>
            </p:cNvCxnSpPr>
            <p:nvPr/>
          </p:nvCxnSpPr>
          <p:spPr bwMode="auto">
            <a:xfrm>
              <a:off x="1763713" y="3979863"/>
              <a:ext cx="431800" cy="0"/>
            </a:xfrm>
            <a:prstGeom prst="straightConnector1">
              <a:avLst/>
            </a:prstGeom>
            <a:noFill/>
            <a:ln w="25400" algn="ctr">
              <a:solidFill>
                <a:srgbClr val="66FF33"/>
              </a:solidFill>
              <a:round/>
              <a:headEnd type="arrow" w="med" len="med"/>
              <a:tailEnd/>
            </a:ln>
            <a:extLst>
              <a:ext uri="{909E8E84-426E-40DD-AFC4-6F175D3DCCD1}">
                <a14:hiddenFill xmlns:a14="http://schemas.microsoft.com/office/drawing/2010/main">
                  <a:noFill/>
                </a14:hiddenFill>
              </a:ext>
            </a:extLst>
          </p:spPr>
        </p:cxnSp>
        <p:cxnSp>
          <p:nvCxnSpPr>
            <p:cNvPr id="29726" name="38 Conector recto de flecha">
              <a:extLst>
                <a:ext uri="{FF2B5EF4-FFF2-40B4-BE49-F238E27FC236}">
                  <a16:creationId xmlns:a16="http://schemas.microsoft.com/office/drawing/2014/main" id="{091E81D4-BEE8-46E5-A08B-1D1E878AED1C}"/>
                </a:ext>
              </a:extLst>
            </p:cNvPr>
            <p:cNvCxnSpPr>
              <a:cxnSpLocks noChangeShapeType="1"/>
            </p:cNvCxnSpPr>
            <p:nvPr/>
          </p:nvCxnSpPr>
          <p:spPr bwMode="auto">
            <a:xfrm>
              <a:off x="1763713" y="6138863"/>
              <a:ext cx="431800" cy="0"/>
            </a:xfrm>
            <a:prstGeom prst="straightConnector1">
              <a:avLst/>
            </a:prstGeom>
            <a:noFill/>
            <a:ln w="25400" algn="ctr">
              <a:solidFill>
                <a:srgbClr val="66FF33"/>
              </a:solidFill>
              <a:round/>
              <a:headEnd type="arrow" w="med" len="med"/>
              <a:tailEnd/>
            </a:ln>
            <a:extLst>
              <a:ext uri="{909E8E84-426E-40DD-AFC4-6F175D3DCCD1}">
                <a14:hiddenFill xmlns:a14="http://schemas.microsoft.com/office/drawing/2010/main">
                  <a:noFill/>
                </a14:hiddenFill>
              </a:ext>
            </a:extLst>
          </p:spPr>
        </p:cxnSp>
        <p:cxnSp>
          <p:nvCxnSpPr>
            <p:cNvPr id="29727" name="38 Conector recto de flecha">
              <a:extLst>
                <a:ext uri="{FF2B5EF4-FFF2-40B4-BE49-F238E27FC236}">
                  <a16:creationId xmlns:a16="http://schemas.microsoft.com/office/drawing/2014/main" id="{FB454E84-BC32-4835-8CA5-3F3E3BDC27DE}"/>
                </a:ext>
              </a:extLst>
            </p:cNvPr>
            <p:cNvCxnSpPr>
              <a:cxnSpLocks noChangeShapeType="1"/>
            </p:cNvCxnSpPr>
            <p:nvPr/>
          </p:nvCxnSpPr>
          <p:spPr bwMode="auto">
            <a:xfrm>
              <a:off x="1763713" y="4845050"/>
              <a:ext cx="431800" cy="0"/>
            </a:xfrm>
            <a:prstGeom prst="straightConnector1">
              <a:avLst/>
            </a:prstGeom>
            <a:noFill/>
            <a:ln w="25400" algn="ctr">
              <a:solidFill>
                <a:srgbClr val="66FF33"/>
              </a:solidFill>
              <a:round/>
              <a:headEnd type="arrow" w="med" len="med"/>
              <a:tailEnd/>
            </a:ln>
            <a:extLst>
              <a:ext uri="{909E8E84-426E-40DD-AFC4-6F175D3DCCD1}">
                <a14:hiddenFill xmlns:a14="http://schemas.microsoft.com/office/drawing/2010/main">
                  <a:noFill/>
                </a14:hiddenFill>
              </a:ext>
            </a:extLst>
          </p:spPr>
        </p:cxnSp>
        <p:cxnSp>
          <p:nvCxnSpPr>
            <p:cNvPr id="29728" name="38 Conector recto de flecha">
              <a:extLst>
                <a:ext uri="{FF2B5EF4-FFF2-40B4-BE49-F238E27FC236}">
                  <a16:creationId xmlns:a16="http://schemas.microsoft.com/office/drawing/2014/main" id="{40B6E59D-D61D-41D3-820B-09BE153986DB}"/>
                </a:ext>
              </a:extLst>
            </p:cNvPr>
            <p:cNvCxnSpPr>
              <a:cxnSpLocks noChangeShapeType="1"/>
            </p:cNvCxnSpPr>
            <p:nvPr/>
          </p:nvCxnSpPr>
          <p:spPr bwMode="auto">
            <a:xfrm>
              <a:off x="1763713" y="5276850"/>
              <a:ext cx="431800" cy="0"/>
            </a:xfrm>
            <a:prstGeom prst="straightConnector1">
              <a:avLst/>
            </a:prstGeom>
            <a:noFill/>
            <a:ln w="25400" algn="ctr">
              <a:solidFill>
                <a:srgbClr val="66FF33"/>
              </a:solidFill>
              <a:round/>
              <a:headEnd type="arrow" w="med" len="med"/>
              <a:tailEnd/>
            </a:ln>
            <a:extLst>
              <a:ext uri="{909E8E84-426E-40DD-AFC4-6F175D3DCCD1}">
                <a14:hiddenFill xmlns:a14="http://schemas.microsoft.com/office/drawing/2010/main">
                  <a:noFill/>
                </a14:hiddenFill>
              </a:ext>
            </a:extLst>
          </p:spPr>
        </p:cxnSp>
        <p:cxnSp>
          <p:nvCxnSpPr>
            <p:cNvPr id="29729" name="38 Conector recto de flecha">
              <a:extLst>
                <a:ext uri="{FF2B5EF4-FFF2-40B4-BE49-F238E27FC236}">
                  <a16:creationId xmlns:a16="http://schemas.microsoft.com/office/drawing/2014/main" id="{BD954F8B-D1F7-4B71-B24D-A9C5EB88075E}"/>
                </a:ext>
              </a:extLst>
            </p:cNvPr>
            <p:cNvCxnSpPr>
              <a:cxnSpLocks noChangeShapeType="1"/>
            </p:cNvCxnSpPr>
            <p:nvPr/>
          </p:nvCxnSpPr>
          <p:spPr bwMode="auto">
            <a:xfrm>
              <a:off x="1763713" y="5708650"/>
              <a:ext cx="431800" cy="0"/>
            </a:xfrm>
            <a:prstGeom prst="straightConnector1">
              <a:avLst/>
            </a:prstGeom>
            <a:noFill/>
            <a:ln w="25400" algn="ctr">
              <a:solidFill>
                <a:srgbClr val="66FF33"/>
              </a:solidFill>
              <a:round/>
              <a:headEnd type="arrow" w="med" len="med"/>
              <a:tailEnd/>
            </a:ln>
            <a:extLst>
              <a:ext uri="{909E8E84-426E-40DD-AFC4-6F175D3DCCD1}">
                <a14:hiddenFill xmlns:a14="http://schemas.microsoft.com/office/drawing/2010/main">
                  <a:noFill/>
                </a14:hiddenFill>
              </a:ext>
            </a:extLst>
          </p:spPr>
        </p:cxnSp>
        <p:sp>
          <p:nvSpPr>
            <p:cNvPr id="29730" name="2 Marcador de contenido">
              <a:extLst>
                <a:ext uri="{FF2B5EF4-FFF2-40B4-BE49-F238E27FC236}">
                  <a16:creationId xmlns:a16="http://schemas.microsoft.com/office/drawing/2014/main" id="{18433D8B-58B8-4B03-B592-E8B226518A0A}"/>
                </a:ext>
              </a:extLst>
            </p:cNvPr>
            <p:cNvSpPr>
              <a:spLocks/>
            </p:cNvSpPr>
            <p:nvPr/>
          </p:nvSpPr>
          <p:spPr bwMode="auto">
            <a:xfrm>
              <a:off x="4787900" y="5276850"/>
              <a:ext cx="792163" cy="57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520700" indent="-22860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lvl="1">
                <a:lnSpc>
                  <a:spcPct val="100000"/>
                </a:lnSpc>
                <a:spcBef>
                  <a:spcPts val="474"/>
                </a:spcBef>
                <a:buClr>
                  <a:srgbClr val="F9B639"/>
                </a:buClr>
                <a:buSzPct val="80000"/>
                <a:buNone/>
              </a:pPr>
              <a:r>
                <a:rPr lang="es-MX" altLang="en-US" sz="2274">
                  <a:solidFill>
                    <a:srgbClr val="7F7F7F"/>
                  </a:solidFill>
                  <a:latin typeface="Comic Sans MS" panose="030F0702030302020204" pitchFamily="66" charset="0"/>
                </a:rPr>
                <a:t>E</a:t>
              </a:r>
              <a:r>
                <a:rPr lang="es-MX" altLang="en-US" sz="2274" baseline="-30000">
                  <a:solidFill>
                    <a:srgbClr val="7F7F7F"/>
                  </a:solidFill>
                  <a:latin typeface="Comic Sans MS" panose="030F0702030302020204" pitchFamily="66" charset="0"/>
                  <a:cs typeface="Times New Roman" panose="02020603050405020304" pitchFamily="18" charset="0"/>
                </a:rPr>
                <a:t>   </a:t>
              </a:r>
              <a:r>
                <a:rPr lang="es-MX" altLang="en-US" sz="2179">
                  <a:solidFill>
                    <a:srgbClr val="7F7F7F"/>
                  </a:solidFill>
                  <a:latin typeface="Comic Sans MS" panose="030F0702030302020204" pitchFamily="66" charset="0"/>
                </a:rPr>
                <a:t>	</a:t>
              </a:r>
              <a:endParaRPr lang="es-ES" altLang="en-US" sz="2179">
                <a:solidFill>
                  <a:srgbClr val="7F7F7F"/>
                </a:solidFill>
                <a:latin typeface="Comic Sans MS" panose="030F0702030302020204" pitchFamily="66" charset="0"/>
              </a:endParaRPr>
            </a:p>
          </p:txBody>
        </p:sp>
        <p:sp>
          <p:nvSpPr>
            <p:cNvPr id="29731" name="Line 19">
              <a:extLst>
                <a:ext uri="{FF2B5EF4-FFF2-40B4-BE49-F238E27FC236}">
                  <a16:creationId xmlns:a16="http://schemas.microsoft.com/office/drawing/2014/main" id="{9783FA7D-78FF-4DFB-AEB7-578E6C97F096}"/>
                </a:ext>
              </a:extLst>
            </p:cNvPr>
            <p:cNvSpPr>
              <a:spLocks noChangeShapeType="1"/>
            </p:cNvSpPr>
            <p:nvPr/>
          </p:nvSpPr>
          <p:spPr bwMode="auto">
            <a:xfrm>
              <a:off x="5148263" y="5275263"/>
              <a:ext cx="215900" cy="0"/>
            </a:xfrm>
            <a:prstGeom prst="line">
              <a:avLst/>
            </a:prstGeom>
            <a:noFill/>
            <a:ln w="9525">
              <a:solidFill>
                <a:srgbClr val="5F5F5F"/>
              </a:solidFill>
              <a:round/>
              <a:headEnd/>
              <a:tailEnd type="triangle" w="med" len="med"/>
            </a:ln>
            <a:extLst>
              <a:ext uri="{909E8E84-426E-40DD-AFC4-6F175D3DCCD1}">
                <a14:hiddenFill xmlns:a14="http://schemas.microsoft.com/office/drawing/2010/main">
                  <a:noFill/>
                </a14:hiddenFill>
              </a:ext>
            </a:extLst>
          </p:spPr>
          <p:txBody>
            <a:bodyPr/>
            <a:lstStyle/>
            <a:p>
              <a:endParaRPr lang="en-US" sz="1705"/>
            </a:p>
          </p:txBody>
        </p:sp>
        <p:cxnSp>
          <p:nvCxnSpPr>
            <p:cNvPr id="29732" name="38 Conector recto de flecha">
              <a:extLst>
                <a:ext uri="{FF2B5EF4-FFF2-40B4-BE49-F238E27FC236}">
                  <a16:creationId xmlns:a16="http://schemas.microsoft.com/office/drawing/2014/main" id="{14E95E45-9471-49C0-886D-B70FB5D07DDB}"/>
                </a:ext>
              </a:extLst>
            </p:cNvPr>
            <p:cNvCxnSpPr>
              <a:cxnSpLocks noChangeShapeType="1"/>
            </p:cNvCxnSpPr>
            <p:nvPr/>
          </p:nvCxnSpPr>
          <p:spPr bwMode="auto">
            <a:xfrm>
              <a:off x="5580063" y="4770438"/>
              <a:ext cx="360362" cy="1587"/>
            </a:xfrm>
            <a:prstGeom prst="straightConnector1">
              <a:avLst/>
            </a:prstGeom>
            <a:noFill/>
            <a:ln w="38100" algn="ctr">
              <a:solidFill>
                <a:srgbClr val="FF6600"/>
              </a:solidFill>
              <a:round/>
              <a:headEnd/>
              <a:tailEnd type="arrow" w="med" len="med"/>
            </a:ln>
            <a:extLst>
              <a:ext uri="{909E8E84-426E-40DD-AFC4-6F175D3DCCD1}">
                <a14:hiddenFill xmlns:a14="http://schemas.microsoft.com/office/drawing/2010/main">
                  <a:noFill/>
                </a14:hiddenFill>
              </a:ext>
            </a:extLst>
          </p:spPr>
        </p:cxnSp>
        <p:sp>
          <p:nvSpPr>
            <p:cNvPr id="27" name="1 Cilindro">
              <a:extLst>
                <a:ext uri="{FF2B5EF4-FFF2-40B4-BE49-F238E27FC236}">
                  <a16:creationId xmlns:a16="http://schemas.microsoft.com/office/drawing/2014/main" id="{FBC57814-DE62-4AA1-A40E-2FAA1F6A4D94}"/>
                </a:ext>
              </a:extLst>
            </p:cNvPr>
            <p:cNvSpPr/>
            <p:nvPr/>
          </p:nvSpPr>
          <p:spPr>
            <a:xfrm rot="16200000">
              <a:off x="3563937" y="3259138"/>
              <a:ext cx="936625" cy="2952750"/>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MX" sz="1705"/>
            </a:p>
          </p:txBody>
        </p:sp>
        <p:cxnSp>
          <p:nvCxnSpPr>
            <p:cNvPr id="29734" name="38 Conector recto de flecha">
              <a:extLst>
                <a:ext uri="{FF2B5EF4-FFF2-40B4-BE49-F238E27FC236}">
                  <a16:creationId xmlns:a16="http://schemas.microsoft.com/office/drawing/2014/main" id="{30E0F065-A608-4010-AD70-B81955BCF835}"/>
                </a:ext>
              </a:extLst>
            </p:cNvPr>
            <p:cNvCxnSpPr>
              <a:cxnSpLocks noChangeShapeType="1"/>
            </p:cNvCxnSpPr>
            <p:nvPr/>
          </p:nvCxnSpPr>
          <p:spPr bwMode="auto">
            <a:xfrm rot="10800000">
              <a:off x="2268538" y="4699000"/>
              <a:ext cx="358775" cy="1588"/>
            </a:xfrm>
            <a:prstGeom prst="straightConnector1">
              <a:avLst/>
            </a:prstGeom>
            <a:noFill/>
            <a:ln w="38100" algn="ctr">
              <a:solidFill>
                <a:srgbClr val="FF6600"/>
              </a:solidFill>
              <a:round/>
              <a:headEnd/>
              <a:tailEnd type="arrow" w="med" len="med"/>
            </a:ln>
            <a:extLst>
              <a:ext uri="{909E8E84-426E-40DD-AFC4-6F175D3DCCD1}">
                <a14:hiddenFill xmlns:a14="http://schemas.microsoft.com/office/drawing/2010/main">
                  <a:noFill/>
                </a14:hiddenFill>
              </a:ext>
            </a:extLst>
          </p:spPr>
        </p:cxnSp>
        <p:cxnSp>
          <p:nvCxnSpPr>
            <p:cNvPr id="29735" name="38 Conector recto de flecha">
              <a:extLst>
                <a:ext uri="{FF2B5EF4-FFF2-40B4-BE49-F238E27FC236}">
                  <a16:creationId xmlns:a16="http://schemas.microsoft.com/office/drawing/2014/main" id="{4E6A8DB2-2365-4A87-86AC-492304D15EFC}"/>
                </a:ext>
              </a:extLst>
            </p:cNvPr>
            <p:cNvCxnSpPr>
              <a:cxnSpLocks noChangeShapeType="1"/>
            </p:cNvCxnSpPr>
            <p:nvPr/>
          </p:nvCxnSpPr>
          <p:spPr bwMode="auto">
            <a:xfrm flipH="1">
              <a:off x="3708400" y="5059363"/>
              <a:ext cx="71438" cy="360362"/>
            </a:xfrm>
            <a:prstGeom prst="straightConnector1">
              <a:avLst/>
            </a:prstGeom>
            <a:noFill/>
            <a:ln w="38100" algn="ctr">
              <a:solidFill>
                <a:srgbClr val="FF6600"/>
              </a:solidFill>
              <a:round/>
              <a:headEnd/>
              <a:tailEnd type="arrow" w="med" len="med"/>
            </a:ln>
            <a:extLst>
              <a:ext uri="{909E8E84-426E-40DD-AFC4-6F175D3DCCD1}">
                <a14:hiddenFill xmlns:a14="http://schemas.microsoft.com/office/drawing/2010/main">
                  <a:noFill/>
                </a14:hiddenFill>
              </a:ext>
            </a:extLst>
          </p:spPr>
        </p:cxnSp>
        <p:cxnSp>
          <p:nvCxnSpPr>
            <p:cNvPr id="29736" name="38 Conector recto de flecha">
              <a:extLst>
                <a:ext uri="{FF2B5EF4-FFF2-40B4-BE49-F238E27FC236}">
                  <a16:creationId xmlns:a16="http://schemas.microsoft.com/office/drawing/2014/main" id="{2909FD67-72D6-4D2F-86BE-EF0112A6DB8E}"/>
                </a:ext>
              </a:extLst>
            </p:cNvPr>
            <p:cNvCxnSpPr>
              <a:cxnSpLocks noChangeShapeType="1"/>
            </p:cNvCxnSpPr>
            <p:nvPr/>
          </p:nvCxnSpPr>
          <p:spPr bwMode="auto">
            <a:xfrm flipV="1">
              <a:off x="4356100" y="4051300"/>
              <a:ext cx="215900" cy="431800"/>
            </a:xfrm>
            <a:prstGeom prst="straightConnector1">
              <a:avLst/>
            </a:prstGeom>
            <a:noFill/>
            <a:ln w="38100" algn="ctr">
              <a:solidFill>
                <a:srgbClr val="FF6600"/>
              </a:solidFill>
              <a:round/>
              <a:headEnd/>
              <a:tailEnd type="arrow" w="med" len="med"/>
            </a:ln>
            <a:extLst>
              <a:ext uri="{909E8E84-426E-40DD-AFC4-6F175D3DCCD1}">
                <a14:hiddenFill xmlns:a14="http://schemas.microsoft.com/office/drawing/2010/main">
                  <a:noFill/>
                </a14:hiddenFill>
              </a:ext>
            </a:extLst>
          </p:spPr>
        </p:cxnSp>
        <p:sp>
          <p:nvSpPr>
            <p:cNvPr id="29737" name="Line 19">
              <a:extLst>
                <a:ext uri="{FF2B5EF4-FFF2-40B4-BE49-F238E27FC236}">
                  <a16:creationId xmlns:a16="http://schemas.microsoft.com/office/drawing/2014/main" id="{6ACFDD9B-D6FE-4D8B-BE87-AC11DB69B3A3}"/>
                </a:ext>
              </a:extLst>
            </p:cNvPr>
            <p:cNvSpPr>
              <a:spLocks noChangeShapeType="1"/>
            </p:cNvSpPr>
            <p:nvPr/>
          </p:nvSpPr>
          <p:spPr bwMode="auto">
            <a:xfrm>
              <a:off x="3924300" y="4556125"/>
              <a:ext cx="215900" cy="0"/>
            </a:xfrm>
            <a:prstGeom prst="line">
              <a:avLst/>
            </a:prstGeom>
            <a:noFill/>
            <a:ln w="9525">
              <a:solidFill>
                <a:srgbClr val="5F5F5F"/>
              </a:solidFill>
              <a:round/>
              <a:headEnd/>
              <a:tailEnd type="triangle" w="med" len="med"/>
            </a:ln>
            <a:extLst>
              <a:ext uri="{909E8E84-426E-40DD-AFC4-6F175D3DCCD1}">
                <a14:hiddenFill xmlns:a14="http://schemas.microsoft.com/office/drawing/2010/main">
                  <a:noFill/>
                </a14:hiddenFill>
              </a:ext>
            </a:extLst>
          </p:spPr>
          <p:txBody>
            <a:bodyPr/>
            <a:lstStyle/>
            <a:p>
              <a:endParaRPr lang="en-US" sz="1705"/>
            </a:p>
          </p:txBody>
        </p:sp>
        <p:sp>
          <p:nvSpPr>
            <p:cNvPr id="29738" name="2 Marcador de contenido">
              <a:extLst>
                <a:ext uri="{FF2B5EF4-FFF2-40B4-BE49-F238E27FC236}">
                  <a16:creationId xmlns:a16="http://schemas.microsoft.com/office/drawing/2014/main" id="{C2CFFBFF-5029-4A0A-9643-640F2CE223D5}"/>
                </a:ext>
              </a:extLst>
            </p:cNvPr>
            <p:cNvSpPr>
              <a:spLocks/>
            </p:cNvSpPr>
            <p:nvPr/>
          </p:nvSpPr>
          <p:spPr bwMode="auto">
            <a:xfrm>
              <a:off x="3492500" y="4483100"/>
              <a:ext cx="1296988"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520700" indent="-22860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lvl="1">
                <a:lnSpc>
                  <a:spcPct val="100000"/>
                </a:lnSpc>
                <a:spcBef>
                  <a:spcPts val="474"/>
                </a:spcBef>
                <a:buClr>
                  <a:srgbClr val="F9B639"/>
                </a:buClr>
                <a:buSzPct val="80000"/>
                <a:buNone/>
              </a:pPr>
              <a:r>
                <a:rPr lang="es-MX" altLang="en-US" sz="2274">
                  <a:solidFill>
                    <a:srgbClr val="7F7F7F"/>
                  </a:solidFill>
                  <a:latin typeface="Comic Sans MS" panose="030F0702030302020204" pitchFamily="66" charset="0"/>
                </a:rPr>
                <a:t>A</a:t>
              </a:r>
              <a:r>
                <a:rPr lang="es-MX" altLang="en-US" sz="2274" baseline="-30000">
                  <a:solidFill>
                    <a:srgbClr val="7F7F7F"/>
                  </a:solidFill>
                  <a:latin typeface="AvantGarde" pitchFamily="34" charset="0"/>
                  <a:cs typeface="Times New Roman" panose="02020603050405020304" pitchFamily="18" charset="0"/>
                </a:rPr>
                <a:t>1</a:t>
              </a:r>
              <a:r>
                <a:rPr lang="es-MX" altLang="en-US" sz="2274" baseline="-30000">
                  <a:solidFill>
                    <a:srgbClr val="7F7F7F"/>
                  </a:solidFill>
                  <a:latin typeface="Comic Sans MS" panose="030F0702030302020204" pitchFamily="66" charset="0"/>
                  <a:cs typeface="Times New Roman" panose="02020603050405020304" pitchFamily="18" charset="0"/>
                </a:rPr>
                <a:t>   </a:t>
              </a:r>
              <a:r>
                <a:rPr lang="es-MX" altLang="en-US" sz="2179">
                  <a:solidFill>
                    <a:srgbClr val="7F7F7F"/>
                  </a:solidFill>
                  <a:latin typeface="Comic Sans MS" panose="030F0702030302020204" pitchFamily="66" charset="0"/>
                </a:rPr>
                <a:t>	</a:t>
              </a:r>
              <a:endParaRPr lang="es-ES" altLang="en-US" sz="2179">
                <a:solidFill>
                  <a:srgbClr val="7F7F7F"/>
                </a:solidFill>
                <a:latin typeface="Comic Sans MS" panose="030F0702030302020204" pitchFamily="66" charset="0"/>
              </a:endParaRPr>
            </a:p>
          </p:txBody>
        </p:sp>
        <p:sp>
          <p:nvSpPr>
            <p:cNvPr id="29739" name="Line 19">
              <a:extLst>
                <a:ext uri="{FF2B5EF4-FFF2-40B4-BE49-F238E27FC236}">
                  <a16:creationId xmlns:a16="http://schemas.microsoft.com/office/drawing/2014/main" id="{42E96303-050E-4BCA-8C99-4997EEFB5AD3}"/>
                </a:ext>
              </a:extLst>
            </p:cNvPr>
            <p:cNvSpPr>
              <a:spLocks noChangeShapeType="1"/>
            </p:cNvSpPr>
            <p:nvPr/>
          </p:nvSpPr>
          <p:spPr bwMode="auto">
            <a:xfrm>
              <a:off x="6083300" y="4556125"/>
              <a:ext cx="215900" cy="0"/>
            </a:xfrm>
            <a:prstGeom prst="line">
              <a:avLst/>
            </a:prstGeom>
            <a:noFill/>
            <a:ln w="9525">
              <a:solidFill>
                <a:srgbClr val="5F5F5F"/>
              </a:solidFill>
              <a:round/>
              <a:headEnd/>
              <a:tailEnd type="triangle" w="med" len="med"/>
            </a:ln>
            <a:extLst>
              <a:ext uri="{909E8E84-426E-40DD-AFC4-6F175D3DCCD1}">
                <a14:hiddenFill xmlns:a14="http://schemas.microsoft.com/office/drawing/2010/main">
                  <a:noFill/>
                </a14:hiddenFill>
              </a:ext>
            </a:extLst>
          </p:spPr>
          <p:txBody>
            <a:bodyPr/>
            <a:lstStyle/>
            <a:p>
              <a:endParaRPr lang="en-US" sz="1705"/>
            </a:p>
          </p:txBody>
        </p:sp>
        <p:sp>
          <p:nvSpPr>
            <p:cNvPr id="29740" name="2 Marcador de contenido">
              <a:extLst>
                <a:ext uri="{FF2B5EF4-FFF2-40B4-BE49-F238E27FC236}">
                  <a16:creationId xmlns:a16="http://schemas.microsoft.com/office/drawing/2014/main" id="{D252A0C2-46D2-4BFB-8961-C0817D33D598}"/>
                </a:ext>
              </a:extLst>
            </p:cNvPr>
            <p:cNvSpPr>
              <a:spLocks/>
            </p:cNvSpPr>
            <p:nvPr/>
          </p:nvSpPr>
          <p:spPr bwMode="auto">
            <a:xfrm>
              <a:off x="5651500" y="4483100"/>
              <a:ext cx="1296988"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520700" indent="-22860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lvl="1">
                <a:lnSpc>
                  <a:spcPct val="100000"/>
                </a:lnSpc>
                <a:spcBef>
                  <a:spcPts val="474"/>
                </a:spcBef>
                <a:buClr>
                  <a:srgbClr val="F9B639"/>
                </a:buClr>
                <a:buSzPct val="80000"/>
                <a:buNone/>
              </a:pPr>
              <a:r>
                <a:rPr lang="es-MX" altLang="en-US" sz="2274">
                  <a:solidFill>
                    <a:srgbClr val="7F7F7F"/>
                  </a:solidFill>
                  <a:latin typeface="Comic Sans MS" panose="030F0702030302020204" pitchFamily="66" charset="0"/>
                </a:rPr>
                <a:t>A</a:t>
              </a:r>
              <a:r>
                <a:rPr lang="es-MX" altLang="en-US" sz="2274" baseline="-30000">
                  <a:solidFill>
                    <a:srgbClr val="7F7F7F"/>
                  </a:solidFill>
                  <a:latin typeface="AvantGarde" pitchFamily="34" charset="0"/>
                  <a:cs typeface="Times New Roman" panose="02020603050405020304" pitchFamily="18" charset="0"/>
                </a:rPr>
                <a:t>3</a:t>
              </a:r>
              <a:r>
                <a:rPr lang="es-MX" altLang="en-US" sz="2274" baseline="-30000">
                  <a:solidFill>
                    <a:srgbClr val="7F7F7F"/>
                  </a:solidFill>
                  <a:latin typeface="Comic Sans MS" panose="030F0702030302020204" pitchFamily="66" charset="0"/>
                  <a:cs typeface="Times New Roman" panose="02020603050405020304" pitchFamily="18" charset="0"/>
                </a:rPr>
                <a:t>   </a:t>
              </a:r>
              <a:r>
                <a:rPr lang="es-MX" altLang="en-US" sz="2179">
                  <a:solidFill>
                    <a:srgbClr val="7F7F7F"/>
                  </a:solidFill>
                  <a:latin typeface="Comic Sans MS" panose="030F0702030302020204" pitchFamily="66" charset="0"/>
                </a:rPr>
                <a:t>	</a:t>
              </a:r>
              <a:endParaRPr lang="es-ES" altLang="en-US" sz="2179">
                <a:solidFill>
                  <a:srgbClr val="7F7F7F"/>
                </a:solidFill>
                <a:latin typeface="Comic Sans MS" panose="030F0702030302020204" pitchFamily="66" charset="0"/>
              </a:endParaRPr>
            </a:p>
          </p:txBody>
        </p:sp>
        <p:sp>
          <p:nvSpPr>
            <p:cNvPr id="29741" name="Line 19">
              <a:extLst>
                <a:ext uri="{FF2B5EF4-FFF2-40B4-BE49-F238E27FC236}">
                  <a16:creationId xmlns:a16="http://schemas.microsoft.com/office/drawing/2014/main" id="{7424CC23-039D-44CB-9CC9-5F9E4D7587CF}"/>
                </a:ext>
              </a:extLst>
            </p:cNvPr>
            <p:cNvSpPr>
              <a:spLocks noChangeShapeType="1"/>
            </p:cNvSpPr>
            <p:nvPr/>
          </p:nvSpPr>
          <p:spPr bwMode="auto">
            <a:xfrm>
              <a:off x="2628900" y="4340225"/>
              <a:ext cx="215900" cy="0"/>
            </a:xfrm>
            <a:prstGeom prst="line">
              <a:avLst/>
            </a:prstGeom>
            <a:noFill/>
            <a:ln w="9525">
              <a:solidFill>
                <a:srgbClr val="5F5F5F"/>
              </a:solidFill>
              <a:round/>
              <a:headEnd/>
              <a:tailEnd type="triangle" w="med" len="med"/>
            </a:ln>
            <a:extLst>
              <a:ext uri="{909E8E84-426E-40DD-AFC4-6F175D3DCCD1}">
                <a14:hiddenFill xmlns:a14="http://schemas.microsoft.com/office/drawing/2010/main">
                  <a:noFill/>
                </a14:hiddenFill>
              </a:ext>
            </a:extLst>
          </p:spPr>
          <p:txBody>
            <a:bodyPr/>
            <a:lstStyle/>
            <a:p>
              <a:endParaRPr lang="en-US" sz="1705"/>
            </a:p>
          </p:txBody>
        </p:sp>
        <p:sp>
          <p:nvSpPr>
            <p:cNvPr id="29742" name="2 Marcador de contenido">
              <a:extLst>
                <a:ext uri="{FF2B5EF4-FFF2-40B4-BE49-F238E27FC236}">
                  <a16:creationId xmlns:a16="http://schemas.microsoft.com/office/drawing/2014/main" id="{886A9787-3D95-4F64-9AF0-8CA5CE69D1DD}"/>
                </a:ext>
              </a:extLst>
            </p:cNvPr>
            <p:cNvSpPr>
              <a:spLocks/>
            </p:cNvSpPr>
            <p:nvPr/>
          </p:nvSpPr>
          <p:spPr bwMode="auto">
            <a:xfrm>
              <a:off x="2197100" y="4340225"/>
              <a:ext cx="129540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520700" indent="-22860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lvl="1">
                <a:lnSpc>
                  <a:spcPct val="100000"/>
                </a:lnSpc>
                <a:spcBef>
                  <a:spcPts val="474"/>
                </a:spcBef>
                <a:buClr>
                  <a:srgbClr val="F9B639"/>
                </a:buClr>
                <a:buSzPct val="80000"/>
                <a:buNone/>
              </a:pPr>
              <a:r>
                <a:rPr lang="es-MX" altLang="en-US" sz="2274">
                  <a:solidFill>
                    <a:srgbClr val="7F7F7F"/>
                  </a:solidFill>
                  <a:latin typeface="Comic Sans MS" panose="030F0702030302020204" pitchFamily="66" charset="0"/>
                </a:rPr>
                <a:t>A</a:t>
              </a:r>
              <a:r>
                <a:rPr lang="es-MX" altLang="en-US" sz="2274" baseline="-30000">
                  <a:solidFill>
                    <a:srgbClr val="7F7F7F"/>
                  </a:solidFill>
                  <a:latin typeface="AvantGarde" pitchFamily="34" charset="0"/>
                  <a:cs typeface="Times New Roman" panose="02020603050405020304" pitchFamily="18" charset="0"/>
                </a:rPr>
                <a:t>2</a:t>
              </a:r>
              <a:r>
                <a:rPr lang="es-MX" altLang="en-US" sz="2274" baseline="-30000">
                  <a:solidFill>
                    <a:srgbClr val="7F7F7F"/>
                  </a:solidFill>
                  <a:latin typeface="Comic Sans MS" panose="030F0702030302020204" pitchFamily="66" charset="0"/>
                  <a:cs typeface="Times New Roman" panose="02020603050405020304" pitchFamily="18" charset="0"/>
                </a:rPr>
                <a:t>   </a:t>
              </a:r>
              <a:r>
                <a:rPr lang="es-MX" altLang="en-US" sz="2179">
                  <a:solidFill>
                    <a:srgbClr val="7F7F7F"/>
                  </a:solidFill>
                  <a:latin typeface="Comic Sans MS" panose="030F0702030302020204" pitchFamily="66" charset="0"/>
                </a:rPr>
                <a:t>	</a:t>
              </a:r>
              <a:endParaRPr lang="es-ES" altLang="en-US" sz="2179">
                <a:solidFill>
                  <a:srgbClr val="7F7F7F"/>
                </a:solidFill>
                <a:latin typeface="Comic Sans MS" panose="030F0702030302020204" pitchFamily="66" charset="0"/>
              </a:endParaRPr>
            </a:p>
          </p:txBody>
        </p:sp>
        <p:sp>
          <p:nvSpPr>
            <p:cNvPr id="37" name="58 Elipse">
              <a:extLst>
                <a:ext uri="{FF2B5EF4-FFF2-40B4-BE49-F238E27FC236}">
                  <a16:creationId xmlns:a16="http://schemas.microsoft.com/office/drawing/2014/main" id="{A9A4D41E-7E77-4EC9-BC99-0D8620A7CD02}"/>
                </a:ext>
              </a:extLst>
            </p:cNvPr>
            <p:cNvSpPr/>
            <p:nvPr/>
          </p:nvSpPr>
          <p:spPr>
            <a:xfrm>
              <a:off x="3851275" y="6427788"/>
              <a:ext cx="71438" cy="73025"/>
            </a:xfrm>
            <a:prstGeom prst="ellipse">
              <a:avLst/>
            </a:prstGeom>
            <a:solidFill>
              <a:schemeClr val="tx1">
                <a:lumMod val="50000"/>
                <a:lumOff val="50000"/>
              </a:schemeClr>
            </a:solidFill>
            <a:ln>
              <a:noFill/>
            </a:ln>
          </p:spPr>
          <p:style>
            <a:lnRef idx="2">
              <a:schemeClr val="dk1">
                <a:shade val="50000"/>
              </a:schemeClr>
            </a:lnRef>
            <a:fillRef idx="1">
              <a:schemeClr val="dk1"/>
            </a:fillRef>
            <a:effectRef idx="0">
              <a:schemeClr val="dk1"/>
            </a:effectRef>
            <a:fontRef idx="minor">
              <a:schemeClr val="lt1"/>
            </a:fontRef>
          </p:style>
          <p:txBody>
            <a:bodyPr anchor="ctr"/>
            <a:lstStyle/>
            <a:p>
              <a:pPr algn="ctr">
                <a:defRPr/>
              </a:pPr>
              <a:endParaRPr lang="es-ES" sz="1705"/>
            </a:p>
          </p:txBody>
        </p:sp>
      </p:grpSp>
      <p:sp>
        <p:nvSpPr>
          <p:cNvPr id="29699" name="TextBox 38">
            <a:extLst>
              <a:ext uri="{FF2B5EF4-FFF2-40B4-BE49-F238E27FC236}">
                <a16:creationId xmlns:a16="http://schemas.microsoft.com/office/drawing/2014/main" id="{B74E4E59-242B-4FE8-A93A-2C3A1B5C5A03}"/>
              </a:ext>
            </a:extLst>
          </p:cNvPr>
          <p:cNvSpPr txBox="1">
            <a:spLocks noChangeArrowheads="1"/>
          </p:cNvSpPr>
          <p:nvPr/>
        </p:nvSpPr>
        <p:spPr bwMode="auto">
          <a:xfrm>
            <a:off x="2020303" y="228600"/>
            <a:ext cx="6940718" cy="442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742950" indent="-28575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a:lnSpc>
                <a:spcPct val="100000"/>
              </a:lnSpc>
              <a:spcBef>
                <a:spcPct val="0"/>
              </a:spcBef>
              <a:buClrTx/>
              <a:buSzTx/>
              <a:buFontTx/>
              <a:buNone/>
            </a:pPr>
            <a:r>
              <a:rPr lang="es-MX" altLang="en-US" sz="2274">
                <a:solidFill>
                  <a:schemeClr val="tx1"/>
                </a:solidFill>
                <a:latin typeface="Arial" panose="020B0604020202020204" pitchFamily="34" charset="0"/>
              </a:rPr>
              <a:t>E = (200 N/C)i para x&gt;0 y E = -200 N/C i para x&lt;0</a:t>
            </a:r>
            <a:endParaRPr lang="en-US" altLang="en-US" sz="2274">
              <a:solidFill>
                <a:schemeClr val="bg1"/>
              </a:solidFill>
            </a:endParaRPr>
          </a:p>
        </p:txBody>
      </p:sp>
      <p:sp>
        <p:nvSpPr>
          <p:cNvPr id="29700" name="TextBox 40">
            <a:extLst>
              <a:ext uri="{FF2B5EF4-FFF2-40B4-BE49-F238E27FC236}">
                <a16:creationId xmlns:a16="http://schemas.microsoft.com/office/drawing/2014/main" id="{E76B38A5-0C48-4D96-862F-54C632431A25}"/>
              </a:ext>
            </a:extLst>
          </p:cNvPr>
          <p:cNvSpPr txBox="1">
            <a:spLocks noChangeArrowheads="1"/>
          </p:cNvSpPr>
          <p:nvPr/>
        </p:nvSpPr>
        <p:spPr bwMode="auto">
          <a:xfrm>
            <a:off x="1734553" y="631658"/>
            <a:ext cx="8692816" cy="792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742950" indent="-28575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a:lnSpc>
                <a:spcPct val="100000"/>
              </a:lnSpc>
              <a:spcBef>
                <a:spcPct val="0"/>
              </a:spcBef>
              <a:buClrTx/>
              <a:buSzTx/>
              <a:buFontTx/>
              <a:buNone/>
            </a:pPr>
            <a:r>
              <a:rPr lang="es-MX" altLang="en-US" sz="2274">
                <a:solidFill>
                  <a:schemeClr val="tx1"/>
                </a:solidFill>
                <a:latin typeface="Arial" panose="020B0604020202020204" pitchFamily="34" charset="0"/>
              </a:rPr>
              <a:t>Cilindro de l=20 cm y radio R=5 cm tiene su centro en el origen y su eje a lo largo del eje X.</a:t>
            </a:r>
            <a:endParaRPr lang="en-US" altLang="en-US" sz="2274">
              <a:solidFill>
                <a:schemeClr val="bg1"/>
              </a:solidFill>
            </a:endParaRPr>
          </a:p>
        </p:txBody>
      </p:sp>
      <p:sp>
        <p:nvSpPr>
          <p:cNvPr id="29701" name="TextBox 42">
            <a:extLst>
              <a:ext uri="{FF2B5EF4-FFF2-40B4-BE49-F238E27FC236}">
                <a16:creationId xmlns:a16="http://schemas.microsoft.com/office/drawing/2014/main" id="{07F7D931-D989-4DBA-8637-F1A44F47C937}"/>
              </a:ext>
            </a:extLst>
          </p:cNvPr>
          <p:cNvSpPr txBox="1">
            <a:spLocks noChangeArrowheads="1"/>
          </p:cNvSpPr>
          <p:nvPr/>
        </p:nvSpPr>
        <p:spPr bwMode="auto">
          <a:xfrm>
            <a:off x="1731545" y="1380624"/>
            <a:ext cx="8443161" cy="1142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742950" indent="-28575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a:lnSpc>
                <a:spcPct val="100000"/>
              </a:lnSpc>
              <a:spcBef>
                <a:spcPts val="568"/>
              </a:spcBef>
              <a:buClr>
                <a:schemeClr val="tx2"/>
              </a:buClr>
              <a:buSzPct val="73000"/>
              <a:buNone/>
            </a:pPr>
            <a:r>
              <a:rPr lang="es-MX" altLang="en-US" sz="2274">
                <a:solidFill>
                  <a:schemeClr val="tx1"/>
                </a:solidFill>
                <a:latin typeface="Arial" panose="020B0604020202020204" pitchFamily="34" charset="0"/>
              </a:rPr>
              <a:t>¿Cuál es el flujo neto del campo eléctrico que atraviesa la superficie total cerrada del cilindro? (b) ¿Cuál es la carga neta interior al cilindro?</a:t>
            </a:r>
            <a:endParaRPr lang="es-ES" altLang="en-US" sz="2274">
              <a:solidFill>
                <a:schemeClr val="tx1"/>
              </a:solidFill>
              <a:latin typeface="Arial" panose="020B0604020202020204" pitchFamily="34" charset="0"/>
            </a:endParaRPr>
          </a:p>
        </p:txBody>
      </p:sp>
      <p:grpSp>
        <p:nvGrpSpPr>
          <p:cNvPr id="29702" name="Group 43">
            <a:extLst>
              <a:ext uri="{FF2B5EF4-FFF2-40B4-BE49-F238E27FC236}">
                <a16:creationId xmlns:a16="http://schemas.microsoft.com/office/drawing/2014/main" id="{1D0E99D4-8433-4A3B-B341-ABC417109892}"/>
              </a:ext>
            </a:extLst>
          </p:cNvPr>
          <p:cNvGrpSpPr>
            <a:grpSpLocks/>
          </p:cNvGrpSpPr>
          <p:nvPr/>
        </p:nvGrpSpPr>
        <p:grpSpPr bwMode="auto">
          <a:xfrm>
            <a:off x="8186487" y="2120566"/>
            <a:ext cx="2388268" cy="618123"/>
            <a:chOff x="4716463" y="2198688"/>
            <a:chExt cx="2520950" cy="652462"/>
          </a:xfrm>
        </p:grpSpPr>
        <p:sp>
          <p:nvSpPr>
            <p:cNvPr id="29703" name="2 Marcador de contenido">
              <a:extLst>
                <a:ext uri="{FF2B5EF4-FFF2-40B4-BE49-F238E27FC236}">
                  <a16:creationId xmlns:a16="http://schemas.microsoft.com/office/drawing/2014/main" id="{6D3315C1-8162-4C9C-83FF-1E262547104B}"/>
                </a:ext>
              </a:extLst>
            </p:cNvPr>
            <p:cNvSpPr>
              <a:spLocks/>
            </p:cNvSpPr>
            <p:nvPr/>
          </p:nvSpPr>
          <p:spPr bwMode="auto">
            <a:xfrm>
              <a:off x="4716463" y="2274888"/>
              <a:ext cx="2520950"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520700" indent="-22860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lvl="1">
                <a:lnSpc>
                  <a:spcPct val="100000"/>
                </a:lnSpc>
                <a:spcBef>
                  <a:spcPts val="474"/>
                </a:spcBef>
                <a:buClr>
                  <a:srgbClr val="F9B639"/>
                </a:buClr>
                <a:buSzPct val="80000"/>
                <a:buNone/>
              </a:pPr>
              <a:r>
                <a:rPr lang="es-MX" altLang="en-US" sz="2274">
                  <a:solidFill>
                    <a:srgbClr val="7F7F7F"/>
                  </a:solidFill>
                  <a:latin typeface="Comic Sans MS" panose="030F0702030302020204" pitchFamily="66" charset="0"/>
                </a:rPr>
                <a:t>Q = </a:t>
              </a:r>
              <a:r>
                <a:rPr lang="es-MX" altLang="en-US" sz="2274">
                  <a:solidFill>
                    <a:srgbClr val="7F7F7F"/>
                  </a:solidFill>
                  <a:latin typeface="Symbol" panose="05050102010706020507" pitchFamily="18" charset="2"/>
                </a:rPr>
                <a:t>e</a:t>
              </a:r>
              <a:r>
                <a:rPr lang="es-MX" altLang="en-US" sz="2274" baseline="-30000">
                  <a:solidFill>
                    <a:srgbClr val="7F7F7F"/>
                  </a:solidFill>
                  <a:latin typeface="AvantGarde" pitchFamily="34" charset="0"/>
                  <a:cs typeface="Times New Roman" panose="02020603050405020304" pitchFamily="18" charset="0"/>
                </a:rPr>
                <a:t>0</a:t>
              </a:r>
              <a:r>
                <a:rPr lang="es-MX" altLang="en-US" sz="2274">
                  <a:solidFill>
                    <a:srgbClr val="7F7F7F"/>
                  </a:solidFill>
                  <a:latin typeface="Comic Sans MS" panose="030F0702030302020204" pitchFamily="66" charset="0"/>
                </a:rPr>
                <a:t>    E  dA </a:t>
              </a:r>
              <a:r>
                <a:rPr lang="es-MX" altLang="en-US" sz="2179">
                  <a:solidFill>
                    <a:srgbClr val="7F7F7F"/>
                  </a:solidFill>
                  <a:latin typeface="Comic Sans MS" panose="030F0702030302020204" pitchFamily="66" charset="0"/>
                </a:rPr>
                <a:t>	</a:t>
              </a:r>
              <a:endParaRPr lang="es-ES" altLang="en-US" sz="2179">
                <a:solidFill>
                  <a:srgbClr val="7F7F7F"/>
                </a:solidFill>
                <a:latin typeface="Comic Sans MS" panose="030F0702030302020204" pitchFamily="66" charset="0"/>
              </a:endParaRPr>
            </a:p>
          </p:txBody>
        </p:sp>
        <p:sp>
          <p:nvSpPr>
            <p:cNvPr id="29704" name="Line 19">
              <a:extLst>
                <a:ext uri="{FF2B5EF4-FFF2-40B4-BE49-F238E27FC236}">
                  <a16:creationId xmlns:a16="http://schemas.microsoft.com/office/drawing/2014/main" id="{0C9D2E74-41D0-4378-9958-EF616945CE0D}"/>
                </a:ext>
              </a:extLst>
            </p:cNvPr>
            <p:cNvSpPr>
              <a:spLocks noChangeShapeType="1"/>
            </p:cNvSpPr>
            <p:nvPr/>
          </p:nvSpPr>
          <p:spPr bwMode="auto">
            <a:xfrm>
              <a:off x="6877050" y="2274888"/>
              <a:ext cx="215900" cy="0"/>
            </a:xfrm>
            <a:prstGeom prst="line">
              <a:avLst/>
            </a:prstGeom>
            <a:noFill/>
            <a:ln w="9525">
              <a:solidFill>
                <a:srgbClr val="5F5F5F"/>
              </a:solidFill>
              <a:round/>
              <a:headEnd/>
              <a:tailEnd type="triangle" w="med" len="med"/>
            </a:ln>
            <a:extLst>
              <a:ext uri="{909E8E84-426E-40DD-AFC4-6F175D3DCCD1}">
                <a14:hiddenFill xmlns:a14="http://schemas.microsoft.com/office/drawing/2010/main">
                  <a:noFill/>
                </a14:hiddenFill>
              </a:ext>
            </a:extLst>
          </p:spPr>
          <p:txBody>
            <a:bodyPr/>
            <a:lstStyle/>
            <a:p>
              <a:endParaRPr lang="en-US" sz="1705"/>
            </a:p>
          </p:txBody>
        </p:sp>
        <p:sp>
          <p:nvSpPr>
            <p:cNvPr id="29705" name="Line 19">
              <a:extLst>
                <a:ext uri="{FF2B5EF4-FFF2-40B4-BE49-F238E27FC236}">
                  <a16:creationId xmlns:a16="http://schemas.microsoft.com/office/drawing/2014/main" id="{88796488-F357-4A42-A540-BC99CF0F8E9F}"/>
                </a:ext>
              </a:extLst>
            </p:cNvPr>
            <p:cNvSpPr>
              <a:spLocks noChangeShapeType="1"/>
            </p:cNvSpPr>
            <p:nvPr/>
          </p:nvSpPr>
          <p:spPr bwMode="auto">
            <a:xfrm>
              <a:off x="6300788" y="2274888"/>
              <a:ext cx="215900" cy="0"/>
            </a:xfrm>
            <a:prstGeom prst="line">
              <a:avLst/>
            </a:prstGeom>
            <a:noFill/>
            <a:ln w="9525">
              <a:solidFill>
                <a:srgbClr val="5F5F5F"/>
              </a:solidFill>
              <a:round/>
              <a:headEnd/>
              <a:tailEnd type="triangle" w="med" len="med"/>
            </a:ln>
            <a:extLst>
              <a:ext uri="{909E8E84-426E-40DD-AFC4-6F175D3DCCD1}">
                <a14:hiddenFill xmlns:a14="http://schemas.microsoft.com/office/drawing/2010/main">
                  <a:noFill/>
                </a14:hiddenFill>
              </a:ext>
            </a:extLst>
          </p:spPr>
          <p:txBody>
            <a:bodyPr/>
            <a:lstStyle/>
            <a:p>
              <a:endParaRPr lang="en-US" sz="1705"/>
            </a:p>
          </p:txBody>
        </p:sp>
        <p:sp>
          <p:nvSpPr>
            <p:cNvPr id="48" name="50 Elipse">
              <a:extLst>
                <a:ext uri="{FF2B5EF4-FFF2-40B4-BE49-F238E27FC236}">
                  <a16:creationId xmlns:a16="http://schemas.microsoft.com/office/drawing/2014/main" id="{F21F3F49-17C3-43E6-BD0E-EEE8405E2259}"/>
                </a:ext>
              </a:extLst>
            </p:cNvPr>
            <p:cNvSpPr/>
            <p:nvPr/>
          </p:nvSpPr>
          <p:spPr>
            <a:xfrm>
              <a:off x="6516688" y="2490788"/>
              <a:ext cx="71438" cy="73025"/>
            </a:xfrm>
            <a:prstGeom prst="ellipse">
              <a:avLst/>
            </a:prstGeom>
            <a:solidFill>
              <a:schemeClr val="tx1">
                <a:lumMod val="50000"/>
                <a:lumOff val="50000"/>
              </a:schemeClr>
            </a:solidFill>
            <a:ln>
              <a:noFill/>
            </a:ln>
          </p:spPr>
          <p:style>
            <a:lnRef idx="2">
              <a:schemeClr val="dk1">
                <a:shade val="50000"/>
              </a:schemeClr>
            </a:lnRef>
            <a:fillRef idx="1">
              <a:schemeClr val="dk1"/>
            </a:fillRef>
            <a:effectRef idx="0">
              <a:schemeClr val="dk1"/>
            </a:effectRef>
            <a:fontRef idx="minor">
              <a:schemeClr val="lt1"/>
            </a:fontRef>
          </p:style>
          <p:txBody>
            <a:bodyPr anchor="ctr"/>
            <a:lstStyle/>
            <a:p>
              <a:pPr algn="ctr">
                <a:defRPr/>
              </a:pPr>
              <a:endParaRPr lang="es-ES" sz="1705"/>
            </a:p>
          </p:txBody>
        </p:sp>
        <p:sp>
          <p:nvSpPr>
            <p:cNvPr id="29707" name="Freeform 8">
              <a:extLst>
                <a:ext uri="{FF2B5EF4-FFF2-40B4-BE49-F238E27FC236}">
                  <a16:creationId xmlns:a16="http://schemas.microsoft.com/office/drawing/2014/main" id="{BF3E34DF-3725-445C-AD6C-42B828D5EE94}"/>
                </a:ext>
              </a:extLst>
            </p:cNvPr>
            <p:cNvSpPr>
              <a:spLocks/>
            </p:cNvSpPr>
            <p:nvPr/>
          </p:nvSpPr>
          <p:spPr bwMode="auto">
            <a:xfrm>
              <a:off x="6011863" y="2198688"/>
              <a:ext cx="144462" cy="652462"/>
            </a:xfrm>
            <a:custGeom>
              <a:avLst/>
              <a:gdLst>
                <a:gd name="T0" fmla="*/ 2147483646 w 181"/>
                <a:gd name="T1" fmla="*/ 2147483646 h 574"/>
                <a:gd name="T2" fmla="*/ 2147483646 w 181"/>
                <a:gd name="T3" fmla="*/ 2147483646 h 574"/>
                <a:gd name="T4" fmla="*/ 2147483646 w 181"/>
                <a:gd name="T5" fmla="*/ 2147483646 h 574"/>
                <a:gd name="T6" fmla="*/ 2147483646 w 181"/>
                <a:gd name="T7" fmla="*/ 2147483646 h 574"/>
                <a:gd name="T8" fmla="*/ 0 w 181"/>
                <a:gd name="T9" fmla="*/ 2147483646 h 574"/>
                <a:gd name="T10" fmla="*/ 0 60000 65536"/>
                <a:gd name="T11" fmla="*/ 0 60000 65536"/>
                <a:gd name="T12" fmla="*/ 0 60000 65536"/>
                <a:gd name="T13" fmla="*/ 0 60000 65536"/>
                <a:gd name="T14" fmla="*/ 0 60000 65536"/>
                <a:gd name="T15" fmla="*/ 0 w 181"/>
                <a:gd name="T16" fmla="*/ 0 h 574"/>
                <a:gd name="T17" fmla="*/ 181 w 181"/>
                <a:gd name="T18" fmla="*/ 574 h 574"/>
              </a:gdLst>
              <a:ahLst/>
              <a:cxnLst>
                <a:cxn ang="T10">
                  <a:pos x="T0" y="T1"/>
                </a:cxn>
                <a:cxn ang="T11">
                  <a:pos x="T2" y="T3"/>
                </a:cxn>
                <a:cxn ang="T12">
                  <a:pos x="T4" y="T5"/>
                </a:cxn>
                <a:cxn ang="T13">
                  <a:pos x="T6" y="T7"/>
                </a:cxn>
                <a:cxn ang="T14">
                  <a:pos x="T8" y="T9"/>
                </a:cxn>
              </a:cxnLst>
              <a:rect l="T15" t="T16" r="T17" b="T18"/>
              <a:pathLst>
                <a:path w="181" h="574">
                  <a:moveTo>
                    <a:pt x="181" y="30"/>
                  </a:moveTo>
                  <a:cubicBezTo>
                    <a:pt x="113" y="15"/>
                    <a:pt x="45" y="0"/>
                    <a:pt x="45" y="75"/>
                  </a:cubicBezTo>
                  <a:cubicBezTo>
                    <a:pt x="45" y="150"/>
                    <a:pt x="181" y="400"/>
                    <a:pt x="181" y="483"/>
                  </a:cubicBezTo>
                  <a:cubicBezTo>
                    <a:pt x="181" y="566"/>
                    <a:pt x="75" y="574"/>
                    <a:pt x="45" y="574"/>
                  </a:cubicBezTo>
                  <a:cubicBezTo>
                    <a:pt x="15" y="574"/>
                    <a:pt x="7" y="528"/>
                    <a:pt x="0" y="483"/>
                  </a:cubicBezTo>
                </a:path>
              </a:pathLst>
            </a:custGeom>
            <a:noFill/>
            <a:ln w="28575">
              <a:solidFill>
                <a:srgbClr val="5F5F5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sz="1705"/>
            </a:p>
          </p:txBody>
        </p:sp>
        <p:sp>
          <p:nvSpPr>
            <p:cNvPr id="29708" name="Oval 44">
              <a:extLst>
                <a:ext uri="{FF2B5EF4-FFF2-40B4-BE49-F238E27FC236}">
                  <a16:creationId xmlns:a16="http://schemas.microsoft.com/office/drawing/2014/main" id="{3E354E29-6588-4320-A2F8-6FAFBBF2E072}"/>
                </a:ext>
              </a:extLst>
            </p:cNvPr>
            <p:cNvSpPr>
              <a:spLocks noChangeArrowheads="1"/>
            </p:cNvSpPr>
            <p:nvPr/>
          </p:nvSpPr>
          <p:spPr bwMode="auto">
            <a:xfrm>
              <a:off x="6013450" y="2414588"/>
              <a:ext cx="215900" cy="215900"/>
            </a:xfrm>
            <a:prstGeom prst="ellipse">
              <a:avLst/>
            </a:prstGeom>
            <a:noFill/>
            <a:ln w="9525">
              <a:solidFill>
                <a:srgbClr val="333333"/>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742950" indent="-28575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eaLnBrk="1" hangingPunct="1">
                <a:lnSpc>
                  <a:spcPct val="100000"/>
                </a:lnSpc>
                <a:spcBef>
                  <a:spcPct val="0"/>
                </a:spcBef>
                <a:buClrTx/>
                <a:buSzTx/>
                <a:buFontTx/>
                <a:buNone/>
              </a:pPr>
              <a:endParaRPr lang="es-MX" altLang="en-US" sz="2274">
                <a:solidFill>
                  <a:schemeClr val="tx1"/>
                </a:solidFill>
                <a:latin typeface="Arial" panose="020B0604020202020204" pitchFamily="34" charset="0"/>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4C3CB58C-F375-4DF9-ACE9-25E703CF453D}"/>
              </a:ext>
            </a:extLst>
          </p:cNvPr>
          <p:cNvSpPr>
            <a:spLocks/>
          </p:cNvSpPr>
          <p:nvPr/>
        </p:nvSpPr>
        <p:spPr bwMode="auto">
          <a:xfrm>
            <a:off x="2548189" y="347412"/>
            <a:ext cx="6858000" cy="7625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3314" tIns="0" rIns="43314" bIns="0" anchor="b"/>
          <a:lstStyle>
            <a:lvl1pPr>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742950" indent="-28575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algn="ctr" eaLnBrk="1" hangingPunct="1">
              <a:lnSpc>
                <a:spcPct val="100000"/>
              </a:lnSpc>
              <a:spcBef>
                <a:spcPct val="0"/>
              </a:spcBef>
              <a:buClrTx/>
              <a:buSzTx/>
              <a:buFontTx/>
              <a:buNone/>
            </a:pPr>
            <a:r>
              <a:rPr lang="es-MX" altLang="en-US" sz="3600" b="1">
                <a:solidFill>
                  <a:srgbClr val="990033"/>
                </a:solidFill>
                <a:latin typeface="Trebuchet MS" panose="020B0603020202020204" pitchFamily="34" charset="0"/>
              </a:rPr>
              <a:t>LEY DE GAUSS</a:t>
            </a:r>
            <a:endParaRPr lang="es-ES" altLang="en-US" sz="3600" b="1">
              <a:solidFill>
                <a:srgbClr val="990033"/>
              </a:solidFill>
              <a:latin typeface="Trebuchet MS" panose="020B0603020202020204" pitchFamily="34" charset="0"/>
            </a:endParaRPr>
          </a:p>
        </p:txBody>
      </p:sp>
      <p:sp>
        <p:nvSpPr>
          <p:cNvPr id="30723" name="2 Marcador de contenido">
            <a:extLst>
              <a:ext uri="{FF2B5EF4-FFF2-40B4-BE49-F238E27FC236}">
                <a16:creationId xmlns:a16="http://schemas.microsoft.com/office/drawing/2014/main" id="{CAC6073A-32C5-43F2-A050-848819EBF147}"/>
              </a:ext>
            </a:extLst>
          </p:cNvPr>
          <p:cNvSpPr txBox="1">
            <a:spLocks/>
          </p:cNvSpPr>
          <p:nvPr/>
        </p:nvSpPr>
        <p:spPr bwMode="auto">
          <a:xfrm>
            <a:off x="2002256" y="1634792"/>
            <a:ext cx="7300161" cy="9760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730250" indent="-27305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a:lnSpc>
                <a:spcPct val="100000"/>
              </a:lnSpc>
              <a:spcBef>
                <a:spcPts val="568"/>
              </a:spcBef>
              <a:buClr>
                <a:schemeClr val="tx2"/>
              </a:buClr>
              <a:buSzPct val="73000"/>
              <a:buFont typeface="Arial" panose="020B0604020202020204" pitchFamily="34" charset="0"/>
              <a:buChar char="•"/>
            </a:pPr>
            <a:r>
              <a:rPr lang="es-ES" altLang="en-US" sz="2274" b="1">
                <a:latin typeface="Arial" panose="020B0604020202020204" pitchFamily="34" charset="0"/>
              </a:rPr>
              <a:t>Para una superficie esférica de radio </a:t>
            </a:r>
            <a:r>
              <a:rPr lang="es-ES" altLang="en-US" sz="2274" b="1">
                <a:latin typeface="Comic Sans MS" panose="030F0702030302020204" pitchFamily="66" charset="0"/>
              </a:rPr>
              <a:t>r</a:t>
            </a:r>
            <a:r>
              <a:rPr lang="es-ES" altLang="en-US" sz="2274" b="1">
                <a:latin typeface="Arial" panose="020B0604020202020204" pitchFamily="34" charset="0"/>
              </a:rPr>
              <a:t> que rodea a una carga puntual </a:t>
            </a:r>
            <a:r>
              <a:rPr lang="es-ES" altLang="en-US" sz="2274" b="1">
                <a:latin typeface="Comic Sans MS" panose="030F0702030302020204" pitchFamily="66" charset="0"/>
              </a:rPr>
              <a:t>q</a:t>
            </a:r>
            <a:r>
              <a:rPr lang="es-ES" altLang="en-US" sz="2274" b="1">
                <a:latin typeface="Arial" panose="020B0604020202020204" pitchFamily="34" charset="0"/>
              </a:rPr>
              <a:t> se tiene</a:t>
            </a:r>
            <a:r>
              <a:rPr lang="es-ES" altLang="en-US" sz="2274">
                <a:solidFill>
                  <a:schemeClr val="tx1"/>
                </a:solidFill>
                <a:latin typeface="Arial" panose="020B0604020202020204" pitchFamily="34" charset="0"/>
              </a:rPr>
              <a:t> </a:t>
            </a:r>
          </a:p>
          <a:p>
            <a:pPr>
              <a:lnSpc>
                <a:spcPct val="100000"/>
              </a:lnSpc>
              <a:spcBef>
                <a:spcPts val="568"/>
              </a:spcBef>
              <a:buClr>
                <a:schemeClr val="tx2"/>
              </a:buClr>
              <a:buSzPct val="73000"/>
              <a:buFont typeface="Arial" panose="020B0604020202020204" pitchFamily="34" charset="0"/>
              <a:buChar char="•"/>
            </a:pPr>
            <a:endParaRPr lang="es-ES" altLang="en-US" sz="2274">
              <a:solidFill>
                <a:schemeClr val="tx1"/>
              </a:solidFill>
              <a:latin typeface="Arial" panose="020B0604020202020204" pitchFamily="34" charset="0"/>
            </a:endParaRPr>
          </a:p>
          <a:p>
            <a:pPr lvl="1">
              <a:lnSpc>
                <a:spcPct val="100000"/>
              </a:lnSpc>
              <a:spcBef>
                <a:spcPts val="474"/>
              </a:spcBef>
              <a:buClr>
                <a:srgbClr val="F9B639"/>
              </a:buClr>
              <a:buSzPct val="80000"/>
              <a:buNone/>
            </a:pPr>
            <a:endParaRPr lang="es-MX" altLang="en-US" sz="2274">
              <a:solidFill>
                <a:srgbClr val="6C6C6C"/>
              </a:solidFill>
              <a:latin typeface="Arial" panose="020B0604020202020204" pitchFamily="34" charset="0"/>
            </a:endParaRPr>
          </a:p>
        </p:txBody>
      </p:sp>
      <p:cxnSp>
        <p:nvCxnSpPr>
          <p:cNvPr id="30724" name="10 Conector recto de flecha">
            <a:extLst>
              <a:ext uri="{FF2B5EF4-FFF2-40B4-BE49-F238E27FC236}">
                <a16:creationId xmlns:a16="http://schemas.microsoft.com/office/drawing/2014/main" id="{789918DA-EF30-45C9-B2FC-3971638B87FC}"/>
              </a:ext>
            </a:extLst>
          </p:cNvPr>
          <p:cNvCxnSpPr>
            <a:cxnSpLocks noChangeShapeType="1"/>
          </p:cNvCxnSpPr>
          <p:nvPr/>
        </p:nvCxnSpPr>
        <p:spPr bwMode="auto">
          <a:xfrm flipV="1">
            <a:off x="5550068" y="3292141"/>
            <a:ext cx="1773153" cy="1364080"/>
          </a:xfrm>
          <a:prstGeom prst="straightConnector1">
            <a:avLst/>
          </a:prstGeom>
          <a:noFill/>
          <a:ln w="11430" algn="ctr">
            <a:solidFill>
              <a:srgbClr val="66FF33"/>
            </a:solidFill>
            <a:round/>
            <a:headEnd/>
            <a:tailEnd type="arrow" w="med" len="med"/>
          </a:ln>
          <a:extLst>
            <a:ext uri="{909E8E84-426E-40DD-AFC4-6F175D3DCCD1}">
              <a14:hiddenFill xmlns:a14="http://schemas.microsoft.com/office/drawing/2010/main">
                <a:noFill/>
              </a14:hiddenFill>
            </a:ext>
          </a:extLst>
        </p:spPr>
      </p:cxnSp>
      <p:cxnSp>
        <p:nvCxnSpPr>
          <p:cNvPr id="30725" name="23 Conector recto de flecha">
            <a:extLst>
              <a:ext uri="{FF2B5EF4-FFF2-40B4-BE49-F238E27FC236}">
                <a16:creationId xmlns:a16="http://schemas.microsoft.com/office/drawing/2014/main" id="{A6E2E5B4-EC2B-4025-8132-2B6BF43E4BDA}"/>
              </a:ext>
            </a:extLst>
          </p:cNvPr>
          <p:cNvCxnSpPr>
            <a:cxnSpLocks noChangeShapeType="1"/>
          </p:cNvCxnSpPr>
          <p:nvPr/>
        </p:nvCxnSpPr>
        <p:spPr bwMode="auto">
          <a:xfrm flipV="1">
            <a:off x="5550068" y="3156787"/>
            <a:ext cx="0" cy="1433261"/>
          </a:xfrm>
          <a:prstGeom prst="straightConnector1">
            <a:avLst/>
          </a:prstGeom>
          <a:noFill/>
          <a:ln w="11430" algn="ctr">
            <a:solidFill>
              <a:srgbClr val="66FF33"/>
            </a:solidFill>
            <a:round/>
            <a:headEnd/>
            <a:tailEnd type="arrow" w="med" len="med"/>
          </a:ln>
          <a:extLst>
            <a:ext uri="{909E8E84-426E-40DD-AFC4-6F175D3DCCD1}">
              <a14:hiddenFill xmlns:a14="http://schemas.microsoft.com/office/drawing/2010/main">
                <a:noFill/>
              </a14:hiddenFill>
            </a:ext>
          </a:extLst>
        </p:spPr>
      </p:cxnSp>
      <p:cxnSp>
        <p:nvCxnSpPr>
          <p:cNvPr id="30726" name="23 Conector recto de flecha">
            <a:extLst>
              <a:ext uri="{FF2B5EF4-FFF2-40B4-BE49-F238E27FC236}">
                <a16:creationId xmlns:a16="http://schemas.microsoft.com/office/drawing/2014/main" id="{BCDE6A64-3158-401A-9DC8-F01E239503FB}"/>
              </a:ext>
            </a:extLst>
          </p:cNvPr>
          <p:cNvCxnSpPr>
            <a:cxnSpLocks noChangeShapeType="1"/>
          </p:cNvCxnSpPr>
          <p:nvPr/>
        </p:nvCxnSpPr>
        <p:spPr bwMode="auto">
          <a:xfrm flipH="1">
            <a:off x="3163302" y="4677276"/>
            <a:ext cx="2365710" cy="48126"/>
          </a:xfrm>
          <a:prstGeom prst="straightConnector1">
            <a:avLst/>
          </a:prstGeom>
          <a:noFill/>
          <a:ln w="11430" algn="ctr">
            <a:solidFill>
              <a:srgbClr val="66FF33"/>
            </a:solidFill>
            <a:round/>
            <a:headEnd/>
            <a:tailEnd type="arrow" w="med" len="med"/>
          </a:ln>
          <a:extLst>
            <a:ext uri="{909E8E84-426E-40DD-AFC4-6F175D3DCCD1}">
              <a14:hiddenFill xmlns:a14="http://schemas.microsoft.com/office/drawing/2010/main">
                <a:noFill/>
              </a14:hiddenFill>
            </a:ext>
          </a:extLst>
        </p:spPr>
      </p:cxnSp>
      <p:cxnSp>
        <p:nvCxnSpPr>
          <p:cNvPr id="30727" name="23 Conector recto de flecha">
            <a:extLst>
              <a:ext uri="{FF2B5EF4-FFF2-40B4-BE49-F238E27FC236}">
                <a16:creationId xmlns:a16="http://schemas.microsoft.com/office/drawing/2014/main" id="{E52B325B-513D-4DCD-987F-C8E5DDE27560}"/>
              </a:ext>
            </a:extLst>
          </p:cNvPr>
          <p:cNvCxnSpPr>
            <a:cxnSpLocks noChangeShapeType="1"/>
          </p:cNvCxnSpPr>
          <p:nvPr/>
        </p:nvCxnSpPr>
        <p:spPr bwMode="auto">
          <a:xfrm>
            <a:off x="5550068" y="4656221"/>
            <a:ext cx="2592805" cy="0"/>
          </a:xfrm>
          <a:prstGeom prst="straightConnector1">
            <a:avLst/>
          </a:prstGeom>
          <a:noFill/>
          <a:ln w="11430" algn="ctr">
            <a:solidFill>
              <a:srgbClr val="66FF33"/>
            </a:solidFill>
            <a:round/>
            <a:headEnd/>
            <a:tailEnd type="arrow" w="med" len="med"/>
          </a:ln>
          <a:extLst>
            <a:ext uri="{909E8E84-426E-40DD-AFC4-6F175D3DCCD1}">
              <a14:hiddenFill xmlns:a14="http://schemas.microsoft.com/office/drawing/2010/main">
                <a:noFill/>
              </a14:hiddenFill>
            </a:ext>
          </a:extLst>
        </p:spPr>
      </p:cxnSp>
      <p:cxnSp>
        <p:nvCxnSpPr>
          <p:cNvPr id="30728" name="23 Conector recto de flecha">
            <a:extLst>
              <a:ext uri="{FF2B5EF4-FFF2-40B4-BE49-F238E27FC236}">
                <a16:creationId xmlns:a16="http://schemas.microsoft.com/office/drawing/2014/main" id="{0C098C15-2F12-4299-820C-C3E62A95646E}"/>
              </a:ext>
            </a:extLst>
          </p:cNvPr>
          <p:cNvCxnSpPr>
            <a:cxnSpLocks noChangeShapeType="1"/>
            <a:stCxn id="30737" idx="4"/>
          </p:cNvCxnSpPr>
          <p:nvPr/>
        </p:nvCxnSpPr>
        <p:spPr bwMode="auto">
          <a:xfrm>
            <a:off x="5550068" y="4725403"/>
            <a:ext cx="0" cy="1636295"/>
          </a:xfrm>
          <a:prstGeom prst="straightConnector1">
            <a:avLst/>
          </a:prstGeom>
          <a:noFill/>
          <a:ln w="11430" algn="ctr">
            <a:solidFill>
              <a:srgbClr val="66FF33"/>
            </a:solidFill>
            <a:round/>
            <a:headEnd/>
            <a:tailEnd type="arrow" w="med" len="med"/>
          </a:ln>
          <a:extLst>
            <a:ext uri="{909E8E84-426E-40DD-AFC4-6F175D3DCCD1}">
              <a14:hiddenFill xmlns:a14="http://schemas.microsoft.com/office/drawing/2010/main">
                <a:noFill/>
              </a14:hiddenFill>
            </a:ext>
          </a:extLst>
        </p:spPr>
      </p:cxnSp>
      <p:cxnSp>
        <p:nvCxnSpPr>
          <p:cNvPr id="30729" name="23 Conector recto de flecha">
            <a:extLst>
              <a:ext uri="{FF2B5EF4-FFF2-40B4-BE49-F238E27FC236}">
                <a16:creationId xmlns:a16="http://schemas.microsoft.com/office/drawing/2014/main" id="{EBB7605C-2865-41D4-9C7C-B02ECB732ED5}"/>
              </a:ext>
            </a:extLst>
          </p:cNvPr>
          <p:cNvCxnSpPr>
            <a:cxnSpLocks noChangeShapeType="1"/>
            <a:stCxn id="30737" idx="5"/>
          </p:cNvCxnSpPr>
          <p:nvPr/>
        </p:nvCxnSpPr>
        <p:spPr bwMode="auto">
          <a:xfrm>
            <a:off x="5598194" y="4705852"/>
            <a:ext cx="1794209" cy="1451309"/>
          </a:xfrm>
          <a:prstGeom prst="straightConnector1">
            <a:avLst/>
          </a:prstGeom>
          <a:noFill/>
          <a:ln w="11430" algn="ctr">
            <a:solidFill>
              <a:srgbClr val="66FF33"/>
            </a:solidFill>
            <a:round/>
            <a:headEnd/>
            <a:tailEnd type="arrow" w="med" len="med"/>
          </a:ln>
          <a:extLst>
            <a:ext uri="{909E8E84-426E-40DD-AFC4-6F175D3DCCD1}">
              <a14:hiddenFill xmlns:a14="http://schemas.microsoft.com/office/drawing/2010/main">
                <a:noFill/>
              </a14:hiddenFill>
            </a:ext>
          </a:extLst>
        </p:spPr>
      </p:cxnSp>
      <p:sp>
        <p:nvSpPr>
          <p:cNvPr id="30730" name="2 Marcador de contenido">
            <a:extLst>
              <a:ext uri="{FF2B5EF4-FFF2-40B4-BE49-F238E27FC236}">
                <a16:creationId xmlns:a16="http://schemas.microsoft.com/office/drawing/2014/main" id="{65A258B9-34BE-4D9A-9AA9-5CC9D123FDFA}"/>
              </a:ext>
            </a:extLst>
          </p:cNvPr>
          <p:cNvSpPr>
            <a:spLocks/>
          </p:cNvSpPr>
          <p:nvPr/>
        </p:nvSpPr>
        <p:spPr bwMode="auto">
          <a:xfrm>
            <a:off x="7118685" y="3430505"/>
            <a:ext cx="750470" cy="544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520700" indent="-22860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lvl="1">
              <a:lnSpc>
                <a:spcPct val="100000"/>
              </a:lnSpc>
              <a:spcBef>
                <a:spcPts val="474"/>
              </a:spcBef>
              <a:buClr>
                <a:srgbClr val="F9B639"/>
              </a:buClr>
              <a:buSzPct val="80000"/>
              <a:buNone/>
            </a:pPr>
            <a:r>
              <a:rPr lang="es-MX" altLang="en-US" sz="2274">
                <a:solidFill>
                  <a:srgbClr val="7F7F7F"/>
                </a:solidFill>
                <a:latin typeface="Comic Sans MS" panose="030F0702030302020204" pitchFamily="66" charset="0"/>
              </a:rPr>
              <a:t>E</a:t>
            </a:r>
            <a:r>
              <a:rPr lang="es-MX" altLang="en-US" sz="2274" baseline="-30000">
                <a:solidFill>
                  <a:srgbClr val="7F7F7F"/>
                </a:solidFill>
                <a:latin typeface="Comic Sans MS" panose="030F0702030302020204" pitchFamily="66" charset="0"/>
                <a:cs typeface="Times New Roman" panose="02020603050405020304" pitchFamily="18" charset="0"/>
              </a:rPr>
              <a:t>   </a:t>
            </a:r>
            <a:r>
              <a:rPr lang="es-MX" altLang="en-US" sz="2179">
                <a:solidFill>
                  <a:srgbClr val="7F7F7F"/>
                </a:solidFill>
                <a:latin typeface="Comic Sans MS" panose="030F0702030302020204" pitchFamily="66" charset="0"/>
              </a:rPr>
              <a:t>	</a:t>
            </a:r>
            <a:endParaRPr lang="es-ES" altLang="en-US" sz="2179">
              <a:solidFill>
                <a:srgbClr val="7F7F7F"/>
              </a:solidFill>
              <a:latin typeface="Comic Sans MS" panose="030F0702030302020204" pitchFamily="66" charset="0"/>
            </a:endParaRPr>
          </a:p>
        </p:txBody>
      </p:sp>
      <p:sp>
        <p:nvSpPr>
          <p:cNvPr id="30731" name="Line 19">
            <a:extLst>
              <a:ext uri="{FF2B5EF4-FFF2-40B4-BE49-F238E27FC236}">
                <a16:creationId xmlns:a16="http://schemas.microsoft.com/office/drawing/2014/main" id="{CD52D21D-844B-44D8-A4C1-C3009D00E358}"/>
              </a:ext>
            </a:extLst>
          </p:cNvPr>
          <p:cNvSpPr>
            <a:spLocks noChangeShapeType="1"/>
          </p:cNvSpPr>
          <p:nvPr/>
        </p:nvSpPr>
        <p:spPr bwMode="auto">
          <a:xfrm>
            <a:off x="7460081" y="3429000"/>
            <a:ext cx="204537" cy="0"/>
          </a:xfrm>
          <a:prstGeom prst="line">
            <a:avLst/>
          </a:prstGeom>
          <a:noFill/>
          <a:ln w="9525">
            <a:solidFill>
              <a:srgbClr val="5F5F5F"/>
            </a:solidFill>
            <a:round/>
            <a:headEnd/>
            <a:tailEnd type="triangle" w="med" len="med"/>
          </a:ln>
          <a:extLst>
            <a:ext uri="{909E8E84-426E-40DD-AFC4-6F175D3DCCD1}">
              <a14:hiddenFill xmlns:a14="http://schemas.microsoft.com/office/drawing/2010/main">
                <a:noFill/>
              </a14:hiddenFill>
            </a:ext>
          </a:extLst>
        </p:spPr>
        <p:txBody>
          <a:bodyPr/>
          <a:lstStyle/>
          <a:p>
            <a:endParaRPr lang="en-US" sz="1705"/>
          </a:p>
        </p:txBody>
      </p:sp>
      <p:sp>
        <p:nvSpPr>
          <p:cNvPr id="30732" name="2 Marcador de contenido">
            <a:extLst>
              <a:ext uri="{FF2B5EF4-FFF2-40B4-BE49-F238E27FC236}">
                <a16:creationId xmlns:a16="http://schemas.microsoft.com/office/drawing/2014/main" id="{71BAA1A4-8D9B-4224-A1E6-C17BE215ED9E}"/>
              </a:ext>
            </a:extLst>
          </p:cNvPr>
          <p:cNvSpPr>
            <a:spLocks/>
          </p:cNvSpPr>
          <p:nvPr/>
        </p:nvSpPr>
        <p:spPr bwMode="auto">
          <a:xfrm>
            <a:off x="1730041" y="2610853"/>
            <a:ext cx="2388269" cy="545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520700" indent="-22860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lvl="1">
              <a:lnSpc>
                <a:spcPct val="100000"/>
              </a:lnSpc>
              <a:spcBef>
                <a:spcPts val="474"/>
              </a:spcBef>
              <a:buClr>
                <a:srgbClr val="F9B639"/>
              </a:buClr>
              <a:buSzPct val="80000"/>
              <a:buNone/>
            </a:pPr>
            <a:r>
              <a:rPr lang="es-MX" altLang="en-US" sz="2274">
                <a:solidFill>
                  <a:srgbClr val="7F7F7F"/>
                </a:solidFill>
                <a:latin typeface="Comic Sans MS" panose="030F0702030302020204" pitchFamily="66" charset="0"/>
              </a:rPr>
              <a:t>q = </a:t>
            </a:r>
            <a:r>
              <a:rPr lang="es-MX" altLang="en-US" sz="2274">
                <a:solidFill>
                  <a:srgbClr val="7F7F7F"/>
                </a:solidFill>
                <a:latin typeface="Symbol" panose="05050102010706020507" pitchFamily="18" charset="2"/>
              </a:rPr>
              <a:t>e</a:t>
            </a:r>
            <a:r>
              <a:rPr lang="es-MX" altLang="en-US" sz="2274" baseline="-30000">
                <a:solidFill>
                  <a:srgbClr val="7F7F7F"/>
                </a:solidFill>
                <a:latin typeface="AvantGarde" pitchFamily="34" charset="0"/>
                <a:cs typeface="Times New Roman" panose="02020603050405020304" pitchFamily="18" charset="0"/>
              </a:rPr>
              <a:t>0</a:t>
            </a:r>
            <a:r>
              <a:rPr lang="es-MX" altLang="en-US" sz="2274">
                <a:solidFill>
                  <a:srgbClr val="7F7F7F"/>
                </a:solidFill>
                <a:latin typeface="Comic Sans MS" panose="030F0702030302020204" pitchFamily="66" charset="0"/>
              </a:rPr>
              <a:t>    E  dA </a:t>
            </a:r>
            <a:r>
              <a:rPr lang="es-MX" altLang="en-US" sz="2179">
                <a:solidFill>
                  <a:srgbClr val="7F7F7F"/>
                </a:solidFill>
                <a:latin typeface="Comic Sans MS" panose="030F0702030302020204" pitchFamily="66" charset="0"/>
              </a:rPr>
              <a:t>	</a:t>
            </a:r>
            <a:endParaRPr lang="es-ES" altLang="en-US" sz="2179">
              <a:solidFill>
                <a:srgbClr val="7F7F7F"/>
              </a:solidFill>
              <a:latin typeface="Comic Sans MS" panose="030F0702030302020204" pitchFamily="66" charset="0"/>
            </a:endParaRPr>
          </a:p>
        </p:txBody>
      </p:sp>
      <p:sp>
        <p:nvSpPr>
          <p:cNvPr id="30733" name="Line 19">
            <a:extLst>
              <a:ext uri="{FF2B5EF4-FFF2-40B4-BE49-F238E27FC236}">
                <a16:creationId xmlns:a16="http://schemas.microsoft.com/office/drawing/2014/main" id="{F4193E87-41F7-4DC7-9B1E-0756A12C7418}"/>
              </a:ext>
            </a:extLst>
          </p:cNvPr>
          <p:cNvSpPr>
            <a:spLocks noChangeShapeType="1"/>
          </p:cNvSpPr>
          <p:nvPr/>
        </p:nvSpPr>
        <p:spPr bwMode="auto">
          <a:xfrm>
            <a:off x="3776913" y="2610853"/>
            <a:ext cx="204537" cy="0"/>
          </a:xfrm>
          <a:prstGeom prst="line">
            <a:avLst/>
          </a:prstGeom>
          <a:noFill/>
          <a:ln w="9525">
            <a:solidFill>
              <a:srgbClr val="5F5F5F"/>
            </a:solidFill>
            <a:round/>
            <a:headEnd/>
            <a:tailEnd type="triangle" w="med" len="med"/>
          </a:ln>
          <a:extLst>
            <a:ext uri="{909E8E84-426E-40DD-AFC4-6F175D3DCCD1}">
              <a14:hiddenFill xmlns:a14="http://schemas.microsoft.com/office/drawing/2010/main">
                <a:noFill/>
              </a14:hiddenFill>
            </a:ext>
          </a:extLst>
        </p:spPr>
        <p:txBody>
          <a:bodyPr/>
          <a:lstStyle/>
          <a:p>
            <a:endParaRPr lang="en-US" sz="1705"/>
          </a:p>
        </p:txBody>
      </p:sp>
      <p:sp>
        <p:nvSpPr>
          <p:cNvPr id="30734" name="Line 19">
            <a:extLst>
              <a:ext uri="{FF2B5EF4-FFF2-40B4-BE49-F238E27FC236}">
                <a16:creationId xmlns:a16="http://schemas.microsoft.com/office/drawing/2014/main" id="{715E1C45-EE15-4290-B1DC-76210376EFAB}"/>
              </a:ext>
            </a:extLst>
          </p:cNvPr>
          <p:cNvSpPr>
            <a:spLocks noChangeShapeType="1"/>
          </p:cNvSpPr>
          <p:nvPr/>
        </p:nvSpPr>
        <p:spPr bwMode="auto">
          <a:xfrm>
            <a:off x="3230981" y="2610853"/>
            <a:ext cx="204537" cy="0"/>
          </a:xfrm>
          <a:prstGeom prst="line">
            <a:avLst/>
          </a:prstGeom>
          <a:noFill/>
          <a:ln w="9525">
            <a:solidFill>
              <a:srgbClr val="5F5F5F"/>
            </a:solidFill>
            <a:round/>
            <a:headEnd/>
            <a:tailEnd type="triangle" w="med" len="med"/>
          </a:ln>
          <a:extLst>
            <a:ext uri="{909E8E84-426E-40DD-AFC4-6F175D3DCCD1}">
              <a14:hiddenFill xmlns:a14="http://schemas.microsoft.com/office/drawing/2010/main">
                <a:noFill/>
              </a14:hiddenFill>
            </a:ext>
          </a:extLst>
        </p:spPr>
        <p:txBody>
          <a:bodyPr/>
          <a:lstStyle/>
          <a:p>
            <a:endParaRPr lang="en-US" sz="1705"/>
          </a:p>
        </p:txBody>
      </p:sp>
      <p:sp>
        <p:nvSpPr>
          <p:cNvPr id="51" name="50 Elipse">
            <a:extLst>
              <a:ext uri="{FF2B5EF4-FFF2-40B4-BE49-F238E27FC236}">
                <a16:creationId xmlns:a16="http://schemas.microsoft.com/office/drawing/2014/main" id="{CA0C2D02-9531-43EC-A008-F1DAE3B30E19}"/>
              </a:ext>
            </a:extLst>
          </p:cNvPr>
          <p:cNvSpPr/>
          <p:nvPr/>
        </p:nvSpPr>
        <p:spPr>
          <a:xfrm>
            <a:off x="3367840" y="2815390"/>
            <a:ext cx="67678" cy="69182"/>
          </a:xfrm>
          <a:prstGeom prst="ellipse">
            <a:avLst/>
          </a:prstGeom>
          <a:solidFill>
            <a:schemeClr val="tx1">
              <a:lumMod val="50000"/>
              <a:lumOff val="50000"/>
            </a:schemeClr>
          </a:solidFill>
          <a:ln>
            <a:noFill/>
          </a:ln>
        </p:spPr>
        <p:style>
          <a:lnRef idx="2">
            <a:schemeClr val="dk1">
              <a:shade val="50000"/>
            </a:schemeClr>
          </a:lnRef>
          <a:fillRef idx="1">
            <a:schemeClr val="dk1"/>
          </a:fillRef>
          <a:effectRef idx="0">
            <a:schemeClr val="dk1"/>
          </a:effectRef>
          <a:fontRef idx="minor">
            <a:schemeClr val="lt1"/>
          </a:fontRef>
        </p:style>
        <p:txBody>
          <a:bodyPr anchor="ctr"/>
          <a:lstStyle/>
          <a:p>
            <a:pPr algn="ctr">
              <a:defRPr/>
            </a:pPr>
            <a:endParaRPr lang="es-ES" sz="1705"/>
          </a:p>
        </p:txBody>
      </p:sp>
      <p:sp>
        <p:nvSpPr>
          <p:cNvPr id="30736" name="Freeform 8">
            <a:extLst>
              <a:ext uri="{FF2B5EF4-FFF2-40B4-BE49-F238E27FC236}">
                <a16:creationId xmlns:a16="http://schemas.microsoft.com/office/drawing/2014/main" id="{01C61890-9E4F-4695-BF3C-2F85DDDE1844}"/>
              </a:ext>
            </a:extLst>
          </p:cNvPr>
          <p:cNvSpPr>
            <a:spLocks/>
          </p:cNvSpPr>
          <p:nvPr/>
        </p:nvSpPr>
        <p:spPr bwMode="auto">
          <a:xfrm>
            <a:off x="2889585" y="2538664"/>
            <a:ext cx="136860" cy="618123"/>
          </a:xfrm>
          <a:custGeom>
            <a:avLst/>
            <a:gdLst>
              <a:gd name="T0" fmla="*/ 2147483646 w 181"/>
              <a:gd name="T1" fmla="*/ 2147483646 h 574"/>
              <a:gd name="T2" fmla="*/ 2147483646 w 181"/>
              <a:gd name="T3" fmla="*/ 2147483646 h 574"/>
              <a:gd name="T4" fmla="*/ 2147483646 w 181"/>
              <a:gd name="T5" fmla="*/ 2147483646 h 574"/>
              <a:gd name="T6" fmla="*/ 2147483646 w 181"/>
              <a:gd name="T7" fmla="*/ 2147483646 h 574"/>
              <a:gd name="T8" fmla="*/ 0 w 181"/>
              <a:gd name="T9" fmla="*/ 2147483646 h 574"/>
              <a:gd name="T10" fmla="*/ 0 60000 65536"/>
              <a:gd name="T11" fmla="*/ 0 60000 65536"/>
              <a:gd name="T12" fmla="*/ 0 60000 65536"/>
              <a:gd name="T13" fmla="*/ 0 60000 65536"/>
              <a:gd name="T14" fmla="*/ 0 60000 65536"/>
              <a:gd name="T15" fmla="*/ 0 w 181"/>
              <a:gd name="T16" fmla="*/ 0 h 574"/>
              <a:gd name="T17" fmla="*/ 181 w 181"/>
              <a:gd name="T18" fmla="*/ 574 h 574"/>
            </a:gdLst>
            <a:ahLst/>
            <a:cxnLst>
              <a:cxn ang="T10">
                <a:pos x="T0" y="T1"/>
              </a:cxn>
              <a:cxn ang="T11">
                <a:pos x="T2" y="T3"/>
              </a:cxn>
              <a:cxn ang="T12">
                <a:pos x="T4" y="T5"/>
              </a:cxn>
              <a:cxn ang="T13">
                <a:pos x="T6" y="T7"/>
              </a:cxn>
              <a:cxn ang="T14">
                <a:pos x="T8" y="T9"/>
              </a:cxn>
            </a:cxnLst>
            <a:rect l="T15" t="T16" r="T17" b="T18"/>
            <a:pathLst>
              <a:path w="181" h="574">
                <a:moveTo>
                  <a:pt x="181" y="30"/>
                </a:moveTo>
                <a:cubicBezTo>
                  <a:pt x="113" y="15"/>
                  <a:pt x="45" y="0"/>
                  <a:pt x="45" y="75"/>
                </a:cubicBezTo>
                <a:cubicBezTo>
                  <a:pt x="45" y="150"/>
                  <a:pt x="181" y="400"/>
                  <a:pt x="181" y="483"/>
                </a:cubicBezTo>
                <a:cubicBezTo>
                  <a:pt x="181" y="566"/>
                  <a:pt x="75" y="574"/>
                  <a:pt x="45" y="574"/>
                </a:cubicBezTo>
                <a:cubicBezTo>
                  <a:pt x="15" y="574"/>
                  <a:pt x="7" y="528"/>
                  <a:pt x="0" y="483"/>
                </a:cubicBezTo>
              </a:path>
            </a:pathLst>
          </a:custGeom>
          <a:noFill/>
          <a:ln w="28575">
            <a:solidFill>
              <a:srgbClr val="5F5F5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sz="1705"/>
          </a:p>
        </p:txBody>
      </p:sp>
      <p:sp>
        <p:nvSpPr>
          <p:cNvPr id="30737" name="Oval 38">
            <a:extLst>
              <a:ext uri="{FF2B5EF4-FFF2-40B4-BE49-F238E27FC236}">
                <a16:creationId xmlns:a16="http://schemas.microsoft.com/office/drawing/2014/main" id="{894C1E8F-F1C2-4C33-97E6-44155F0AEA1D}"/>
              </a:ext>
            </a:extLst>
          </p:cNvPr>
          <p:cNvSpPr>
            <a:spLocks noChangeArrowheads="1"/>
          </p:cNvSpPr>
          <p:nvPr/>
        </p:nvSpPr>
        <p:spPr bwMode="auto">
          <a:xfrm>
            <a:off x="5482390" y="4588544"/>
            <a:ext cx="135355" cy="136859"/>
          </a:xfrm>
          <a:prstGeom prst="ellipse">
            <a:avLst/>
          </a:prstGeom>
          <a:solidFill>
            <a:schemeClr val="accent1"/>
          </a:solidFill>
          <a:ln w="9525">
            <a:solidFill>
              <a:schemeClr val="tx1"/>
            </a:solidFill>
            <a:round/>
            <a:headEnd/>
            <a:tailEnd/>
          </a:ln>
        </p:spPr>
        <p:txBody>
          <a:bodyPr wrap="none" anchor="ctr"/>
          <a:lstStyle>
            <a:lvl1pPr>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742950" indent="-28575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eaLnBrk="1" hangingPunct="1">
              <a:lnSpc>
                <a:spcPct val="100000"/>
              </a:lnSpc>
              <a:spcBef>
                <a:spcPct val="0"/>
              </a:spcBef>
              <a:buClrTx/>
              <a:buSzTx/>
              <a:buFontTx/>
              <a:buNone/>
            </a:pPr>
            <a:endParaRPr lang="es-MX" altLang="en-US" sz="2274">
              <a:solidFill>
                <a:schemeClr val="tx1"/>
              </a:solidFill>
              <a:latin typeface="Arial" panose="020B0604020202020204" pitchFamily="34" charset="0"/>
            </a:endParaRPr>
          </a:p>
        </p:txBody>
      </p:sp>
      <p:sp>
        <p:nvSpPr>
          <p:cNvPr id="30738" name="Oval 41">
            <a:extLst>
              <a:ext uri="{FF2B5EF4-FFF2-40B4-BE49-F238E27FC236}">
                <a16:creationId xmlns:a16="http://schemas.microsoft.com/office/drawing/2014/main" id="{958A38D6-0F59-45F3-B956-664B1E28A517}"/>
              </a:ext>
            </a:extLst>
          </p:cNvPr>
          <p:cNvSpPr>
            <a:spLocks noChangeArrowheads="1"/>
          </p:cNvSpPr>
          <p:nvPr/>
        </p:nvSpPr>
        <p:spPr bwMode="auto">
          <a:xfrm>
            <a:off x="2891089" y="2743200"/>
            <a:ext cx="204537" cy="204537"/>
          </a:xfrm>
          <a:prstGeom prst="ellipse">
            <a:avLst/>
          </a:prstGeom>
          <a:noFill/>
          <a:ln w="9525">
            <a:solidFill>
              <a:srgbClr val="333333"/>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742950" indent="-28575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eaLnBrk="1" hangingPunct="1">
              <a:lnSpc>
                <a:spcPct val="100000"/>
              </a:lnSpc>
              <a:spcBef>
                <a:spcPct val="0"/>
              </a:spcBef>
              <a:buClrTx/>
              <a:buSzTx/>
              <a:buFontTx/>
              <a:buNone/>
            </a:pPr>
            <a:endParaRPr lang="es-MX" altLang="en-US" sz="2274">
              <a:solidFill>
                <a:schemeClr val="tx1"/>
              </a:solidFill>
              <a:latin typeface="Arial" panose="020B0604020202020204" pitchFamily="34" charset="0"/>
            </a:endParaRPr>
          </a:p>
        </p:txBody>
      </p:sp>
      <p:cxnSp>
        <p:nvCxnSpPr>
          <p:cNvPr id="30739" name="10 Conector recto de flecha">
            <a:extLst>
              <a:ext uri="{FF2B5EF4-FFF2-40B4-BE49-F238E27FC236}">
                <a16:creationId xmlns:a16="http://schemas.microsoft.com/office/drawing/2014/main" id="{9C337134-045D-4411-9345-0844129F7278}"/>
              </a:ext>
            </a:extLst>
          </p:cNvPr>
          <p:cNvCxnSpPr>
            <a:cxnSpLocks noChangeShapeType="1"/>
          </p:cNvCxnSpPr>
          <p:nvPr/>
        </p:nvCxnSpPr>
        <p:spPr bwMode="auto">
          <a:xfrm flipH="1" flipV="1">
            <a:off x="3776914" y="3361323"/>
            <a:ext cx="1773154" cy="1294898"/>
          </a:xfrm>
          <a:prstGeom prst="straightConnector1">
            <a:avLst/>
          </a:prstGeom>
          <a:noFill/>
          <a:ln w="11430" algn="ctr">
            <a:solidFill>
              <a:srgbClr val="66FF33"/>
            </a:solidFill>
            <a:round/>
            <a:headEnd/>
            <a:tailEnd type="arrow" w="med" len="med"/>
          </a:ln>
          <a:extLst>
            <a:ext uri="{909E8E84-426E-40DD-AFC4-6F175D3DCCD1}">
              <a14:hiddenFill xmlns:a14="http://schemas.microsoft.com/office/drawing/2010/main">
                <a:noFill/>
              </a14:hiddenFill>
            </a:ext>
          </a:extLst>
        </p:spPr>
      </p:cxnSp>
      <p:cxnSp>
        <p:nvCxnSpPr>
          <p:cNvPr id="30740" name="10 Conector recto de flecha">
            <a:extLst>
              <a:ext uri="{FF2B5EF4-FFF2-40B4-BE49-F238E27FC236}">
                <a16:creationId xmlns:a16="http://schemas.microsoft.com/office/drawing/2014/main" id="{EEA3A166-54F4-4D35-834F-837960405CD7}"/>
              </a:ext>
            </a:extLst>
          </p:cNvPr>
          <p:cNvCxnSpPr>
            <a:cxnSpLocks noChangeShapeType="1"/>
          </p:cNvCxnSpPr>
          <p:nvPr/>
        </p:nvCxnSpPr>
        <p:spPr bwMode="auto">
          <a:xfrm flipH="1">
            <a:off x="3503195" y="4675773"/>
            <a:ext cx="2025818" cy="1413711"/>
          </a:xfrm>
          <a:prstGeom prst="straightConnector1">
            <a:avLst/>
          </a:prstGeom>
          <a:noFill/>
          <a:ln w="11430" algn="ctr">
            <a:solidFill>
              <a:srgbClr val="66FF33"/>
            </a:solidFill>
            <a:round/>
            <a:headEnd/>
            <a:tailEnd type="arrow" w="med" len="med"/>
          </a:ln>
          <a:extLst>
            <a:ext uri="{909E8E84-426E-40DD-AFC4-6F175D3DCCD1}">
              <a14:hiddenFill xmlns:a14="http://schemas.microsoft.com/office/drawing/2010/main">
                <a:noFill/>
              </a14:hiddenFill>
            </a:ext>
          </a:extLst>
        </p:spPr>
      </p:cxnSp>
      <p:cxnSp>
        <p:nvCxnSpPr>
          <p:cNvPr id="30741" name="10 Conector recto de flecha">
            <a:extLst>
              <a:ext uri="{FF2B5EF4-FFF2-40B4-BE49-F238E27FC236}">
                <a16:creationId xmlns:a16="http://schemas.microsoft.com/office/drawing/2014/main" id="{A075410B-929C-4B9F-B375-94C6B4019598}"/>
              </a:ext>
            </a:extLst>
          </p:cNvPr>
          <p:cNvCxnSpPr>
            <a:cxnSpLocks noChangeShapeType="1"/>
          </p:cNvCxnSpPr>
          <p:nvPr/>
        </p:nvCxnSpPr>
        <p:spPr bwMode="auto">
          <a:xfrm flipV="1">
            <a:off x="5550068" y="3156787"/>
            <a:ext cx="818147" cy="1500939"/>
          </a:xfrm>
          <a:prstGeom prst="straightConnector1">
            <a:avLst/>
          </a:prstGeom>
          <a:noFill/>
          <a:ln w="11430" algn="ctr">
            <a:solidFill>
              <a:srgbClr val="66FF33"/>
            </a:solidFill>
            <a:round/>
            <a:headEnd/>
            <a:tailEnd type="arrow" w="med" len="med"/>
          </a:ln>
          <a:extLst>
            <a:ext uri="{909E8E84-426E-40DD-AFC4-6F175D3DCCD1}">
              <a14:hiddenFill xmlns:a14="http://schemas.microsoft.com/office/drawing/2010/main">
                <a:noFill/>
              </a14:hiddenFill>
            </a:ext>
          </a:extLst>
        </p:spPr>
      </p:cxnSp>
      <p:cxnSp>
        <p:nvCxnSpPr>
          <p:cNvPr id="30742" name="10 Conector recto de flecha">
            <a:extLst>
              <a:ext uri="{FF2B5EF4-FFF2-40B4-BE49-F238E27FC236}">
                <a16:creationId xmlns:a16="http://schemas.microsoft.com/office/drawing/2014/main" id="{D8B4395F-D93F-46B0-9233-DFCE70ABD250}"/>
              </a:ext>
            </a:extLst>
          </p:cNvPr>
          <p:cNvCxnSpPr>
            <a:cxnSpLocks noChangeShapeType="1"/>
          </p:cNvCxnSpPr>
          <p:nvPr/>
        </p:nvCxnSpPr>
        <p:spPr bwMode="auto">
          <a:xfrm flipV="1">
            <a:off x="5551571" y="3838074"/>
            <a:ext cx="2591302" cy="819652"/>
          </a:xfrm>
          <a:prstGeom prst="straightConnector1">
            <a:avLst/>
          </a:prstGeom>
          <a:noFill/>
          <a:ln w="11430" algn="ctr">
            <a:solidFill>
              <a:srgbClr val="66FF33"/>
            </a:solidFill>
            <a:round/>
            <a:headEnd/>
            <a:tailEnd type="arrow" w="med" len="med"/>
          </a:ln>
          <a:extLst>
            <a:ext uri="{909E8E84-426E-40DD-AFC4-6F175D3DCCD1}">
              <a14:hiddenFill xmlns:a14="http://schemas.microsoft.com/office/drawing/2010/main">
                <a:noFill/>
              </a14:hiddenFill>
            </a:ext>
          </a:extLst>
        </p:spPr>
      </p:cxnSp>
      <p:cxnSp>
        <p:nvCxnSpPr>
          <p:cNvPr id="30743" name="10 Conector recto de flecha">
            <a:extLst>
              <a:ext uri="{FF2B5EF4-FFF2-40B4-BE49-F238E27FC236}">
                <a16:creationId xmlns:a16="http://schemas.microsoft.com/office/drawing/2014/main" id="{47F0BD1B-A2BB-4DF9-8015-33787128AEEC}"/>
              </a:ext>
            </a:extLst>
          </p:cNvPr>
          <p:cNvCxnSpPr>
            <a:cxnSpLocks noChangeShapeType="1"/>
          </p:cNvCxnSpPr>
          <p:nvPr/>
        </p:nvCxnSpPr>
        <p:spPr bwMode="auto">
          <a:xfrm>
            <a:off x="5550068" y="4656222"/>
            <a:ext cx="955006" cy="1705476"/>
          </a:xfrm>
          <a:prstGeom prst="straightConnector1">
            <a:avLst/>
          </a:prstGeom>
          <a:noFill/>
          <a:ln w="11430" algn="ctr">
            <a:solidFill>
              <a:srgbClr val="66FF33"/>
            </a:solidFill>
            <a:round/>
            <a:headEnd/>
            <a:tailEnd type="arrow" w="med" len="med"/>
          </a:ln>
          <a:extLst>
            <a:ext uri="{909E8E84-426E-40DD-AFC4-6F175D3DCCD1}">
              <a14:hiddenFill xmlns:a14="http://schemas.microsoft.com/office/drawing/2010/main">
                <a:noFill/>
              </a14:hiddenFill>
            </a:ext>
          </a:extLst>
        </p:spPr>
      </p:cxnSp>
      <p:cxnSp>
        <p:nvCxnSpPr>
          <p:cNvPr id="30744" name="10 Conector recto de flecha">
            <a:extLst>
              <a:ext uri="{FF2B5EF4-FFF2-40B4-BE49-F238E27FC236}">
                <a16:creationId xmlns:a16="http://schemas.microsoft.com/office/drawing/2014/main" id="{190D9FE2-919C-453F-B655-F628EDEDCE15}"/>
              </a:ext>
            </a:extLst>
          </p:cNvPr>
          <p:cNvCxnSpPr>
            <a:cxnSpLocks noChangeShapeType="1"/>
          </p:cNvCxnSpPr>
          <p:nvPr/>
        </p:nvCxnSpPr>
        <p:spPr bwMode="auto">
          <a:xfrm>
            <a:off x="5550068" y="4656222"/>
            <a:ext cx="2523624" cy="887329"/>
          </a:xfrm>
          <a:prstGeom prst="straightConnector1">
            <a:avLst/>
          </a:prstGeom>
          <a:noFill/>
          <a:ln w="11430" algn="ctr">
            <a:solidFill>
              <a:srgbClr val="66FF33"/>
            </a:solidFill>
            <a:round/>
            <a:headEnd/>
            <a:tailEnd type="arrow" w="med" len="med"/>
          </a:ln>
          <a:extLst>
            <a:ext uri="{909E8E84-426E-40DD-AFC4-6F175D3DCCD1}">
              <a14:hiddenFill xmlns:a14="http://schemas.microsoft.com/office/drawing/2010/main">
                <a:noFill/>
              </a14:hiddenFill>
            </a:ext>
          </a:extLst>
        </p:spPr>
      </p:cxnSp>
      <p:cxnSp>
        <p:nvCxnSpPr>
          <p:cNvPr id="30745" name="10 Conector recto de flecha">
            <a:extLst>
              <a:ext uri="{FF2B5EF4-FFF2-40B4-BE49-F238E27FC236}">
                <a16:creationId xmlns:a16="http://schemas.microsoft.com/office/drawing/2014/main" id="{5BC700E4-702E-46C7-B62C-37DDE1403E69}"/>
              </a:ext>
            </a:extLst>
          </p:cNvPr>
          <p:cNvCxnSpPr>
            <a:cxnSpLocks noChangeShapeType="1"/>
          </p:cNvCxnSpPr>
          <p:nvPr/>
        </p:nvCxnSpPr>
        <p:spPr bwMode="auto">
          <a:xfrm flipH="1" flipV="1">
            <a:off x="4868779" y="3292141"/>
            <a:ext cx="681289" cy="1364080"/>
          </a:xfrm>
          <a:prstGeom prst="straightConnector1">
            <a:avLst/>
          </a:prstGeom>
          <a:noFill/>
          <a:ln w="11430" algn="ctr">
            <a:solidFill>
              <a:srgbClr val="66FF33"/>
            </a:solidFill>
            <a:round/>
            <a:headEnd/>
            <a:tailEnd type="arrow" w="med" len="med"/>
          </a:ln>
          <a:extLst>
            <a:ext uri="{909E8E84-426E-40DD-AFC4-6F175D3DCCD1}">
              <a14:hiddenFill xmlns:a14="http://schemas.microsoft.com/office/drawing/2010/main">
                <a:noFill/>
              </a14:hiddenFill>
            </a:ext>
          </a:extLst>
        </p:spPr>
      </p:cxnSp>
      <p:cxnSp>
        <p:nvCxnSpPr>
          <p:cNvPr id="30746" name="10 Conector recto de flecha">
            <a:extLst>
              <a:ext uri="{FF2B5EF4-FFF2-40B4-BE49-F238E27FC236}">
                <a16:creationId xmlns:a16="http://schemas.microsoft.com/office/drawing/2014/main" id="{3C6B2746-7815-4097-8A32-5B61FCA082E3}"/>
              </a:ext>
            </a:extLst>
          </p:cNvPr>
          <p:cNvCxnSpPr>
            <a:cxnSpLocks noChangeShapeType="1"/>
          </p:cNvCxnSpPr>
          <p:nvPr/>
        </p:nvCxnSpPr>
        <p:spPr bwMode="auto">
          <a:xfrm flipH="1" flipV="1">
            <a:off x="3230981" y="4042610"/>
            <a:ext cx="2319087" cy="613611"/>
          </a:xfrm>
          <a:prstGeom prst="straightConnector1">
            <a:avLst/>
          </a:prstGeom>
          <a:noFill/>
          <a:ln w="11430" algn="ctr">
            <a:solidFill>
              <a:srgbClr val="66FF33"/>
            </a:solidFill>
            <a:round/>
            <a:headEnd/>
            <a:tailEnd type="arrow" w="med" len="med"/>
          </a:ln>
          <a:extLst>
            <a:ext uri="{909E8E84-426E-40DD-AFC4-6F175D3DCCD1}">
              <a14:hiddenFill xmlns:a14="http://schemas.microsoft.com/office/drawing/2010/main">
                <a:noFill/>
              </a14:hiddenFill>
            </a:ext>
          </a:extLst>
        </p:spPr>
      </p:cxnSp>
      <p:cxnSp>
        <p:nvCxnSpPr>
          <p:cNvPr id="30747" name="10 Conector recto de flecha">
            <a:extLst>
              <a:ext uri="{FF2B5EF4-FFF2-40B4-BE49-F238E27FC236}">
                <a16:creationId xmlns:a16="http://schemas.microsoft.com/office/drawing/2014/main" id="{C3818FC4-1A3D-41E0-BF36-67D107C56751}"/>
              </a:ext>
            </a:extLst>
          </p:cNvPr>
          <p:cNvCxnSpPr>
            <a:cxnSpLocks noChangeShapeType="1"/>
          </p:cNvCxnSpPr>
          <p:nvPr/>
        </p:nvCxnSpPr>
        <p:spPr bwMode="auto">
          <a:xfrm flipH="1">
            <a:off x="4595061" y="4656221"/>
            <a:ext cx="955007" cy="1570121"/>
          </a:xfrm>
          <a:prstGeom prst="straightConnector1">
            <a:avLst/>
          </a:prstGeom>
          <a:noFill/>
          <a:ln w="11430" algn="ctr">
            <a:solidFill>
              <a:srgbClr val="66FF33"/>
            </a:solidFill>
            <a:round/>
            <a:headEnd/>
            <a:tailEnd type="arrow" w="med" len="med"/>
          </a:ln>
          <a:extLst>
            <a:ext uri="{909E8E84-426E-40DD-AFC4-6F175D3DCCD1}">
              <a14:hiddenFill xmlns:a14="http://schemas.microsoft.com/office/drawing/2010/main">
                <a:noFill/>
              </a14:hiddenFill>
            </a:ext>
          </a:extLst>
        </p:spPr>
      </p:cxnSp>
      <p:cxnSp>
        <p:nvCxnSpPr>
          <p:cNvPr id="30748" name="10 Conector recto de flecha">
            <a:extLst>
              <a:ext uri="{FF2B5EF4-FFF2-40B4-BE49-F238E27FC236}">
                <a16:creationId xmlns:a16="http://schemas.microsoft.com/office/drawing/2014/main" id="{8027A299-BCB9-45AB-8DDA-674FC531269E}"/>
              </a:ext>
            </a:extLst>
          </p:cNvPr>
          <p:cNvCxnSpPr>
            <a:cxnSpLocks noChangeShapeType="1"/>
          </p:cNvCxnSpPr>
          <p:nvPr/>
        </p:nvCxnSpPr>
        <p:spPr bwMode="auto">
          <a:xfrm flipH="1">
            <a:off x="3230981" y="4656222"/>
            <a:ext cx="2319087" cy="682792"/>
          </a:xfrm>
          <a:prstGeom prst="straightConnector1">
            <a:avLst/>
          </a:prstGeom>
          <a:noFill/>
          <a:ln w="11430" algn="ctr">
            <a:solidFill>
              <a:srgbClr val="66FF33"/>
            </a:solidFill>
            <a:round/>
            <a:headEnd/>
            <a:tailEnd type="arrow" w="med" len="med"/>
          </a:ln>
          <a:extLst>
            <a:ext uri="{909E8E84-426E-40DD-AFC4-6F175D3DCCD1}">
              <a14:hiddenFill xmlns:a14="http://schemas.microsoft.com/office/drawing/2010/main">
                <a:noFill/>
              </a14:hiddenFill>
            </a:ext>
          </a:extLst>
        </p:spPr>
      </p:cxnSp>
      <p:sp>
        <p:nvSpPr>
          <p:cNvPr id="30749" name="Oval 53">
            <a:extLst>
              <a:ext uri="{FF2B5EF4-FFF2-40B4-BE49-F238E27FC236}">
                <a16:creationId xmlns:a16="http://schemas.microsoft.com/office/drawing/2014/main" id="{1C33F1CC-9C5F-47BA-B3BE-71E7A091B44E}"/>
              </a:ext>
            </a:extLst>
          </p:cNvPr>
          <p:cNvSpPr>
            <a:spLocks noChangeArrowheads="1"/>
          </p:cNvSpPr>
          <p:nvPr/>
        </p:nvSpPr>
        <p:spPr bwMode="auto">
          <a:xfrm>
            <a:off x="5480886" y="4588544"/>
            <a:ext cx="136859" cy="136859"/>
          </a:xfrm>
          <a:prstGeom prst="ellipse">
            <a:avLst/>
          </a:prstGeom>
          <a:solidFill>
            <a:schemeClr val="accent1"/>
          </a:solidFill>
          <a:ln w="9525">
            <a:solidFill>
              <a:schemeClr val="tx1"/>
            </a:solidFill>
            <a:round/>
            <a:headEnd/>
            <a:tailEnd/>
          </a:ln>
        </p:spPr>
        <p:txBody>
          <a:bodyPr wrap="none" anchor="ctr"/>
          <a:lstStyle>
            <a:lvl1pPr>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742950" indent="-28575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eaLnBrk="1" hangingPunct="1">
              <a:lnSpc>
                <a:spcPct val="100000"/>
              </a:lnSpc>
              <a:spcBef>
                <a:spcPct val="0"/>
              </a:spcBef>
              <a:buClrTx/>
              <a:buSzTx/>
              <a:buFontTx/>
              <a:buNone/>
            </a:pPr>
            <a:endParaRPr lang="es-MX" altLang="en-US" sz="2274">
              <a:solidFill>
                <a:schemeClr val="tx1"/>
              </a:solidFill>
              <a:latin typeface="Arial" panose="020B0604020202020204" pitchFamily="34" charset="0"/>
            </a:endParaRPr>
          </a:p>
        </p:txBody>
      </p:sp>
      <p:sp>
        <p:nvSpPr>
          <p:cNvPr id="30750" name="2 Marcador de contenido">
            <a:extLst>
              <a:ext uri="{FF2B5EF4-FFF2-40B4-BE49-F238E27FC236}">
                <a16:creationId xmlns:a16="http://schemas.microsoft.com/office/drawing/2014/main" id="{31BBE04B-0469-444A-B656-8E9260D6921B}"/>
              </a:ext>
            </a:extLst>
          </p:cNvPr>
          <p:cNvSpPr>
            <a:spLocks/>
          </p:cNvSpPr>
          <p:nvPr/>
        </p:nvSpPr>
        <p:spPr bwMode="auto">
          <a:xfrm>
            <a:off x="4799598" y="4247147"/>
            <a:ext cx="955007" cy="476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520700" indent="-22860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lvl="1">
              <a:lnSpc>
                <a:spcPct val="100000"/>
              </a:lnSpc>
              <a:spcBef>
                <a:spcPts val="474"/>
              </a:spcBef>
              <a:buClr>
                <a:srgbClr val="F9B639"/>
              </a:buClr>
              <a:buSzPct val="80000"/>
              <a:buNone/>
            </a:pPr>
            <a:r>
              <a:rPr lang="es-MX" altLang="en-US" sz="2274">
                <a:solidFill>
                  <a:schemeClr val="tx1"/>
                </a:solidFill>
                <a:latin typeface="Comic Sans MS" panose="030F0702030302020204" pitchFamily="66" charset="0"/>
              </a:rPr>
              <a:t>q </a:t>
            </a:r>
            <a:r>
              <a:rPr lang="es-MX" altLang="en-US" sz="2179">
                <a:solidFill>
                  <a:schemeClr val="tx1"/>
                </a:solidFill>
                <a:latin typeface="Comic Sans MS" panose="030F0702030302020204" pitchFamily="66" charset="0"/>
              </a:rPr>
              <a:t>	</a:t>
            </a:r>
            <a:endParaRPr lang="es-ES" altLang="en-US" sz="2179">
              <a:solidFill>
                <a:schemeClr val="tx1"/>
              </a:solidFill>
              <a:latin typeface="Comic Sans MS" panose="030F0702030302020204" pitchFamily="66" charset="0"/>
            </a:endParaRPr>
          </a:p>
        </p:txBody>
      </p:sp>
      <p:sp>
        <p:nvSpPr>
          <p:cNvPr id="75831" name="Oval 55">
            <a:extLst>
              <a:ext uri="{FF2B5EF4-FFF2-40B4-BE49-F238E27FC236}">
                <a16:creationId xmlns:a16="http://schemas.microsoft.com/office/drawing/2014/main" id="{D1B16096-BCDD-4061-AF81-A8A3600E445D}"/>
              </a:ext>
            </a:extLst>
          </p:cNvPr>
          <p:cNvSpPr>
            <a:spLocks noChangeArrowheads="1"/>
          </p:cNvSpPr>
          <p:nvPr/>
        </p:nvSpPr>
        <p:spPr bwMode="auto">
          <a:xfrm>
            <a:off x="4390524" y="3633537"/>
            <a:ext cx="2251410" cy="2114550"/>
          </a:xfrm>
          <a:prstGeom prst="ellipse">
            <a:avLst/>
          </a:prstGeom>
          <a:gradFill rotWithShape="1">
            <a:gsLst>
              <a:gs pos="0">
                <a:schemeClr val="accent1">
                  <a:alpha val="50999"/>
                </a:schemeClr>
              </a:gs>
              <a:gs pos="100000">
                <a:schemeClr val="accent1">
                  <a:gamma/>
                  <a:shade val="46275"/>
                  <a:invGamma/>
                </a:schemeClr>
              </a:gs>
            </a:gsLst>
            <a:path path="shape">
              <a:fillToRect l="50000" t="50000" r="50000" b="50000"/>
            </a:path>
          </a:gradFill>
          <a:ln w="9525">
            <a:solidFill>
              <a:schemeClr val="tx1"/>
            </a:solidFill>
            <a:round/>
            <a:headEnd/>
            <a:tailEnd/>
          </a:ln>
          <a:effectLst/>
        </p:spPr>
        <p:txBody>
          <a:bodyPr wrap="none" anchor="ctr"/>
          <a:lstStyle/>
          <a:p>
            <a:pPr>
              <a:defRPr/>
            </a:pPr>
            <a:endParaRPr lang="es-MX" sz="1705">
              <a:latin typeface="Arial" charset="0"/>
            </a:endParaRPr>
          </a:p>
        </p:txBody>
      </p:sp>
      <p:sp>
        <p:nvSpPr>
          <p:cNvPr id="41" name="40 Datos almacenados">
            <a:extLst>
              <a:ext uri="{FF2B5EF4-FFF2-40B4-BE49-F238E27FC236}">
                <a16:creationId xmlns:a16="http://schemas.microsoft.com/office/drawing/2014/main" id="{02C2D718-5A28-4D0E-999B-B34277A41877}"/>
              </a:ext>
            </a:extLst>
          </p:cNvPr>
          <p:cNvSpPr/>
          <p:nvPr/>
        </p:nvSpPr>
        <p:spPr>
          <a:xfrm rot="19543916" flipH="1">
            <a:off x="5959142" y="4247148"/>
            <a:ext cx="157914" cy="263191"/>
          </a:xfrm>
          <a:prstGeom prst="flowChartOnlineStorag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ES" sz="1705"/>
          </a:p>
        </p:txBody>
      </p:sp>
      <p:sp>
        <p:nvSpPr>
          <p:cNvPr id="30753" name="2 Marcador de contenido">
            <a:extLst>
              <a:ext uri="{FF2B5EF4-FFF2-40B4-BE49-F238E27FC236}">
                <a16:creationId xmlns:a16="http://schemas.microsoft.com/office/drawing/2014/main" id="{5B1C22BC-85FB-4B55-8F3B-4C98EA8E40DE}"/>
              </a:ext>
            </a:extLst>
          </p:cNvPr>
          <p:cNvSpPr>
            <a:spLocks/>
          </p:cNvSpPr>
          <p:nvPr/>
        </p:nvSpPr>
        <p:spPr bwMode="auto">
          <a:xfrm>
            <a:off x="5823786" y="4384007"/>
            <a:ext cx="1228725" cy="475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520700" indent="-22860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lvl="1">
              <a:lnSpc>
                <a:spcPct val="100000"/>
              </a:lnSpc>
              <a:spcBef>
                <a:spcPts val="474"/>
              </a:spcBef>
              <a:buClr>
                <a:srgbClr val="F9B639"/>
              </a:buClr>
              <a:buSzPct val="80000"/>
              <a:buNone/>
            </a:pPr>
            <a:r>
              <a:rPr lang="es-MX" altLang="en-US" sz="2274" b="1">
                <a:solidFill>
                  <a:schemeClr val="tx1"/>
                </a:solidFill>
                <a:latin typeface="Comic Sans MS" panose="030F0702030302020204" pitchFamily="66" charset="0"/>
              </a:rPr>
              <a:t>dA</a:t>
            </a:r>
            <a:r>
              <a:rPr lang="es-MX" altLang="en-US" sz="2274" b="1" baseline="-30000">
                <a:solidFill>
                  <a:schemeClr val="tx1"/>
                </a:solidFill>
                <a:latin typeface="Comic Sans MS" panose="030F0702030302020204" pitchFamily="66" charset="0"/>
                <a:cs typeface="Times New Roman" panose="02020603050405020304" pitchFamily="18" charset="0"/>
              </a:rPr>
              <a:t> </a:t>
            </a:r>
            <a:r>
              <a:rPr lang="es-MX" altLang="en-US" sz="2274" baseline="-30000">
                <a:solidFill>
                  <a:srgbClr val="7F7F7F"/>
                </a:solidFill>
                <a:latin typeface="Comic Sans MS" panose="030F0702030302020204" pitchFamily="66" charset="0"/>
                <a:cs typeface="Times New Roman" panose="02020603050405020304" pitchFamily="18" charset="0"/>
              </a:rPr>
              <a:t>  </a:t>
            </a:r>
            <a:r>
              <a:rPr lang="es-MX" altLang="en-US" sz="2179">
                <a:solidFill>
                  <a:srgbClr val="7F7F7F"/>
                </a:solidFill>
                <a:latin typeface="Comic Sans MS" panose="030F0702030302020204" pitchFamily="66" charset="0"/>
              </a:rPr>
              <a:t>	</a:t>
            </a:r>
            <a:endParaRPr lang="es-ES" altLang="en-US" sz="2179">
              <a:solidFill>
                <a:srgbClr val="7F7F7F"/>
              </a:solidFill>
              <a:latin typeface="Comic Sans MS" panose="030F0702030302020204" pitchFamily="66" charset="0"/>
            </a:endParaRPr>
          </a:p>
        </p:txBody>
      </p:sp>
      <p:sp>
        <p:nvSpPr>
          <p:cNvPr id="30754" name="Line 19">
            <a:extLst>
              <a:ext uri="{FF2B5EF4-FFF2-40B4-BE49-F238E27FC236}">
                <a16:creationId xmlns:a16="http://schemas.microsoft.com/office/drawing/2014/main" id="{988C2743-28F9-4E7F-90B7-813A24C7B366}"/>
              </a:ext>
            </a:extLst>
          </p:cNvPr>
          <p:cNvSpPr>
            <a:spLocks noChangeShapeType="1"/>
          </p:cNvSpPr>
          <p:nvPr/>
        </p:nvSpPr>
        <p:spPr bwMode="auto">
          <a:xfrm>
            <a:off x="6300537" y="4384007"/>
            <a:ext cx="204537"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sz="1705"/>
          </a:p>
        </p:txBody>
      </p:sp>
      <p:cxnSp>
        <p:nvCxnSpPr>
          <p:cNvPr id="30755" name="38 Conector recto de flecha">
            <a:extLst>
              <a:ext uri="{FF2B5EF4-FFF2-40B4-BE49-F238E27FC236}">
                <a16:creationId xmlns:a16="http://schemas.microsoft.com/office/drawing/2014/main" id="{76680069-2DD7-4073-A232-7C6F0B395053}"/>
              </a:ext>
            </a:extLst>
          </p:cNvPr>
          <p:cNvCxnSpPr>
            <a:cxnSpLocks noChangeShapeType="1"/>
          </p:cNvCxnSpPr>
          <p:nvPr/>
        </p:nvCxnSpPr>
        <p:spPr bwMode="auto">
          <a:xfrm flipV="1">
            <a:off x="6028323" y="3633537"/>
            <a:ext cx="1364080" cy="770021"/>
          </a:xfrm>
          <a:prstGeom prst="straightConnector1">
            <a:avLst/>
          </a:prstGeom>
          <a:noFill/>
          <a:ln w="38100" algn="ctr">
            <a:solidFill>
              <a:srgbClr val="33CCCC"/>
            </a:solidFill>
            <a:round/>
            <a:headEnd/>
            <a:tailEnd type="arrow" w="med" len="med"/>
          </a:ln>
          <a:extLst>
            <a:ext uri="{909E8E84-426E-40DD-AFC4-6F175D3DCCD1}">
              <a14:hiddenFill xmlns:a14="http://schemas.microsoft.com/office/drawing/2010/main">
                <a:noFill/>
              </a14:hiddenFill>
            </a:ext>
          </a:extLst>
        </p:spPr>
      </p:cxnSp>
      <p:sp>
        <p:nvSpPr>
          <p:cNvPr id="30756" name="Line 54">
            <a:extLst>
              <a:ext uri="{FF2B5EF4-FFF2-40B4-BE49-F238E27FC236}">
                <a16:creationId xmlns:a16="http://schemas.microsoft.com/office/drawing/2014/main" id="{587D766D-8D2D-40DC-A71F-AB39F858CD7A}"/>
              </a:ext>
            </a:extLst>
          </p:cNvPr>
          <p:cNvSpPr>
            <a:spLocks noChangeShapeType="1"/>
          </p:cNvSpPr>
          <p:nvPr/>
        </p:nvSpPr>
        <p:spPr bwMode="auto">
          <a:xfrm flipV="1">
            <a:off x="6028323" y="4177966"/>
            <a:ext cx="410577" cy="206041"/>
          </a:xfrm>
          <a:prstGeom prst="line">
            <a:avLst/>
          </a:prstGeom>
          <a:noFill/>
          <a:ln w="38100">
            <a:solidFill>
              <a:srgbClr val="0066FF"/>
            </a:solidFill>
            <a:round/>
            <a:headEnd/>
            <a:tailEnd type="triangle" w="med" len="med"/>
          </a:ln>
          <a:extLst>
            <a:ext uri="{909E8E84-426E-40DD-AFC4-6F175D3DCCD1}">
              <a14:hiddenFill xmlns:a14="http://schemas.microsoft.com/office/drawing/2010/main">
                <a:noFill/>
              </a14:hiddenFill>
            </a:ext>
          </a:extLst>
        </p:spPr>
        <p:txBody>
          <a:bodyPr/>
          <a:lstStyle/>
          <a:p>
            <a:endParaRPr lang="en-US" sz="1705"/>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7F89D442-5944-46CD-9F03-1C4535856D36}"/>
              </a:ext>
            </a:extLst>
          </p:cNvPr>
          <p:cNvSpPr>
            <a:spLocks/>
          </p:cNvSpPr>
          <p:nvPr/>
        </p:nvSpPr>
        <p:spPr bwMode="auto">
          <a:xfrm>
            <a:off x="2548189" y="347412"/>
            <a:ext cx="6858000" cy="7625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3314" tIns="0" rIns="43314" bIns="0" anchor="b"/>
          <a:lstStyle>
            <a:lvl1pPr>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742950" indent="-28575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algn="ctr" eaLnBrk="1" hangingPunct="1">
              <a:lnSpc>
                <a:spcPct val="100000"/>
              </a:lnSpc>
              <a:spcBef>
                <a:spcPct val="0"/>
              </a:spcBef>
              <a:buClrTx/>
              <a:buSzTx/>
              <a:buFontTx/>
              <a:buNone/>
            </a:pPr>
            <a:r>
              <a:rPr lang="es-MX" altLang="en-US" sz="3600" b="1">
                <a:solidFill>
                  <a:srgbClr val="990033"/>
                </a:solidFill>
                <a:latin typeface="Trebuchet MS" panose="020B0603020202020204" pitchFamily="34" charset="0"/>
              </a:rPr>
              <a:t>LEY DE GAUSS</a:t>
            </a:r>
            <a:endParaRPr lang="es-ES" altLang="en-US" sz="3600" b="1">
              <a:solidFill>
                <a:srgbClr val="990033"/>
              </a:solidFill>
              <a:latin typeface="Trebuchet MS" panose="020B0603020202020204" pitchFamily="34" charset="0"/>
            </a:endParaRPr>
          </a:p>
        </p:txBody>
      </p:sp>
      <p:sp>
        <p:nvSpPr>
          <p:cNvPr id="31747" name="2 Marcador de contenido">
            <a:extLst>
              <a:ext uri="{FF2B5EF4-FFF2-40B4-BE49-F238E27FC236}">
                <a16:creationId xmlns:a16="http://schemas.microsoft.com/office/drawing/2014/main" id="{1856EF46-E893-4C3D-AF78-5E05A720A149}"/>
              </a:ext>
            </a:extLst>
          </p:cNvPr>
          <p:cNvSpPr txBox="1">
            <a:spLocks/>
          </p:cNvSpPr>
          <p:nvPr/>
        </p:nvSpPr>
        <p:spPr bwMode="auto">
          <a:xfrm>
            <a:off x="2002256" y="1634792"/>
            <a:ext cx="7300161" cy="9760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730250" indent="-27305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a:lnSpc>
                <a:spcPct val="100000"/>
              </a:lnSpc>
              <a:spcBef>
                <a:spcPts val="568"/>
              </a:spcBef>
              <a:buClr>
                <a:schemeClr val="tx2"/>
              </a:buClr>
              <a:buSzPct val="73000"/>
              <a:buFont typeface="Arial" panose="020B0604020202020204" pitchFamily="34" charset="0"/>
              <a:buChar char="•"/>
            </a:pPr>
            <a:r>
              <a:rPr lang="es-ES" altLang="en-US" sz="2274" b="1">
                <a:latin typeface="Arial" panose="020B0604020202020204" pitchFamily="34" charset="0"/>
              </a:rPr>
              <a:t>La dirección del campo es perpendicular a la superficie en todos los puntos de la misma</a:t>
            </a:r>
            <a:r>
              <a:rPr lang="es-ES" altLang="en-US" sz="2274">
                <a:solidFill>
                  <a:schemeClr val="tx1"/>
                </a:solidFill>
                <a:latin typeface="Arial" panose="020B0604020202020204" pitchFamily="34" charset="0"/>
              </a:rPr>
              <a:t> </a:t>
            </a:r>
          </a:p>
          <a:p>
            <a:pPr>
              <a:lnSpc>
                <a:spcPct val="100000"/>
              </a:lnSpc>
              <a:spcBef>
                <a:spcPts val="568"/>
              </a:spcBef>
              <a:buClr>
                <a:schemeClr val="tx2"/>
              </a:buClr>
              <a:buSzPct val="73000"/>
              <a:buFont typeface="Arial" panose="020B0604020202020204" pitchFamily="34" charset="0"/>
              <a:buChar char="•"/>
            </a:pPr>
            <a:endParaRPr lang="es-ES" altLang="en-US" sz="2274">
              <a:solidFill>
                <a:schemeClr val="tx1"/>
              </a:solidFill>
              <a:latin typeface="Arial" panose="020B0604020202020204" pitchFamily="34" charset="0"/>
            </a:endParaRPr>
          </a:p>
          <a:p>
            <a:pPr lvl="1">
              <a:lnSpc>
                <a:spcPct val="100000"/>
              </a:lnSpc>
              <a:spcBef>
                <a:spcPts val="474"/>
              </a:spcBef>
              <a:buClr>
                <a:srgbClr val="F9B639"/>
              </a:buClr>
              <a:buSzPct val="80000"/>
              <a:buNone/>
            </a:pPr>
            <a:endParaRPr lang="es-MX" altLang="en-US" sz="2274">
              <a:solidFill>
                <a:srgbClr val="6C6C6C"/>
              </a:solidFill>
              <a:latin typeface="Arial" panose="020B0604020202020204" pitchFamily="34" charset="0"/>
            </a:endParaRPr>
          </a:p>
        </p:txBody>
      </p:sp>
      <p:cxnSp>
        <p:nvCxnSpPr>
          <p:cNvPr id="31748" name="10 Conector recto de flecha">
            <a:extLst>
              <a:ext uri="{FF2B5EF4-FFF2-40B4-BE49-F238E27FC236}">
                <a16:creationId xmlns:a16="http://schemas.microsoft.com/office/drawing/2014/main" id="{3AD10130-4BCE-400E-A1CC-4C0A3AB6A632}"/>
              </a:ext>
            </a:extLst>
          </p:cNvPr>
          <p:cNvCxnSpPr>
            <a:cxnSpLocks noChangeShapeType="1"/>
          </p:cNvCxnSpPr>
          <p:nvPr/>
        </p:nvCxnSpPr>
        <p:spPr bwMode="auto">
          <a:xfrm flipV="1">
            <a:off x="6846470" y="3292141"/>
            <a:ext cx="1773153" cy="1364080"/>
          </a:xfrm>
          <a:prstGeom prst="straightConnector1">
            <a:avLst/>
          </a:prstGeom>
          <a:noFill/>
          <a:ln w="11430" algn="ctr">
            <a:solidFill>
              <a:srgbClr val="66FF33"/>
            </a:solidFill>
            <a:round/>
            <a:headEnd/>
            <a:tailEnd type="arrow" w="med" len="med"/>
          </a:ln>
          <a:extLst>
            <a:ext uri="{909E8E84-426E-40DD-AFC4-6F175D3DCCD1}">
              <a14:hiddenFill xmlns:a14="http://schemas.microsoft.com/office/drawing/2010/main">
                <a:noFill/>
              </a14:hiddenFill>
            </a:ext>
          </a:extLst>
        </p:spPr>
      </p:cxnSp>
      <p:cxnSp>
        <p:nvCxnSpPr>
          <p:cNvPr id="31749" name="23 Conector recto de flecha">
            <a:extLst>
              <a:ext uri="{FF2B5EF4-FFF2-40B4-BE49-F238E27FC236}">
                <a16:creationId xmlns:a16="http://schemas.microsoft.com/office/drawing/2014/main" id="{9117EADD-B7A6-4855-808D-3F4128D479BF}"/>
              </a:ext>
            </a:extLst>
          </p:cNvPr>
          <p:cNvCxnSpPr>
            <a:cxnSpLocks noChangeShapeType="1"/>
          </p:cNvCxnSpPr>
          <p:nvPr/>
        </p:nvCxnSpPr>
        <p:spPr bwMode="auto">
          <a:xfrm flipV="1">
            <a:off x="6846470" y="3156787"/>
            <a:ext cx="0" cy="1433261"/>
          </a:xfrm>
          <a:prstGeom prst="straightConnector1">
            <a:avLst/>
          </a:prstGeom>
          <a:noFill/>
          <a:ln w="11430" algn="ctr">
            <a:solidFill>
              <a:srgbClr val="66FF33"/>
            </a:solidFill>
            <a:round/>
            <a:headEnd/>
            <a:tailEnd type="arrow" w="med" len="med"/>
          </a:ln>
          <a:extLst>
            <a:ext uri="{909E8E84-426E-40DD-AFC4-6F175D3DCCD1}">
              <a14:hiddenFill xmlns:a14="http://schemas.microsoft.com/office/drawing/2010/main">
                <a:noFill/>
              </a14:hiddenFill>
            </a:ext>
          </a:extLst>
        </p:spPr>
      </p:cxnSp>
      <p:cxnSp>
        <p:nvCxnSpPr>
          <p:cNvPr id="31750" name="23 Conector recto de flecha">
            <a:extLst>
              <a:ext uri="{FF2B5EF4-FFF2-40B4-BE49-F238E27FC236}">
                <a16:creationId xmlns:a16="http://schemas.microsoft.com/office/drawing/2014/main" id="{DCEE42EB-2C87-48D3-967E-A7AC06CF1572}"/>
              </a:ext>
            </a:extLst>
          </p:cNvPr>
          <p:cNvCxnSpPr>
            <a:cxnSpLocks noChangeShapeType="1"/>
          </p:cNvCxnSpPr>
          <p:nvPr/>
        </p:nvCxnSpPr>
        <p:spPr bwMode="auto">
          <a:xfrm flipH="1">
            <a:off x="4458202" y="4677276"/>
            <a:ext cx="2367213" cy="48126"/>
          </a:xfrm>
          <a:prstGeom prst="straightConnector1">
            <a:avLst/>
          </a:prstGeom>
          <a:noFill/>
          <a:ln w="11430" algn="ctr">
            <a:solidFill>
              <a:srgbClr val="66FF33"/>
            </a:solidFill>
            <a:round/>
            <a:headEnd/>
            <a:tailEnd type="arrow" w="med" len="med"/>
          </a:ln>
          <a:extLst>
            <a:ext uri="{909E8E84-426E-40DD-AFC4-6F175D3DCCD1}">
              <a14:hiddenFill xmlns:a14="http://schemas.microsoft.com/office/drawing/2010/main">
                <a:noFill/>
              </a14:hiddenFill>
            </a:ext>
          </a:extLst>
        </p:spPr>
      </p:cxnSp>
      <p:cxnSp>
        <p:nvCxnSpPr>
          <p:cNvPr id="31751" name="23 Conector recto de flecha">
            <a:extLst>
              <a:ext uri="{FF2B5EF4-FFF2-40B4-BE49-F238E27FC236}">
                <a16:creationId xmlns:a16="http://schemas.microsoft.com/office/drawing/2014/main" id="{32F229B8-9873-41AE-A1F1-26896DBA4F08}"/>
              </a:ext>
            </a:extLst>
          </p:cNvPr>
          <p:cNvCxnSpPr>
            <a:cxnSpLocks noChangeShapeType="1"/>
          </p:cNvCxnSpPr>
          <p:nvPr/>
        </p:nvCxnSpPr>
        <p:spPr bwMode="auto">
          <a:xfrm>
            <a:off x="6846471" y="4656221"/>
            <a:ext cx="2523624" cy="0"/>
          </a:xfrm>
          <a:prstGeom prst="straightConnector1">
            <a:avLst/>
          </a:prstGeom>
          <a:noFill/>
          <a:ln w="11430" algn="ctr">
            <a:solidFill>
              <a:srgbClr val="66FF33"/>
            </a:solidFill>
            <a:round/>
            <a:headEnd/>
            <a:tailEnd type="arrow" w="med" len="med"/>
          </a:ln>
          <a:extLst>
            <a:ext uri="{909E8E84-426E-40DD-AFC4-6F175D3DCCD1}">
              <a14:hiddenFill xmlns:a14="http://schemas.microsoft.com/office/drawing/2010/main">
                <a:noFill/>
              </a14:hiddenFill>
            </a:ext>
          </a:extLst>
        </p:spPr>
      </p:cxnSp>
      <p:cxnSp>
        <p:nvCxnSpPr>
          <p:cNvPr id="31752" name="23 Conector recto de flecha">
            <a:extLst>
              <a:ext uri="{FF2B5EF4-FFF2-40B4-BE49-F238E27FC236}">
                <a16:creationId xmlns:a16="http://schemas.microsoft.com/office/drawing/2014/main" id="{9189A086-A251-4AE9-B2EB-8DF5FEDF354D}"/>
              </a:ext>
            </a:extLst>
          </p:cNvPr>
          <p:cNvCxnSpPr>
            <a:cxnSpLocks noChangeShapeType="1"/>
            <a:stCxn id="31758" idx="4"/>
          </p:cNvCxnSpPr>
          <p:nvPr/>
        </p:nvCxnSpPr>
        <p:spPr bwMode="auto">
          <a:xfrm>
            <a:off x="6846470" y="4725403"/>
            <a:ext cx="0" cy="1636295"/>
          </a:xfrm>
          <a:prstGeom prst="straightConnector1">
            <a:avLst/>
          </a:prstGeom>
          <a:noFill/>
          <a:ln w="11430" algn="ctr">
            <a:solidFill>
              <a:srgbClr val="66FF33"/>
            </a:solidFill>
            <a:round/>
            <a:headEnd/>
            <a:tailEnd type="arrow" w="med" len="med"/>
          </a:ln>
          <a:extLst>
            <a:ext uri="{909E8E84-426E-40DD-AFC4-6F175D3DCCD1}">
              <a14:hiddenFill xmlns:a14="http://schemas.microsoft.com/office/drawing/2010/main">
                <a:noFill/>
              </a14:hiddenFill>
            </a:ext>
          </a:extLst>
        </p:spPr>
      </p:cxnSp>
      <p:cxnSp>
        <p:nvCxnSpPr>
          <p:cNvPr id="31753" name="23 Conector recto de flecha">
            <a:extLst>
              <a:ext uri="{FF2B5EF4-FFF2-40B4-BE49-F238E27FC236}">
                <a16:creationId xmlns:a16="http://schemas.microsoft.com/office/drawing/2014/main" id="{1DEA7A0C-FC85-4EED-8AAE-636885082B02}"/>
              </a:ext>
            </a:extLst>
          </p:cNvPr>
          <p:cNvCxnSpPr>
            <a:cxnSpLocks noChangeShapeType="1"/>
            <a:stCxn id="31758" idx="5"/>
          </p:cNvCxnSpPr>
          <p:nvPr/>
        </p:nvCxnSpPr>
        <p:spPr bwMode="auto">
          <a:xfrm>
            <a:off x="6894597" y="4705852"/>
            <a:ext cx="1794209" cy="1451309"/>
          </a:xfrm>
          <a:prstGeom prst="straightConnector1">
            <a:avLst/>
          </a:prstGeom>
          <a:noFill/>
          <a:ln w="11430" algn="ctr">
            <a:solidFill>
              <a:srgbClr val="66FF33"/>
            </a:solidFill>
            <a:round/>
            <a:headEnd/>
            <a:tailEnd type="arrow" w="med" len="med"/>
          </a:ln>
          <a:extLst>
            <a:ext uri="{909E8E84-426E-40DD-AFC4-6F175D3DCCD1}">
              <a14:hiddenFill xmlns:a14="http://schemas.microsoft.com/office/drawing/2010/main">
                <a:noFill/>
              </a14:hiddenFill>
            </a:ext>
          </a:extLst>
        </p:spPr>
      </p:cxnSp>
      <p:sp>
        <p:nvSpPr>
          <p:cNvPr id="31754" name="2 Marcador de contenido">
            <a:extLst>
              <a:ext uri="{FF2B5EF4-FFF2-40B4-BE49-F238E27FC236}">
                <a16:creationId xmlns:a16="http://schemas.microsoft.com/office/drawing/2014/main" id="{5EA01F7C-984B-4B22-AFDB-694BAB40B2C4}"/>
              </a:ext>
            </a:extLst>
          </p:cNvPr>
          <p:cNvSpPr>
            <a:spLocks/>
          </p:cNvSpPr>
          <p:nvPr/>
        </p:nvSpPr>
        <p:spPr bwMode="auto">
          <a:xfrm>
            <a:off x="8415087" y="3430505"/>
            <a:ext cx="750470" cy="544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520700" indent="-22860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lvl="1">
              <a:lnSpc>
                <a:spcPct val="100000"/>
              </a:lnSpc>
              <a:spcBef>
                <a:spcPts val="474"/>
              </a:spcBef>
              <a:buClr>
                <a:srgbClr val="F9B639"/>
              </a:buClr>
              <a:buSzPct val="80000"/>
              <a:buNone/>
            </a:pPr>
            <a:r>
              <a:rPr lang="es-MX" altLang="en-US" sz="2274">
                <a:solidFill>
                  <a:srgbClr val="7F7F7F"/>
                </a:solidFill>
                <a:latin typeface="Comic Sans MS" panose="030F0702030302020204" pitchFamily="66" charset="0"/>
              </a:rPr>
              <a:t>E</a:t>
            </a:r>
            <a:r>
              <a:rPr lang="es-MX" altLang="en-US" sz="2274" baseline="-30000">
                <a:solidFill>
                  <a:srgbClr val="7F7F7F"/>
                </a:solidFill>
                <a:latin typeface="Comic Sans MS" panose="030F0702030302020204" pitchFamily="66" charset="0"/>
                <a:cs typeface="Times New Roman" panose="02020603050405020304" pitchFamily="18" charset="0"/>
              </a:rPr>
              <a:t>   </a:t>
            </a:r>
            <a:r>
              <a:rPr lang="es-MX" altLang="en-US" sz="2179">
                <a:solidFill>
                  <a:srgbClr val="7F7F7F"/>
                </a:solidFill>
                <a:latin typeface="Comic Sans MS" panose="030F0702030302020204" pitchFamily="66" charset="0"/>
              </a:rPr>
              <a:t>	</a:t>
            </a:r>
            <a:endParaRPr lang="es-ES" altLang="en-US" sz="2179">
              <a:solidFill>
                <a:srgbClr val="7F7F7F"/>
              </a:solidFill>
              <a:latin typeface="Comic Sans MS" panose="030F0702030302020204" pitchFamily="66" charset="0"/>
            </a:endParaRPr>
          </a:p>
        </p:txBody>
      </p:sp>
      <p:sp>
        <p:nvSpPr>
          <p:cNvPr id="31755" name="Line 19">
            <a:extLst>
              <a:ext uri="{FF2B5EF4-FFF2-40B4-BE49-F238E27FC236}">
                <a16:creationId xmlns:a16="http://schemas.microsoft.com/office/drawing/2014/main" id="{064E0F27-77F5-469A-B11B-A58CDEDADFC0}"/>
              </a:ext>
            </a:extLst>
          </p:cNvPr>
          <p:cNvSpPr>
            <a:spLocks noChangeShapeType="1"/>
          </p:cNvSpPr>
          <p:nvPr/>
        </p:nvSpPr>
        <p:spPr bwMode="auto">
          <a:xfrm>
            <a:off x="8756483" y="3429000"/>
            <a:ext cx="204537" cy="0"/>
          </a:xfrm>
          <a:prstGeom prst="line">
            <a:avLst/>
          </a:prstGeom>
          <a:noFill/>
          <a:ln w="9525">
            <a:solidFill>
              <a:srgbClr val="5F5F5F"/>
            </a:solidFill>
            <a:round/>
            <a:headEnd/>
            <a:tailEnd type="triangle" w="med" len="med"/>
          </a:ln>
          <a:extLst>
            <a:ext uri="{909E8E84-426E-40DD-AFC4-6F175D3DCCD1}">
              <a14:hiddenFill xmlns:a14="http://schemas.microsoft.com/office/drawing/2010/main">
                <a:noFill/>
              </a14:hiddenFill>
            </a:ext>
          </a:extLst>
        </p:spPr>
        <p:txBody>
          <a:bodyPr/>
          <a:lstStyle/>
          <a:p>
            <a:endParaRPr lang="en-US" sz="1705"/>
          </a:p>
        </p:txBody>
      </p:sp>
      <p:sp>
        <p:nvSpPr>
          <p:cNvPr id="31756" name="2 Marcador de contenido">
            <a:extLst>
              <a:ext uri="{FF2B5EF4-FFF2-40B4-BE49-F238E27FC236}">
                <a16:creationId xmlns:a16="http://schemas.microsoft.com/office/drawing/2014/main" id="{1E793688-8407-4231-9B90-F2E6349530F9}"/>
              </a:ext>
            </a:extLst>
          </p:cNvPr>
          <p:cNvSpPr>
            <a:spLocks/>
          </p:cNvSpPr>
          <p:nvPr/>
        </p:nvSpPr>
        <p:spPr bwMode="auto">
          <a:xfrm>
            <a:off x="1730041" y="2610853"/>
            <a:ext cx="2388269" cy="545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520700" indent="-22860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lvl="1">
              <a:lnSpc>
                <a:spcPct val="100000"/>
              </a:lnSpc>
              <a:spcBef>
                <a:spcPts val="474"/>
              </a:spcBef>
              <a:buClr>
                <a:srgbClr val="F9B639"/>
              </a:buClr>
              <a:buSzPct val="80000"/>
              <a:buNone/>
            </a:pPr>
            <a:r>
              <a:rPr lang="es-MX" altLang="en-US" sz="2274">
                <a:solidFill>
                  <a:srgbClr val="7F7F7F"/>
                </a:solidFill>
                <a:latin typeface="Comic Sans MS" panose="030F0702030302020204" pitchFamily="66" charset="0"/>
              </a:rPr>
              <a:t>q = </a:t>
            </a:r>
            <a:r>
              <a:rPr lang="es-MX" altLang="en-US" sz="2274">
                <a:solidFill>
                  <a:srgbClr val="7F7F7F"/>
                </a:solidFill>
                <a:latin typeface="Symbol" panose="05050102010706020507" pitchFamily="18" charset="2"/>
              </a:rPr>
              <a:t>e</a:t>
            </a:r>
            <a:r>
              <a:rPr lang="es-MX" altLang="en-US" sz="2274" baseline="-30000">
                <a:solidFill>
                  <a:srgbClr val="7F7F7F"/>
                </a:solidFill>
                <a:latin typeface="AvantGarde" pitchFamily="34" charset="0"/>
                <a:cs typeface="Times New Roman" panose="02020603050405020304" pitchFamily="18" charset="0"/>
              </a:rPr>
              <a:t>0</a:t>
            </a:r>
            <a:r>
              <a:rPr lang="es-MX" altLang="en-US" sz="2274">
                <a:solidFill>
                  <a:srgbClr val="7F7F7F"/>
                </a:solidFill>
                <a:latin typeface="Comic Sans MS" panose="030F0702030302020204" pitchFamily="66" charset="0"/>
              </a:rPr>
              <a:t>    E dA </a:t>
            </a:r>
            <a:r>
              <a:rPr lang="es-MX" altLang="en-US" sz="2179">
                <a:solidFill>
                  <a:srgbClr val="7F7F7F"/>
                </a:solidFill>
                <a:latin typeface="Comic Sans MS" panose="030F0702030302020204" pitchFamily="66" charset="0"/>
              </a:rPr>
              <a:t>	</a:t>
            </a:r>
            <a:endParaRPr lang="es-ES" altLang="en-US" sz="2179">
              <a:solidFill>
                <a:srgbClr val="7F7F7F"/>
              </a:solidFill>
              <a:latin typeface="Comic Sans MS" panose="030F0702030302020204" pitchFamily="66" charset="0"/>
            </a:endParaRPr>
          </a:p>
        </p:txBody>
      </p:sp>
      <p:sp>
        <p:nvSpPr>
          <p:cNvPr id="31757" name="Freeform 8">
            <a:extLst>
              <a:ext uri="{FF2B5EF4-FFF2-40B4-BE49-F238E27FC236}">
                <a16:creationId xmlns:a16="http://schemas.microsoft.com/office/drawing/2014/main" id="{5FC3B4F3-8B4B-4792-83AF-EA84DE74FE75}"/>
              </a:ext>
            </a:extLst>
          </p:cNvPr>
          <p:cNvSpPr>
            <a:spLocks/>
          </p:cNvSpPr>
          <p:nvPr/>
        </p:nvSpPr>
        <p:spPr bwMode="auto">
          <a:xfrm>
            <a:off x="2889585" y="2538664"/>
            <a:ext cx="136860" cy="618123"/>
          </a:xfrm>
          <a:custGeom>
            <a:avLst/>
            <a:gdLst>
              <a:gd name="T0" fmla="*/ 2147483646 w 181"/>
              <a:gd name="T1" fmla="*/ 2147483646 h 574"/>
              <a:gd name="T2" fmla="*/ 2147483646 w 181"/>
              <a:gd name="T3" fmla="*/ 2147483646 h 574"/>
              <a:gd name="T4" fmla="*/ 2147483646 w 181"/>
              <a:gd name="T5" fmla="*/ 2147483646 h 574"/>
              <a:gd name="T6" fmla="*/ 2147483646 w 181"/>
              <a:gd name="T7" fmla="*/ 2147483646 h 574"/>
              <a:gd name="T8" fmla="*/ 0 w 181"/>
              <a:gd name="T9" fmla="*/ 2147483646 h 574"/>
              <a:gd name="T10" fmla="*/ 0 60000 65536"/>
              <a:gd name="T11" fmla="*/ 0 60000 65536"/>
              <a:gd name="T12" fmla="*/ 0 60000 65536"/>
              <a:gd name="T13" fmla="*/ 0 60000 65536"/>
              <a:gd name="T14" fmla="*/ 0 60000 65536"/>
              <a:gd name="T15" fmla="*/ 0 w 181"/>
              <a:gd name="T16" fmla="*/ 0 h 574"/>
              <a:gd name="T17" fmla="*/ 181 w 181"/>
              <a:gd name="T18" fmla="*/ 574 h 574"/>
            </a:gdLst>
            <a:ahLst/>
            <a:cxnLst>
              <a:cxn ang="T10">
                <a:pos x="T0" y="T1"/>
              </a:cxn>
              <a:cxn ang="T11">
                <a:pos x="T2" y="T3"/>
              </a:cxn>
              <a:cxn ang="T12">
                <a:pos x="T4" y="T5"/>
              </a:cxn>
              <a:cxn ang="T13">
                <a:pos x="T6" y="T7"/>
              </a:cxn>
              <a:cxn ang="T14">
                <a:pos x="T8" y="T9"/>
              </a:cxn>
            </a:cxnLst>
            <a:rect l="T15" t="T16" r="T17" b="T18"/>
            <a:pathLst>
              <a:path w="181" h="574">
                <a:moveTo>
                  <a:pt x="181" y="30"/>
                </a:moveTo>
                <a:cubicBezTo>
                  <a:pt x="113" y="15"/>
                  <a:pt x="45" y="0"/>
                  <a:pt x="45" y="75"/>
                </a:cubicBezTo>
                <a:cubicBezTo>
                  <a:pt x="45" y="150"/>
                  <a:pt x="181" y="400"/>
                  <a:pt x="181" y="483"/>
                </a:cubicBezTo>
                <a:cubicBezTo>
                  <a:pt x="181" y="566"/>
                  <a:pt x="75" y="574"/>
                  <a:pt x="45" y="574"/>
                </a:cubicBezTo>
                <a:cubicBezTo>
                  <a:pt x="15" y="574"/>
                  <a:pt x="7" y="528"/>
                  <a:pt x="0" y="483"/>
                </a:cubicBezTo>
              </a:path>
            </a:pathLst>
          </a:custGeom>
          <a:noFill/>
          <a:ln w="28575">
            <a:solidFill>
              <a:srgbClr val="5F5F5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sz="1705"/>
          </a:p>
        </p:txBody>
      </p:sp>
      <p:sp>
        <p:nvSpPr>
          <p:cNvPr id="31758" name="Oval 17">
            <a:extLst>
              <a:ext uri="{FF2B5EF4-FFF2-40B4-BE49-F238E27FC236}">
                <a16:creationId xmlns:a16="http://schemas.microsoft.com/office/drawing/2014/main" id="{0B9787A1-B5FB-46A6-A941-E46718F0F6DD}"/>
              </a:ext>
            </a:extLst>
          </p:cNvPr>
          <p:cNvSpPr>
            <a:spLocks noChangeArrowheads="1"/>
          </p:cNvSpPr>
          <p:nvPr/>
        </p:nvSpPr>
        <p:spPr bwMode="auto">
          <a:xfrm>
            <a:off x="6778793" y="4588544"/>
            <a:ext cx="135355" cy="136859"/>
          </a:xfrm>
          <a:prstGeom prst="ellipse">
            <a:avLst/>
          </a:prstGeom>
          <a:solidFill>
            <a:schemeClr val="accent1"/>
          </a:solidFill>
          <a:ln w="9525">
            <a:solidFill>
              <a:schemeClr val="tx1"/>
            </a:solidFill>
            <a:round/>
            <a:headEnd/>
            <a:tailEnd/>
          </a:ln>
        </p:spPr>
        <p:txBody>
          <a:bodyPr wrap="none" anchor="ctr"/>
          <a:lstStyle>
            <a:lvl1pPr>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742950" indent="-28575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eaLnBrk="1" hangingPunct="1">
              <a:lnSpc>
                <a:spcPct val="100000"/>
              </a:lnSpc>
              <a:spcBef>
                <a:spcPct val="0"/>
              </a:spcBef>
              <a:buClrTx/>
              <a:buSzTx/>
              <a:buFontTx/>
              <a:buNone/>
            </a:pPr>
            <a:endParaRPr lang="es-MX" altLang="en-US" sz="2274">
              <a:solidFill>
                <a:schemeClr val="tx1"/>
              </a:solidFill>
              <a:latin typeface="Arial" panose="020B0604020202020204" pitchFamily="34" charset="0"/>
            </a:endParaRPr>
          </a:p>
        </p:txBody>
      </p:sp>
      <p:sp>
        <p:nvSpPr>
          <p:cNvPr id="31759" name="Oval 18">
            <a:extLst>
              <a:ext uri="{FF2B5EF4-FFF2-40B4-BE49-F238E27FC236}">
                <a16:creationId xmlns:a16="http://schemas.microsoft.com/office/drawing/2014/main" id="{6952B349-23F9-4091-9DA9-0B1AA405A161}"/>
              </a:ext>
            </a:extLst>
          </p:cNvPr>
          <p:cNvSpPr>
            <a:spLocks noChangeArrowheads="1"/>
          </p:cNvSpPr>
          <p:nvPr/>
        </p:nvSpPr>
        <p:spPr bwMode="auto">
          <a:xfrm>
            <a:off x="2891089" y="2743200"/>
            <a:ext cx="204537" cy="204537"/>
          </a:xfrm>
          <a:prstGeom prst="ellipse">
            <a:avLst/>
          </a:prstGeom>
          <a:noFill/>
          <a:ln w="9525">
            <a:solidFill>
              <a:srgbClr val="333333"/>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742950" indent="-28575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eaLnBrk="1" hangingPunct="1">
              <a:lnSpc>
                <a:spcPct val="100000"/>
              </a:lnSpc>
              <a:spcBef>
                <a:spcPct val="0"/>
              </a:spcBef>
              <a:buClrTx/>
              <a:buSzTx/>
              <a:buFontTx/>
              <a:buNone/>
            </a:pPr>
            <a:endParaRPr lang="es-MX" altLang="en-US" sz="2274">
              <a:solidFill>
                <a:schemeClr val="tx1"/>
              </a:solidFill>
              <a:latin typeface="Arial" panose="020B0604020202020204" pitchFamily="34" charset="0"/>
            </a:endParaRPr>
          </a:p>
        </p:txBody>
      </p:sp>
      <p:cxnSp>
        <p:nvCxnSpPr>
          <p:cNvPr id="31760" name="10 Conector recto de flecha">
            <a:extLst>
              <a:ext uri="{FF2B5EF4-FFF2-40B4-BE49-F238E27FC236}">
                <a16:creationId xmlns:a16="http://schemas.microsoft.com/office/drawing/2014/main" id="{9A58E6C8-107C-4C8A-8066-432D36672AF4}"/>
              </a:ext>
            </a:extLst>
          </p:cNvPr>
          <p:cNvCxnSpPr>
            <a:cxnSpLocks noChangeShapeType="1"/>
          </p:cNvCxnSpPr>
          <p:nvPr/>
        </p:nvCxnSpPr>
        <p:spPr bwMode="auto">
          <a:xfrm flipH="1" flipV="1">
            <a:off x="5073316" y="3361323"/>
            <a:ext cx="1773154" cy="1294898"/>
          </a:xfrm>
          <a:prstGeom prst="straightConnector1">
            <a:avLst/>
          </a:prstGeom>
          <a:noFill/>
          <a:ln w="11430" algn="ctr">
            <a:solidFill>
              <a:srgbClr val="66FF33"/>
            </a:solidFill>
            <a:round/>
            <a:headEnd/>
            <a:tailEnd type="arrow" w="med" len="med"/>
          </a:ln>
          <a:extLst>
            <a:ext uri="{909E8E84-426E-40DD-AFC4-6F175D3DCCD1}">
              <a14:hiddenFill xmlns:a14="http://schemas.microsoft.com/office/drawing/2010/main">
                <a:noFill/>
              </a14:hiddenFill>
            </a:ext>
          </a:extLst>
        </p:spPr>
      </p:cxnSp>
      <p:cxnSp>
        <p:nvCxnSpPr>
          <p:cNvPr id="31761" name="10 Conector recto de flecha">
            <a:extLst>
              <a:ext uri="{FF2B5EF4-FFF2-40B4-BE49-F238E27FC236}">
                <a16:creationId xmlns:a16="http://schemas.microsoft.com/office/drawing/2014/main" id="{7F249A82-E856-4A33-9638-7854764F4F04}"/>
              </a:ext>
            </a:extLst>
          </p:cNvPr>
          <p:cNvCxnSpPr>
            <a:cxnSpLocks noChangeShapeType="1"/>
          </p:cNvCxnSpPr>
          <p:nvPr/>
        </p:nvCxnSpPr>
        <p:spPr bwMode="auto">
          <a:xfrm flipH="1">
            <a:off x="4868779" y="4675773"/>
            <a:ext cx="1956636" cy="1346032"/>
          </a:xfrm>
          <a:prstGeom prst="straightConnector1">
            <a:avLst/>
          </a:prstGeom>
          <a:noFill/>
          <a:ln w="11430" algn="ctr">
            <a:solidFill>
              <a:srgbClr val="66FF33"/>
            </a:solidFill>
            <a:round/>
            <a:headEnd/>
            <a:tailEnd type="arrow" w="med" len="med"/>
          </a:ln>
          <a:extLst>
            <a:ext uri="{909E8E84-426E-40DD-AFC4-6F175D3DCCD1}">
              <a14:hiddenFill xmlns:a14="http://schemas.microsoft.com/office/drawing/2010/main">
                <a:noFill/>
              </a14:hiddenFill>
            </a:ext>
          </a:extLst>
        </p:spPr>
      </p:cxnSp>
      <p:cxnSp>
        <p:nvCxnSpPr>
          <p:cNvPr id="31762" name="10 Conector recto de flecha">
            <a:extLst>
              <a:ext uri="{FF2B5EF4-FFF2-40B4-BE49-F238E27FC236}">
                <a16:creationId xmlns:a16="http://schemas.microsoft.com/office/drawing/2014/main" id="{A5AC9870-D28F-4B83-B464-B4CD759233F8}"/>
              </a:ext>
            </a:extLst>
          </p:cNvPr>
          <p:cNvCxnSpPr>
            <a:cxnSpLocks noChangeShapeType="1"/>
          </p:cNvCxnSpPr>
          <p:nvPr/>
        </p:nvCxnSpPr>
        <p:spPr bwMode="auto">
          <a:xfrm flipV="1">
            <a:off x="6846470" y="3156787"/>
            <a:ext cx="818147" cy="1500939"/>
          </a:xfrm>
          <a:prstGeom prst="straightConnector1">
            <a:avLst/>
          </a:prstGeom>
          <a:noFill/>
          <a:ln w="11430" algn="ctr">
            <a:solidFill>
              <a:srgbClr val="66FF33"/>
            </a:solidFill>
            <a:round/>
            <a:headEnd/>
            <a:tailEnd type="arrow" w="med" len="med"/>
          </a:ln>
          <a:extLst>
            <a:ext uri="{909E8E84-426E-40DD-AFC4-6F175D3DCCD1}">
              <a14:hiddenFill xmlns:a14="http://schemas.microsoft.com/office/drawing/2010/main">
                <a:noFill/>
              </a14:hiddenFill>
            </a:ext>
          </a:extLst>
        </p:spPr>
      </p:cxnSp>
      <p:cxnSp>
        <p:nvCxnSpPr>
          <p:cNvPr id="31763" name="10 Conector recto de flecha">
            <a:extLst>
              <a:ext uri="{FF2B5EF4-FFF2-40B4-BE49-F238E27FC236}">
                <a16:creationId xmlns:a16="http://schemas.microsoft.com/office/drawing/2014/main" id="{B6E3C19D-7F12-4B44-BCF3-F88ED92F599A}"/>
              </a:ext>
            </a:extLst>
          </p:cNvPr>
          <p:cNvCxnSpPr>
            <a:cxnSpLocks noChangeShapeType="1"/>
          </p:cNvCxnSpPr>
          <p:nvPr/>
        </p:nvCxnSpPr>
        <p:spPr bwMode="auto">
          <a:xfrm flipV="1">
            <a:off x="6847974" y="3907256"/>
            <a:ext cx="2386765" cy="750470"/>
          </a:xfrm>
          <a:prstGeom prst="straightConnector1">
            <a:avLst/>
          </a:prstGeom>
          <a:noFill/>
          <a:ln w="11430" algn="ctr">
            <a:solidFill>
              <a:srgbClr val="66FF33"/>
            </a:solidFill>
            <a:round/>
            <a:headEnd/>
            <a:tailEnd type="arrow" w="med" len="med"/>
          </a:ln>
          <a:extLst>
            <a:ext uri="{909E8E84-426E-40DD-AFC4-6F175D3DCCD1}">
              <a14:hiddenFill xmlns:a14="http://schemas.microsoft.com/office/drawing/2010/main">
                <a:noFill/>
              </a14:hiddenFill>
            </a:ext>
          </a:extLst>
        </p:spPr>
      </p:cxnSp>
      <p:cxnSp>
        <p:nvCxnSpPr>
          <p:cNvPr id="31764" name="10 Conector recto de flecha">
            <a:extLst>
              <a:ext uri="{FF2B5EF4-FFF2-40B4-BE49-F238E27FC236}">
                <a16:creationId xmlns:a16="http://schemas.microsoft.com/office/drawing/2014/main" id="{7790CCF9-CC6B-4595-806F-4F33CED6C7B3}"/>
              </a:ext>
            </a:extLst>
          </p:cNvPr>
          <p:cNvCxnSpPr>
            <a:cxnSpLocks noChangeShapeType="1"/>
          </p:cNvCxnSpPr>
          <p:nvPr/>
        </p:nvCxnSpPr>
        <p:spPr bwMode="auto">
          <a:xfrm>
            <a:off x="6846470" y="4656222"/>
            <a:ext cx="955006" cy="1705476"/>
          </a:xfrm>
          <a:prstGeom prst="straightConnector1">
            <a:avLst/>
          </a:prstGeom>
          <a:noFill/>
          <a:ln w="11430" algn="ctr">
            <a:solidFill>
              <a:srgbClr val="66FF33"/>
            </a:solidFill>
            <a:round/>
            <a:headEnd/>
            <a:tailEnd type="arrow" w="med" len="med"/>
          </a:ln>
          <a:extLst>
            <a:ext uri="{909E8E84-426E-40DD-AFC4-6F175D3DCCD1}">
              <a14:hiddenFill xmlns:a14="http://schemas.microsoft.com/office/drawing/2010/main">
                <a:noFill/>
              </a14:hiddenFill>
            </a:ext>
          </a:extLst>
        </p:spPr>
      </p:cxnSp>
      <p:cxnSp>
        <p:nvCxnSpPr>
          <p:cNvPr id="31765" name="10 Conector recto de flecha">
            <a:extLst>
              <a:ext uri="{FF2B5EF4-FFF2-40B4-BE49-F238E27FC236}">
                <a16:creationId xmlns:a16="http://schemas.microsoft.com/office/drawing/2014/main" id="{F1FAF8DF-D1D1-4D0A-84D1-0DA064CEF3BA}"/>
              </a:ext>
            </a:extLst>
          </p:cNvPr>
          <p:cNvCxnSpPr>
            <a:cxnSpLocks noChangeShapeType="1"/>
          </p:cNvCxnSpPr>
          <p:nvPr/>
        </p:nvCxnSpPr>
        <p:spPr bwMode="auto">
          <a:xfrm>
            <a:off x="6846470" y="4656221"/>
            <a:ext cx="2388268" cy="819652"/>
          </a:xfrm>
          <a:prstGeom prst="straightConnector1">
            <a:avLst/>
          </a:prstGeom>
          <a:noFill/>
          <a:ln w="11430" algn="ctr">
            <a:solidFill>
              <a:srgbClr val="66FF33"/>
            </a:solidFill>
            <a:round/>
            <a:headEnd/>
            <a:tailEnd type="arrow" w="med" len="med"/>
          </a:ln>
          <a:extLst>
            <a:ext uri="{909E8E84-426E-40DD-AFC4-6F175D3DCCD1}">
              <a14:hiddenFill xmlns:a14="http://schemas.microsoft.com/office/drawing/2010/main">
                <a:noFill/>
              </a14:hiddenFill>
            </a:ext>
          </a:extLst>
        </p:spPr>
      </p:cxnSp>
      <p:cxnSp>
        <p:nvCxnSpPr>
          <p:cNvPr id="31766" name="10 Conector recto de flecha">
            <a:extLst>
              <a:ext uri="{FF2B5EF4-FFF2-40B4-BE49-F238E27FC236}">
                <a16:creationId xmlns:a16="http://schemas.microsoft.com/office/drawing/2014/main" id="{4BC560D8-4973-4996-A123-C307780AB407}"/>
              </a:ext>
            </a:extLst>
          </p:cNvPr>
          <p:cNvCxnSpPr>
            <a:cxnSpLocks noChangeShapeType="1"/>
          </p:cNvCxnSpPr>
          <p:nvPr/>
        </p:nvCxnSpPr>
        <p:spPr bwMode="auto">
          <a:xfrm flipH="1" flipV="1">
            <a:off x="6165181" y="3292141"/>
            <a:ext cx="681289" cy="1364080"/>
          </a:xfrm>
          <a:prstGeom prst="straightConnector1">
            <a:avLst/>
          </a:prstGeom>
          <a:noFill/>
          <a:ln w="11430" algn="ctr">
            <a:solidFill>
              <a:srgbClr val="66FF33"/>
            </a:solidFill>
            <a:round/>
            <a:headEnd/>
            <a:tailEnd type="arrow" w="med" len="med"/>
          </a:ln>
          <a:extLst>
            <a:ext uri="{909E8E84-426E-40DD-AFC4-6F175D3DCCD1}">
              <a14:hiddenFill xmlns:a14="http://schemas.microsoft.com/office/drawing/2010/main">
                <a:noFill/>
              </a14:hiddenFill>
            </a:ext>
          </a:extLst>
        </p:spPr>
      </p:cxnSp>
      <p:cxnSp>
        <p:nvCxnSpPr>
          <p:cNvPr id="31767" name="10 Conector recto de flecha">
            <a:extLst>
              <a:ext uri="{FF2B5EF4-FFF2-40B4-BE49-F238E27FC236}">
                <a16:creationId xmlns:a16="http://schemas.microsoft.com/office/drawing/2014/main" id="{381A386A-63A2-4934-9FC8-9B6AECCF0E84}"/>
              </a:ext>
            </a:extLst>
          </p:cNvPr>
          <p:cNvCxnSpPr>
            <a:cxnSpLocks noChangeShapeType="1"/>
          </p:cNvCxnSpPr>
          <p:nvPr/>
        </p:nvCxnSpPr>
        <p:spPr bwMode="auto">
          <a:xfrm flipH="1" flipV="1">
            <a:off x="4595060" y="4042610"/>
            <a:ext cx="2251410" cy="613611"/>
          </a:xfrm>
          <a:prstGeom prst="straightConnector1">
            <a:avLst/>
          </a:prstGeom>
          <a:noFill/>
          <a:ln w="11430" algn="ctr">
            <a:solidFill>
              <a:srgbClr val="66FF33"/>
            </a:solidFill>
            <a:round/>
            <a:headEnd/>
            <a:tailEnd type="arrow" w="med" len="med"/>
          </a:ln>
          <a:extLst>
            <a:ext uri="{909E8E84-426E-40DD-AFC4-6F175D3DCCD1}">
              <a14:hiddenFill xmlns:a14="http://schemas.microsoft.com/office/drawing/2010/main">
                <a:noFill/>
              </a14:hiddenFill>
            </a:ext>
          </a:extLst>
        </p:spPr>
      </p:cxnSp>
      <p:cxnSp>
        <p:nvCxnSpPr>
          <p:cNvPr id="31768" name="10 Conector recto de flecha">
            <a:extLst>
              <a:ext uri="{FF2B5EF4-FFF2-40B4-BE49-F238E27FC236}">
                <a16:creationId xmlns:a16="http://schemas.microsoft.com/office/drawing/2014/main" id="{55B570FA-B236-4FEC-B9B5-814989CA4768}"/>
              </a:ext>
            </a:extLst>
          </p:cNvPr>
          <p:cNvCxnSpPr>
            <a:cxnSpLocks noChangeShapeType="1"/>
          </p:cNvCxnSpPr>
          <p:nvPr/>
        </p:nvCxnSpPr>
        <p:spPr bwMode="auto">
          <a:xfrm flipH="1">
            <a:off x="5891464" y="4656221"/>
            <a:ext cx="955007" cy="1570121"/>
          </a:xfrm>
          <a:prstGeom prst="straightConnector1">
            <a:avLst/>
          </a:prstGeom>
          <a:noFill/>
          <a:ln w="11430" algn="ctr">
            <a:solidFill>
              <a:srgbClr val="66FF33"/>
            </a:solidFill>
            <a:round/>
            <a:headEnd/>
            <a:tailEnd type="arrow" w="med" len="med"/>
          </a:ln>
          <a:extLst>
            <a:ext uri="{909E8E84-426E-40DD-AFC4-6F175D3DCCD1}">
              <a14:hiddenFill xmlns:a14="http://schemas.microsoft.com/office/drawing/2010/main">
                <a:noFill/>
              </a14:hiddenFill>
            </a:ext>
          </a:extLst>
        </p:spPr>
      </p:cxnSp>
      <p:cxnSp>
        <p:nvCxnSpPr>
          <p:cNvPr id="31769" name="10 Conector recto de flecha">
            <a:extLst>
              <a:ext uri="{FF2B5EF4-FFF2-40B4-BE49-F238E27FC236}">
                <a16:creationId xmlns:a16="http://schemas.microsoft.com/office/drawing/2014/main" id="{2FD5334E-A7F8-4AE1-A7B5-2C7DCD4689BB}"/>
              </a:ext>
            </a:extLst>
          </p:cNvPr>
          <p:cNvCxnSpPr>
            <a:cxnSpLocks noChangeShapeType="1"/>
          </p:cNvCxnSpPr>
          <p:nvPr/>
        </p:nvCxnSpPr>
        <p:spPr bwMode="auto">
          <a:xfrm flipH="1">
            <a:off x="4527384" y="4656222"/>
            <a:ext cx="2319087" cy="682792"/>
          </a:xfrm>
          <a:prstGeom prst="straightConnector1">
            <a:avLst/>
          </a:prstGeom>
          <a:noFill/>
          <a:ln w="11430" algn="ctr">
            <a:solidFill>
              <a:srgbClr val="66FF33"/>
            </a:solidFill>
            <a:round/>
            <a:headEnd/>
            <a:tailEnd type="arrow" w="med" len="med"/>
          </a:ln>
          <a:extLst>
            <a:ext uri="{909E8E84-426E-40DD-AFC4-6F175D3DCCD1}">
              <a14:hiddenFill xmlns:a14="http://schemas.microsoft.com/office/drawing/2010/main">
                <a:noFill/>
              </a14:hiddenFill>
            </a:ext>
          </a:extLst>
        </p:spPr>
      </p:cxnSp>
      <p:sp>
        <p:nvSpPr>
          <p:cNvPr id="31770" name="Oval 29">
            <a:extLst>
              <a:ext uri="{FF2B5EF4-FFF2-40B4-BE49-F238E27FC236}">
                <a16:creationId xmlns:a16="http://schemas.microsoft.com/office/drawing/2014/main" id="{89079E43-25F8-4EFB-924F-A0A6A37EDA68}"/>
              </a:ext>
            </a:extLst>
          </p:cNvPr>
          <p:cNvSpPr>
            <a:spLocks noChangeArrowheads="1"/>
          </p:cNvSpPr>
          <p:nvPr/>
        </p:nvSpPr>
        <p:spPr bwMode="auto">
          <a:xfrm>
            <a:off x="6777289" y="4588544"/>
            <a:ext cx="136859" cy="136859"/>
          </a:xfrm>
          <a:prstGeom prst="ellipse">
            <a:avLst/>
          </a:prstGeom>
          <a:solidFill>
            <a:schemeClr val="accent1"/>
          </a:solidFill>
          <a:ln w="9525">
            <a:solidFill>
              <a:schemeClr val="tx1"/>
            </a:solidFill>
            <a:round/>
            <a:headEnd/>
            <a:tailEnd/>
          </a:ln>
        </p:spPr>
        <p:txBody>
          <a:bodyPr wrap="none" anchor="ctr"/>
          <a:lstStyle>
            <a:lvl1pPr>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742950" indent="-28575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eaLnBrk="1" hangingPunct="1">
              <a:lnSpc>
                <a:spcPct val="100000"/>
              </a:lnSpc>
              <a:spcBef>
                <a:spcPct val="0"/>
              </a:spcBef>
              <a:buClrTx/>
              <a:buSzTx/>
              <a:buFontTx/>
              <a:buNone/>
            </a:pPr>
            <a:endParaRPr lang="es-MX" altLang="en-US" sz="2274">
              <a:solidFill>
                <a:schemeClr val="tx1"/>
              </a:solidFill>
              <a:latin typeface="Arial" panose="020B0604020202020204" pitchFamily="34" charset="0"/>
            </a:endParaRPr>
          </a:p>
        </p:txBody>
      </p:sp>
      <p:sp>
        <p:nvSpPr>
          <p:cNvPr id="31771" name="2 Marcador de contenido">
            <a:extLst>
              <a:ext uri="{FF2B5EF4-FFF2-40B4-BE49-F238E27FC236}">
                <a16:creationId xmlns:a16="http://schemas.microsoft.com/office/drawing/2014/main" id="{45EA035A-AB7A-4E63-B5A2-F25EACEFDE53}"/>
              </a:ext>
            </a:extLst>
          </p:cNvPr>
          <p:cNvSpPr>
            <a:spLocks/>
          </p:cNvSpPr>
          <p:nvPr/>
        </p:nvSpPr>
        <p:spPr bwMode="auto">
          <a:xfrm>
            <a:off x="6096001" y="4247147"/>
            <a:ext cx="955007" cy="476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520700" indent="-22860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lvl="1">
              <a:lnSpc>
                <a:spcPct val="100000"/>
              </a:lnSpc>
              <a:spcBef>
                <a:spcPts val="474"/>
              </a:spcBef>
              <a:buClr>
                <a:srgbClr val="F9B639"/>
              </a:buClr>
              <a:buSzPct val="80000"/>
              <a:buNone/>
            </a:pPr>
            <a:r>
              <a:rPr lang="es-MX" altLang="en-US" sz="2274">
                <a:solidFill>
                  <a:schemeClr val="tx1"/>
                </a:solidFill>
                <a:latin typeface="Comic Sans MS" panose="030F0702030302020204" pitchFamily="66" charset="0"/>
              </a:rPr>
              <a:t>q </a:t>
            </a:r>
            <a:r>
              <a:rPr lang="es-MX" altLang="en-US" sz="2179">
                <a:solidFill>
                  <a:schemeClr val="tx1"/>
                </a:solidFill>
                <a:latin typeface="Comic Sans MS" panose="030F0702030302020204" pitchFamily="66" charset="0"/>
              </a:rPr>
              <a:t>	</a:t>
            </a:r>
            <a:endParaRPr lang="es-ES" altLang="en-US" sz="2179">
              <a:solidFill>
                <a:schemeClr val="tx1"/>
              </a:solidFill>
              <a:latin typeface="Comic Sans MS" panose="030F0702030302020204" pitchFamily="66" charset="0"/>
            </a:endParaRPr>
          </a:p>
        </p:txBody>
      </p:sp>
      <p:sp>
        <p:nvSpPr>
          <p:cNvPr id="78879" name="Oval 31">
            <a:extLst>
              <a:ext uri="{FF2B5EF4-FFF2-40B4-BE49-F238E27FC236}">
                <a16:creationId xmlns:a16="http://schemas.microsoft.com/office/drawing/2014/main" id="{B570D9A4-0309-41FD-B4BB-F5D9F78799F2}"/>
              </a:ext>
            </a:extLst>
          </p:cNvPr>
          <p:cNvSpPr>
            <a:spLocks noChangeArrowheads="1"/>
          </p:cNvSpPr>
          <p:nvPr/>
        </p:nvSpPr>
        <p:spPr bwMode="auto">
          <a:xfrm>
            <a:off x="5686926" y="3633537"/>
            <a:ext cx="2251410" cy="2114550"/>
          </a:xfrm>
          <a:prstGeom prst="ellipse">
            <a:avLst/>
          </a:prstGeom>
          <a:gradFill rotWithShape="1">
            <a:gsLst>
              <a:gs pos="0">
                <a:schemeClr val="accent1">
                  <a:alpha val="50999"/>
                </a:schemeClr>
              </a:gs>
              <a:gs pos="100000">
                <a:schemeClr val="accent1">
                  <a:gamma/>
                  <a:shade val="46275"/>
                  <a:invGamma/>
                </a:schemeClr>
              </a:gs>
            </a:gsLst>
            <a:path path="shape">
              <a:fillToRect l="50000" t="50000" r="50000" b="50000"/>
            </a:path>
          </a:gradFill>
          <a:ln w="9525">
            <a:solidFill>
              <a:schemeClr val="tx1"/>
            </a:solidFill>
            <a:round/>
            <a:headEnd/>
            <a:tailEnd/>
          </a:ln>
          <a:effectLst/>
        </p:spPr>
        <p:txBody>
          <a:bodyPr wrap="none" anchor="ctr"/>
          <a:lstStyle/>
          <a:p>
            <a:pPr>
              <a:defRPr/>
            </a:pPr>
            <a:endParaRPr lang="es-MX" sz="1705">
              <a:latin typeface="Arial" charset="0"/>
            </a:endParaRPr>
          </a:p>
        </p:txBody>
      </p:sp>
      <p:sp>
        <p:nvSpPr>
          <p:cNvPr id="41" name="40 Datos almacenados">
            <a:extLst>
              <a:ext uri="{FF2B5EF4-FFF2-40B4-BE49-F238E27FC236}">
                <a16:creationId xmlns:a16="http://schemas.microsoft.com/office/drawing/2014/main" id="{8C4115AE-935D-44C9-B0B6-6D309B15275B}"/>
              </a:ext>
            </a:extLst>
          </p:cNvPr>
          <p:cNvSpPr/>
          <p:nvPr/>
        </p:nvSpPr>
        <p:spPr>
          <a:xfrm rot="19543916" flipH="1">
            <a:off x="7255544" y="4247148"/>
            <a:ext cx="157914" cy="263191"/>
          </a:xfrm>
          <a:prstGeom prst="flowChartOnlineStorag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ES" sz="1705"/>
          </a:p>
        </p:txBody>
      </p:sp>
      <p:sp>
        <p:nvSpPr>
          <p:cNvPr id="31774" name="2 Marcador de contenido">
            <a:extLst>
              <a:ext uri="{FF2B5EF4-FFF2-40B4-BE49-F238E27FC236}">
                <a16:creationId xmlns:a16="http://schemas.microsoft.com/office/drawing/2014/main" id="{6E8D9B24-5461-4616-AF10-D5C1E5645013}"/>
              </a:ext>
            </a:extLst>
          </p:cNvPr>
          <p:cNvSpPr>
            <a:spLocks/>
          </p:cNvSpPr>
          <p:nvPr/>
        </p:nvSpPr>
        <p:spPr bwMode="auto">
          <a:xfrm>
            <a:off x="7120189" y="4384007"/>
            <a:ext cx="1228725" cy="475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520700" indent="-22860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lvl="1">
              <a:lnSpc>
                <a:spcPct val="100000"/>
              </a:lnSpc>
              <a:spcBef>
                <a:spcPts val="474"/>
              </a:spcBef>
              <a:buClr>
                <a:srgbClr val="F9B639"/>
              </a:buClr>
              <a:buSzPct val="80000"/>
              <a:buNone/>
            </a:pPr>
            <a:r>
              <a:rPr lang="es-MX" altLang="en-US" sz="2274" b="1">
                <a:solidFill>
                  <a:schemeClr val="tx1"/>
                </a:solidFill>
                <a:latin typeface="Comic Sans MS" panose="030F0702030302020204" pitchFamily="66" charset="0"/>
              </a:rPr>
              <a:t>dA</a:t>
            </a:r>
            <a:r>
              <a:rPr lang="es-MX" altLang="en-US" sz="2274" baseline="-30000">
                <a:solidFill>
                  <a:srgbClr val="7F7F7F"/>
                </a:solidFill>
                <a:latin typeface="Comic Sans MS" panose="030F0702030302020204" pitchFamily="66" charset="0"/>
                <a:cs typeface="Times New Roman" panose="02020603050405020304" pitchFamily="18" charset="0"/>
              </a:rPr>
              <a:t>   </a:t>
            </a:r>
            <a:r>
              <a:rPr lang="es-MX" altLang="en-US" sz="2179">
                <a:solidFill>
                  <a:srgbClr val="7F7F7F"/>
                </a:solidFill>
                <a:latin typeface="Comic Sans MS" panose="030F0702030302020204" pitchFamily="66" charset="0"/>
              </a:rPr>
              <a:t>	</a:t>
            </a:r>
            <a:endParaRPr lang="es-ES" altLang="en-US" sz="2179">
              <a:solidFill>
                <a:srgbClr val="7F7F7F"/>
              </a:solidFill>
              <a:latin typeface="Comic Sans MS" panose="030F0702030302020204" pitchFamily="66" charset="0"/>
            </a:endParaRPr>
          </a:p>
        </p:txBody>
      </p:sp>
      <p:sp>
        <p:nvSpPr>
          <p:cNvPr id="31775" name="Line 19">
            <a:extLst>
              <a:ext uri="{FF2B5EF4-FFF2-40B4-BE49-F238E27FC236}">
                <a16:creationId xmlns:a16="http://schemas.microsoft.com/office/drawing/2014/main" id="{5095BA71-643A-4D27-83ED-890124BEAEBA}"/>
              </a:ext>
            </a:extLst>
          </p:cNvPr>
          <p:cNvSpPr>
            <a:spLocks noChangeShapeType="1"/>
          </p:cNvSpPr>
          <p:nvPr/>
        </p:nvSpPr>
        <p:spPr bwMode="auto">
          <a:xfrm>
            <a:off x="7596939" y="4384007"/>
            <a:ext cx="204537"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sz="1705"/>
          </a:p>
        </p:txBody>
      </p:sp>
      <p:cxnSp>
        <p:nvCxnSpPr>
          <p:cNvPr id="31776" name="38 Conector recto de flecha">
            <a:extLst>
              <a:ext uri="{FF2B5EF4-FFF2-40B4-BE49-F238E27FC236}">
                <a16:creationId xmlns:a16="http://schemas.microsoft.com/office/drawing/2014/main" id="{83235F01-3339-4D87-9A5F-9B91C84087B5}"/>
              </a:ext>
            </a:extLst>
          </p:cNvPr>
          <p:cNvCxnSpPr>
            <a:cxnSpLocks noChangeShapeType="1"/>
          </p:cNvCxnSpPr>
          <p:nvPr/>
        </p:nvCxnSpPr>
        <p:spPr bwMode="auto">
          <a:xfrm flipV="1">
            <a:off x="7324725" y="3633537"/>
            <a:ext cx="1364080" cy="770021"/>
          </a:xfrm>
          <a:prstGeom prst="straightConnector1">
            <a:avLst/>
          </a:prstGeom>
          <a:noFill/>
          <a:ln w="38100" algn="ctr">
            <a:solidFill>
              <a:srgbClr val="33CCCC"/>
            </a:solidFill>
            <a:round/>
            <a:headEnd/>
            <a:tailEnd type="arrow" w="med" len="med"/>
          </a:ln>
          <a:extLst>
            <a:ext uri="{909E8E84-426E-40DD-AFC4-6F175D3DCCD1}">
              <a14:hiddenFill xmlns:a14="http://schemas.microsoft.com/office/drawing/2010/main">
                <a:noFill/>
              </a14:hiddenFill>
            </a:ext>
          </a:extLst>
        </p:spPr>
      </p:cxnSp>
      <p:sp>
        <p:nvSpPr>
          <p:cNvPr id="31777" name="Line 54">
            <a:extLst>
              <a:ext uri="{FF2B5EF4-FFF2-40B4-BE49-F238E27FC236}">
                <a16:creationId xmlns:a16="http://schemas.microsoft.com/office/drawing/2014/main" id="{182FA036-997E-4B4A-8EB0-0E5146E87E10}"/>
              </a:ext>
            </a:extLst>
          </p:cNvPr>
          <p:cNvSpPr>
            <a:spLocks noChangeShapeType="1"/>
          </p:cNvSpPr>
          <p:nvPr/>
        </p:nvSpPr>
        <p:spPr bwMode="auto">
          <a:xfrm flipV="1">
            <a:off x="7324726" y="4177966"/>
            <a:ext cx="410577" cy="206041"/>
          </a:xfrm>
          <a:prstGeom prst="line">
            <a:avLst/>
          </a:prstGeom>
          <a:noFill/>
          <a:ln w="38100">
            <a:solidFill>
              <a:srgbClr val="0066FF"/>
            </a:solidFill>
            <a:round/>
            <a:headEnd/>
            <a:tailEnd type="triangle" w="med" len="med"/>
          </a:ln>
          <a:extLst>
            <a:ext uri="{909E8E84-426E-40DD-AFC4-6F175D3DCCD1}">
              <a14:hiddenFill xmlns:a14="http://schemas.microsoft.com/office/drawing/2010/main">
                <a:noFill/>
              </a14:hiddenFill>
            </a:ext>
          </a:extLst>
        </p:spPr>
        <p:txBody>
          <a:bodyPr/>
          <a:lstStyle/>
          <a:p>
            <a:endParaRPr lang="en-US" sz="1705"/>
          </a:p>
        </p:txBody>
      </p:sp>
      <p:sp>
        <p:nvSpPr>
          <p:cNvPr id="31778" name="2 Marcador de contenido">
            <a:extLst>
              <a:ext uri="{FF2B5EF4-FFF2-40B4-BE49-F238E27FC236}">
                <a16:creationId xmlns:a16="http://schemas.microsoft.com/office/drawing/2014/main" id="{D1300384-48F7-4CF1-AE8F-664FE961A627}"/>
              </a:ext>
            </a:extLst>
          </p:cNvPr>
          <p:cNvSpPr>
            <a:spLocks/>
          </p:cNvSpPr>
          <p:nvPr/>
        </p:nvSpPr>
        <p:spPr bwMode="auto">
          <a:xfrm>
            <a:off x="1662363" y="3433513"/>
            <a:ext cx="2388268" cy="545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520700" indent="-22860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lvl="1">
              <a:lnSpc>
                <a:spcPct val="100000"/>
              </a:lnSpc>
              <a:spcBef>
                <a:spcPts val="474"/>
              </a:spcBef>
              <a:buClr>
                <a:srgbClr val="F9B639"/>
              </a:buClr>
              <a:buSzPct val="80000"/>
              <a:buNone/>
            </a:pPr>
            <a:r>
              <a:rPr lang="es-MX" altLang="en-US" sz="2274">
                <a:solidFill>
                  <a:srgbClr val="7F7F7F"/>
                </a:solidFill>
                <a:latin typeface="Comic Sans MS" panose="030F0702030302020204" pitchFamily="66" charset="0"/>
              </a:rPr>
              <a:t>q =  </a:t>
            </a:r>
            <a:r>
              <a:rPr lang="es-MX" altLang="en-US" sz="2274">
                <a:solidFill>
                  <a:srgbClr val="7F7F7F"/>
                </a:solidFill>
                <a:latin typeface="Symbol" panose="05050102010706020507" pitchFamily="18" charset="2"/>
              </a:rPr>
              <a:t>e</a:t>
            </a:r>
            <a:r>
              <a:rPr lang="es-MX" altLang="en-US" sz="2274" baseline="-30000">
                <a:solidFill>
                  <a:srgbClr val="7F7F7F"/>
                </a:solidFill>
                <a:latin typeface="AvantGarde" pitchFamily="34" charset="0"/>
                <a:cs typeface="Times New Roman" panose="02020603050405020304" pitchFamily="18" charset="0"/>
              </a:rPr>
              <a:t>0</a:t>
            </a:r>
            <a:r>
              <a:rPr lang="es-MX" altLang="en-US" sz="2274">
                <a:solidFill>
                  <a:srgbClr val="7F7F7F"/>
                </a:solidFill>
                <a:latin typeface="Comic Sans MS" panose="030F0702030302020204" pitchFamily="66" charset="0"/>
              </a:rPr>
              <a:t> E    dA </a:t>
            </a:r>
            <a:r>
              <a:rPr lang="es-MX" altLang="en-US" sz="2179">
                <a:solidFill>
                  <a:srgbClr val="7F7F7F"/>
                </a:solidFill>
                <a:latin typeface="Comic Sans MS" panose="030F0702030302020204" pitchFamily="66" charset="0"/>
              </a:rPr>
              <a:t>	</a:t>
            </a:r>
            <a:endParaRPr lang="es-ES" altLang="en-US" sz="2179">
              <a:solidFill>
                <a:srgbClr val="7F7F7F"/>
              </a:solidFill>
              <a:latin typeface="Comic Sans MS" panose="030F0702030302020204" pitchFamily="66" charset="0"/>
            </a:endParaRPr>
          </a:p>
        </p:txBody>
      </p:sp>
      <p:sp>
        <p:nvSpPr>
          <p:cNvPr id="31779" name="Freeform 8">
            <a:extLst>
              <a:ext uri="{FF2B5EF4-FFF2-40B4-BE49-F238E27FC236}">
                <a16:creationId xmlns:a16="http://schemas.microsoft.com/office/drawing/2014/main" id="{E823B2CB-F576-47D1-87AC-FE9BA2876259}"/>
              </a:ext>
            </a:extLst>
          </p:cNvPr>
          <p:cNvSpPr>
            <a:spLocks/>
          </p:cNvSpPr>
          <p:nvPr/>
        </p:nvSpPr>
        <p:spPr bwMode="auto">
          <a:xfrm>
            <a:off x="3163303" y="3361323"/>
            <a:ext cx="136860" cy="618122"/>
          </a:xfrm>
          <a:custGeom>
            <a:avLst/>
            <a:gdLst>
              <a:gd name="T0" fmla="*/ 2147483646 w 181"/>
              <a:gd name="T1" fmla="*/ 2147483646 h 574"/>
              <a:gd name="T2" fmla="*/ 2147483646 w 181"/>
              <a:gd name="T3" fmla="*/ 2147483646 h 574"/>
              <a:gd name="T4" fmla="*/ 2147483646 w 181"/>
              <a:gd name="T5" fmla="*/ 2147483646 h 574"/>
              <a:gd name="T6" fmla="*/ 2147483646 w 181"/>
              <a:gd name="T7" fmla="*/ 2147483646 h 574"/>
              <a:gd name="T8" fmla="*/ 0 w 181"/>
              <a:gd name="T9" fmla="*/ 2147483646 h 574"/>
              <a:gd name="T10" fmla="*/ 0 60000 65536"/>
              <a:gd name="T11" fmla="*/ 0 60000 65536"/>
              <a:gd name="T12" fmla="*/ 0 60000 65536"/>
              <a:gd name="T13" fmla="*/ 0 60000 65536"/>
              <a:gd name="T14" fmla="*/ 0 60000 65536"/>
              <a:gd name="T15" fmla="*/ 0 w 181"/>
              <a:gd name="T16" fmla="*/ 0 h 574"/>
              <a:gd name="T17" fmla="*/ 181 w 181"/>
              <a:gd name="T18" fmla="*/ 574 h 574"/>
            </a:gdLst>
            <a:ahLst/>
            <a:cxnLst>
              <a:cxn ang="T10">
                <a:pos x="T0" y="T1"/>
              </a:cxn>
              <a:cxn ang="T11">
                <a:pos x="T2" y="T3"/>
              </a:cxn>
              <a:cxn ang="T12">
                <a:pos x="T4" y="T5"/>
              </a:cxn>
              <a:cxn ang="T13">
                <a:pos x="T6" y="T7"/>
              </a:cxn>
              <a:cxn ang="T14">
                <a:pos x="T8" y="T9"/>
              </a:cxn>
            </a:cxnLst>
            <a:rect l="T15" t="T16" r="T17" b="T18"/>
            <a:pathLst>
              <a:path w="181" h="574">
                <a:moveTo>
                  <a:pt x="181" y="30"/>
                </a:moveTo>
                <a:cubicBezTo>
                  <a:pt x="113" y="15"/>
                  <a:pt x="45" y="0"/>
                  <a:pt x="45" y="75"/>
                </a:cubicBezTo>
                <a:cubicBezTo>
                  <a:pt x="45" y="150"/>
                  <a:pt x="181" y="400"/>
                  <a:pt x="181" y="483"/>
                </a:cubicBezTo>
                <a:cubicBezTo>
                  <a:pt x="181" y="566"/>
                  <a:pt x="75" y="574"/>
                  <a:pt x="45" y="574"/>
                </a:cubicBezTo>
                <a:cubicBezTo>
                  <a:pt x="15" y="574"/>
                  <a:pt x="7" y="528"/>
                  <a:pt x="0" y="483"/>
                </a:cubicBezTo>
              </a:path>
            </a:pathLst>
          </a:custGeom>
          <a:noFill/>
          <a:ln w="28575">
            <a:solidFill>
              <a:srgbClr val="5F5F5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sz="1705"/>
          </a:p>
        </p:txBody>
      </p:sp>
      <p:sp>
        <p:nvSpPr>
          <p:cNvPr id="31780" name="Oval 40">
            <a:extLst>
              <a:ext uri="{FF2B5EF4-FFF2-40B4-BE49-F238E27FC236}">
                <a16:creationId xmlns:a16="http://schemas.microsoft.com/office/drawing/2014/main" id="{6C9A3D8F-29A3-4CD6-B212-325A8C8B314A}"/>
              </a:ext>
            </a:extLst>
          </p:cNvPr>
          <p:cNvSpPr>
            <a:spLocks noChangeArrowheads="1"/>
          </p:cNvSpPr>
          <p:nvPr/>
        </p:nvSpPr>
        <p:spPr bwMode="auto">
          <a:xfrm>
            <a:off x="3164807" y="3565860"/>
            <a:ext cx="204537" cy="204537"/>
          </a:xfrm>
          <a:prstGeom prst="ellipse">
            <a:avLst/>
          </a:prstGeom>
          <a:noFill/>
          <a:ln w="9525">
            <a:solidFill>
              <a:srgbClr val="333333"/>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742950" indent="-28575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eaLnBrk="1" hangingPunct="1">
              <a:lnSpc>
                <a:spcPct val="100000"/>
              </a:lnSpc>
              <a:spcBef>
                <a:spcPct val="0"/>
              </a:spcBef>
              <a:buClrTx/>
              <a:buSzTx/>
              <a:buFontTx/>
              <a:buNone/>
            </a:pPr>
            <a:endParaRPr lang="es-MX" altLang="en-US" sz="2274">
              <a:solidFill>
                <a:schemeClr val="tx1"/>
              </a:solidFill>
              <a:latin typeface="Arial" panose="020B0604020202020204" pitchFamily="34" charset="0"/>
            </a:endParaRPr>
          </a:p>
        </p:txBody>
      </p:sp>
      <p:sp>
        <p:nvSpPr>
          <p:cNvPr id="31781" name="2 Marcador de contenido">
            <a:extLst>
              <a:ext uri="{FF2B5EF4-FFF2-40B4-BE49-F238E27FC236}">
                <a16:creationId xmlns:a16="http://schemas.microsoft.com/office/drawing/2014/main" id="{3B8A8427-F646-4299-B749-38B6DB2D494B}"/>
              </a:ext>
            </a:extLst>
          </p:cNvPr>
          <p:cNvSpPr>
            <a:spLocks/>
          </p:cNvSpPr>
          <p:nvPr/>
        </p:nvSpPr>
        <p:spPr bwMode="auto">
          <a:xfrm>
            <a:off x="1662363" y="4247148"/>
            <a:ext cx="2388268" cy="545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520700" indent="-22860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lvl="1">
              <a:lnSpc>
                <a:spcPct val="100000"/>
              </a:lnSpc>
              <a:spcBef>
                <a:spcPts val="474"/>
              </a:spcBef>
              <a:buClr>
                <a:srgbClr val="F9B639"/>
              </a:buClr>
              <a:buSzPct val="80000"/>
              <a:buNone/>
            </a:pPr>
            <a:r>
              <a:rPr lang="es-MX" altLang="en-US" sz="2274">
                <a:solidFill>
                  <a:srgbClr val="7F7F7F"/>
                </a:solidFill>
                <a:latin typeface="Comic Sans MS" panose="030F0702030302020204" pitchFamily="66" charset="0"/>
              </a:rPr>
              <a:t>q =  </a:t>
            </a:r>
            <a:r>
              <a:rPr lang="es-MX" altLang="en-US" sz="2274">
                <a:solidFill>
                  <a:srgbClr val="7F7F7F"/>
                </a:solidFill>
                <a:latin typeface="Symbol" panose="05050102010706020507" pitchFamily="18" charset="2"/>
              </a:rPr>
              <a:t>e</a:t>
            </a:r>
            <a:r>
              <a:rPr lang="es-MX" altLang="en-US" sz="2274" baseline="-30000">
                <a:solidFill>
                  <a:srgbClr val="7F7F7F"/>
                </a:solidFill>
                <a:latin typeface="AvantGarde" pitchFamily="34" charset="0"/>
                <a:cs typeface="Times New Roman" panose="02020603050405020304" pitchFamily="18" charset="0"/>
              </a:rPr>
              <a:t>0</a:t>
            </a:r>
            <a:r>
              <a:rPr lang="es-MX" altLang="en-US" sz="2274">
                <a:solidFill>
                  <a:srgbClr val="7F7F7F"/>
                </a:solidFill>
                <a:latin typeface="Comic Sans MS" panose="030F0702030302020204" pitchFamily="66" charset="0"/>
              </a:rPr>
              <a:t> E (4</a:t>
            </a:r>
            <a:r>
              <a:rPr lang="es-MX" altLang="en-US" sz="2274">
                <a:solidFill>
                  <a:srgbClr val="7F7F7F"/>
                </a:solidFill>
                <a:latin typeface="Symbol" panose="05050102010706020507" pitchFamily="18" charset="2"/>
              </a:rPr>
              <a:t>p</a:t>
            </a:r>
            <a:r>
              <a:rPr lang="es-MX" altLang="en-US" sz="2274">
                <a:solidFill>
                  <a:srgbClr val="7F7F7F"/>
                </a:solidFill>
                <a:latin typeface="Comic Sans MS" panose="030F0702030302020204" pitchFamily="66" charset="0"/>
              </a:rPr>
              <a:t>r ) </a:t>
            </a:r>
            <a:r>
              <a:rPr lang="es-MX" altLang="en-US" sz="2179">
                <a:solidFill>
                  <a:srgbClr val="7F7F7F"/>
                </a:solidFill>
                <a:latin typeface="Comic Sans MS" panose="030F0702030302020204" pitchFamily="66" charset="0"/>
              </a:rPr>
              <a:t>	</a:t>
            </a:r>
            <a:endParaRPr lang="es-ES" altLang="en-US" sz="2179">
              <a:solidFill>
                <a:srgbClr val="7F7F7F"/>
              </a:solidFill>
              <a:latin typeface="Comic Sans MS" panose="030F0702030302020204" pitchFamily="66" charset="0"/>
            </a:endParaRPr>
          </a:p>
        </p:txBody>
      </p:sp>
      <p:sp>
        <p:nvSpPr>
          <p:cNvPr id="31782" name="Text Box 31">
            <a:extLst>
              <a:ext uri="{FF2B5EF4-FFF2-40B4-BE49-F238E27FC236}">
                <a16:creationId xmlns:a16="http://schemas.microsoft.com/office/drawing/2014/main" id="{BA4E1408-9273-42D0-BD2C-2C73D9BB3AC0}"/>
              </a:ext>
            </a:extLst>
          </p:cNvPr>
          <p:cNvSpPr txBox="1">
            <a:spLocks noChangeArrowheads="1"/>
          </p:cNvSpPr>
          <p:nvPr/>
        </p:nvSpPr>
        <p:spPr bwMode="auto">
          <a:xfrm>
            <a:off x="3640054" y="4299786"/>
            <a:ext cx="409074" cy="296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742950" indent="-28575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eaLnBrk="1" hangingPunct="1">
              <a:lnSpc>
                <a:spcPct val="100000"/>
              </a:lnSpc>
              <a:spcBef>
                <a:spcPct val="50000"/>
              </a:spcBef>
              <a:buClrTx/>
              <a:buSzTx/>
              <a:buFontTx/>
              <a:buNone/>
            </a:pPr>
            <a:r>
              <a:rPr lang="es-MX" altLang="en-US" sz="1326">
                <a:solidFill>
                  <a:srgbClr val="4D4D4D"/>
                </a:solidFill>
                <a:latin typeface="Arial" panose="020B0604020202020204" pitchFamily="34" charset="0"/>
              </a:rPr>
              <a:t>2</a:t>
            </a:r>
            <a:endParaRPr lang="es-ES" altLang="en-US" sz="1326">
              <a:solidFill>
                <a:srgbClr val="4D4D4D"/>
              </a:solidFill>
              <a:latin typeface="Arial" panose="020B0604020202020204" pitchFamily="34" charset="0"/>
            </a:endParaRPr>
          </a:p>
        </p:txBody>
      </p:sp>
      <p:sp>
        <p:nvSpPr>
          <p:cNvPr id="31783" name="2 Marcador de contenido">
            <a:extLst>
              <a:ext uri="{FF2B5EF4-FFF2-40B4-BE49-F238E27FC236}">
                <a16:creationId xmlns:a16="http://schemas.microsoft.com/office/drawing/2014/main" id="{31298922-66F4-4E58-962F-50A3E330BEA9}"/>
              </a:ext>
            </a:extLst>
          </p:cNvPr>
          <p:cNvSpPr>
            <a:spLocks/>
          </p:cNvSpPr>
          <p:nvPr/>
        </p:nvSpPr>
        <p:spPr bwMode="auto">
          <a:xfrm>
            <a:off x="1866900" y="5134477"/>
            <a:ext cx="1228725" cy="544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520700" indent="-22860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lvl="1">
              <a:lnSpc>
                <a:spcPct val="100000"/>
              </a:lnSpc>
              <a:spcBef>
                <a:spcPts val="474"/>
              </a:spcBef>
              <a:buClr>
                <a:srgbClr val="F9B639"/>
              </a:buClr>
              <a:buSzPct val="80000"/>
              <a:buNone/>
            </a:pPr>
            <a:r>
              <a:rPr lang="es-MX" altLang="en-US" sz="2274">
                <a:solidFill>
                  <a:srgbClr val="7F7F7F"/>
                </a:solidFill>
                <a:latin typeface="Comic Sans MS" panose="030F0702030302020204" pitchFamily="66" charset="0"/>
              </a:rPr>
              <a:t>E =</a:t>
            </a:r>
            <a:r>
              <a:rPr lang="es-MX" altLang="en-US" sz="2274" baseline="-30000">
                <a:solidFill>
                  <a:srgbClr val="7F7F7F"/>
                </a:solidFill>
                <a:latin typeface="Comic Sans MS" panose="030F0702030302020204" pitchFamily="66" charset="0"/>
                <a:cs typeface="Times New Roman" panose="02020603050405020304" pitchFamily="18" charset="0"/>
              </a:rPr>
              <a:t>  </a:t>
            </a:r>
            <a:r>
              <a:rPr lang="es-MX" altLang="en-US" sz="2179">
                <a:solidFill>
                  <a:srgbClr val="7F7F7F"/>
                </a:solidFill>
                <a:latin typeface="Comic Sans MS" panose="030F0702030302020204" pitchFamily="66" charset="0"/>
              </a:rPr>
              <a:t>	</a:t>
            </a:r>
            <a:endParaRPr lang="es-ES" altLang="en-US" sz="2179">
              <a:solidFill>
                <a:srgbClr val="7F7F7F"/>
              </a:solidFill>
              <a:latin typeface="Comic Sans MS" panose="030F0702030302020204" pitchFamily="66" charset="0"/>
            </a:endParaRPr>
          </a:p>
        </p:txBody>
      </p:sp>
      <p:sp>
        <p:nvSpPr>
          <p:cNvPr id="31784" name="2 Marcador de contenido">
            <a:extLst>
              <a:ext uri="{FF2B5EF4-FFF2-40B4-BE49-F238E27FC236}">
                <a16:creationId xmlns:a16="http://schemas.microsoft.com/office/drawing/2014/main" id="{A7D4726F-2F5B-495A-876C-3BEC99CF520A}"/>
              </a:ext>
            </a:extLst>
          </p:cNvPr>
          <p:cNvSpPr>
            <a:spLocks/>
          </p:cNvSpPr>
          <p:nvPr/>
        </p:nvSpPr>
        <p:spPr bwMode="auto">
          <a:xfrm>
            <a:off x="2352676" y="5269832"/>
            <a:ext cx="945982" cy="545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742950" indent="-28575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a:lnSpc>
                <a:spcPct val="100000"/>
              </a:lnSpc>
              <a:spcBef>
                <a:spcPts val="568"/>
              </a:spcBef>
              <a:buClr>
                <a:schemeClr val="tx2"/>
              </a:buClr>
              <a:buSzPct val="73000"/>
              <a:buNone/>
            </a:pPr>
            <a:r>
              <a:rPr lang="es-MX" altLang="en-US" sz="2463">
                <a:solidFill>
                  <a:srgbClr val="7F7F7F"/>
                </a:solidFill>
                <a:latin typeface="Comic Sans MS" panose="030F0702030302020204" pitchFamily="66" charset="0"/>
              </a:rPr>
              <a:t>  </a:t>
            </a:r>
            <a:r>
              <a:rPr lang="es-MX" altLang="en-US" sz="2274">
                <a:solidFill>
                  <a:srgbClr val="7F7F7F"/>
                </a:solidFill>
                <a:latin typeface="Comic Sans MS" panose="030F0702030302020204" pitchFamily="66" charset="0"/>
              </a:rPr>
              <a:t>4</a:t>
            </a:r>
            <a:r>
              <a:rPr lang="es-MX" altLang="en-US" sz="2274">
                <a:solidFill>
                  <a:srgbClr val="7F7F7F"/>
                </a:solidFill>
                <a:latin typeface="Symbol" panose="05050102010706020507" pitchFamily="18" charset="2"/>
              </a:rPr>
              <a:t>pe</a:t>
            </a:r>
            <a:r>
              <a:rPr lang="es-MX" altLang="en-US" sz="2274" baseline="-30000">
                <a:solidFill>
                  <a:srgbClr val="7F7F7F"/>
                </a:solidFill>
                <a:latin typeface="AvantGarde" pitchFamily="34" charset="0"/>
                <a:cs typeface="Times New Roman" panose="02020603050405020304" pitchFamily="18" charset="0"/>
              </a:rPr>
              <a:t>0</a:t>
            </a:r>
          </a:p>
        </p:txBody>
      </p:sp>
      <p:sp>
        <p:nvSpPr>
          <p:cNvPr id="31785" name="2 Marcador de contenido">
            <a:extLst>
              <a:ext uri="{FF2B5EF4-FFF2-40B4-BE49-F238E27FC236}">
                <a16:creationId xmlns:a16="http://schemas.microsoft.com/office/drawing/2014/main" id="{5E439460-A20F-41CD-ACEC-E8644E859F3D}"/>
              </a:ext>
            </a:extLst>
          </p:cNvPr>
          <p:cNvSpPr>
            <a:spLocks/>
          </p:cNvSpPr>
          <p:nvPr/>
        </p:nvSpPr>
        <p:spPr bwMode="auto">
          <a:xfrm>
            <a:off x="2412834" y="4929940"/>
            <a:ext cx="973053" cy="541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742950" indent="-28575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a:lnSpc>
                <a:spcPct val="100000"/>
              </a:lnSpc>
              <a:spcBef>
                <a:spcPts val="568"/>
              </a:spcBef>
              <a:buClr>
                <a:schemeClr val="tx2"/>
              </a:buClr>
              <a:buSzPct val="73000"/>
              <a:buNone/>
            </a:pPr>
            <a:r>
              <a:rPr lang="es-MX" altLang="en-US" sz="2463">
                <a:solidFill>
                  <a:srgbClr val="7F7F7F"/>
                </a:solidFill>
                <a:latin typeface="Comic Sans MS" panose="030F0702030302020204" pitchFamily="66" charset="0"/>
              </a:rPr>
              <a:t> </a:t>
            </a:r>
            <a:r>
              <a:rPr lang="es-MX" altLang="en-US" sz="2274">
                <a:solidFill>
                  <a:srgbClr val="7F7F7F"/>
                </a:solidFill>
                <a:latin typeface="Comic Sans MS" panose="030F0702030302020204" pitchFamily="66" charset="0"/>
              </a:rPr>
              <a:t>  1</a:t>
            </a:r>
            <a:endParaRPr lang="es-MX" altLang="en-US" sz="2179" baseline="-30000">
              <a:solidFill>
                <a:srgbClr val="7F7F7F"/>
              </a:solidFill>
              <a:latin typeface="Comic Sans MS" panose="030F0702030302020204" pitchFamily="66" charset="0"/>
              <a:cs typeface="Times New Roman" panose="02020603050405020304" pitchFamily="18" charset="0"/>
            </a:endParaRPr>
          </a:p>
        </p:txBody>
      </p:sp>
      <p:cxnSp>
        <p:nvCxnSpPr>
          <p:cNvPr id="39" name="38 Conector recto">
            <a:extLst>
              <a:ext uri="{FF2B5EF4-FFF2-40B4-BE49-F238E27FC236}">
                <a16:creationId xmlns:a16="http://schemas.microsoft.com/office/drawing/2014/main" id="{0F195281-1FE5-4705-B218-2CF5F1089444}"/>
              </a:ext>
            </a:extLst>
          </p:cNvPr>
          <p:cNvCxnSpPr/>
          <p:nvPr/>
        </p:nvCxnSpPr>
        <p:spPr>
          <a:xfrm>
            <a:off x="2617371" y="5339013"/>
            <a:ext cx="476751" cy="0"/>
          </a:xfrm>
          <a:prstGeom prst="line">
            <a:avLst/>
          </a:prstGeom>
        </p:spPr>
        <p:style>
          <a:lnRef idx="1">
            <a:schemeClr val="accent1"/>
          </a:lnRef>
          <a:fillRef idx="0">
            <a:schemeClr val="accent1"/>
          </a:fillRef>
          <a:effectRef idx="0">
            <a:schemeClr val="accent1"/>
          </a:effectRef>
          <a:fontRef idx="minor">
            <a:schemeClr val="tx1"/>
          </a:fontRef>
        </p:style>
      </p:cxnSp>
      <p:sp>
        <p:nvSpPr>
          <p:cNvPr id="31787" name="2 Marcador de contenido">
            <a:extLst>
              <a:ext uri="{FF2B5EF4-FFF2-40B4-BE49-F238E27FC236}">
                <a16:creationId xmlns:a16="http://schemas.microsoft.com/office/drawing/2014/main" id="{22D5DAD5-334D-46CF-8278-9AE57AF035D4}"/>
              </a:ext>
            </a:extLst>
          </p:cNvPr>
          <p:cNvSpPr>
            <a:spLocks/>
          </p:cNvSpPr>
          <p:nvPr/>
        </p:nvSpPr>
        <p:spPr bwMode="auto">
          <a:xfrm>
            <a:off x="3094122" y="5269832"/>
            <a:ext cx="672265" cy="545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742950" indent="-28575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a:lnSpc>
                <a:spcPct val="100000"/>
              </a:lnSpc>
              <a:spcBef>
                <a:spcPts val="568"/>
              </a:spcBef>
              <a:buClr>
                <a:schemeClr val="tx2"/>
              </a:buClr>
              <a:buSzPct val="73000"/>
              <a:buNone/>
            </a:pPr>
            <a:r>
              <a:rPr lang="es-MX" altLang="en-US" sz="2463">
                <a:solidFill>
                  <a:srgbClr val="7F7F7F"/>
                </a:solidFill>
                <a:latin typeface="Comic Sans MS" panose="030F0702030302020204" pitchFamily="66" charset="0"/>
              </a:rPr>
              <a:t>  </a:t>
            </a:r>
            <a:r>
              <a:rPr lang="es-MX" altLang="en-US" sz="2274">
                <a:solidFill>
                  <a:srgbClr val="7F7F7F"/>
                </a:solidFill>
                <a:latin typeface="Comic Sans MS" panose="030F0702030302020204" pitchFamily="66" charset="0"/>
              </a:rPr>
              <a:t>r</a:t>
            </a:r>
            <a:endParaRPr lang="es-MX" altLang="en-US" sz="2179" baseline="-30000">
              <a:solidFill>
                <a:srgbClr val="7F7F7F"/>
              </a:solidFill>
              <a:latin typeface="Comic Sans MS" panose="030F0702030302020204" pitchFamily="66" charset="0"/>
              <a:cs typeface="Times New Roman" panose="02020603050405020304" pitchFamily="18" charset="0"/>
            </a:endParaRPr>
          </a:p>
        </p:txBody>
      </p:sp>
      <p:sp>
        <p:nvSpPr>
          <p:cNvPr id="31788" name="2 Marcador de contenido">
            <a:extLst>
              <a:ext uri="{FF2B5EF4-FFF2-40B4-BE49-F238E27FC236}">
                <a16:creationId xmlns:a16="http://schemas.microsoft.com/office/drawing/2014/main" id="{C1750ED0-47F5-4A7C-B2D5-E528DE995B9C}"/>
              </a:ext>
            </a:extLst>
          </p:cNvPr>
          <p:cNvSpPr>
            <a:spLocks/>
          </p:cNvSpPr>
          <p:nvPr/>
        </p:nvSpPr>
        <p:spPr bwMode="auto">
          <a:xfrm>
            <a:off x="3094122" y="4929940"/>
            <a:ext cx="973054" cy="541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742950" indent="-28575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a:lnSpc>
                <a:spcPct val="100000"/>
              </a:lnSpc>
              <a:spcBef>
                <a:spcPts val="568"/>
              </a:spcBef>
              <a:buClr>
                <a:schemeClr val="tx2"/>
              </a:buClr>
              <a:buSzPct val="73000"/>
              <a:buNone/>
            </a:pPr>
            <a:r>
              <a:rPr lang="es-MX" altLang="en-US" sz="2463">
                <a:solidFill>
                  <a:srgbClr val="7F7F7F"/>
                </a:solidFill>
                <a:latin typeface="Comic Sans MS" panose="030F0702030302020204" pitchFamily="66" charset="0"/>
              </a:rPr>
              <a:t> </a:t>
            </a:r>
            <a:r>
              <a:rPr lang="es-MX" altLang="en-US" sz="2274">
                <a:solidFill>
                  <a:srgbClr val="7F7F7F"/>
                </a:solidFill>
                <a:latin typeface="Comic Sans MS" panose="030F0702030302020204" pitchFamily="66" charset="0"/>
              </a:rPr>
              <a:t> q</a:t>
            </a:r>
            <a:endParaRPr lang="es-MX" altLang="en-US" sz="2179" baseline="-30000">
              <a:solidFill>
                <a:srgbClr val="7F7F7F"/>
              </a:solidFill>
              <a:latin typeface="Comic Sans MS" panose="030F0702030302020204" pitchFamily="66" charset="0"/>
              <a:cs typeface="Times New Roman" panose="02020603050405020304" pitchFamily="18" charset="0"/>
            </a:endParaRPr>
          </a:p>
        </p:txBody>
      </p:sp>
      <p:cxnSp>
        <p:nvCxnSpPr>
          <p:cNvPr id="4" name="38 Conector recto">
            <a:extLst>
              <a:ext uri="{FF2B5EF4-FFF2-40B4-BE49-F238E27FC236}">
                <a16:creationId xmlns:a16="http://schemas.microsoft.com/office/drawing/2014/main" id="{3F1E2171-6AD5-44C0-8E6C-CF7DA18B18C9}"/>
              </a:ext>
            </a:extLst>
          </p:cNvPr>
          <p:cNvCxnSpPr/>
          <p:nvPr/>
        </p:nvCxnSpPr>
        <p:spPr>
          <a:xfrm>
            <a:off x="3298658" y="5339013"/>
            <a:ext cx="291766" cy="0"/>
          </a:xfrm>
          <a:prstGeom prst="line">
            <a:avLst/>
          </a:prstGeom>
        </p:spPr>
        <p:style>
          <a:lnRef idx="1">
            <a:schemeClr val="accent1"/>
          </a:lnRef>
          <a:fillRef idx="0">
            <a:schemeClr val="accent1"/>
          </a:fillRef>
          <a:effectRef idx="0">
            <a:schemeClr val="accent1"/>
          </a:effectRef>
          <a:fontRef idx="minor">
            <a:schemeClr val="tx1"/>
          </a:fontRef>
        </p:style>
      </p:cxnSp>
      <p:sp>
        <p:nvSpPr>
          <p:cNvPr id="31790" name="Text Box 31">
            <a:extLst>
              <a:ext uri="{FF2B5EF4-FFF2-40B4-BE49-F238E27FC236}">
                <a16:creationId xmlns:a16="http://schemas.microsoft.com/office/drawing/2014/main" id="{232115D0-290D-4BD5-8CD0-75489E0A0304}"/>
              </a:ext>
            </a:extLst>
          </p:cNvPr>
          <p:cNvSpPr txBox="1">
            <a:spLocks noChangeArrowheads="1"/>
          </p:cNvSpPr>
          <p:nvPr/>
        </p:nvSpPr>
        <p:spPr bwMode="auto">
          <a:xfrm>
            <a:off x="3435517" y="5323974"/>
            <a:ext cx="409074" cy="296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742950" indent="-28575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eaLnBrk="1" hangingPunct="1">
              <a:lnSpc>
                <a:spcPct val="100000"/>
              </a:lnSpc>
              <a:spcBef>
                <a:spcPct val="50000"/>
              </a:spcBef>
              <a:buClrTx/>
              <a:buSzTx/>
              <a:buFontTx/>
              <a:buNone/>
            </a:pPr>
            <a:r>
              <a:rPr lang="es-MX" altLang="en-US" sz="1326">
                <a:solidFill>
                  <a:srgbClr val="4D4D4D"/>
                </a:solidFill>
                <a:latin typeface="Arial" panose="020B0604020202020204" pitchFamily="34" charset="0"/>
              </a:rPr>
              <a:t>2</a:t>
            </a:r>
            <a:endParaRPr lang="es-ES" altLang="en-US" sz="1326">
              <a:solidFill>
                <a:srgbClr val="4D4D4D"/>
              </a:solidFill>
              <a:latin typeface="Arial" panose="020B0604020202020204" pitchFamily="3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2 Marcador de contenido">
            <a:extLst>
              <a:ext uri="{FF2B5EF4-FFF2-40B4-BE49-F238E27FC236}">
                <a16:creationId xmlns:a16="http://schemas.microsoft.com/office/drawing/2014/main" id="{37B6ACDC-33F4-4DC9-A63C-AFCD8AA3821D}"/>
              </a:ext>
            </a:extLst>
          </p:cNvPr>
          <p:cNvSpPr txBox="1">
            <a:spLocks/>
          </p:cNvSpPr>
          <p:nvPr/>
        </p:nvSpPr>
        <p:spPr bwMode="auto">
          <a:xfrm>
            <a:off x="2206792" y="542926"/>
            <a:ext cx="7300161" cy="9760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730250" indent="-27305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a:lnSpc>
                <a:spcPct val="100000"/>
              </a:lnSpc>
              <a:spcBef>
                <a:spcPts val="568"/>
              </a:spcBef>
              <a:buClr>
                <a:schemeClr val="tx2"/>
              </a:buClr>
              <a:buSzPct val="73000"/>
              <a:buFont typeface="Arial" panose="020B0604020202020204" pitchFamily="34" charset="0"/>
              <a:buChar char="•"/>
            </a:pPr>
            <a:r>
              <a:rPr lang="es-ES" altLang="en-US" sz="2274" b="1" dirty="0">
                <a:latin typeface="Arial" panose="020B0604020202020204" pitchFamily="34" charset="0"/>
              </a:rPr>
              <a:t>Para una distribución de carga esféricamente simétrica</a:t>
            </a:r>
            <a:endParaRPr lang="es-ES" altLang="en-US" sz="2274" b="1" dirty="0">
              <a:solidFill>
                <a:schemeClr val="tx1"/>
              </a:solidFill>
              <a:latin typeface="Arial" panose="020B0604020202020204" pitchFamily="34" charset="0"/>
            </a:endParaRPr>
          </a:p>
          <a:p>
            <a:pPr>
              <a:lnSpc>
                <a:spcPct val="100000"/>
              </a:lnSpc>
              <a:spcBef>
                <a:spcPts val="568"/>
              </a:spcBef>
              <a:buClr>
                <a:schemeClr val="tx2"/>
              </a:buClr>
              <a:buSzPct val="73000"/>
              <a:buFont typeface="Arial" panose="020B0604020202020204" pitchFamily="34" charset="0"/>
              <a:buChar char="•"/>
            </a:pPr>
            <a:endParaRPr lang="es-ES" altLang="en-US" sz="2274" b="1" dirty="0">
              <a:solidFill>
                <a:schemeClr val="tx1"/>
              </a:solidFill>
              <a:latin typeface="Arial" panose="020B0604020202020204" pitchFamily="34" charset="0"/>
            </a:endParaRPr>
          </a:p>
          <a:p>
            <a:pPr lvl="1">
              <a:lnSpc>
                <a:spcPct val="100000"/>
              </a:lnSpc>
              <a:spcBef>
                <a:spcPts val="474"/>
              </a:spcBef>
              <a:buClr>
                <a:srgbClr val="F9B639"/>
              </a:buClr>
              <a:buSzPct val="80000"/>
              <a:buNone/>
            </a:pPr>
            <a:endParaRPr lang="es-MX" altLang="en-US" sz="2274" b="1" dirty="0">
              <a:solidFill>
                <a:srgbClr val="6C6C6C"/>
              </a:solidFill>
              <a:latin typeface="Arial" panose="020B0604020202020204" pitchFamily="34" charset="0"/>
            </a:endParaRPr>
          </a:p>
        </p:txBody>
      </p:sp>
      <p:cxnSp>
        <p:nvCxnSpPr>
          <p:cNvPr id="34819" name="10 Conector recto de flecha">
            <a:extLst>
              <a:ext uri="{FF2B5EF4-FFF2-40B4-BE49-F238E27FC236}">
                <a16:creationId xmlns:a16="http://schemas.microsoft.com/office/drawing/2014/main" id="{6B0266C6-D909-4FDA-B67F-DA0588F51D3E}"/>
              </a:ext>
            </a:extLst>
          </p:cNvPr>
          <p:cNvCxnSpPr>
            <a:cxnSpLocks noChangeShapeType="1"/>
          </p:cNvCxnSpPr>
          <p:nvPr/>
        </p:nvCxnSpPr>
        <p:spPr bwMode="auto">
          <a:xfrm flipV="1">
            <a:off x="7051007" y="2200275"/>
            <a:ext cx="1773153" cy="1364080"/>
          </a:xfrm>
          <a:prstGeom prst="straightConnector1">
            <a:avLst/>
          </a:prstGeom>
          <a:noFill/>
          <a:ln w="11430" algn="ctr">
            <a:solidFill>
              <a:srgbClr val="66FF33"/>
            </a:solidFill>
            <a:round/>
            <a:headEnd/>
            <a:tailEnd type="arrow" w="med" len="med"/>
          </a:ln>
          <a:extLst>
            <a:ext uri="{909E8E84-426E-40DD-AFC4-6F175D3DCCD1}">
              <a14:hiddenFill xmlns:a14="http://schemas.microsoft.com/office/drawing/2010/main">
                <a:noFill/>
              </a14:hiddenFill>
            </a:ext>
          </a:extLst>
        </p:spPr>
      </p:cxnSp>
      <p:cxnSp>
        <p:nvCxnSpPr>
          <p:cNvPr id="34820" name="23 Conector recto de flecha">
            <a:extLst>
              <a:ext uri="{FF2B5EF4-FFF2-40B4-BE49-F238E27FC236}">
                <a16:creationId xmlns:a16="http://schemas.microsoft.com/office/drawing/2014/main" id="{7A53B688-B979-40A1-87BE-A050D76B5C79}"/>
              </a:ext>
            </a:extLst>
          </p:cNvPr>
          <p:cNvCxnSpPr>
            <a:cxnSpLocks noChangeShapeType="1"/>
          </p:cNvCxnSpPr>
          <p:nvPr/>
        </p:nvCxnSpPr>
        <p:spPr bwMode="auto">
          <a:xfrm flipV="1">
            <a:off x="7051007" y="2064921"/>
            <a:ext cx="0" cy="1433261"/>
          </a:xfrm>
          <a:prstGeom prst="straightConnector1">
            <a:avLst/>
          </a:prstGeom>
          <a:noFill/>
          <a:ln w="11430" algn="ctr">
            <a:solidFill>
              <a:srgbClr val="66FF33"/>
            </a:solidFill>
            <a:round/>
            <a:headEnd/>
            <a:tailEnd type="arrow" w="med" len="med"/>
          </a:ln>
          <a:extLst>
            <a:ext uri="{909E8E84-426E-40DD-AFC4-6F175D3DCCD1}">
              <a14:hiddenFill xmlns:a14="http://schemas.microsoft.com/office/drawing/2010/main">
                <a:noFill/>
              </a14:hiddenFill>
            </a:ext>
          </a:extLst>
        </p:spPr>
      </p:cxnSp>
      <p:cxnSp>
        <p:nvCxnSpPr>
          <p:cNvPr id="34821" name="23 Conector recto de flecha">
            <a:extLst>
              <a:ext uri="{FF2B5EF4-FFF2-40B4-BE49-F238E27FC236}">
                <a16:creationId xmlns:a16="http://schemas.microsoft.com/office/drawing/2014/main" id="{C53B8627-994A-4E74-93E3-1B59BADE04AE}"/>
              </a:ext>
            </a:extLst>
          </p:cNvPr>
          <p:cNvCxnSpPr>
            <a:cxnSpLocks noChangeShapeType="1"/>
          </p:cNvCxnSpPr>
          <p:nvPr/>
        </p:nvCxnSpPr>
        <p:spPr bwMode="auto">
          <a:xfrm flipH="1">
            <a:off x="4662739" y="3585411"/>
            <a:ext cx="2367213" cy="48126"/>
          </a:xfrm>
          <a:prstGeom prst="straightConnector1">
            <a:avLst/>
          </a:prstGeom>
          <a:noFill/>
          <a:ln w="11430" algn="ctr">
            <a:solidFill>
              <a:srgbClr val="66FF33"/>
            </a:solidFill>
            <a:round/>
            <a:headEnd/>
            <a:tailEnd type="arrow" w="med" len="med"/>
          </a:ln>
          <a:extLst>
            <a:ext uri="{909E8E84-426E-40DD-AFC4-6F175D3DCCD1}">
              <a14:hiddenFill xmlns:a14="http://schemas.microsoft.com/office/drawing/2010/main">
                <a:noFill/>
              </a14:hiddenFill>
            </a:ext>
          </a:extLst>
        </p:spPr>
      </p:cxnSp>
      <p:cxnSp>
        <p:nvCxnSpPr>
          <p:cNvPr id="34822" name="23 Conector recto de flecha">
            <a:extLst>
              <a:ext uri="{FF2B5EF4-FFF2-40B4-BE49-F238E27FC236}">
                <a16:creationId xmlns:a16="http://schemas.microsoft.com/office/drawing/2014/main" id="{DEF5CC49-078F-4DC0-977E-05EF34E2EC09}"/>
              </a:ext>
            </a:extLst>
          </p:cNvPr>
          <p:cNvCxnSpPr>
            <a:cxnSpLocks noChangeShapeType="1"/>
          </p:cNvCxnSpPr>
          <p:nvPr/>
        </p:nvCxnSpPr>
        <p:spPr bwMode="auto">
          <a:xfrm>
            <a:off x="7051007" y="3564355"/>
            <a:ext cx="2523624" cy="0"/>
          </a:xfrm>
          <a:prstGeom prst="straightConnector1">
            <a:avLst/>
          </a:prstGeom>
          <a:noFill/>
          <a:ln w="11430" algn="ctr">
            <a:solidFill>
              <a:srgbClr val="66FF33"/>
            </a:solidFill>
            <a:round/>
            <a:headEnd/>
            <a:tailEnd type="arrow" w="med" len="med"/>
          </a:ln>
          <a:extLst>
            <a:ext uri="{909E8E84-426E-40DD-AFC4-6F175D3DCCD1}">
              <a14:hiddenFill xmlns:a14="http://schemas.microsoft.com/office/drawing/2010/main">
                <a:noFill/>
              </a14:hiddenFill>
            </a:ext>
          </a:extLst>
        </p:spPr>
      </p:cxnSp>
      <p:cxnSp>
        <p:nvCxnSpPr>
          <p:cNvPr id="34823" name="23 Conector recto de flecha">
            <a:extLst>
              <a:ext uri="{FF2B5EF4-FFF2-40B4-BE49-F238E27FC236}">
                <a16:creationId xmlns:a16="http://schemas.microsoft.com/office/drawing/2014/main" id="{B430E5D4-BFFF-4E64-AE27-688A66AEAF7A}"/>
              </a:ext>
            </a:extLst>
          </p:cNvPr>
          <p:cNvCxnSpPr>
            <a:cxnSpLocks noChangeShapeType="1"/>
          </p:cNvCxnSpPr>
          <p:nvPr/>
        </p:nvCxnSpPr>
        <p:spPr bwMode="auto">
          <a:xfrm>
            <a:off x="7051007" y="3633537"/>
            <a:ext cx="0" cy="1636295"/>
          </a:xfrm>
          <a:prstGeom prst="straightConnector1">
            <a:avLst/>
          </a:prstGeom>
          <a:noFill/>
          <a:ln w="11430" algn="ctr">
            <a:solidFill>
              <a:srgbClr val="66FF33"/>
            </a:solidFill>
            <a:round/>
            <a:headEnd/>
            <a:tailEnd type="arrow" w="med" len="med"/>
          </a:ln>
          <a:extLst>
            <a:ext uri="{909E8E84-426E-40DD-AFC4-6F175D3DCCD1}">
              <a14:hiddenFill xmlns:a14="http://schemas.microsoft.com/office/drawing/2010/main">
                <a:noFill/>
              </a14:hiddenFill>
            </a:ext>
          </a:extLst>
        </p:spPr>
      </p:cxnSp>
      <p:cxnSp>
        <p:nvCxnSpPr>
          <p:cNvPr id="34824" name="23 Conector recto de flecha">
            <a:extLst>
              <a:ext uri="{FF2B5EF4-FFF2-40B4-BE49-F238E27FC236}">
                <a16:creationId xmlns:a16="http://schemas.microsoft.com/office/drawing/2014/main" id="{11EA3B8D-A94A-44E0-B614-6D14D6509C14}"/>
              </a:ext>
            </a:extLst>
          </p:cNvPr>
          <p:cNvCxnSpPr>
            <a:cxnSpLocks noChangeShapeType="1"/>
          </p:cNvCxnSpPr>
          <p:nvPr/>
        </p:nvCxnSpPr>
        <p:spPr bwMode="auto">
          <a:xfrm>
            <a:off x="7099134" y="3613986"/>
            <a:ext cx="1794209" cy="1451309"/>
          </a:xfrm>
          <a:prstGeom prst="straightConnector1">
            <a:avLst/>
          </a:prstGeom>
          <a:noFill/>
          <a:ln w="11430" algn="ctr">
            <a:solidFill>
              <a:srgbClr val="66FF33"/>
            </a:solidFill>
            <a:round/>
            <a:headEnd/>
            <a:tailEnd type="arrow" w="med" len="med"/>
          </a:ln>
          <a:extLst>
            <a:ext uri="{909E8E84-426E-40DD-AFC4-6F175D3DCCD1}">
              <a14:hiddenFill xmlns:a14="http://schemas.microsoft.com/office/drawing/2010/main">
                <a:noFill/>
              </a14:hiddenFill>
            </a:ext>
          </a:extLst>
        </p:spPr>
      </p:cxnSp>
      <p:sp>
        <p:nvSpPr>
          <p:cNvPr id="34825" name="2 Marcador de contenido">
            <a:extLst>
              <a:ext uri="{FF2B5EF4-FFF2-40B4-BE49-F238E27FC236}">
                <a16:creationId xmlns:a16="http://schemas.microsoft.com/office/drawing/2014/main" id="{F4EED567-D6FD-42E9-8C5C-480271B8BF6C}"/>
              </a:ext>
            </a:extLst>
          </p:cNvPr>
          <p:cNvSpPr>
            <a:spLocks/>
          </p:cNvSpPr>
          <p:nvPr/>
        </p:nvSpPr>
        <p:spPr bwMode="auto">
          <a:xfrm>
            <a:off x="8619624" y="2338639"/>
            <a:ext cx="750470" cy="544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520700" indent="-22860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lvl="1">
              <a:lnSpc>
                <a:spcPct val="100000"/>
              </a:lnSpc>
              <a:spcBef>
                <a:spcPts val="474"/>
              </a:spcBef>
              <a:buClr>
                <a:srgbClr val="F9B639"/>
              </a:buClr>
              <a:buSzPct val="80000"/>
              <a:buNone/>
            </a:pPr>
            <a:r>
              <a:rPr lang="es-MX" altLang="en-US" sz="2274">
                <a:solidFill>
                  <a:srgbClr val="7F7F7F"/>
                </a:solidFill>
                <a:latin typeface="Comic Sans MS" panose="030F0702030302020204" pitchFamily="66" charset="0"/>
              </a:rPr>
              <a:t>E</a:t>
            </a:r>
            <a:r>
              <a:rPr lang="es-MX" altLang="en-US" sz="2274" baseline="-30000">
                <a:solidFill>
                  <a:srgbClr val="7F7F7F"/>
                </a:solidFill>
                <a:latin typeface="Comic Sans MS" panose="030F0702030302020204" pitchFamily="66" charset="0"/>
                <a:cs typeface="Times New Roman" panose="02020603050405020304" pitchFamily="18" charset="0"/>
              </a:rPr>
              <a:t>   </a:t>
            </a:r>
            <a:r>
              <a:rPr lang="es-MX" altLang="en-US" sz="2179">
                <a:solidFill>
                  <a:srgbClr val="7F7F7F"/>
                </a:solidFill>
                <a:latin typeface="Comic Sans MS" panose="030F0702030302020204" pitchFamily="66" charset="0"/>
              </a:rPr>
              <a:t>	</a:t>
            </a:r>
            <a:endParaRPr lang="es-ES" altLang="en-US" sz="2179">
              <a:solidFill>
                <a:srgbClr val="7F7F7F"/>
              </a:solidFill>
              <a:latin typeface="Comic Sans MS" panose="030F0702030302020204" pitchFamily="66" charset="0"/>
            </a:endParaRPr>
          </a:p>
        </p:txBody>
      </p:sp>
      <p:sp>
        <p:nvSpPr>
          <p:cNvPr id="34826" name="Line 19">
            <a:extLst>
              <a:ext uri="{FF2B5EF4-FFF2-40B4-BE49-F238E27FC236}">
                <a16:creationId xmlns:a16="http://schemas.microsoft.com/office/drawing/2014/main" id="{4B5B7DC6-31E9-438D-A5F5-DA6F3C1FF282}"/>
              </a:ext>
            </a:extLst>
          </p:cNvPr>
          <p:cNvSpPr>
            <a:spLocks noChangeShapeType="1"/>
          </p:cNvSpPr>
          <p:nvPr/>
        </p:nvSpPr>
        <p:spPr bwMode="auto">
          <a:xfrm>
            <a:off x="8961020" y="2337134"/>
            <a:ext cx="204537" cy="0"/>
          </a:xfrm>
          <a:prstGeom prst="line">
            <a:avLst/>
          </a:prstGeom>
          <a:noFill/>
          <a:ln w="9525">
            <a:solidFill>
              <a:srgbClr val="5F5F5F"/>
            </a:solidFill>
            <a:round/>
            <a:headEnd/>
            <a:tailEnd type="triangle" w="med" len="med"/>
          </a:ln>
          <a:extLst>
            <a:ext uri="{909E8E84-426E-40DD-AFC4-6F175D3DCCD1}">
              <a14:hiddenFill xmlns:a14="http://schemas.microsoft.com/office/drawing/2010/main">
                <a:noFill/>
              </a14:hiddenFill>
            </a:ext>
          </a:extLst>
        </p:spPr>
        <p:txBody>
          <a:bodyPr/>
          <a:lstStyle/>
          <a:p>
            <a:endParaRPr lang="en-US" sz="1705"/>
          </a:p>
        </p:txBody>
      </p:sp>
      <p:cxnSp>
        <p:nvCxnSpPr>
          <p:cNvPr id="34828" name="10 Conector recto de flecha">
            <a:extLst>
              <a:ext uri="{FF2B5EF4-FFF2-40B4-BE49-F238E27FC236}">
                <a16:creationId xmlns:a16="http://schemas.microsoft.com/office/drawing/2014/main" id="{D1CA5AAB-B078-4257-B149-CE08D7F1463A}"/>
              </a:ext>
            </a:extLst>
          </p:cNvPr>
          <p:cNvCxnSpPr>
            <a:cxnSpLocks noChangeShapeType="1"/>
          </p:cNvCxnSpPr>
          <p:nvPr/>
        </p:nvCxnSpPr>
        <p:spPr bwMode="auto">
          <a:xfrm flipH="1" flipV="1">
            <a:off x="5277853" y="2269458"/>
            <a:ext cx="1773154" cy="1294898"/>
          </a:xfrm>
          <a:prstGeom prst="straightConnector1">
            <a:avLst/>
          </a:prstGeom>
          <a:noFill/>
          <a:ln w="11430" algn="ctr">
            <a:solidFill>
              <a:srgbClr val="66FF33"/>
            </a:solidFill>
            <a:round/>
            <a:headEnd/>
            <a:tailEnd type="arrow" w="med" len="med"/>
          </a:ln>
          <a:extLst>
            <a:ext uri="{909E8E84-426E-40DD-AFC4-6F175D3DCCD1}">
              <a14:hiddenFill xmlns:a14="http://schemas.microsoft.com/office/drawing/2010/main">
                <a:noFill/>
              </a14:hiddenFill>
            </a:ext>
          </a:extLst>
        </p:spPr>
      </p:cxnSp>
      <p:cxnSp>
        <p:nvCxnSpPr>
          <p:cNvPr id="34829" name="10 Conector recto de flecha">
            <a:extLst>
              <a:ext uri="{FF2B5EF4-FFF2-40B4-BE49-F238E27FC236}">
                <a16:creationId xmlns:a16="http://schemas.microsoft.com/office/drawing/2014/main" id="{C144DD72-AEDB-4706-9731-CC26A0DE61E4}"/>
              </a:ext>
            </a:extLst>
          </p:cNvPr>
          <p:cNvCxnSpPr>
            <a:cxnSpLocks noChangeShapeType="1"/>
          </p:cNvCxnSpPr>
          <p:nvPr/>
        </p:nvCxnSpPr>
        <p:spPr bwMode="auto">
          <a:xfrm flipH="1">
            <a:off x="5073316" y="3583907"/>
            <a:ext cx="1956636" cy="1346032"/>
          </a:xfrm>
          <a:prstGeom prst="straightConnector1">
            <a:avLst/>
          </a:prstGeom>
          <a:noFill/>
          <a:ln w="11430" algn="ctr">
            <a:solidFill>
              <a:srgbClr val="66FF33"/>
            </a:solidFill>
            <a:round/>
            <a:headEnd/>
            <a:tailEnd type="arrow" w="med" len="med"/>
          </a:ln>
          <a:extLst>
            <a:ext uri="{909E8E84-426E-40DD-AFC4-6F175D3DCCD1}">
              <a14:hiddenFill xmlns:a14="http://schemas.microsoft.com/office/drawing/2010/main">
                <a:noFill/>
              </a14:hiddenFill>
            </a:ext>
          </a:extLst>
        </p:spPr>
      </p:cxnSp>
      <p:cxnSp>
        <p:nvCxnSpPr>
          <p:cNvPr id="34830" name="10 Conector recto de flecha">
            <a:extLst>
              <a:ext uri="{FF2B5EF4-FFF2-40B4-BE49-F238E27FC236}">
                <a16:creationId xmlns:a16="http://schemas.microsoft.com/office/drawing/2014/main" id="{807B5A41-8FD0-4736-8636-509282B1319D}"/>
              </a:ext>
            </a:extLst>
          </p:cNvPr>
          <p:cNvCxnSpPr>
            <a:cxnSpLocks noChangeShapeType="1"/>
          </p:cNvCxnSpPr>
          <p:nvPr/>
        </p:nvCxnSpPr>
        <p:spPr bwMode="auto">
          <a:xfrm flipV="1">
            <a:off x="7051007" y="2064921"/>
            <a:ext cx="818147" cy="1500939"/>
          </a:xfrm>
          <a:prstGeom prst="straightConnector1">
            <a:avLst/>
          </a:prstGeom>
          <a:noFill/>
          <a:ln w="11430" algn="ctr">
            <a:solidFill>
              <a:srgbClr val="66FF33"/>
            </a:solidFill>
            <a:round/>
            <a:headEnd/>
            <a:tailEnd type="arrow" w="med" len="med"/>
          </a:ln>
          <a:extLst>
            <a:ext uri="{909E8E84-426E-40DD-AFC4-6F175D3DCCD1}">
              <a14:hiddenFill xmlns:a14="http://schemas.microsoft.com/office/drawing/2010/main">
                <a:noFill/>
              </a14:hiddenFill>
            </a:ext>
          </a:extLst>
        </p:spPr>
      </p:cxnSp>
      <p:cxnSp>
        <p:nvCxnSpPr>
          <p:cNvPr id="34831" name="10 Conector recto de flecha">
            <a:extLst>
              <a:ext uri="{FF2B5EF4-FFF2-40B4-BE49-F238E27FC236}">
                <a16:creationId xmlns:a16="http://schemas.microsoft.com/office/drawing/2014/main" id="{EDAAA513-282A-40A2-B2A6-48AEB6358BE6}"/>
              </a:ext>
            </a:extLst>
          </p:cNvPr>
          <p:cNvCxnSpPr>
            <a:cxnSpLocks noChangeShapeType="1"/>
          </p:cNvCxnSpPr>
          <p:nvPr/>
        </p:nvCxnSpPr>
        <p:spPr bwMode="auto">
          <a:xfrm flipV="1">
            <a:off x="7052511" y="2815390"/>
            <a:ext cx="2386765" cy="750470"/>
          </a:xfrm>
          <a:prstGeom prst="straightConnector1">
            <a:avLst/>
          </a:prstGeom>
          <a:noFill/>
          <a:ln w="11430" algn="ctr">
            <a:solidFill>
              <a:srgbClr val="66FF33"/>
            </a:solidFill>
            <a:round/>
            <a:headEnd/>
            <a:tailEnd type="arrow" w="med" len="med"/>
          </a:ln>
          <a:extLst>
            <a:ext uri="{909E8E84-426E-40DD-AFC4-6F175D3DCCD1}">
              <a14:hiddenFill xmlns:a14="http://schemas.microsoft.com/office/drawing/2010/main">
                <a:noFill/>
              </a14:hiddenFill>
            </a:ext>
          </a:extLst>
        </p:spPr>
      </p:cxnSp>
      <p:cxnSp>
        <p:nvCxnSpPr>
          <p:cNvPr id="34832" name="10 Conector recto de flecha">
            <a:extLst>
              <a:ext uri="{FF2B5EF4-FFF2-40B4-BE49-F238E27FC236}">
                <a16:creationId xmlns:a16="http://schemas.microsoft.com/office/drawing/2014/main" id="{FC92C0A7-F9FA-4F21-B962-4A0D4A0D3826}"/>
              </a:ext>
            </a:extLst>
          </p:cNvPr>
          <p:cNvCxnSpPr>
            <a:cxnSpLocks noChangeShapeType="1"/>
          </p:cNvCxnSpPr>
          <p:nvPr/>
        </p:nvCxnSpPr>
        <p:spPr bwMode="auto">
          <a:xfrm>
            <a:off x="7051007" y="3564356"/>
            <a:ext cx="955006" cy="1705476"/>
          </a:xfrm>
          <a:prstGeom prst="straightConnector1">
            <a:avLst/>
          </a:prstGeom>
          <a:noFill/>
          <a:ln w="11430" algn="ctr">
            <a:solidFill>
              <a:srgbClr val="66FF33"/>
            </a:solidFill>
            <a:round/>
            <a:headEnd/>
            <a:tailEnd type="arrow" w="med" len="med"/>
          </a:ln>
          <a:extLst>
            <a:ext uri="{909E8E84-426E-40DD-AFC4-6F175D3DCCD1}">
              <a14:hiddenFill xmlns:a14="http://schemas.microsoft.com/office/drawing/2010/main">
                <a:noFill/>
              </a14:hiddenFill>
            </a:ext>
          </a:extLst>
        </p:spPr>
      </p:cxnSp>
      <p:cxnSp>
        <p:nvCxnSpPr>
          <p:cNvPr id="34833" name="10 Conector recto de flecha">
            <a:extLst>
              <a:ext uri="{FF2B5EF4-FFF2-40B4-BE49-F238E27FC236}">
                <a16:creationId xmlns:a16="http://schemas.microsoft.com/office/drawing/2014/main" id="{E55348CF-6BEF-4388-81D2-67437208192B}"/>
              </a:ext>
            </a:extLst>
          </p:cNvPr>
          <p:cNvCxnSpPr>
            <a:cxnSpLocks noChangeShapeType="1"/>
          </p:cNvCxnSpPr>
          <p:nvPr/>
        </p:nvCxnSpPr>
        <p:spPr bwMode="auto">
          <a:xfrm>
            <a:off x="7051007" y="3564355"/>
            <a:ext cx="2388268" cy="819652"/>
          </a:xfrm>
          <a:prstGeom prst="straightConnector1">
            <a:avLst/>
          </a:prstGeom>
          <a:noFill/>
          <a:ln w="11430" algn="ctr">
            <a:solidFill>
              <a:srgbClr val="66FF33"/>
            </a:solidFill>
            <a:round/>
            <a:headEnd/>
            <a:tailEnd type="arrow" w="med" len="med"/>
          </a:ln>
          <a:extLst>
            <a:ext uri="{909E8E84-426E-40DD-AFC4-6F175D3DCCD1}">
              <a14:hiddenFill xmlns:a14="http://schemas.microsoft.com/office/drawing/2010/main">
                <a:noFill/>
              </a14:hiddenFill>
            </a:ext>
          </a:extLst>
        </p:spPr>
      </p:cxnSp>
      <p:cxnSp>
        <p:nvCxnSpPr>
          <p:cNvPr id="34834" name="10 Conector recto de flecha">
            <a:extLst>
              <a:ext uri="{FF2B5EF4-FFF2-40B4-BE49-F238E27FC236}">
                <a16:creationId xmlns:a16="http://schemas.microsoft.com/office/drawing/2014/main" id="{77F54C0A-37B2-4AEE-B4BF-6073692F2EAB}"/>
              </a:ext>
            </a:extLst>
          </p:cNvPr>
          <p:cNvCxnSpPr>
            <a:cxnSpLocks noChangeShapeType="1"/>
          </p:cNvCxnSpPr>
          <p:nvPr/>
        </p:nvCxnSpPr>
        <p:spPr bwMode="auto">
          <a:xfrm flipH="1" flipV="1">
            <a:off x="6369718" y="2200275"/>
            <a:ext cx="681289" cy="1364080"/>
          </a:xfrm>
          <a:prstGeom prst="straightConnector1">
            <a:avLst/>
          </a:prstGeom>
          <a:noFill/>
          <a:ln w="11430" algn="ctr">
            <a:solidFill>
              <a:srgbClr val="66FF33"/>
            </a:solidFill>
            <a:round/>
            <a:headEnd/>
            <a:tailEnd type="arrow" w="med" len="med"/>
          </a:ln>
          <a:extLst>
            <a:ext uri="{909E8E84-426E-40DD-AFC4-6F175D3DCCD1}">
              <a14:hiddenFill xmlns:a14="http://schemas.microsoft.com/office/drawing/2010/main">
                <a:noFill/>
              </a14:hiddenFill>
            </a:ext>
          </a:extLst>
        </p:spPr>
      </p:cxnSp>
      <p:cxnSp>
        <p:nvCxnSpPr>
          <p:cNvPr id="34835" name="10 Conector recto de flecha">
            <a:extLst>
              <a:ext uri="{FF2B5EF4-FFF2-40B4-BE49-F238E27FC236}">
                <a16:creationId xmlns:a16="http://schemas.microsoft.com/office/drawing/2014/main" id="{FA29868B-6B72-4B3B-9A8D-005545D9355F}"/>
              </a:ext>
            </a:extLst>
          </p:cNvPr>
          <p:cNvCxnSpPr>
            <a:cxnSpLocks noChangeShapeType="1"/>
          </p:cNvCxnSpPr>
          <p:nvPr/>
        </p:nvCxnSpPr>
        <p:spPr bwMode="auto">
          <a:xfrm flipH="1" flipV="1">
            <a:off x="4799597" y="2950745"/>
            <a:ext cx="2251410" cy="613611"/>
          </a:xfrm>
          <a:prstGeom prst="straightConnector1">
            <a:avLst/>
          </a:prstGeom>
          <a:noFill/>
          <a:ln w="11430" algn="ctr">
            <a:solidFill>
              <a:srgbClr val="66FF33"/>
            </a:solidFill>
            <a:round/>
            <a:headEnd/>
            <a:tailEnd type="arrow" w="med" len="med"/>
          </a:ln>
          <a:extLst>
            <a:ext uri="{909E8E84-426E-40DD-AFC4-6F175D3DCCD1}">
              <a14:hiddenFill xmlns:a14="http://schemas.microsoft.com/office/drawing/2010/main">
                <a:noFill/>
              </a14:hiddenFill>
            </a:ext>
          </a:extLst>
        </p:spPr>
      </p:cxnSp>
      <p:cxnSp>
        <p:nvCxnSpPr>
          <p:cNvPr id="34836" name="10 Conector recto de flecha">
            <a:extLst>
              <a:ext uri="{FF2B5EF4-FFF2-40B4-BE49-F238E27FC236}">
                <a16:creationId xmlns:a16="http://schemas.microsoft.com/office/drawing/2014/main" id="{8C583DEF-4537-49FA-BDB8-86038F1699DA}"/>
              </a:ext>
            </a:extLst>
          </p:cNvPr>
          <p:cNvCxnSpPr>
            <a:cxnSpLocks noChangeShapeType="1"/>
          </p:cNvCxnSpPr>
          <p:nvPr/>
        </p:nvCxnSpPr>
        <p:spPr bwMode="auto">
          <a:xfrm flipH="1">
            <a:off x="6096001" y="3564355"/>
            <a:ext cx="955007" cy="1570121"/>
          </a:xfrm>
          <a:prstGeom prst="straightConnector1">
            <a:avLst/>
          </a:prstGeom>
          <a:noFill/>
          <a:ln w="11430" algn="ctr">
            <a:solidFill>
              <a:srgbClr val="66FF33"/>
            </a:solidFill>
            <a:round/>
            <a:headEnd/>
            <a:tailEnd type="arrow" w="med" len="med"/>
          </a:ln>
          <a:extLst>
            <a:ext uri="{909E8E84-426E-40DD-AFC4-6F175D3DCCD1}">
              <a14:hiddenFill xmlns:a14="http://schemas.microsoft.com/office/drawing/2010/main">
                <a:noFill/>
              </a14:hiddenFill>
            </a:ext>
          </a:extLst>
        </p:spPr>
      </p:cxnSp>
      <p:cxnSp>
        <p:nvCxnSpPr>
          <p:cNvPr id="34837" name="10 Conector recto de flecha">
            <a:extLst>
              <a:ext uri="{FF2B5EF4-FFF2-40B4-BE49-F238E27FC236}">
                <a16:creationId xmlns:a16="http://schemas.microsoft.com/office/drawing/2014/main" id="{CE4E41A1-7D9A-4BE7-91B6-2B5078BA9EDC}"/>
              </a:ext>
            </a:extLst>
          </p:cNvPr>
          <p:cNvCxnSpPr>
            <a:cxnSpLocks noChangeShapeType="1"/>
          </p:cNvCxnSpPr>
          <p:nvPr/>
        </p:nvCxnSpPr>
        <p:spPr bwMode="auto">
          <a:xfrm flipH="1">
            <a:off x="4731921" y="3564356"/>
            <a:ext cx="2319087" cy="682792"/>
          </a:xfrm>
          <a:prstGeom prst="straightConnector1">
            <a:avLst/>
          </a:prstGeom>
          <a:noFill/>
          <a:ln w="11430" algn="ctr">
            <a:solidFill>
              <a:srgbClr val="66FF33"/>
            </a:solidFill>
            <a:round/>
            <a:headEnd/>
            <a:tailEnd type="arrow" w="med" len="med"/>
          </a:ln>
          <a:extLst>
            <a:ext uri="{909E8E84-426E-40DD-AFC4-6F175D3DCCD1}">
              <a14:hiddenFill xmlns:a14="http://schemas.microsoft.com/office/drawing/2010/main">
                <a:noFill/>
              </a14:hiddenFill>
            </a:ext>
          </a:extLst>
        </p:spPr>
      </p:cxnSp>
      <p:sp>
        <p:nvSpPr>
          <p:cNvPr id="34838" name="2 Marcador de contenido">
            <a:extLst>
              <a:ext uri="{FF2B5EF4-FFF2-40B4-BE49-F238E27FC236}">
                <a16:creationId xmlns:a16="http://schemas.microsoft.com/office/drawing/2014/main" id="{D8BB7BAB-0F69-4B06-B46C-88015272AF1B}"/>
              </a:ext>
            </a:extLst>
          </p:cNvPr>
          <p:cNvSpPr>
            <a:spLocks/>
          </p:cNvSpPr>
          <p:nvPr/>
        </p:nvSpPr>
        <p:spPr bwMode="auto">
          <a:xfrm>
            <a:off x="6163678" y="3770397"/>
            <a:ext cx="955006" cy="4767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520700" indent="-22860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lvl="1">
              <a:lnSpc>
                <a:spcPct val="100000"/>
              </a:lnSpc>
              <a:spcBef>
                <a:spcPts val="474"/>
              </a:spcBef>
              <a:buClr>
                <a:srgbClr val="F9B639"/>
              </a:buClr>
              <a:buSzPct val="80000"/>
              <a:buNone/>
            </a:pPr>
            <a:r>
              <a:rPr lang="es-MX" altLang="en-US" sz="2274">
                <a:solidFill>
                  <a:schemeClr val="tx1"/>
                </a:solidFill>
                <a:latin typeface="Comic Sans MS" panose="030F0702030302020204" pitchFamily="66" charset="0"/>
              </a:rPr>
              <a:t>q </a:t>
            </a:r>
            <a:r>
              <a:rPr lang="es-MX" altLang="en-US" sz="2179">
                <a:solidFill>
                  <a:schemeClr val="tx1"/>
                </a:solidFill>
                <a:latin typeface="Comic Sans MS" panose="030F0702030302020204" pitchFamily="66" charset="0"/>
              </a:rPr>
              <a:t>	</a:t>
            </a:r>
            <a:endParaRPr lang="es-ES" altLang="en-US" sz="2179">
              <a:solidFill>
                <a:schemeClr val="tx1"/>
              </a:solidFill>
              <a:latin typeface="Comic Sans MS" panose="030F0702030302020204" pitchFamily="66" charset="0"/>
            </a:endParaRPr>
          </a:p>
        </p:txBody>
      </p:sp>
      <p:sp>
        <p:nvSpPr>
          <p:cNvPr id="34839" name="2 Marcador de contenido">
            <a:extLst>
              <a:ext uri="{FF2B5EF4-FFF2-40B4-BE49-F238E27FC236}">
                <a16:creationId xmlns:a16="http://schemas.microsoft.com/office/drawing/2014/main" id="{512F86AF-5561-48EC-B92A-21785A718AD2}"/>
              </a:ext>
            </a:extLst>
          </p:cNvPr>
          <p:cNvSpPr>
            <a:spLocks/>
          </p:cNvSpPr>
          <p:nvPr/>
        </p:nvSpPr>
        <p:spPr bwMode="auto">
          <a:xfrm>
            <a:off x="5201152" y="1380624"/>
            <a:ext cx="945982" cy="545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742950" indent="-28575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a:lnSpc>
                <a:spcPct val="100000"/>
              </a:lnSpc>
              <a:spcBef>
                <a:spcPts val="568"/>
              </a:spcBef>
              <a:buClr>
                <a:schemeClr val="tx2"/>
              </a:buClr>
              <a:buSzPct val="73000"/>
              <a:buNone/>
            </a:pPr>
            <a:r>
              <a:rPr lang="es-MX" altLang="en-US" sz="2463">
                <a:solidFill>
                  <a:srgbClr val="7F7F7F"/>
                </a:solidFill>
                <a:latin typeface="Comic Sans MS" panose="030F0702030302020204" pitchFamily="66" charset="0"/>
              </a:rPr>
              <a:t>  </a:t>
            </a:r>
            <a:r>
              <a:rPr lang="es-MX" altLang="en-US" sz="2274">
                <a:solidFill>
                  <a:srgbClr val="7F7F7F"/>
                </a:solidFill>
                <a:latin typeface="Comic Sans MS" panose="030F0702030302020204" pitchFamily="66" charset="0"/>
              </a:rPr>
              <a:t>4</a:t>
            </a:r>
            <a:r>
              <a:rPr lang="es-MX" altLang="en-US" sz="2274">
                <a:solidFill>
                  <a:srgbClr val="7F7F7F"/>
                </a:solidFill>
                <a:latin typeface="Symbol" panose="05050102010706020507" pitchFamily="18" charset="2"/>
              </a:rPr>
              <a:t>pe</a:t>
            </a:r>
            <a:r>
              <a:rPr lang="es-MX" altLang="en-US" sz="2274" baseline="-30000">
                <a:solidFill>
                  <a:srgbClr val="7F7F7F"/>
                </a:solidFill>
                <a:latin typeface="AvantGarde" pitchFamily="34" charset="0"/>
                <a:cs typeface="Times New Roman" panose="02020603050405020304" pitchFamily="18" charset="0"/>
              </a:rPr>
              <a:t>0</a:t>
            </a:r>
          </a:p>
        </p:txBody>
      </p:sp>
      <p:sp>
        <p:nvSpPr>
          <p:cNvPr id="34840" name="2 Marcador de contenido">
            <a:extLst>
              <a:ext uri="{FF2B5EF4-FFF2-40B4-BE49-F238E27FC236}">
                <a16:creationId xmlns:a16="http://schemas.microsoft.com/office/drawing/2014/main" id="{26CB8E9E-78A7-4C35-BFE5-1F7962735331}"/>
              </a:ext>
            </a:extLst>
          </p:cNvPr>
          <p:cNvSpPr>
            <a:spLocks/>
          </p:cNvSpPr>
          <p:nvPr/>
        </p:nvSpPr>
        <p:spPr bwMode="auto">
          <a:xfrm>
            <a:off x="5259806" y="1040732"/>
            <a:ext cx="973054" cy="541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742950" indent="-28575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a:lnSpc>
                <a:spcPct val="100000"/>
              </a:lnSpc>
              <a:spcBef>
                <a:spcPts val="568"/>
              </a:spcBef>
              <a:buClr>
                <a:schemeClr val="tx2"/>
              </a:buClr>
              <a:buSzPct val="73000"/>
              <a:buNone/>
            </a:pPr>
            <a:r>
              <a:rPr lang="es-MX" altLang="en-US" sz="2463">
                <a:solidFill>
                  <a:srgbClr val="7F7F7F"/>
                </a:solidFill>
                <a:latin typeface="Comic Sans MS" panose="030F0702030302020204" pitchFamily="66" charset="0"/>
              </a:rPr>
              <a:t> </a:t>
            </a:r>
            <a:r>
              <a:rPr lang="es-MX" altLang="en-US" sz="2274">
                <a:solidFill>
                  <a:srgbClr val="7F7F7F"/>
                </a:solidFill>
                <a:latin typeface="Comic Sans MS" panose="030F0702030302020204" pitchFamily="66" charset="0"/>
              </a:rPr>
              <a:t>  1</a:t>
            </a:r>
            <a:endParaRPr lang="es-MX" altLang="en-US" sz="2179" baseline="-30000">
              <a:solidFill>
                <a:srgbClr val="7F7F7F"/>
              </a:solidFill>
              <a:latin typeface="Comic Sans MS" panose="030F0702030302020204" pitchFamily="66" charset="0"/>
              <a:cs typeface="Times New Roman" panose="02020603050405020304" pitchFamily="18" charset="0"/>
            </a:endParaRPr>
          </a:p>
        </p:txBody>
      </p:sp>
      <p:cxnSp>
        <p:nvCxnSpPr>
          <p:cNvPr id="39" name="38 Conector recto">
            <a:extLst>
              <a:ext uri="{FF2B5EF4-FFF2-40B4-BE49-F238E27FC236}">
                <a16:creationId xmlns:a16="http://schemas.microsoft.com/office/drawing/2014/main" id="{65399C88-06E7-4837-802B-11ABEEC2C878}"/>
              </a:ext>
            </a:extLst>
          </p:cNvPr>
          <p:cNvCxnSpPr/>
          <p:nvPr/>
        </p:nvCxnSpPr>
        <p:spPr>
          <a:xfrm>
            <a:off x="5465847" y="1449805"/>
            <a:ext cx="476751" cy="0"/>
          </a:xfrm>
          <a:prstGeom prst="line">
            <a:avLst/>
          </a:prstGeom>
        </p:spPr>
        <p:style>
          <a:lnRef idx="1">
            <a:schemeClr val="accent1"/>
          </a:lnRef>
          <a:fillRef idx="0">
            <a:schemeClr val="accent1"/>
          </a:fillRef>
          <a:effectRef idx="0">
            <a:schemeClr val="accent1"/>
          </a:effectRef>
          <a:fontRef idx="minor">
            <a:schemeClr val="tx1"/>
          </a:fontRef>
        </p:style>
      </p:cxnSp>
      <p:sp>
        <p:nvSpPr>
          <p:cNvPr id="34842" name="2 Marcador de contenido">
            <a:extLst>
              <a:ext uri="{FF2B5EF4-FFF2-40B4-BE49-F238E27FC236}">
                <a16:creationId xmlns:a16="http://schemas.microsoft.com/office/drawing/2014/main" id="{09A8448C-353F-48CF-9E58-321C43EE4E2F}"/>
              </a:ext>
            </a:extLst>
          </p:cNvPr>
          <p:cNvSpPr>
            <a:spLocks/>
          </p:cNvSpPr>
          <p:nvPr/>
        </p:nvSpPr>
        <p:spPr bwMode="auto">
          <a:xfrm>
            <a:off x="5805739" y="1380624"/>
            <a:ext cx="672264" cy="545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742950" indent="-28575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a:lnSpc>
                <a:spcPct val="100000"/>
              </a:lnSpc>
              <a:spcBef>
                <a:spcPts val="568"/>
              </a:spcBef>
              <a:buClr>
                <a:schemeClr val="tx2"/>
              </a:buClr>
              <a:buSzPct val="73000"/>
              <a:buNone/>
            </a:pPr>
            <a:r>
              <a:rPr lang="es-MX" altLang="en-US" sz="2463">
                <a:solidFill>
                  <a:srgbClr val="7F7F7F"/>
                </a:solidFill>
                <a:latin typeface="Comic Sans MS" panose="030F0702030302020204" pitchFamily="66" charset="0"/>
              </a:rPr>
              <a:t>  </a:t>
            </a:r>
            <a:r>
              <a:rPr lang="es-MX" altLang="en-US" sz="2274">
                <a:solidFill>
                  <a:srgbClr val="7F7F7F"/>
                </a:solidFill>
                <a:latin typeface="Comic Sans MS" panose="030F0702030302020204" pitchFamily="66" charset="0"/>
              </a:rPr>
              <a:t>r</a:t>
            </a:r>
            <a:endParaRPr lang="es-MX" altLang="en-US" sz="2179" baseline="-30000">
              <a:solidFill>
                <a:srgbClr val="7F7F7F"/>
              </a:solidFill>
              <a:latin typeface="Comic Sans MS" panose="030F0702030302020204" pitchFamily="66" charset="0"/>
              <a:cs typeface="Times New Roman" panose="02020603050405020304" pitchFamily="18" charset="0"/>
            </a:endParaRPr>
          </a:p>
        </p:txBody>
      </p:sp>
      <p:sp>
        <p:nvSpPr>
          <p:cNvPr id="34843" name="2 Marcador de contenido">
            <a:extLst>
              <a:ext uri="{FF2B5EF4-FFF2-40B4-BE49-F238E27FC236}">
                <a16:creationId xmlns:a16="http://schemas.microsoft.com/office/drawing/2014/main" id="{F83EF8F3-CEF2-4C3A-817A-881C30E1B9B4}"/>
              </a:ext>
            </a:extLst>
          </p:cNvPr>
          <p:cNvSpPr>
            <a:spLocks/>
          </p:cNvSpPr>
          <p:nvPr/>
        </p:nvSpPr>
        <p:spPr bwMode="auto">
          <a:xfrm>
            <a:off x="5805739" y="1040732"/>
            <a:ext cx="973053" cy="541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742950" indent="-28575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a:lnSpc>
                <a:spcPct val="100000"/>
              </a:lnSpc>
              <a:spcBef>
                <a:spcPts val="568"/>
              </a:spcBef>
              <a:buClr>
                <a:schemeClr val="tx2"/>
              </a:buClr>
              <a:buSzPct val="73000"/>
              <a:buNone/>
            </a:pPr>
            <a:r>
              <a:rPr lang="es-MX" altLang="en-US" sz="2463">
                <a:solidFill>
                  <a:srgbClr val="7F7F7F"/>
                </a:solidFill>
                <a:latin typeface="Comic Sans MS" panose="030F0702030302020204" pitchFamily="66" charset="0"/>
              </a:rPr>
              <a:t> </a:t>
            </a:r>
            <a:r>
              <a:rPr lang="es-MX" altLang="en-US" sz="2274">
                <a:solidFill>
                  <a:srgbClr val="7F7F7F"/>
                </a:solidFill>
                <a:latin typeface="Comic Sans MS" panose="030F0702030302020204" pitchFamily="66" charset="0"/>
              </a:rPr>
              <a:t>dq</a:t>
            </a:r>
            <a:endParaRPr lang="es-MX" altLang="en-US" sz="2179" baseline="-30000">
              <a:solidFill>
                <a:srgbClr val="7F7F7F"/>
              </a:solidFill>
              <a:latin typeface="Comic Sans MS" panose="030F0702030302020204" pitchFamily="66" charset="0"/>
              <a:cs typeface="Times New Roman" panose="02020603050405020304" pitchFamily="18" charset="0"/>
            </a:endParaRPr>
          </a:p>
        </p:txBody>
      </p:sp>
      <p:cxnSp>
        <p:nvCxnSpPr>
          <p:cNvPr id="2" name="38 Conector recto">
            <a:extLst>
              <a:ext uri="{FF2B5EF4-FFF2-40B4-BE49-F238E27FC236}">
                <a16:creationId xmlns:a16="http://schemas.microsoft.com/office/drawing/2014/main" id="{518AAD11-E262-4AE2-AF2C-5500D50E3559}"/>
              </a:ext>
            </a:extLst>
          </p:cNvPr>
          <p:cNvCxnSpPr/>
          <p:nvPr/>
        </p:nvCxnSpPr>
        <p:spPr>
          <a:xfrm>
            <a:off x="6010276" y="1449805"/>
            <a:ext cx="291766" cy="0"/>
          </a:xfrm>
          <a:prstGeom prst="line">
            <a:avLst/>
          </a:prstGeom>
        </p:spPr>
        <p:style>
          <a:lnRef idx="1">
            <a:schemeClr val="accent1"/>
          </a:lnRef>
          <a:fillRef idx="0">
            <a:schemeClr val="accent1"/>
          </a:fillRef>
          <a:effectRef idx="0">
            <a:schemeClr val="accent1"/>
          </a:effectRef>
          <a:fontRef idx="minor">
            <a:schemeClr val="tx1"/>
          </a:fontRef>
        </p:style>
      </p:cxnSp>
      <p:sp>
        <p:nvSpPr>
          <p:cNvPr id="34845" name="Text Box 31">
            <a:extLst>
              <a:ext uri="{FF2B5EF4-FFF2-40B4-BE49-F238E27FC236}">
                <a16:creationId xmlns:a16="http://schemas.microsoft.com/office/drawing/2014/main" id="{6AE9FC0E-581D-4E5D-A240-6786BB9CB341}"/>
              </a:ext>
            </a:extLst>
          </p:cNvPr>
          <p:cNvSpPr txBox="1">
            <a:spLocks noChangeArrowheads="1"/>
          </p:cNvSpPr>
          <p:nvPr/>
        </p:nvSpPr>
        <p:spPr bwMode="auto">
          <a:xfrm>
            <a:off x="6147134" y="1434766"/>
            <a:ext cx="409074" cy="296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742950" indent="-28575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eaLnBrk="1" hangingPunct="1">
              <a:lnSpc>
                <a:spcPct val="100000"/>
              </a:lnSpc>
              <a:spcBef>
                <a:spcPct val="50000"/>
              </a:spcBef>
              <a:buClrTx/>
              <a:buSzTx/>
              <a:buFontTx/>
              <a:buNone/>
            </a:pPr>
            <a:r>
              <a:rPr lang="es-MX" altLang="en-US" sz="1326">
                <a:solidFill>
                  <a:srgbClr val="4D4D4D"/>
                </a:solidFill>
                <a:latin typeface="Arial" panose="020B0604020202020204" pitchFamily="34" charset="0"/>
              </a:rPr>
              <a:t>2</a:t>
            </a:r>
            <a:endParaRPr lang="es-ES" altLang="en-US" sz="1326">
              <a:solidFill>
                <a:srgbClr val="4D4D4D"/>
              </a:solidFill>
              <a:latin typeface="Arial" panose="020B0604020202020204" pitchFamily="34" charset="0"/>
            </a:endParaRPr>
          </a:p>
        </p:txBody>
      </p:sp>
      <p:sp>
        <p:nvSpPr>
          <p:cNvPr id="34846" name="Oval 32">
            <a:extLst>
              <a:ext uri="{FF2B5EF4-FFF2-40B4-BE49-F238E27FC236}">
                <a16:creationId xmlns:a16="http://schemas.microsoft.com/office/drawing/2014/main" id="{AC5697F7-156B-426E-B83E-EF9F7520E246}"/>
              </a:ext>
            </a:extLst>
          </p:cNvPr>
          <p:cNvSpPr>
            <a:spLocks noChangeArrowheads="1"/>
          </p:cNvSpPr>
          <p:nvPr/>
        </p:nvSpPr>
        <p:spPr bwMode="auto">
          <a:xfrm>
            <a:off x="6253913" y="2755231"/>
            <a:ext cx="1637798" cy="1637799"/>
          </a:xfrm>
          <a:prstGeom prst="ellipse">
            <a:avLst/>
          </a:prstGeom>
          <a:solidFill>
            <a:schemeClr val="accent1">
              <a:alpha val="83136"/>
            </a:schemeClr>
          </a:solidFill>
          <a:ln w="63500">
            <a:solidFill>
              <a:schemeClr val="accent1"/>
            </a:solidFill>
            <a:round/>
            <a:headEnd/>
            <a:tailEnd/>
          </a:ln>
        </p:spPr>
        <p:txBody>
          <a:bodyPr wrap="none" anchor="ctr"/>
          <a:lstStyle>
            <a:lvl1pPr>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742950" indent="-28575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eaLnBrk="1" hangingPunct="1">
              <a:lnSpc>
                <a:spcPct val="100000"/>
              </a:lnSpc>
              <a:spcBef>
                <a:spcPct val="0"/>
              </a:spcBef>
              <a:buClrTx/>
              <a:buSzTx/>
              <a:buFontTx/>
              <a:buNone/>
            </a:pPr>
            <a:endParaRPr lang="es-MX" altLang="en-US" sz="2274">
              <a:solidFill>
                <a:schemeClr val="tx1"/>
              </a:solidFill>
              <a:latin typeface="Arial" panose="020B0604020202020204" pitchFamily="34" charset="0"/>
            </a:endParaRPr>
          </a:p>
        </p:txBody>
      </p:sp>
      <p:sp>
        <p:nvSpPr>
          <p:cNvPr id="34847" name="Oval 33">
            <a:extLst>
              <a:ext uri="{FF2B5EF4-FFF2-40B4-BE49-F238E27FC236}">
                <a16:creationId xmlns:a16="http://schemas.microsoft.com/office/drawing/2014/main" id="{4A835236-704D-422F-9EF3-7A3F2CF409B2}"/>
              </a:ext>
            </a:extLst>
          </p:cNvPr>
          <p:cNvSpPr>
            <a:spLocks noChangeArrowheads="1"/>
          </p:cNvSpPr>
          <p:nvPr/>
        </p:nvSpPr>
        <p:spPr bwMode="auto">
          <a:xfrm>
            <a:off x="6503569" y="3027446"/>
            <a:ext cx="1328358" cy="1161049"/>
          </a:xfrm>
          <a:prstGeom prst="ellipse">
            <a:avLst/>
          </a:prstGeom>
          <a:gradFill rotWithShape="1">
            <a:gsLst>
              <a:gs pos="0">
                <a:srgbClr val="CD698D">
                  <a:alpha val="10999"/>
                </a:srgbClr>
              </a:gs>
              <a:gs pos="100000">
                <a:srgbClr val="5F3141">
                  <a:alpha val="89000"/>
                </a:srgbClr>
              </a:gs>
            </a:gsLst>
            <a:path path="shape">
              <a:fillToRect l="50000" t="50000" r="50000" b="50000"/>
            </a:path>
          </a:gradFill>
          <a:ln w="9525">
            <a:solidFill>
              <a:schemeClr val="tx1"/>
            </a:solidFill>
            <a:round/>
            <a:headEnd/>
            <a:tailEnd/>
          </a:ln>
        </p:spPr>
        <p:txBody>
          <a:bodyPr wrap="none" anchor="ctr"/>
          <a:lstStyle>
            <a:lvl1pPr>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742950" indent="-28575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eaLnBrk="1" hangingPunct="1">
              <a:lnSpc>
                <a:spcPct val="100000"/>
              </a:lnSpc>
              <a:spcBef>
                <a:spcPct val="0"/>
              </a:spcBef>
              <a:buClrTx/>
              <a:buSzTx/>
              <a:buFontTx/>
              <a:buNone/>
            </a:pPr>
            <a:endParaRPr lang="es-MX" altLang="en-US" sz="2274">
              <a:solidFill>
                <a:schemeClr val="tx1"/>
              </a:solidFill>
              <a:latin typeface="Arial" panose="020B0604020202020204" pitchFamily="34" charset="0"/>
            </a:endParaRPr>
          </a:p>
        </p:txBody>
      </p:sp>
      <p:sp>
        <p:nvSpPr>
          <p:cNvPr id="34848" name="Line 34">
            <a:extLst>
              <a:ext uri="{FF2B5EF4-FFF2-40B4-BE49-F238E27FC236}">
                <a16:creationId xmlns:a16="http://schemas.microsoft.com/office/drawing/2014/main" id="{FBBCE5F1-8F55-4A31-9598-7A39694E14E4}"/>
              </a:ext>
            </a:extLst>
          </p:cNvPr>
          <p:cNvSpPr>
            <a:spLocks noChangeShapeType="1"/>
          </p:cNvSpPr>
          <p:nvPr/>
        </p:nvSpPr>
        <p:spPr bwMode="auto">
          <a:xfrm flipV="1">
            <a:off x="7049503" y="3201167"/>
            <a:ext cx="782423" cy="361685"/>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sz="1705"/>
          </a:p>
        </p:txBody>
      </p:sp>
      <p:sp>
        <p:nvSpPr>
          <p:cNvPr id="34849" name="2 Marcador de contenido">
            <a:extLst>
              <a:ext uri="{FF2B5EF4-FFF2-40B4-BE49-F238E27FC236}">
                <a16:creationId xmlns:a16="http://schemas.microsoft.com/office/drawing/2014/main" id="{085528CC-4CC6-4753-94F7-CD6AF85757E0}"/>
              </a:ext>
            </a:extLst>
          </p:cNvPr>
          <p:cNvSpPr>
            <a:spLocks/>
          </p:cNvSpPr>
          <p:nvPr/>
        </p:nvSpPr>
        <p:spPr bwMode="auto">
          <a:xfrm>
            <a:off x="7490530" y="2950745"/>
            <a:ext cx="750470" cy="544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520700" indent="-22860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lvl="1">
              <a:lnSpc>
                <a:spcPct val="100000"/>
              </a:lnSpc>
              <a:spcBef>
                <a:spcPts val="474"/>
              </a:spcBef>
              <a:buClr>
                <a:srgbClr val="F9B639"/>
              </a:buClr>
              <a:buSzPct val="80000"/>
              <a:buNone/>
            </a:pPr>
            <a:r>
              <a:rPr lang="es-MX" altLang="en-US" sz="2274" dirty="0">
                <a:solidFill>
                  <a:srgbClr val="7F7F7F"/>
                </a:solidFill>
                <a:latin typeface="Comic Sans MS" panose="030F0702030302020204" pitchFamily="66" charset="0"/>
              </a:rPr>
              <a:t>R</a:t>
            </a:r>
            <a:r>
              <a:rPr lang="es-MX" altLang="en-US" sz="2274" baseline="-30000" dirty="0">
                <a:solidFill>
                  <a:srgbClr val="7F7F7F"/>
                </a:solidFill>
                <a:latin typeface="Comic Sans MS" panose="030F0702030302020204" pitchFamily="66" charset="0"/>
                <a:cs typeface="Times New Roman" panose="02020603050405020304" pitchFamily="18" charset="0"/>
              </a:rPr>
              <a:t>   </a:t>
            </a:r>
            <a:r>
              <a:rPr lang="es-MX" altLang="en-US" sz="2179" dirty="0">
                <a:solidFill>
                  <a:srgbClr val="7F7F7F"/>
                </a:solidFill>
                <a:latin typeface="Comic Sans MS" panose="030F0702030302020204" pitchFamily="66" charset="0"/>
              </a:rPr>
              <a:t>	</a:t>
            </a:r>
            <a:endParaRPr lang="es-ES" altLang="en-US" sz="2179" dirty="0">
              <a:solidFill>
                <a:srgbClr val="7F7F7F"/>
              </a:solidFill>
              <a:latin typeface="Comic Sans MS" panose="030F0702030302020204" pitchFamily="66" charset="0"/>
            </a:endParaRPr>
          </a:p>
        </p:txBody>
      </p:sp>
      <p:sp>
        <p:nvSpPr>
          <p:cNvPr id="34850" name="2 Marcador de contenido">
            <a:extLst>
              <a:ext uri="{FF2B5EF4-FFF2-40B4-BE49-F238E27FC236}">
                <a16:creationId xmlns:a16="http://schemas.microsoft.com/office/drawing/2014/main" id="{204C3ADC-8AFD-444C-AF8A-9C49FFEDD287}"/>
              </a:ext>
            </a:extLst>
          </p:cNvPr>
          <p:cNvSpPr txBox="1">
            <a:spLocks/>
          </p:cNvSpPr>
          <p:nvPr/>
        </p:nvSpPr>
        <p:spPr bwMode="auto">
          <a:xfrm>
            <a:off x="2206792" y="1518987"/>
            <a:ext cx="2079960" cy="478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730250" indent="-27305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a:lnSpc>
                <a:spcPct val="100000"/>
              </a:lnSpc>
              <a:spcBef>
                <a:spcPts val="568"/>
              </a:spcBef>
              <a:buClr>
                <a:schemeClr val="tx2"/>
              </a:buClr>
              <a:buSzPct val="73000"/>
              <a:buNone/>
            </a:pPr>
            <a:r>
              <a:rPr lang="es-ES" altLang="en-US" sz="2274">
                <a:latin typeface="Arial" panose="020B0604020202020204" pitchFamily="34" charset="0"/>
              </a:rPr>
              <a:t>para r &gt; R</a:t>
            </a:r>
            <a:endParaRPr lang="es-ES" altLang="en-US" sz="2274">
              <a:solidFill>
                <a:schemeClr val="tx1"/>
              </a:solidFill>
              <a:latin typeface="Arial" panose="020B0604020202020204" pitchFamily="34" charset="0"/>
            </a:endParaRPr>
          </a:p>
          <a:p>
            <a:pPr lvl="1">
              <a:lnSpc>
                <a:spcPct val="100000"/>
              </a:lnSpc>
              <a:spcBef>
                <a:spcPts val="474"/>
              </a:spcBef>
              <a:buClr>
                <a:srgbClr val="F9B639"/>
              </a:buClr>
              <a:buSzPct val="80000"/>
              <a:buNone/>
            </a:pPr>
            <a:endParaRPr lang="es-MX" altLang="en-US" sz="2274">
              <a:solidFill>
                <a:srgbClr val="6C6C6C"/>
              </a:solidFill>
              <a:latin typeface="Arial" panose="020B0604020202020204" pitchFamily="34" charset="0"/>
            </a:endParaRPr>
          </a:p>
        </p:txBody>
      </p:sp>
      <p:sp>
        <p:nvSpPr>
          <p:cNvPr id="34851" name="2 Marcador de contenido">
            <a:extLst>
              <a:ext uri="{FF2B5EF4-FFF2-40B4-BE49-F238E27FC236}">
                <a16:creationId xmlns:a16="http://schemas.microsoft.com/office/drawing/2014/main" id="{29F445CB-CCCE-439D-8A29-59AA232F1390}"/>
              </a:ext>
            </a:extLst>
          </p:cNvPr>
          <p:cNvSpPr txBox="1">
            <a:spLocks/>
          </p:cNvSpPr>
          <p:nvPr/>
        </p:nvSpPr>
        <p:spPr bwMode="auto">
          <a:xfrm>
            <a:off x="2206792" y="3429001"/>
            <a:ext cx="2079960" cy="6827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742950" indent="-28575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a:lnSpc>
                <a:spcPct val="100000"/>
              </a:lnSpc>
              <a:spcBef>
                <a:spcPts val="568"/>
              </a:spcBef>
              <a:buClr>
                <a:schemeClr val="tx2"/>
              </a:buClr>
              <a:buSzPct val="73000"/>
              <a:buNone/>
            </a:pPr>
            <a:r>
              <a:rPr lang="es-ES" altLang="en-US" sz="2274">
                <a:latin typeface="Arial" panose="020B0604020202020204" pitchFamily="34" charset="0"/>
              </a:rPr>
              <a:t>y para r &lt; R</a:t>
            </a:r>
            <a:endParaRPr lang="es-MX" altLang="en-US" sz="2274">
              <a:solidFill>
                <a:srgbClr val="6C6C6C"/>
              </a:solidFill>
              <a:latin typeface="Arial" panose="020B0604020202020204" pitchFamily="34" charset="0"/>
            </a:endParaRPr>
          </a:p>
        </p:txBody>
      </p:sp>
      <p:sp>
        <p:nvSpPr>
          <p:cNvPr id="34852" name="2 Marcador de contenido">
            <a:extLst>
              <a:ext uri="{FF2B5EF4-FFF2-40B4-BE49-F238E27FC236}">
                <a16:creationId xmlns:a16="http://schemas.microsoft.com/office/drawing/2014/main" id="{5D888E15-A700-472B-8A2E-4F82640F5067}"/>
              </a:ext>
            </a:extLst>
          </p:cNvPr>
          <p:cNvSpPr>
            <a:spLocks/>
          </p:cNvSpPr>
          <p:nvPr/>
        </p:nvSpPr>
        <p:spPr bwMode="auto">
          <a:xfrm>
            <a:off x="4509337" y="1243765"/>
            <a:ext cx="1910013" cy="544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520700" indent="-22860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lvl="1">
              <a:lnSpc>
                <a:spcPct val="100000"/>
              </a:lnSpc>
              <a:spcBef>
                <a:spcPts val="474"/>
              </a:spcBef>
              <a:buClr>
                <a:srgbClr val="F9B639"/>
              </a:buClr>
              <a:buSzPct val="80000"/>
              <a:buNone/>
            </a:pPr>
            <a:r>
              <a:rPr lang="es-MX" altLang="en-US" sz="2274">
                <a:solidFill>
                  <a:srgbClr val="7F7F7F"/>
                </a:solidFill>
                <a:latin typeface="Comic Sans MS" panose="030F0702030302020204" pitchFamily="66" charset="0"/>
              </a:rPr>
              <a:t>E</a:t>
            </a:r>
            <a:r>
              <a:rPr lang="es-MX" altLang="en-US" sz="2274" baseline="-30000">
                <a:solidFill>
                  <a:srgbClr val="7F7F7F"/>
                </a:solidFill>
                <a:latin typeface="AvantGarde" pitchFamily="34" charset="0"/>
                <a:cs typeface="Times New Roman" panose="02020603050405020304" pitchFamily="18" charset="0"/>
              </a:rPr>
              <a:t>r</a:t>
            </a:r>
            <a:r>
              <a:rPr lang="es-MX" altLang="en-US" sz="2274">
                <a:solidFill>
                  <a:srgbClr val="7F7F7F"/>
                </a:solidFill>
                <a:latin typeface="Comic Sans MS" panose="030F0702030302020204" pitchFamily="66" charset="0"/>
              </a:rPr>
              <a:t> = </a:t>
            </a:r>
            <a:r>
              <a:rPr lang="es-MX" altLang="en-US" sz="2179">
                <a:solidFill>
                  <a:srgbClr val="7F7F7F"/>
                </a:solidFill>
                <a:latin typeface="Comic Sans MS" panose="030F0702030302020204" pitchFamily="66" charset="0"/>
              </a:rPr>
              <a:t>	</a:t>
            </a:r>
            <a:endParaRPr lang="es-ES" altLang="en-US" sz="2179">
              <a:solidFill>
                <a:srgbClr val="7F7F7F"/>
              </a:solidFill>
              <a:latin typeface="Comic Sans MS" panose="030F0702030302020204" pitchFamily="66" charset="0"/>
            </a:endParaRPr>
          </a:p>
        </p:txBody>
      </p:sp>
      <p:sp>
        <p:nvSpPr>
          <p:cNvPr id="34853" name="Freeform 8">
            <a:extLst>
              <a:ext uri="{FF2B5EF4-FFF2-40B4-BE49-F238E27FC236}">
                <a16:creationId xmlns:a16="http://schemas.microsoft.com/office/drawing/2014/main" id="{E6A33404-F8AA-4A59-AC60-537DD3C99B5E}"/>
              </a:ext>
            </a:extLst>
          </p:cNvPr>
          <p:cNvSpPr>
            <a:spLocks/>
          </p:cNvSpPr>
          <p:nvPr/>
        </p:nvSpPr>
        <p:spPr bwMode="auto">
          <a:xfrm>
            <a:off x="5259806" y="1108410"/>
            <a:ext cx="136860" cy="618122"/>
          </a:xfrm>
          <a:custGeom>
            <a:avLst/>
            <a:gdLst>
              <a:gd name="T0" fmla="*/ 2147483646 w 181"/>
              <a:gd name="T1" fmla="*/ 2147483646 h 574"/>
              <a:gd name="T2" fmla="*/ 2147483646 w 181"/>
              <a:gd name="T3" fmla="*/ 2147483646 h 574"/>
              <a:gd name="T4" fmla="*/ 2147483646 w 181"/>
              <a:gd name="T5" fmla="*/ 2147483646 h 574"/>
              <a:gd name="T6" fmla="*/ 2147483646 w 181"/>
              <a:gd name="T7" fmla="*/ 2147483646 h 574"/>
              <a:gd name="T8" fmla="*/ 0 w 181"/>
              <a:gd name="T9" fmla="*/ 2147483646 h 574"/>
              <a:gd name="T10" fmla="*/ 0 60000 65536"/>
              <a:gd name="T11" fmla="*/ 0 60000 65536"/>
              <a:gd name="T12" fmla="*/ 0 60000 65536"/>
              <a:gd name="T13" fmla="*/ 0 60000 65536"/>
              <a:gd name="T14" fmla="*/ 0 60000 65536"/>
              <a:gd name="T15" fmla="*/ 0 w 181"/>
              <a:gd name="T16" fmla="*/ 0 h 574"/>
              <a:gd name="T17" fmla="*/ 181 w 181"/>
              <a:gd name="T18" fmla="*/ 574 h 574"/>
            </a:gdLst>
            <a:ahLst/>
            <a:cxnLst>
              <a:cxn ang="T10">
                <a:pos x="T0" y="T1"/>
              </a:cxn>
              <a:cxn ang="T11">
                <a:pos x="T2" y="T3"/>
              </a:cxn>
              <a:cxn ang="T12">
                <a:pos x="T4" y="T5"/>
              </a:cxn>
              <a:cxn ang="T13">
                <a:pos x="T6" y="T7"/>
              </a:cxn>
              <a:cxn ang="T14">
                <a:pos x="T8" y="T9"/>
              </a:cxn>
            </a:cxnLst>
            <a:rect l="T15" t="T16" r="T17" b="T18"/>
            <a:pathLst>
              <a:path w="181" h="574">
                <a:moveTo>
                  <a:pt x="181" y="30"/>
                </a:moveTo>
                <a:cubicBezTo>
                  <a:pt x="113" y="15"/>
                  <a:pt x="45" y="0"/>
                  <a:pt x="45" y="75"/>
                </a:cubicBezTo>
                <a:cubicBezTo>
                  <a:pt x="45" y="150"/>
                  <a:pt x="181" y="400"/>
                  <a:pt x="181" y="483"/>
                </a:cubicBezTo>
                <a:cubicBezTo>
                  <a:pt x="181" y="566"/>
                  <a:pt x="75" y="574"/>
                  <a:pt x="45" y="574"/>
                </a:cubicBezTo>
                <a:cubicBezTo>
                  <a:pt x="15" y="574"/>
                  <a:pt x="7" y="528"/>
                  <a:pt x="0" y="483"/>
                </a:cubicBezTo>
              </a:path>
            </a:pathLst>
          </a:custGeom>
          <a:noFill/>
          <a:ln w="28575">
            <a:solidFill>
              <a:srgbClr val="5F5F5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sz="1705"/>
          </a:p>
        </p:txBody>
      </p:sp>
      <p:sp>
        <p:nvSpPr>
          <p:cNvPr id="34854" name="2 Marcador de contenido">
            <a:extLst>
              <a:ext uri="{FF2B5EF4-FFF2-40B4-BE49-F238E27FC236}">
                <a16:creationId xmlns:a16="http://schemas.microsoft.com/office/drawing/2014/main" id="{599DD575-4894-478B-9F61-A73FA1F549FA}"/>
              </a:ext>
            </a:extLst>
          </p:cNvPr>
          <p:cNvSpPr>
            <a:spLocks/>
          </p:cNvSpPr>
          <p:nvPr/>
        </p:nvSpPr>
        <p:spPr bwMode="auto">
          <a:xfrm>
            <a:off x="2898608" y="2473994"/>
            <a:ext cx="945983" cy="545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742950" indent="-28575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a:lnSpc>
                <a:spcPct val="100000"/>
              </a:lnSpc>
              <a:spcBef>
                <a:spcPts val="568"/>
              </a:spcBef>
              <a:buClr>
                <a:schemeClr val="tx2"/>
              </a:buClr>
              <a:buSzPct val="73000"/>
              <a:buNone/>
            </a:pPr>
            <a:r>
              <a:rPr lang="es-MX" altLang="en-US" sz="2463">
                <a:solidFill>
                  <a:srgbClr val="7F7F7F"/>
                </a:solidFill>
                <a:latin typeface="Comic Sans MS" panose="030F0702030302020204" pitchFamily="66" charset="0"/>
              </a:rPr>
              <a:t>  </a:t>
            </a:r>
            <a:r>
              <a:rPr lang="es-MX" altLang="en-US" sz="2274">
                <a:solidFill>
                  <a:srgbClr val="7F7F7F"/>
                </a:solidFill>
                <a:latin typeface="Comic Sans MS" panose="030F0702030302020204" pitchFamily="66" charset="0"/>
              </a:rPr>
              <a:t>4</a:t>
            </a:r>
            <a:r>
              <a:rPr lang="es-MX" altLang="en-US" sz="2274">
                <a:solidFill>
                  <a:srgbClr val="7F7F7F"/>
                </a:solidFill>
                <a:latin typeface="Symbol" panose="05050102010706020507" pitchFamily="18" charset="2"/>
              </a:rPr>
              <a:t>pe</a:t>
            </a:r>
            <a:r>
              <a:rPr lang="es-MX" altLang="en-US" sz="2274" baseline="-30000">
                <a:solidFill>
                  <a:srgbClr val="7F7F7F"/>
                </a:solidFill>
                <a:latin typeface="AvantGarde" pitchFamily="34" charset="0"/>
                <a:cs typeface="Times New Roman" panose="02020603050405020304" pitchFamily="18" charset="0"/>
              </a:rPr>
              <a:t>0</a:t>
            </a:r>
          </a:p>
        </p:txBody>
      </p:sp>
      <p:sp>
        <p:nvSpPr>
          <p:cNvPr id="34855" name="2 Marcador de contenido">
            <a:extLst>
              <a:ext uri="{FF2B5EF4-FFF2-40B4-BE49-F238E27FC236}">
                <a16:creationId xmlns:a16="http://schemas.microsoft.com/office/drawing/2014/main" id="{4B68F7E3-C9E0-4D77-A240-8733723BB701}"/>
              </a:ext>
            </a:extLst>
          </p:cNvPr>
          <p:cNvSpPr>
            <a:spLocks/>
          </p:cNvSpPr>
          <p:nvPr/>
        </p:nvSpPr>
        <p:spPr bwMode="auto">
          <a:xfrm>
            <a:off x="3008397" y="2064920"/>
            <a:ext cx="973053" cy="541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742950" indent="-28575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a:lnSpc>
                <a:spcPct val="100000"/>
              </a:lnSpc>
              <a:spcBef>
                <a:spcPts val="568"/>
              </a:spcBef>
              <a:buClr>
                <a:schemeClr val="tx2"/>
              </a:buClr>
              <a:buSzPct val="73000"/>
              <a:buNone/>
            </a:pPr>
            <a:r>
              <a:rPr lang="es-MX" altLang="en-US" sz="2463">
                <a:solidFill>
                  <a:srgbClr val="7F7F7F"/>
                </a:solidFill>
                <a:latin typeface="Comic Sans MS" panose="030F0702030302020204" pitchFamily="66" charset="0"/>
              </a:rPr>
              <a:t> </a:t>
            </a:r>
            <a:r>
              <a:rPr lang="es-MX" altLang="en-US" sz="2274">
                <a:solidFill>
                  <a:srgbClr val="7F7F7F"/>
                </a:solidFill>
                <a:latin typeface="Comic Sans MS" panose="030F0702030302020204" pitchFamily="66" charset="0"/>
              </a:rPr>
              <a:t>  1</a:t>
            </a:r>
            <a:endParaRPr lang="es-MX" altLang="en-US" sz="2179" baseline="-30000">
              <a:solidFill>
                <a:srgbClr val="7F7F7F"/>
              </a:solidFill>
              <a:latin typeface="Comic Sans MS" panose="030F0702030302020204" pitchFamily="66" charset="0"/>
              <a:cs typeface="Times New Roman" panose="02020603050405020304" pitchFamily="18" charset="0"/>
            </a:endParaRPr>
          </a:p>
        </p:txBody>
      </p:sp>
      <p:cxnSp>
        <p:nvCxnSpPr>
          <p:cNvPr id="3" name="38 Conector recto">
            <a:extLst>
              <a:ext uri="{FF2B5EF4-FFF2-40B4-BE49-F238E27FC236}">
                <a16:creationId xmlns:a16="http://schemas.microsoft.com/office/drawing/2014/main" id="{95ED05C2-D46F-4D18-B912-4E93B36721A6}"/>
              </a:ext>
            </a:extLst>
          </p:cNvPr>
          <p:cNvCxnSpPr/>
          <p:nvPr/>
        </p:nvCxnSpPr>
        <p:spPr>
          <a:xfrm>
            <a:off x="3163303" y="2543175"/>
            <a:ext cx="476752" cy="0"/>
          </a:xfrm>
          <a:prstGeom prst="line">
            <a:avLst/>
          </a:prstGeom>
        </p:spPr>
        <p:style>
          <a:lnRef idx="1">
            <a:schemeClr val="accent1"/>
          </a:lnRef>
          <a:fillRef idx="0">
            <a:schemeClr val="accent1"/>
          </a:fillRef>
          <a:effectRef idx="0">
            <a:schemeClr val="accent1"/>
          </a:effectRef>
          <a:fontRef idx="minor">
            <a:schemeClr val="tx1"/>
          </a:fontRef>
        </p:style>
      </p:cxnSp>
      <p:sp>
        <p:nvSpPr>
          <p:cNvPr id="34857" name="2 Marcador de contenido">
            <a:extLst>
              <a:ext uri="{FF2B5EF4-FFF2-40B4-BE49-F238E27FC236}">
                <a16:creationId xmlns:a16="http://schemas.microsoft.com/office/drawing/2014/main" id="{BF4DE17E-EF84-45E8-86A5-80C7A1723D06}"/>
              </a:ext>
            </a:extLst>
          </p:cNvPr>
          <p:cNvSpPr>
            <a:spLocks/>
          </p:cNvSpPr>
          <p:nvPr/>
        </p:nvSpPr>
        <p:spPr bwMode="auto">
          <a:xfrm>
            <a:off x="3503195" y="2473994"/>
            <a:ext cx="672265" cy="545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742950" indent="-28575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a:lnSpc>
                <a:spcPct val="100000"/>
              </a:lnSpc>
              <a:spcBef>
                <a:spcPts val="568"/>
              </a:spcBef>
              <a:buClr>
                <a:schemeClr val="tx2"/>
              </a:buClr>
              <a:buSzPct val="73000"/>
              <a:buNone/>
            </a:pPr>
            <a:r>
              <a:rPr lang="es-MX" altLang="en-US" sz="2463">
                <a:solidFill>
                  <a:srgbClr val="7F7F7F"/>
                </a:solidFill>
                <a:latin typeface="Comic Sans MS" panose="030F0702030302020204" pitchFamily="66" charset="0"/>
              </a:rPr>
              <a:t>  </a:t>
            </a:r>
            <a:r>
              <a:rPr lang="es-MX" altLang="en-US" sz="2274">
                <a:solidFill>
                  <a:srgbClr val="7F7F7F"/>
                </a:solidFill>
                <a:latin typeface="Comic Sans MS" panose="030F0702030302020204" pitchFamily="66" charset="0"/>
              </a:rPr>
              <a:t>r</a:t>
            </a:r>
            <a:endParaRPr lang="es-MX" altLang="en-US" sz="2179" baseline="-30000">
              <a:solidFill>
                <a:srgbClr val="7F7F7F"/>
              </a:solidFill>
              <a:latin typeface="Comic Sans MS" panose="030F0702030302020204" pitchFamily="66" charset="0"/>
              <a:cs typeface="Times New Roman" panose="02020603050405020304" pitchFamily="18" charset="0"/>
            </a:endParaRPr>
          </a:p>
        </p:txBody>
      </p:sp>
      <p:sp>
        <p:nvSpPr>
          <p:cNvPr id="34858" name="2 Marcador de contenido">
            <a:extLst>
              <a:ext uri="{FF2B5EF4-FFF2-40B4-BE49-F238E27FC236}">
                <a16:creationId xmlns:a16="http://schemas.microsoft.com/office/drawing/2014/main" id="{E7EB1AF1-B4CD-4FA3-8058-D11477BAEE5F}"/>
              </a:ext>
            </a:extLst>
          </p:cNvPr>
          <p:cNvSpPr>
            <a:spLocks/>
          </p:cNvSpPr>
          <p:nvPr/>
        </p:nvSpPr>
        <p:spPr bwMode="auto">
          <a:xfrm>
            <a:off x="3554330" y="2064920"/>
            <a:ext cx="973054" cy="541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742950" indent="-28575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a:lnSpc>
                <a:spcPct val="100000"/>
              </a:lnSpc>
              <a:spcBef>
                <a:spcPts val="568"/>
              </a:spcBef>
              <a:buClr>
                <a:schemeClr val="tx2"/>
              </a:buClr>
              <a:buSzPct val="73000"/>
              <a:buNone/>
            </a:pPr>
            <a:r>
              <a:rPr lang="es-MX" altLang="en-US" sz="2463">
                <a:solidFill>
                  <a:srgbClr val="7F7F7F"/>
                </a:solidFill>
                <a:latin typeface="Comic Sans MS" panose="030F0702030302020204" pitchFamily="66" charset="0"/>
              </a:rPr>
              <a:t>  </a:t>
            </a:r>
            <a:r>
              <a:rPr lang="es-MX" altLang="en-US" sz="2274">
                <a:solidFill>
                  <a:srgbClr val="7F7F7F"/>
                </a:solidFill>
                <a:latin typeface="Comic Sans MS" panose="030F0702030302020204" pitchFamily="66" charset="0"/>
              </a:rPr>
              <a:t>q</a:t>
            </a:r>
            <a:endParaRPr lang="es-MX" altLang="en-US" sz="2179" baseline="-30000">
              <a:solidFill>
                <a:srgbClr val="7F7F7F"/>
              </a:solidFill>
              <a:latin typeface="Comic Sans MS" panose="030F0702030302020204" pitchFamily="66" charset="0"/>
              <a:cs typeface="Times New Roman" panose="02020603050405020304" pitchFamily="18" charset="0"/>
            </a:endParaRPr>
          </a:p>
        </p:txBody>
      </p:sp>
      <p:cxnSp>
        <p:nvCxnSpPr>
          <p:cNvPr id="4" name="38 Conector recto">
            <a:extLst>
              <a:ext uri="{FF2B5EF4-FFF2-40B4-BE49-F238E27FC236}">
                <a16:creationId xmlns:a16="http://schemas.microsoft.com/office/drawing/2014/main" id="{7D7273E4-FD42-4715-B2C8-07F8456002C8}"/>
              </a:ext>
            </a:extLst>
          </p:cNvPr>
          <p:cNvCxnSpPr/>
          <p:nvPr/>
        </p:nvCxnSpPr>
        <p:spPr>
          <a:xfrm>
            <a:off x="3707732" y="2543175"/>
            <a:ext cx="291766" cy="0"/>
          </a:xfrm>
          <a:prstGeom prst="line">
            <a:avLst/>
          </a:prstGeom>
        </p:spPr>
        <p:style>
          <a:lnRef idx="1">
            <a:schemeClr val="accent1"/>
          </a:lnRef>
          <a:fillRef idx="0">
            <a:schemeClr val="accent1"/>
          </a:fillRef>
          <a:effectRef idx="0">
            <a:schemeClr val="accent1"/>
          </a:effectRef>
          <a:fontRef idx="minor">
            <a:schemeClr val="tx1"/>
          </a:fontRef>
        </p:style>
      </p:cxnSp>
      <p:sp>
        <p:nvSpPr>
          <p:cNvPr id="34860" name="Text Box 31">
            <a:extLst>
              <a:ext uri="{FF2B5EF4-FFF2-40B4-BE49-F238E27FC236}">
                <a16:creationId xmlns:a16="http://schemas.microsoft.com/office/drawing/2014/main" id="{B943661B-D7F9-4594-9F4B-7334C3A4071C}"/>
              </a:ext>
            </a:extLst>
          </p:cNvPr>
          <p:cNvSpPr txBox="1">
            <a:spLocks noChangeArrowheads="1"/>
          </p:cNvSpPr>
          <p:nvPr/>
        </p:nvSpPr>
        <p:spPr bwMode="auto">
          <a:xfrm>
            <a:off x="3844591" y="2528136"/>
            <a:ext cx="409074" cy="296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742950" indent="-28575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eaLnBrk="1" hangingPunct="1">
              <a:lnSpc>
                <a:spcPct val="100000"/>
              </a:lnSpc>
              <a:spcBef>
                <a:spcPct val="50000"/>
              </a:spcBef>
              <a:buClrTx/>
              <a:buSzTx/>
              <a:buFontTx/>
              <a:buNone/>
            </a:pPr>
            <a:r>
              <a:rPr lang="es-MX" altLang="en-US" sz="1326">
                <a:solidFill>
                  <a:srgbClr val="4D4D4D"/>
                </a:solidFill>
                <a:latin typeface="Arial" panose="020B0604020202020204" pitchFamily="34" charset="0"/>
              </a:rPr>
              <a:t>2</a:t>
            </a:r>
            <a:endParaRPr lang="es-ES" altLang="en-US" sz="1326">
              <a:solidFill>
                <a:srgbClr val="4D4D4D"/>
              </a:solidFill>
              <a:latin typeface="Arial" panose="020B0604020202020204" pitchFamily="34" charset="0"/>
            </a:endParaRPr>
          </a:p>
        </p:txBody>
      </p:sp>
      <p:sp>
        <p:nvSpPr>
          <p:cNvPr id="34861" name="2 Marcador de contenido">
            <a:extLst>
              <a:ext uri="{FF2B5EF4-FFF2-40B4-BE49-F238E27FC236}">
                <a16:creationId xmlns:a16="http://schemas.microsoft.com/office/drawing/2014/main" id="{3679C6BA-C4BF-4604-8326-BCBC1EF93759}"/>
              </a:ext>
            </a:extLst>
          </p:cNvPr>
          <p:cNvSpPr>
            <a:spLocks/>
          </p:cNvSpPr>
          <p:nvPr/>
        </p:nvSpPr>
        <p:spPr bwMode="auto">
          <a:xfrm>
            <a:off x="2206793" y="2337135"/>
            <a:ext cx="1910013" cy="544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520700" indent="-22860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lvl="1">
              <a:lnSpc>
                <a:spcPct val="100000"/>
              </a:lnSpc>
              <a:spcBef>
                <a:spcPts val="474"/>
              </a:spcBef>
              <a:buClr>
                <a:srgbClr val="F9B639"/>
              </a:buClr>
              <a:buSzPct val="80000"/>
              <a:buNone/>
            </a:pPr>
            <a:r>
              <a:rPr lang="es-MX" altLang="en-US" sz="2274">
                <a:solidFill>
                  <a:srgbClr val="7F7F7F"/>
                </a:solidFill>
                <a:latin typeface="Comic Sans MS" panose="030F0702030302020204" pitchFamily="66" charset="0"/>
              </a:rPr>
              <a:t>E</a:t>
            </a:r>
            <a:r>
              <a:rPr lang="es-MX" altLang="en-US" sz="2274" baseline="-30000">
                <a:solidFill>
                  <a:srgbClr val="7F7F7F"/>
                </a:solidFill>
                <a:latin typeface="AvantGarde" pitchFamily="34" charset="0"/>
                <a:cs typeface="Times New Roman" panose="02020603050405020304" pitchFamily="18" charset="0"/>
              </a:rPr>
              <a:t>r</a:t>
            </a:r>
            <a:r>
              <a:rPr lang="es-MX" altLang="en-US" sz="2274">
                <a:solidFill>
                  <a:srgbClr val="7F7F7F"/>
                </a:solidFill>
                <a:latin typeface="Comic Sans MS" panose="030F0702030302020204" pitchFamily="66" charset="0"/>
              </a:rPr>
              <a:t> = </a:t>
            </a:r>
            <a:r>
              <a:rPr lang="es-MX" altLang="en-US" sz="2179">
                <a:solidFill>
                  <a:srgbClr val="7F7F7F"/>
                </a:solidFill>
                <a:latin typeface="Comic Sans MS" panose="030F0702030302020204" pitchFamily="66" charset="0"/>
              </a:rPr>
              <a:t>	</a:t>
            </a:r>
            <a:endParaRPr lang="es-ES" altLang="en-US" sz="2179">
              <a:solidFill>
                <a:srgbClr val="7F7F7F"/>
              </a:solidFill>
              <a:latin typeface="Comic Sans MS" panose="030F0702030302020204" pitchFamily="66" charset="0"/>
            </a:endParaRPr>
          </a:p>
        </p:txBody>
      </p:sp>
      <p:sp>
        <p:nvSpPr>
          <p:cNvPr id="34862" name="2 Marcador de contenido">
            <a:extLst>
              <a:ext uri="{FF2B5EF4-FFF2-40B4-BE49-F238E27FC236}">
                <a16:creationId xmlns:a16="http://schemas.microsoft.com/office/drawing/2014/main" id="{352F29D3-0F82-443F-A47E-7AE9D00FCD21}"/>
              </a:ext>
            </a:extLst>
          </p:cNvPr>
          <p:cNvSpPr>
            <a:spLocks/>
          </p:cNvSpPr>
          <p:nvPr/>
        </p:nvSpPr>
        <p:spPr bwMode="auto">
          <a:xfrm>
            <a:off x="2880561" y="4519363"/>
            <a:ext cx="945983" cy="545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742950" indent="-28575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a:lnSpc>
                <a:spcPct val="100000"/>
              </a:lnSpc>
              <a:spcBef>
                <a:spcPts val="568"/>
              </a:spcBef>
              <a:buClr>
                <a:schemeClr val="tx2"/>
              </a:buClr>
              <a:buSzPct val="73000"/>
              <a:buNone/>
            </a:pPr>
            <a:r>
              <a:rPr lang="es-MX" altLang="en-US" sz="2463">
                <a:solidFill>
                  <a:srgbClr val="7F7F7F"/>
                </a:solidFill>
                <a:latin typeface="Comic Sans MS" panose="030F0702030302020204" pitchFamily="66" charset="0"/>
              </a:rPr>
              <a:t>  </a:t>
            </a:r>
            <a:r>
              <a:rPr lang="es-MX" altLang="en-US" sz="2274">
                <a:solidFill>
                  <a:srgbClr val="7F7F7F"/>
                </a:solidFill>
                <a:latin typeface="Comic Sans MS" panose="030F0702030302020204" pitchFamily="66" charset="0"/>
              </a:rPr>
              <a:t>4</a:t>
            </a:r>
            <a:r>
              <a:rPr lang="es-MX" altLang="en-US" sz="2274">
                <a:solidFill>
                  <a:srgbClr val="7F7F7F"/>
                </a:solidFill>
                <a:latin typeface="Symbol" panose="05050102010706020507" pitchFamily="18" charset="2"/>
              </a:rPr>
              <a:t>pe</a:t>
            </a:r>
            <a:r>
              <a:rPr lang="es-MX" altLang="en-US" sz="2274" baseline="-30000">
                <a:solidFill>
                  <a:srgbClr val="7F7F7F"/>
                </a:solidFill>
                <a:latin typeface="AvantGarde" pitchFamily="34" charset="0"/>
                <a:cs typeface="Times New Roman" panose="02020603050405020304" pitchFamily="18" charset="0"/>
              </a:rPr>
              <a:t>0</a:t>
            </a:r>
          </a:p>
        </p:txBody>
      </p:sp>
      <p:sp>
        <p:nvSpPr>
          <p:cNvPr id="34863" name="2 Marcador de contenido">
            <a:extLst>
              <a:ext uri="{FF2B5EF4-FFF2-40B4-BE49-F238E27FC236}">
                <a16:creationId xmlns:a16="http://schemas.microsoft.com/office/drawing/2014/main" id="{55D6E41A-F6F1-4D57-B2B3-B35565E57DBD}"/>
              </a:ext>
            </a:extLst>
          </p:cNvPr>
          <p:cNvSpPr>
            <a:spLocks/>
          </p:cNvSpPr>
          <p:nvPr/>
        </p:nvSpPr>
        <p:spPr bwMode="auto">
          <a:xfrm>
            <a:off x="2939215" y="4179470"/>
            <a:ext cx="973053" cy="541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742950" indent="-28575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a:lnSpc>
                <a:spcPct val="100000"/>
              </a:lnSpc>
              <a:spcBef>
                <a:spcPts val="568"/>
              </a:spcBef>
              <a:buClr>
                <a:schemeClr val="tx2"/>
              </a:buClr>
              <a:buSzPct val="73000"/>
              <a:buNone/>
            </a:pPr>
            <a:r>
              <a:rPr lang="es-MX" altLang="en-US" sz="2463">
                <a:solidFill>
                  <a:srgbClr val="7F7F7F"/>
                </a:solidFill>
                <a:latin typeface="Comic Sans MS" panose="030F0702030302020204" pitchFamily="66" charset="0"/>
              </a:rPr>
              <a:t> </a:t>
            </a:r>
            <a:r>
              <a:rPr lang="es-MX" altLang="en-US" sz="2274">
                <a:solidFill>
                  <a:srgbClr val="7F7F7F"/>
                </a:solidFill>
                <a:latin typeface="Comic Sans MS" panose="030F0702030302020204" pitchFamily="66" charset="0"/>
              </a:rPr>
              <a:t>  1</a:t>
            </a:r>
            <a:endParaRPr lang="es-MX" altLang="en-US" sz="2179" baseline="-30000">
              <a:solidFill>
                <a:srgbClr val="7F7F7F"/>
              </a:solidFill>
              <a:latin typeface="Comic Sans MS" panose="030F0702030302020204" pitchFamily="66" charset="0"/>
              <a:cs typeface="Times New Roman" panose="02020603050405020304" pitchFamily="18" charset="0"/>
            </a:endParaRPr>
          </a:p>
        </p:txBody>
      </p:sp>
      <p:cxnSp>
        <p:nvCxnSpPr>
          <p:cNvPr id="6" name="38 Conector recto">
            <a:extLst>
              <a:ext uri="{FF2B5EF4-FFF2-40B4-BE49-F238E27FC236}">
                <a16:creationId xmlns:a16="http://schemas.microsoft.com/office/drawing/2014/main" id="{46E7CC8E-D97E-4925-B6C4-9E93E07DC651}"/>
              </a:ext>
            </a:extLst>
          </p:cNvPr>
          <p:cNvCxnSpPr/>
          <p:nvPr/>
        </p:nvCxnSpPr>
        <p:spPr>
          <a:xfrm>
            <a:off x="3145255" y="4588544"/>
            <a:ext cx="476752" cy="0"/>
          </a:xfrm>
          <a:prstGeom prst="line">
            <a:avLst/>
          </a:prstGeom>
        </p:spPr>
        <p:style>
          <a:lnRef idx="1">
            <a:schemeClr val="accent1"/>
          </a:lnRef>
          <a:fillRef idx="0">
            <a:schemeClr val="accent1"/>
          </a:fillRef>
          <a:effectRef idx="0">
            <a:schemeClr val="accent1"/>
          </a:effectRef>
          <a:fontRef idx="minor">
            <a:schemeClr val="tx1"/>
          </a:fontRef>
        </p:style>
      </p:cxnSp>
      <p:sp>
        <p:nvSpPr>
          <p:cNvPr id="34865" name="2 Marcador de contenido">
            <a:extLst>
              <a:ext uri="{FF2B5EF4-FFF2-40B4-BE49-F238E27FC236}">
                <a16:creationId xmlns:a16="http://schemas.microsoft.com/office/drawing/2014/main" id="{7D10DBB9-8B8B-4373-8267-CD58FA81E5EE}"/>
              </a:ext>
            </a:extLst>
          </p:cNvPr>
          <p:cNvSpPr>
            <a:spLocks/>
          </p:cNvSpPr>
          <p:nvPr/>
        </p:nvSpPr>
        <p:spPr bwMode="auto">
          <a:xfrm>
            <a:off x="3485148" y="4519363"/>
            <a:ext cx="672265" cy="545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742950" indent="-28575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a:lnSpc>
                <a:spcPct val="100000"/>
              </a:lnSpc>
              <a:spcBef>
                <a:spcPts val="568"/>
              </a:spcBef>
              <a:buClr>
                <a:schemeClr val="tx2"/>
              </a:buClr>
              <a:buSzPct val="73000"/>
              <a:buNone/>
            </a:pPr>
            <a:r>
              <a:rPr lang="es-MX" altLang="en-US" sz="2463">
                <a:solidFill>
                  <a:srgbClr val="7F7F7F"/>
                </a:solidFill>
                <a:latin typeface="Comic Sans MS" panose="030F0702030302020204" pitchFamily="66" charset="0"/>
              </a:rPr>
              <a:t>  </a:t>
            </a:r>
            <a:r>
              <a:rPr lang="es-MX" altLang="en-US" sz="2274">
                <a:solidFill>
                  <a:srgbClr val="7F7F7F"/>
                </a:solidFill>
                <a:latin typeface="Comic Sans MS" panose="030F0702030302020204" pitchFamily="66" charset="0"/>
              </a:rPr>
              <a:t>r</a:t>
            </a:r>
            <a:endParaRPr lang="es-MX" altLang="en-US" sz="2179" baseline="-30000">
              <a:solidFill>
                <a:srgbClr val="7F7F7F"/>
              </a:solidFill>
              <a:latin typeface="Comic Sans MS" panose="030F0702030302020204" pitchFamily="66" charset="0"/>
              <a:cs typeface="Times New Roman" panose="02020603050405020304" pitchFamily="18" charset="0"/>
            </a:endParaRPr>
          </a:p>
        </p:txBody>
      </p:sp>
      <p:sp>
        <p:nvSpPr>
          <p:cNvPr id="34866" name="2 Marcador de contenido">
            <a:extLst>
              <a:ext uri="{FF2B5EF4-FFF2-40B4-BE49-F238E27FC236}">
                <a16:creationId xmlns:a16="http://schemas.microsoft.com/office/drawing/2014/main" id="{73A77D7A-80F1-45BF-9C9F-BB36C00E7D96}"/>
              </a:ext>
            </a:extLst>
          </p:cNvPr>
          <p:cNvSpPr>
            <a:spLocks/>
          </p:cNvSpPr>
          <p:nvPr/>
        </p:nvSpPr>
        <p:spPr bwMode="auto">
          <a:xfrm>
            <a:off x="3485148" y="4179470"/>
            <a:ext cx="973054" cy="541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742950" indent="-28575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a:lnSpc>
                <a:spcPct val="100000"/>
              </a:lnSpc>
              <a:spcBef>
                <a:spcPts val="568"/>
              </a:spcBef>
              <a:buClr>
                <a:schemeClr val="tx2"/>
              </a:buClr>
              <a:buSzPct val="73000"/>
              <a:buNone/>
            </a:pPr>
            <a:r>
              <a:rPr lang="es-MX" altLang="en-US" sz="2463">
                <a:solidFill>
                  <a:srgbClr val="7F7F7F"/>
                </a:solidFill>
                <a:latin typeface="Comic Sans MS" panose="030F0702030302020204" pitchFamily="66" charset="0"/>
              </a:rPr>
              <a:t>  </a:t>
            </a:r>
            <a:r>
              <a:rPr lang="es-MX" altLang="en-US" sz="2274">
                <a:solidFill>
                  <a:srgbClr val="7F7F7F"/>
                </a:solidFill>
                <a:latin typeface="Comic Sans MS" panose="030F0702030302020204" pitchFamily="66" charset="0"/>
              </a:rPr>
              <a:t>q’</a:t>
            </a:r>
            <a:endParaRPr lang="es-MX" altLang="en-US" sz="2179" baseline="-30000">
              <a:solidFill>
                <a:srgbClr val="7F7F7F"/>
              </a:solidFill>
              <a:latin typeface="Comic Sans MS" panose="030F0702030302020204" pitchFamily="66" charset="0"/>
              <a:cs typeface="Times New Roman" panose="02020603050405020304" pitchFamily="18" charset="0"/>
            </a:endParaRPr>
          </a:p>
        </p:txBody>
      </p:sp>
      <p:cxnSp>
        <p:nvCxnSpPr>
          <p:cNvPr id="7" name="38 Conector recto">
            <a:extLst>
              <a:ext uri="{FF2B5EF4-FFF2-40B4-BE49-F238E27FC236}">
                <a16:creationId xmlns:a16="http://schemas.microsoft.com/office/drawing/2014/main" id="{1FE14262-7B01-4760-A107-4EEE820632DA}"/>
              </a:ext>
            </a:extLst>
          </p:cNvPr>
          <p:cNvCxnSpPr/>
          <p:nvPr/>
        </p:nvCxnSpPr>
        <p:spPr>
          <a:xfrm>
            <a:off x="3689685" y="4588544"/>
            <a:ext cx="291766" cy="0"/>
          </a:xfrm>
          <a:prstGeom prst="line">
            <a:avLst/>
          </a:prstGeom>
        </p:spPr>
        <p:style>
          <a:lnRef idx="1">
            <a:schemeClr val="accent1"/>
          </a:lnRef>
          <a:fillRef idx="0">
            <a:schemeClr val="accent1"/>
          </a:fillRef>
          <a:effectRef idx="0">
            <a:schemeClr val="accent1"/>
          </a:effectRef>
          <a:fontRef idx="minor">
            <a:schemeClr val="tx1"/>
          </a:fontRef>
        </p:style>
      </p:cxnSp>
      <p:sp>
        <p:nvSpPr>
          <p:cNvPr id="34868" name="Text Box 31">
            <a:extLst>
              <a:ext uri="{FF2B5EF4-FFF2-40B4-BE49-F238E27FC236}">
                <a16:creationId xmlns:a16="http://schemas.microsoft.com/office/drawing/2014/main" id="{7D2E4ED4-9419-4477-B1EC-9951DA23383A}"/>
              </a:ext>
            </a:extLst>
          </p:cNvPr>
          <p:cNvSpPr txBox="1">
            <a:spLocks noChangeArrowheads="1"/>
          </p:cNvSpPr>
          <p:nvPr/>
        </p:nvSpPr>
        <p:spPr bwMode="auto">
          <a:xfrm>
            <a:off x="3826544" y="4573504"/>
            <a:ext cx="409074" cy="296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742950" indent="-28575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eaLnBrk="1" hangingPunct="1">
              <a:lnSpc>
                <a:spcPct val="100000"/>
              </a:lnSpc>
              <a:spcBef>
                <a:spcPct val="50000"/>
              </a:spcBef>
              <a:buClrTx/>
              <a:buSzTx/>
              <a:buFontTx/>
              <a:buNone/>
            </a:pPr>
            <a:r>
              <a:rPr lang="es-MX" altLang="en-US" sz="1326">
                <a:solidFill>
                  <a:srgbClr val="4D4D4D"/>
                </a:solidFill>
                <a:latin typeface="Arial" panose="020B0604020202020204" pitchFamily="34" charset="0"/>
              </a:rPr>
              <a:t>2</a:t>
            </a:r>
            <a:endParaRPr lang="es-ES" altLang="en-US" sz="1326">
              <a:solidFill>
                <a:srgbClr val="4D4D4D"/>
              </a:solidFill>
              <a:latin typeface="Arial" panose="020B0604020202020204" pitchFamily="34" charset="0"/>
            </a:endParaRPr>
          </a:p>
        </p:txBody>
      </p:sp>
      <p:sp>
        <p:nvSpPr>
          <p:cNvPr id="34869" name="2 Marcador de contenido">
            <a:extLst>
              <a:ext uri="{FF2B5EF4-FFF2-40B4-BE49-F238E27FC236}">
                <a16:creationId xmlns:a16="http://schemas.microsoft.com/office/drawing/2014/main" id="{86E0DFE3-E276-4706-8A3C-5CA3F68C1DB0}"/>
              </a:ext>
            </a:extLst>
          </p:cNvPr>
          <p:cNvSpPr>
            <a:spLocks/>
          </p:cNvSpPr>
          <p:nvPr/>
        </p:nvSpPr>
        <p:spPr bwMode="auto">
          <a:xfrm>
            <a:off x="2188745" y="4382503"/>
            <a:ext cx="2407820" cy="6827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520700" indent="-22860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lvl="1">
              <a:lnSpc>
                <a:spcPct val="100000"/>
              </a:lnSpc>
              <a:spcBef>
                <a:spcPts val="474"/>
              </a:spcBef>
              <a:buClr>
                <a:srgbClr val="F9B639"/>
              </a:buClr>
              <a:buSzPct val="80000"/>
              <a:buNone/>
            </a:pPr>
            <a:r>
              <a:rPr lang="es-MX" altLang="en-US" sz="2274">
                <a:solidFill>
                  <a:srgbClr val="7F7F7F"/>
                </a:solidFill>
                <a:latin typeface="Comic Sans MS" panose="030F0702030302020204" pitchFamily="66" charset="0"/>
              </a:rPr>
              <a:t>E</a:t>
            </a:r>
            <a:r>
              <a:rPr lang="es-MX" altLang="en-US" sz="2274" baseline="-30000">
                <a:solidFill>
                  <a:srgbClr val="7F7F7F"/>
                </a:solidFill>
                <a:latin typeface="AvantGarde" pitchFamily="34" charset="0"/>
                <a:cs typeface="Times New Roman" panose="02020603050405020304" pitchFamily="18" charset="0"/>
              </a:rPr>
              <a:t>r</a:t>
            </a:r>
            <a:r>
              <a:rPr lang="es-MX" altLang="en-US" sz="2274">
                <a:solidFill>
                  <a:srgbClr val="7F7F7F"/>
                </a:solidFill>
                <a:latin typeface="Comic Sans MS" panose="030F0702030302020204" pitchFamily="66" charset="0"/>
              </a:rPr>
              <a:t> = </a:t>
            </a:r>
            <a:r>
              <a:rPr lang="es-MX" altLang="en-US" sz="2179">
                <a:solidFill>
                  <a:srgbClr val="7F7F7F"/>
                </a:solidFill>
                <a:latin typeface="Comic Sans MS" panose="030F0702030302020204" pitchFamily="66" charset="0"/>
              </a:rPr>
              <a:t>	</a:t>
            </a:r>
            <a:endParaRPr lang="es-ES" altLang="en-US" sz="2179">
              <a:solidFill>
                <a:srgbClr val="7F7F7F"/>
              </a:solidFill>
              <a:latin typeface="Comic Sans MS" panose="030F0702030302020204" pitchFamily="66"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4EF793DF-6D4F-4555-975F-B955391B15C1}"/>
              </a:ext>
            </a:extLst>
          </p:cNvPr>
          <p:cNvSpPr>
            <a:spLocks noGrp="1" noChangeArrowheads="1"/>
          </p:cNvSpPr>
          <p:nvPr>
            <p:ph type="title"/>
          </p:nvPr>
        </p:nvSpPr>
        <p:spPr>
          <a:xfrm>
            <a:off x="1764631" y="397042"/>
            <a:ext cx="8013032" cy="1082842"/>
          </a:xfrm>
        </p:spPr>
        <p:txBody>
          <a:bodyPr/>
          <a:lstStyle/>
          <a:p>
            <a:r>
              <a:rPr lang="es-ES_tradnl" altLang="zh-CN">
                <a:ea typeface="宋体" panose="02010600030101010101" pitchFamily="2" charset="-122"/>
              </a:rPr>
              <a:t>Un conductor aislado cargado</a:t>
            </a:r>
            <a:endParaRPr lang="en-US" altLang="zh-CN">
              <a:ea typeface="宋体" panose="02010600030101010101" pitchFamily="2" charset="-122"/>
            </a:endParaRPr>
          </a:p>
        </p:txBody>
      </p:sp>
      <p:pic>
        <p:nvPicPr>
          <p:cNvPr id="37891" name="Picture 3">
            <a:extLst>
              <a:ext uri="{FF2B5EF4-FFF2-40B4-BE49-F238E27FC236}">
                <a16:creationId xmlns:a16="http://schemas.microsoft.com/office/drawing/2014/main" id="{564BAF2B-39C1-467D-BF0F-EA5B187383B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84169" y="1246773"/>
            <a:ext cx="2446923" cy="528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6500" name="Text Box 4">
            <a:extLst>
              <a:ext uri="{FF2B5EF4-FFF2-40B4-BE49-F238E27FC236}">
                <a16:creationId xmlns:a16="http://schemas.microsoft.com/office/drawing/2014/main" id="{8816FDB0-EB9B-4E39-A102-D8CB9AD05AC3}"/>
              </a:ext>
            </a:extLst>
          </p:cNvPr>
          <p:cNvSpPr txBox="1">
            <a:spLocks noChangeArrowheads="1"/>
          </p:cNvSpPr>
          <p:nvPr/>
        </p:nvSpPr>
        <p:spPr bwMode="auto">
          <a:xfrm>
            <a:off x="2047374" y="1885950"/>
            <a:ext cx="5354053" cy="4816318"/>
          </a:xfrm>
          <a:prstGeom prst="rect">
            <a:avLst/>
          </a:prstGeom>
          <a:noFill/>
          <a:ln w="9525">
            <a:solidFill>
              <a:schemeClr va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742950" indent="-28575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a:lnSpc>
                <a:spcPct val="100000"/>
              </a:lnSpc>
              <a:spcBef>
                <a:spcPct val="0"/>
              </a:spcBef>
              <a:buClrTx/>
              <a:buSzTx/>
              <a:buFontTx/>
              <a:buNone/>
            </a:pPr>
            <a:r>
              <a:rPr kumimoji="1" lang="es-ES_tradnl" altLang="zh-CN" sz="3411" b="1">
                <a:solidFill>
                  <a:schemeClr val="tx1"/>
                </a:solidFill>
                <a:ea typeface="宋体" panose="02010600030101010101" pitchFamily="2" charset="-122"/>
              </a:rPr>
              <a:t>Si un exceso de cargas es colocado en un conductor aislado, esa cantidad de carga se moverá completamente a la superficie del conductor. Nada del exceso de carga se encontrara dentro del cuerpo del conductor.</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6500"/>
                                        </p:tgtEl>
                                        <p:attrNameLst>
                                          <p:attrName>style.visibility</p:attrName>
                                        </p:attrNameLst>
                                      </p:cBhvr>
                                      <p:to>
                                        <p:strVal val="visible"/>
                                      </p:to>
                                    </p:set>
                                    <p:animEffect transition="in" filter="blinds(horizontal)">
                                      <p:cBhvr>
                                        <p:cTn id="7" dur="500"/>
                                        <p:tgtEl>
                                          <p:spTgt spid="106500"/>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500" grpId="0" animBg="1"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005DA96-0317-4E4C-A0A2-0E13D2E3A977}"/>
              </a:ext>
            </a:extLst>
          </p:cNvPr>
          <p:cNvSpPr/>
          <p:nvPr/>
        </p:nvSpPr>
        <p:spPr bwMode="auto">
          <a:xfrm>
            <a:off x="1764632" y="1723524"/>
            <a:ext cx="8425113" cy="4954003"/>
          </a:xfrm>
          <a:prstGeom prst="rect">
            <a:avLst/>
          </a:prstGeom>
          <a:solidFill>
            <a:schemeClr val="bg1">
              <a:lumMod val="50000"/>
            </a:schemeClr>
          </a:solidFill>
          <a:ln w="9525" cap="flat" cmpd="sng" algn="ctr">
            <a:solidFill>
              <a:schemeClr val="bg1">
                <a:lumMod val="50000"/>
              </a:schemeClr>
            </a:solidFill>
            <a:prstDash val="solid"/>
            <a:round/>
            <a:headEnd type="none" w="med" len="med"/>
            <a:tailEnd type="none" w="med" len="med"/>
          </a:ln>
          <a:effectLst/>
        </p:spPr>
        <p:txBody>
          <a:bodyPr/>
          <a:lstStyle/>
          <a:p>
            <a:pPr>
              <a:defRPr/>
            </a:pPr>
            <a:endParaRPr lang="en-US" sz="1705"/>
          </a:p>
        </p:txBody>
      </p:sp>
      <p:sp>
        <p:nvSpPr>
          <p:cNvPr id="38915" name="Rectangle 2">
            <a:extLst>
              <a:ext uri="{FF2B5EF4-FFF2-40B4-BE49-F238E27FC236}">
                <a16:creationId xmlns:a16="http://schemas.microsoft.com/office/drawing/2014/main" id="{7117A2C5-AF38-4321-BE87-363550E635F2}"/>
              </a:ext>
            </a:extLst>
          </p:cNvPr>
          <p:cNvSpPr>
            <a:spLocks noGrp="1" noChangeArrowheads="1"/>
          </p:cNvSpPr>
          <p:nvPr>
            <p:ph type="title"/>
          </p:nvPr>
        </p:nvSpPr>
        <p:spPr>
          <a:xfrm>
            <a:off x="2486526" y="541421"/>
            <a:ext cx="7363326" cy="1082842"/>
          </a:xfrm>
        </p:spPr>
        <p:txBody>
          <a:bodyPr>
            <a:normAutofit fontScale="90000"/>
          </a:bodyPr>
          <a:lstStyle/>
          <a:p>
            <a:r>
              <a:rPr lang="es-ES_tradnl" altLang="zh-CN" sz="3790">
                <a:ea typeface="宋体" panose="02010600030101010101" pitchFamily="2" charset="-122"/>
              </a:rPr>
              <a:t>Cargas en cavidades</a:t>
            </a:r>
            <a:br>
              <a:rPr lang="es-ES_tradnl" altLang="zh-CN" sz="3790">
                <a:ea typeface="宋体" panose="02010600030101010101" pitchFamily="2" charset="-122"/>
              </a:rPr>
            </a:br>
            <a:r>
              <a:rPr lang="es-ES_tradnl" altLang="zh-CN" sz="3790">
                <a:ea typeface="宋体" panose="02010600030101010101" pitchFamily="2" charset="-122"/>
              </a:rPr>
              <a:t> (Cargas inducidas)</a:t>
            </a:r>
            <a:endParaRPr lang="en-US" altLang="zh-CN" sz="3790">
              <a:ea typeface="宋体" panose="02010600030101010101" pitchFamily="2" charset="-122"/>
            </a:endParaRPr>
          </a:p>
        </p:txBody>
      </p:sp>
      <p:pic>
        <p:nvPicPr>
          <p:cNvPr id="38916" name="Picture 3">
            <a:extLst>
              <a:ext uri="{FF2B5EF4-FFF2-40B4-BE49-F238E27FC236}">
                <a16:creationId xmlns:a16="http://schemas.microsoft.com/office/drawing/2014/main" id="{89AB4705-DEF1-4E17-94FE-D45D3BC8DC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51122" y="1845344"/>
            <a:ext cx="8052134" cy="471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1">
            <a:extLst>
              <a:ext uri="{FF2B5EF4-FFF2-40B4-BE49-F238E27FC236}">
                <a16:creationId xmlns:a16="http://schemas.microsoft.com/office/drawing/2014/main" id="{01BE33F0-E155-4570-936F-8216317AD8FD}"/>
              </a:ext>
            </a:extLst>
          </p:cNvPr>
          <p:cNvSpPr>
            <a:spLocks noGrp="1" noChangeArrowheads="1"/>
          </p:cNvSpPr>
          <p:nvPr>
            <p:ph type="title"/>
          </p:nvPr>
        </p:nvSpPr>
        <p:spPr>
          <a:xfrm>
            <a:off x="2002255" y="1819777"/>
            <a:ext cx="7363326" cy="955007"/>
          </a:xfrm>
        </p:spPr>
        <p:txBody>
          <a:bodyPr vert="horz" lIns="85263" tIns="44337" rIns="85263" bIns="44337" rtlCol="0" anchor="ctr">
            <a:normAutofit/>
          </a:bodyPr>
          <a:lstStyle/>
          <a:p>
            <a:pPr>
              <a:lnSpc>
                <a:spcPct val="93000"/>
              </a:lnSpc>
              <a:tabLst>
                <a:tab pos="0" algn="l"/>
                <a:tab pos="424127" algn="l"/>
                <a:tab pos="849759" algn="l"/>
                <a:tab pos="1275390" algn="l"/>
                <a:tab pos="1701022" algn="l"/>
                <a:tab pos="2126652" algn="l"/>
                <a:tab pos="2552284" algn="l"/>
                <a:tab pos="2977915" algn="l"/>
                <a:tab pos="3403547" algn="l"/>
                <a:tab pos="3829178" algn="l"/>
                <a:tab pos="4254809" algn="l"/>
                <a:tab pos="4680440" algn="l"/>
                <a:tab pos="5106072" algn="l"/>
                <a:tab pos="5531703" algn="l"/>
                <a:tab pos="5957335" algn="l"/>
                <a:tab pos="6382965" algn="l"/>
                <a:tab pos="6808597" algn="l"/>
                <a:tab pos="7234228" algn="l"/>
                <a:tab pos="7659860" algn="l"/>
                <a:tab pos="8085491" algn="l"/>
                <a:tab pos="8511122" algn="l"/>
              </a:tabLst>
            </a:pPr>
            <a:r>
              <a:rPr lang="en-GB" altLang="en-US" sz="3411" b="1" u="sng">
                <a:solidFill>
                  <a:srgbClr val="0000FF"/>
                </a:solidFill>
                <a:latin typeface="Arial" panose="020B0604020202020204" pitchFamily="34" charset="0"/>
              </a:rPr>
              <a:t>Contenido</a:t>
            </a:r>
          </a:p>
        </p:txBody>
      </p:sp>
      <p:sp>
        <p:nvSpPr>
          <p:cNvPr id="40963" name="Rectangle 3">
            <a:extLst>
              <a:ext uri="{FF2B5EF4-FFF2-40B4-BE49-F238E27FC236}">
                <a16:creationId xmlns:a16="http://schemas.microsoft.com/office/drawing/2014/main" id="{9ABC30F7-7740-4026-B1DB-6C40BDF0E83D}"/>
              </a:ext>
            </a:extLst>
          </p:cNvPr>
          <p:cNvSpPr txBox="1">
            <a:spLocks noChangeArrowheads="1"/>
          </p:cNvSpPr>
          <p:nvPr/>
        </p:nvSpPr>
        <p:spPr bwMode="auto">
          <a:xfrm>
            <a:off x="2197769" y="3087605"/>
            <a:ext cx="7796463" cy="24559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39725" indent="-339725" defTabSz="449263">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739775" indent="-282575" defTabSz="449263">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defTabSz="449263">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defTabSz="449263">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defTabSz="449263">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defTabSz="449263"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defTabSz="449263"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defTabSz="449263"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defTabSz="449263"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eaLnBrk="1" hangingPunct="1"/>
            <a:r>
              <a:rPr lang="es-MX" altLang="en-US" sz="3032"/>
              <a:t>Definición de capacitancia y ejemplos.</a:t>
            </a:r>
            <a:endParaRPr lang="es-MX" altLang="en-US" sz="3032" b="1" i="1"/>
          </a:p>
          <a:p>
            <a:pPr eaLnBrk="1" hangingPunct="1"/>
            <a:r>
              <a:rPr lang="es-MX" altLang="en-US" sz="3032"/>
              <a:t>Cálculos y Ejercicios.</a:t>
            </a:r>
          </a:p>
          <a:p>
            <a:pPr eaLnBrk="1" hangingPunct="1"/>
            <a:r>
              <a:rPr lang="es-MX" altLang="en-US" sz="3032"/>
              <a:t>Capacitores en serie y paralelo.</a:t>
            </a:r>
          </a:p>
          <a:p>
            <a:pPr eaLnBrk="1" hangingPunct="1"/>
            <a:r>
              <a:rPr lang="es-MX" altLang="en-US" sz="3032"/>
              <a:t>Energía acumulada en el campo eléctrico.</a:t>
            </a:r>
          </a:p>
        </p:txBody>
      </p:sp>
      <p:sp>
        <p:nvSpPr>
          <p:cNvPr id="4" name="Rectangle 1">
            <a:extLst>
              <a:ext uri="{FF2B5EF4-FFF2-40B4-BE49-F238E27FC236}">
                <a16:creationId xmlns:a16="http://schemas.microsoft.com/office/drawing/2014/main" id="{473399F3-0193-471A-98E5-101F7A9E68E4}"/>
              </a:ext>
            </a:extLst>
          </p:cNvPr>
          <p:cNvSpPr txBox="1">
            <a:spLocks noChangeArrowheads="1"/>
          </p:cNvSpPr>
          <p:nvPr/>
        </p:nvSpPr>
        <p:spPr bwMode="auto">
          <a:xfrm>
            <a:off x="2414337" y="375987"/>
            <a:ext cx="7363326" cy="1143000"/>
          </a:xfrm>
          <a:prstGeom prst="rect">
            <a:avLst/>
          </a:prstGeom>
          <a:solidFill>
            <a:srgbClr val="FFFF66"/>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5263" tIns="44337" rIns="85263" bIns="44337" anchor="ctr"/>
          <a:lstStyle>
            <a:lvl1pPr defTabSz="449263">
              <a:lnSpc>
                <a:spcPct val="97000"/>
              </a:lnSpc>
              <a:spcBef>
                <a:spcPts val="800"/>
              </a:spcBef>
              <a:buClr>
                <a:srgbClr val="000000"/>
              </a:buClr>
              <a:buSzPct val="100000"/>
              <a:buFont typeface="Times New Roman" panose="02020603050405020304" pitchFamily="18"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3200">
                <a:solidFill>
                  <a:srgbClr val="000000"/>
                </a:solidFill>
                <a:latin typeface="Times New Roman" panose="02020603050405020304" pitchFamily="18" charset="0"/>
              </a:defRPr>
            </a:lvl1pPr>
            <a:lvl2pPr marL="739775" indent="-282575" defTabSz="449263">
              <a:lnSpc>
                <a:spcPct val="97000"/>
              </a:lnSpc>
              <a:spcBef>
                <a:spcPts val="700"/>
              </a:spcBef>
              <a:buClr>
                <a:srgbClr val="000000"/>
              </a:buClr>
              <a:buSzPct val="100000"/>
              <a:buFont typeface="Times New Roman" panose="02020603050405020304" pitchFamily="18"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800">
                <a:solidFill>
                  <a:srgbClr val="000000"/>
                </a:solidFill>
                <a:latin typeface="Times New Roman" panose="02020603050405020304" pitchFamily="18" charset="0"/>
              </a:defRPr>
            </a:lvl2pPr>
            <a:lvl3pPr marL="1143000" indent="-228600" defTabSz="449263">
              <a:lnSpc>
                <a:spcPct val="97000"/>
              </a:lnSpc>
              <a:spcBef>
                <a:spcPts val="600"/>
              </a:spcBef>
              <a:buClr>
                <a:srgbClr val="000000"/>
              </a:buClr>
              <a:buSzPct val="100000"/>
              <a:buFont typeface="Times New Roman" panose="02020603050405020304" pitchFamily="18"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rgbClr val="000000"/>
                </a:solidFill>
                <a:latin typeface="Times New Roman" panose="02020603050405020304" pitchFamily="18" charset="0"/>
              </a:defRPr>
            </a:lvl3pPr>
            <a:lvl4pPr marL="1600200" indent="-228600" defTabSz="449263">
              <a:lnSpc>
                <a:spcPct val="97000"/>
              </a:lnSpc>
              <a:spcBef>
                <a:spcPts val="500"/>
              </a:spcBef>
              <a:buClr>
                <a:srgbClr val="000000"/>
              </a:buClr>
              <a:buSzPct val="100000"/>
              <a:buFont typeface="Times New Roman" panose="02020603050405020304" pitchFamily="18"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a:solidFill>
                  <a:srgbClr val="000000"/>
                </a:solidFill>
                <a:latin typeface="Times New Roman" panose="02020603050405020304" pitchFamily="18" charset="0"/>
              </a:defRPr>
            </a:lvl4pPr>
            <a:lvl5pPr marL="2057400" indent="-228600" defTabSz="449263">
              <a:lnSpc>
                <a:spcPct val="97000"/>
              </a:lnSpc>
              <a:spcBef>
                <a:spcPts val="500"/>
              </a:spcBef>
              <a:buClr>
                <a:srgbClr val="000000"/>
              </a:buClr>
              <a:buSzPct val="100000"/>
              <a:buFont typeface="Times New Roman" panose="02020603050405020304" pitchFamily="18"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a:solidFill>
                  <a:srgbClr val="000000"/>
                </a:solidFill>
                <a:latin typeface="Times New Roman" panose="02020603050405020304" pitchFamily="18" charset="0"/>
              </a:defRPr>
            </a:lvl5pPr>
            <a:lvl6pPr marL="2514600" indent="-228600" defTabSz="449263" eaLnBrk="0" fontAlgn="base" hangingPunct="0">
              <a:lnSpc>
                <a:spcPct val="97000"/>
              </a:lnSpc>
              <a:spcBef>
                <a:spcPts val="500"/>
              </a:spcBef>
              <a:spcAft>
                <a:spcPct val="0"/>
              </a:spcAft>
              <a:buClr>
                <a:srgbClr val="000000"/>
              </a:buClr>
              <a:buSzPct val="100000"/>
              <a:buFont typeface="Times New Roman" panose="02020603050405020304" pitchFamily="18"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a:solidFill>
                  <a:srgbClr val="000000"/>
                </a:solidFill>
                <a:latin typeface="Times New Roman" panose="02020603050405020304" pitchFamily="18" charset="0"/>
              </a:defRPr>
            </a:lvl6pPr>
            <a:lvl7pPr marL="2971800" indent="-228600" defTabSz="449263" eaLnBrk="0" fontAlgn="base" hangingPunct="0">
              <a:lnSpc>
                <a:spcPct val="97000"/>
              </a:lnSpc>
              <a:spcBef>
                <a:spcPts val="500"/>
              </a:spcBef>
              <a:spcAft>
                <a:spcPct val="0"/>
              </a:spcAft>
              <a:buClr>
                <a:srgbClr val="000000"/>
              </a:buClr>
              <a:buSzPct val="100000"/>
              <a:buFont typeface="Times New Roman" panose="02020603050405020304" pitchFamily="18"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a:solidFill>
                  <a:srgbClr val="000000"/>
                </a:solidFill>
                <a:latin typeface="Times New Roman" panose="02020603050405020304" pitchFamily="18" charset="0"/>
              </a:defRPr>
            </a:lvl7pPr>
            <a:lvl8pPr marL="3429000" indent="-228600" defTabSz="449263" eaLnBrk="0" fontAlgn="base" hangingPunct="0">
              <a:lnSpc>
                <a:spcPct val="97000"/>
              </a:lnSpc>
              <a:spcBef>
                <a:spcPts val="500"/>
              </a:spcBef>
              <a:spcAft>
                <a:spcPct val="0"/>
              </a:spcAft>
              <a:buClr>
                <a:srgbClr val="000000"/>
              </a:buClr>
              <a:buSzPct val="100000"/>
              <a:buFont typeface="Times New Roman" panose="02020603050405020304" pitchFamily="18"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a:solidFill>
                  <a:srgbClr val="000000"/>
                </a:solidFill>
                <a:latin typeface="Times New Roman" panose="02020603050405020304" pitchFamily="18" charset="0"/>
              </a:defRPr>
            </a:lvl8pPr>
            <a:lvl9pPr marL="3886200" indent="-228600" defTabSz="449263" eaLnBrk="0" fontAlgn="base" hangingPunct="0">
              <a:lnSpc>
                <a:spcPct val="97000"/>
              </a:lnSpc>
              <a:spcBef>
                <a:spcPts val="500"/>
              </a:spcBef>
              <a:spcAft>
                <a:spcPct val="0"/>
              </a:spcAft>
              <a:buClr>
                <a:srgbClr val="000000"/>
              </a:buClr>
              <a:buSzPct val="100000"/>
              <a:buFont typeface="Times New Roman" panose="02020603050405020304" pitchFamily="18"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a:solidFill>
                  <a:srgbClr val="000000"/>
                </a:solidFill>
                <a:latin typeface="Times New Roman" panose="02020603050405020304" pitchFamily="18" charset="0"/>
              </a:defRPr>
            </a:lvl9pPr>
          </a:lstStyle>
          <a:p>
            <a:pPr algn="ctr" eaLnBrk="1" hangingPunct="1">
              <a:lnSpc>
                <a:spcPct val="93000"/>
              </a:lnSpc>
              <a:spcBef>
                <a:spcPct val="0"/>
              </a:spcBef>
              <a:buFont typeface="Times New Roman" panose="02020603050405020304" pitchFamily="18" charset="0"/>
              <a:buNone/>
            </a:pPr>
            <a:r>
              <a:rPr lang="en-GB" altLang="en-US" sz="4169" b="1" u="sng">
                <a:latin typeface="Arial" panose="020B0604020202020204" pitchFamily="34" charset="0"/>
              </a:rPr>
              <a:t>Capacitores</a:t>
            </a: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BEE79292-79FA-41EC-8ADC-473944E931FF}"/>
              </a:ext>
            </a:extLst>
          </p:cNvPr>
          <p:cNvSpPr>
            <a:spLocks/>
          </p:cNvSpPr>
          <p:nvPr/>
        </p:nvSpPr>
        <p:spPr bwMode="auto">
          <a:xfrm>
            <a:off x="3467100" y="484271"/>
            <a:ext cx="4471236" cy="693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3314" tIns="0" rIns="43314" bIns="0" anchor="b"/>
          <a:lstStyle>
            <a:lvl1pPr>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742950" indent="-28575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algn="ctr" eaLnBrk="1" hangingPunct="1">
              <a:lnSpc>
                <a:spcPct val="100000"/>
              </a:lnSpc>
              <a:spcBef>
                <a:spcPct val="0"/>
              </a:spcBef>
              <a:buClrTx/>
              <a:buSzTx/>
              <a:buFontTx/>
              <a:buNone/>
            </a:pPr>
            <a:r>
              <a:rPr lang="es-MX" altLang="en-US" sz="3600" b="1">
                <a:solidFill>
                  <a:srgbClr val="990033"/>
                </a:solidFill>
                <a:latin typeface="Trebuchet MS" panose="020B0603020202020204" pitchFamily="34" charset="0"/>
              </a:rPr>
              <a:t>CAPACITANCIA</a:t>
            </a:r>
            <a:endParaRPr lang="es-ES" altLang="en-US" sz="3600" b="1">
              <a:solidFill>
                <a:srgbClr val="990033"/>
              </a:solidFill>
              <a:latin typeface="Trebuchet MS" panose="020B0603020202020204" pitchFamily="34" charset="0"/>
            </a:endParaRPr>
          </a:p>
        </p:txBody>
      </p:sp>
      <p:sp>
        <p:nvSpPr>
          <p:cNvPr id="43011" name="2 Marcador de contenido">
            <a:extLst>
              <a:ext uri="{FF2B5EF4-FFF2-40B4-BE49-F238E27FC236}">
                <a16:creationId xmlns:a16="http://schemas.microsoft.com/office/drawing/2014/main" id="{72064BEC-1422-472D-ABF4-B4F48C5CE081}"/>
              </a:ext>
            </a:extLst>
          </p:cNvPr>
          <p:cNvSpPr txBox="1">
            <a:spLocks/>
          </p:cNvSpPr>
          <p:nvPr/>
        </p:nvSpPr>
        <p:spPr bwMode="auto">
          <a:xfrm>
            <a:off x="2002256" y="1770146"/>
            <a:ext cx="7572375" cy="32966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730250" indent="-27305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a:lnSpc>
                <a:spcPct val="100000"/>
              </a:lnSpc>
              <a:spcBef>
                <a:spcPts val="568"/>
              </a:spcBef>
              <a:buClr>
                <a:schemeClr val="tx2"/>
              </a:buClr>
              <a:buSzPct val="73000"/>
              <a:buFont typeface="Arial" panose="020B0604020202020204" pitchFamily="34" charset="0"/>
              <a:buChar char="•"/>
            </a:pPr>
            <a:r>
              <a:rPr lang="es-ES" altLang="en-US" sz="2463" b="1">
                <a:latin typeface="Trebuchet MS" panose="020B0603020202020204" pitchFamily="34" charset="0"/>
              </a:rPr>
              <a:t>Capacitor:</a:t>
            </a:r>
          </a:p>
          <a:p>
            <a:pPr lvl="1">
              <a:lnSpc>
                <a:spcPct val="100000"/>
              </a:lnSpc>
              <a:spcBef>
                <a:spcPts val="568"/>
              </a:spcBef>
              <a:buClr>
                <a:schemeClr val="tx2"/>
              </a:buClr>
              <a:buSzPct val="73000"/>
              <a:buFont typeface="Arial" panose="020B0604020202020204" pitchFamily="34" charset="0"/>
              <a:buChar char="•"/>
            </a:pPr>
            <a:r>
              <a:rPr lang="es-ES" altLang="en-US" sz="2274">
                <a:solidFill>
                  <a:schemeClr val="tx1"/>
                </a:solidFill>
                <a:latin typeface="Arial" panose="020B0604020202020204" pitchFamily="34" charset="0"/>
              </a:rPr>
              <a:t>Dispositivo que almacena energía en un campo electrostático.</a:t>
            </a:r>
          </a:p>
          <a:p>
            <a:pPr lvl="1">
              <a:lnSpc>
                <a:spcPct val="100000"/>
              </a:lnSpc>
              <a:spcBef>
                <a:spcPts val="568"/>
              </a:spcBef>
              <a:buClr>
                <a:schemeClr val="tx2"/>
              </a:buClr>
              <a:buSzPct val="73000"/>
              <a:buFont typeface="Arial" panose="020B0604020202020204" pitchFamily="34" charset="0"/>
              <a:buChar char="•"/>
            </a:pPr>
            <a:r>
              <a:rPr lang="es-ES" altLang="en-US" sz="2274">
                <a:solidFill>
                  <a:schemeClr val="tx1"/>
                </a:solidFill>
                <a:latin typeface="Arial" panose="020B0604020202020204" pitchFamily="34" charset="0"/>
              </a:rPr>
              <a:t>Consta de dos conductores en los cuales se coloca carga de signo opuesto (+Q y –Q) de modo que la carga resultante es cero. </a:t>
            </a:r>
          </a:p>
          <a:p>
            <a:pPr lvl="1">
              <a:lnSpc>
                <a:spcPct val="100000"/>
              </a:lnSpc>
              <a:spcBef>
                <a:spcPts val="474"/>
              </a:spcBef>
              <a:buClr>
                <a:srgbClr val="F9B639"/>
              </a:buClr>
              <a:buSzPct val="80000"/>
              <a:buNone/>
            </a:pPr>
            <a:endParaRPr lang="es-MX" altLang="en-US" sz="2084">
              <a:solidFill>
                <a:srgbClr val="6C6C6C"/>
              </a:solidFill>
              <a:latin typeface="Trebuchet MS" panose="020B0603020202020204" pitchFamily="34" charset="0"/>
            </a:endParaRPr>
          </a:p>
        </p:txBody>
      </p:sp>
      <p:sp>
        <p:nvSpPr>
          <p:cNvPr id="43012" name="Rectangle 15">
            <a:extLst>
              <a:ext uri="{FF2B5EF4-FFF2-40B4-BE49-F238E27FC236}">
                <a16:creationId xmlns:a16="http://schemas.microsoft.com/office/drawing/2014/main" id="{4F4D1C28-6A41-4429-8BA9-18A93FABC0E9}"/>
              </a:ext>
            </a:extLst>
          </p:cNvPr>
          <p:cNvSpPr>
            <a:spLocks noChangeArrowheads="1"/>
          </p:cNvSpPr>
          <p:nvPr/>
        </p:nvSpPr>
        <p:spPr bwMode="auto">
          <a:xfrm>
            <a:off x="3640054" y="5528510"/>
            <a:ext cx="4161422" cy="409074"/>
          </a:xfrm>
          <a:prstGeom prst="rect">
            <a:avLst/>
          </a:prstGeom>
          <a:solidFill>
            <a:srgbClr val="CC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742950" indent="-28575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eaLnBrk="1" hangingPunct="1">
              <a:lnSpc>
                <a:spcPct val="100000"/>
              </a:lnSpc>
              <a:spcBef>
                <a:spcPct val="0"/>
              </a:spcBef>
              <a:buClrTx/>
              <a:buSzTx/>
              <a:buFontTx/>
              <a:buNone/>
            </a:pPr>
            <a:endParaRPr lang="es-MX" altLang="en-US" sz="2274">
              <a:solidFill>
                <a:schemeClr val="tx1"/>
              </a:solidFill>
              <a:latin typeface="Arial" panose="020B0604020202020204" pitchFamily="34" charset="0"/>
            </a:endParaRPr>
          </a:p>
        </p:txBody>
      </p:sp>
      <p:sp>
        <p:nvSpPr>
          <p:cNvPr id="43013" name="Rectangle 16">
            <a:extLst>
              <a:ext uri="{FF2B5EF4-FFF2-40B4-BE49-F238E27FC236}">
                <a16:creationId xmlns:a16="http://schemas.microsoft.com/office/drawing/2014/main" id="{DDC548CA-854D-42A7-B6DD-1437CCDD3D91}"/>
              </a:ext>
            </a:extLst>
          </p:cNvPr>
          <p:cNvSpPr>
            <a:spLocks noChangeArrowheads="1"/>
          </p:cNvSpPr>
          <p:nvPr/>
        </p:nvSpPr>
        <p:spPr bwMode="auto">
          <a:xfrm>
            <a:off x="3640054" y="4505826"/>
            <a:ext cx="4161422" cy="409074"/>
          </a:xfrm>
          <a:prstGeom prst="rect">
            <a:avLst/>
          </a:prstGeom>
          <a:solidFill>
            <a:srgbClr val="CC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742950" indent="-28575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eaLnBrk="1" hangingPunct="1">
              <a:lnSpc>
                <a:spcPct val="100000"/>
              </a:lnSpc>
              <a:spcBef>
                <a:spcPct val="0"/>
              </a:spcBef>
              <a:buClrTx/>
              <a:buSzTx/>
              <a:buFontTx/>
              <a:buNone/>
            </a:pPr>
            <a:endParaRPr lang="es-MX" altLang="en-US" sz="2274">
              <a:solidFill>
                <a:schemeClr val="tx1"/>
              </a:solidFill>
              <a:latin typeface="Arial" panose="020B0604020202020204" pitchFamily="34" charset="0"/>
            </a:endParaRPr>
          </a:p>
        </p:txBody>
      </p:sp>
      <p:sp>
        <p:nvSpPr>
          <p:cNvPr id="43014" name="Text Box 17">
            <a:extLst>
              <a:ext uri="{FF2B5EF4-FFF2-40B4-BE49-F238E27FC236}">
                <a16:creationId xmlns:a16="http://schemas.microsoft.com/office/drawing/2014/main" id="{2285E63E-7052-4480-9B84-2E8EE2227A56}"/>
              </a:ext>
            </a:extLst>
          </p:cNvPr>
          <p:cNvSpPr txBox="1">
            <a:spLocks noChangeArrowheads="1"/>
          </p:cNvSpPr>
          <p:nvPr/>
        </p:nvSpPr>
        <p:spPr bwMode="auto">
          <a:xfrm>
            <a:off x="3709236" y="4505826"/>
            <a:ext cx="4024563" cy="4423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742950" indent="-28575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eaLnBrk="1" hangingPunct="1">
              <a:lnSpc>
                <a:spcPct val="100000"/>
              </a:lnSpc>
              <a:spcBef>
                <a:spcPct val="50000"/>
              </a:spcBef>
              <a:buClrTx/>
              <a:buSzTx/>
              <a:buFontTx/>
              <a:buNone/>
            </a:pPr>
            <a:r>
              <a:rPr lang="es-MX" altLang="en-US" sz="2274">
                <a:solidFill>
                  <a:schemeClr val="tx2"/>
                </a:solidFill>
                <a:latin typeface="Arial" panose="020B0604020202020204" pitchFamily="34" charset="0"/>
              </a:rPr>
              <a:t>+  +  +  +  +  +  +  +  +  +  +  +</a:t>
            </a:r>
          </a:p>
        </p:txBody>
      </p:sp>
      <p:sp>
        <p:nvSpPr>
          <p:cNvPr id="43015" name="Text Box 18">
            <a:extLst>
              <a:ext uri="{FF2B5EF4-FFF2-40B4-BE49-F238E27FC236}">
                <a16:creationId xmlns:a16="http://schemas.microsoft.com/office/drawing/2014/main" id="{8E3070F0-66DF-43DF-9E40-07BF1C2934DC}"/>
              </a:ext>
            </a:extLst>
          </p:cNvPr>
          <p:cNvSpPr txBox="1">
            <a:spLocks noChangeArrowheads="1"/>
          </p:cNvSpPr>
          <p:nvPr/>
        </p:nvSpPr>
        <p:spPr bwMode="auto">
          <a:xfrm>
            <a:off x="3640055" y="5460834"/>
            <a:ext cx="4230603" cy="5005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742950" indent="-28575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eaLnBrk="1" hangingPunct="1">
              <a:lnSpc>
                <a:spcPct val="100000"/>
              </a:lnSpc>
              <a:spcBef>
                <a:spcPct val="50000"/>
              </a:spcBef>
              <a:buClrTx/>
              <a:buSzTx/>
              <a:buFontTx/>
              <a:buNone/>
            </a:pPr>
            <a:r>
              <a:rPr lang="es-MX" altLang="en-US" sz="2653">
                <a:solidFill>
                  <a:schemeClr val="tx2"/>
                </a:solidFill>
                <a:latin typeface="Arial" panose="020B0604020202020204" pitchFamily="34" charset="0"/>
              </a:rPr>
              <a:t>-  -  -  -  -  -  -  -  -  -  -  -  -  -</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F0C855A3-9B8A-4176-B49A-3B0CFFA1AFF1}"/>
              </a:ext>
            </a:extLst>
          </p:cNvPr>
          <p:cNvSpPr>
            <a:spLocks/>
          </p:cNvSpPr>
          <p:nvPr/>
        </p:nvSpPr>
        <p:spPr bwMode="auto">
          <a:xfrm>
            <a:off x="3467100" y="484271"/>
            <a:ext cx="4471236" cy="693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3314" tIns="0" rIns="43314" bIns="0" anchor="b"/>
          <a:lstStyle>
            <a:lvl1pPr>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742950" indent="-28575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algn="ctr" eaLnBrk="1" hangingPunct="1">
              <a:lnSpc>
                <a:spcPct val="100000"/>
              </a:lnSpc>
              <a:spcBef>
                <a:spcPct val="0"/>
              </a:spcBef>
              <a:buClrTx/>
              <a:buSzTx/>
              <a:buFontTx/>
              <a:buNone/>
            </a:pPr>
            <a:r>
              <a:rPr lang="es-MX" altLang="en-US" sz="3600" b="1">
                <a:solidFill>
                  <a:srgbClr val="990033"/>
                </a:solidFill>
                <a:latin typeface="Trebuchet MS" panose="020B0603020202020204" pitchFamily="34" charset="0"/>
              </a:rPr>
              <a:t>CAPACITANCIA</a:t>
            </a:r>
            <a:endParaRPr lang="es-ES" altLang="en-US" sz="3600" b="1">
              <a:solidFill>
                <a:srgbClr val="990033"/>
              </a:solidFill>
              <a:latin typeface="Trebuchet MS" panose="020B0603020202020204" pitchFamily="34" charset="0"/>
            </a:endParaRPr>
          </a:p>
        </p:txBody>
      </p:sp>
      <p:sp>
        <p:nvSpPr>
          <p:cNvPr id="44035" name="2 Marcador de contenido">
            <a:extLst>
              <a:ext uri="{FF2B5EF4-FFF2-40B4-BE49-F238E27FC236}">
                <a16:creationId xmlns:a16="http://schemas.microsoft.com/office/drawing/2014/main" id="{E65831DD-8649-438C-A3F8-8942FD46B64E}"/>
              </a:ext>
            </a:extLst>
          </p:cNvPr>
          <p:cNvSpPr txBox="1">
            <a:spLocks/>
          </p:cNvSpPr>
          <p:nvPr/>
        </p:nvSpPr>
        <p:spPr bwMode="auto">
          <a:xfrm>
            <a:off x="2002255" y="1633288"/>
            <a:ext cx="7437020" cy="1386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730250" indent="-27305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a:lnSpc>
                <a:spcPct val="100000"/>
              </a:lnSpc>
              <a:spcBef>
                <a:spcPts val="568"/>
              </a:spcBef>
              <a:buClr>
                <a:schemeClr val="tx2"/>
              </a:buClr>
              <a:buSzPct val="73000"/>
              <a:buNone/>
            </a:pPr>
            <a:r>
              <a:rPr lang="es-ES" altLang="en-US" sz="2274">
                <a:solidFill>
                  <a:schemeClr val="tx1"/>
                </a:solidFill>
                <a:latin typeface="Arial" panose="020B0604020202020204" pitchFamily="34" charset="0"/>
              </a:rPr>
              <a:t>Por medio de una batería se transportan electrones de una placa (que queda cargada positivamente) a la otra, que se queda cargada negativamente </a:t>
            </a:r>
          </a:p>
          <a:p>
            <a:pPr>
              <a:lnSpc>
                <a:spcPct val="100000"/>
              </a:lnSpc>
              <a:spcBef>
                <a:spcPts val="568"/>
              </a:spcBef>
              <a:buClr>
                <a:schemeClr val="tx2"/>
              </a:buClr>
              <a:buSzPct val="73000"/>
              <a:buFont typeface="Arial" panose="020B0604020202020204" pitchFamily="34" charset="0"/>
              <a:buChar char="•"/>
            </a:pPr>
            <a:endParaRPr lang="es-ES" altLang="en-US" sz="2274">
              <a:solidFill>
                <a:schemeClr val="tx1"/>
              </a:solidFill>
              <a:latin typeface="Arial" panose="020B0604020202020204" pitchFamily="34" charset="0"/>
            </a:endParaRPr>
          </a:p>
          <a:p>
            <a:pPr lvl="1">
              <a:lnSpc>
                <a:spcPct val="100000"/>
              </a:lnSpc>
              <a:spcBef>
                <a:spcPts val="474"/>
              </a:spcBef>
              <a:buClr>
                <a:srgbClr val="F9B639"/>
              </a:buClr>
              <a:buSzPct val="80000"/>
              <a:buNone/>
            </a:pPr>
            <a:endParaRPr lang="es-MX" altLang="en-US" sz="2084">
              <a:solidFill>
                <a:srgbClr val="6C6C6C"/>
              </a:solidFill>
              <a:latin typeface="Trebuchet MS" panose="020B0603020202020204" pitchFamily="34" charset="0"/>
            </a:endParaRPr>
          </a:p>
        </p:txBody>
      </p:sp>
      <p:sp>
        <p:nvSpPr>
          <p:cNvPr id="44036" name="Rectangle 5">
            <a:extLst>
              <a:ext uri="{FF2B5EF4-FFF2-40B4-BE49-F238E27FC236}">
                <a16:creationId xmlns:a16="http://schemas.microsoft.com/office/drawing/2014/main" id="{D40F66E9-E01F-4D1E-805C-E89A22938CAE}"/>
              </a:ext>
            </a:extLst>
          </p:cNvPr>
          <p:cNvSpPr>
            <a:spLocks noChangeArrowheads="1"/>
          </p:cNvSpPr>
          <p:nvPr/>
        </p:nvSpPr>
        <p:spPr bwMode="auto">
          <a:xfrm>
            <a:off x="2752726" y="4247147"/>
            <a:ext cx="2455946" cy="272215"/>
          </a:xfrm>
          <a:prstGeom prst="rect">
            <a:avLst/>
          </a:prstGeom>
          <a:solidFill>
            <a:srgbClr val="CC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742950" indent="-28575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eaLnBrk="1" hangingPunct="1">
              <a:lnSpc>
                <a:spcPct val="100000"/>
              </a:lnSpc>
              <a:spcBef>
                <a:spcPct val="0"/>
              </a:spcBef>
              <a:buClrTx/>
              <a:buSzTx/>
              <a:buFontTx/>
              <a:buNone/>
            </a:pPr>
            <a:endParaRPr lang="es-MX" altLang="en-US" sz="2274">
              <a:solidFill>
                <a:schemeClr val="tx1"/>
              </a:solidFill>
              <a:latin typeface="Arial" panose="020B0604020202020204" pitchFamily="34" charset="0"/>
            </a:endParaRPr>
          </a:p>
        </p:txBody>
      </p:sp>
      <p:sp>
        <p:nvSpPr>
          <p:cNvPr id="44037" name="Text Box 6">
            <a:extLst>
              <a:ext uri="{FF2B5EF4-FFF2-40B4-BE49-F238E27FC236}">
                <a16:creationId xmlns:a16="http://schemas.microsoft.com/office/drawing/2014/main" id="{9B4E0E86-D58F-4D2D-B31D-49396519A890}"/>
              </a:ext>
            </a:extLst>
          </p:cNvPr>
          <p:cNvSpPr txBox="1">
            <a:spLocks noChangeArrowheads="1"/>
          </p:cNvSpPr>
          <p:nvPr/>
        </p:nvSpPr>
        <p:spPr bwMode="auto">
          <a:xfrm>
            <a:off x="2685048" y="4212557"/>
            <a:ext cx="2592805" cy="3839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742950" indent="-28575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eaLnBrk="1" hangingPunct="1">
              <a:lnSpc>
                <a:spcPct val="100000"/>
              </a:lnSpc>
              <a:spcBef>
                <a:spcPct val="50000"/>
              </a:spcBef>
              <a:buClrTx/>
              <a:buSzTx/>
              <a:buFontTx/>
              <a:buNone/>
            </a:pPr>
            <a:r>
              <a:rPr lang="es-MX" altLang="en-US" sz="1895">
                <a:solidFill>
                  <a:schemeClr val="tx2"/>
                </a:solidFill>
                <a:latin typeface="Arial" panose="020B0604020202020204" pitchFamily="34" charset="0"/>
              </a:rPr>
              <a:t>+  +  +  +  +  +  +  +  +  </a:t>
            </a:r>
          </a:p>
        </p:txBody>
      </p:sp>
      <p:sp>
        <p:nvSpPr>
          <p:cNvPr id="44038" name="Rectangle 8">
            <a:extLst>
              <a:ext uri="{FF2B5EF4-FFF2-40B4-BE49-F238E27FC236}">
                <a16:creationId xmlns:a16="http://schemas.microsoft.com/office/drawing/2014/main" id="{1570E473-424F-410F-84FC-2D3624F521A2}"/>
              </a:ext>
            </a:extLst>
          </p:cNvPr>
          <p:cNvSpPr>
            <a:spLocks noChangeArrowheads="1"/>
          </p:cNvSpPr>
          <p:nvPr/>
        </p:nvSpPr>
        <p:spPr bwMode="auto">
          <a:xfrm>
            <a:off x="2752726" y="4862263"/>
            <a:ext cx="2455946" cy="272214"/>
          </a:xfrm>
          <a:prstGeom prst="rect">
            <a:avLst/>
          </a:prstGeom>
          <a:solidFill>
            <a:srgbClr val="CC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742950" indent="-28575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eaLnBrk="1" hangingPunct="1">
              <a:lnSpc>
                <a:spcPct val="100000"/>
              </a:lnSpc>
              <a:spcBef>
                <a:spcPct val="0"/>
              </a:spcBef>
              <a:buClrTx/>
              <a:buSzTx/>
              <a:buFontTx/>
              <a:buNone/>
            </a:pPr>
            <a:endParaRPr lang="es-MX" altLang="en-US" sz="2274">
              <a:solidFill>
                <a:schemeClr val="tx1"/>
              </a:solidFill>
              <a:latin typeface="Arial" panose="020B0604020202020204" pitchFamily="34" charset="0"/>
            </a:endParaRPr>
          </a:p>
        </p:txBody>
      </p:sp>
      <p:sp>
        <p:nvSpPr>
          <p:cNvPr id="44039" name="Text Box 9">
            <a:extLst>
              <a:ext uri="{FF2B5EF4-FFF2-40B4-BE49-F238E27FC236}">
                <a16:creationId xmlns:a16="http://schemas.microsoft.com/office/drawing/2014/main" id="{185C2BC5-8F8C-40BC-8D96-D0BC3987BA2A}"/>
              </a:ext>
            </a:extLst>
          </p:cNvPr>
          <p:cNvSpPr txBox="1">
            <a:spLocks noChangeArrowheads="1"/>
          </p:cNvSpPr>
          <p:nvPr/>
        </p:nvSpPr>
        <p:spPr bwMode="auto">
          <a:xfrm>
            <a:off x="2685047" y="4793081"/>
            <a:ext cx="3001879" cy="4423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742950" indent="-28575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eaLnBrk="1" hangingPunct="1">
              <a:lnSpc>
                <a:spcPct val="100000"/>
              </a:lnSpc>
              <a:spcBef>
                <a:spcPct val="50000"/>
              </a:spcBef>
              <a:buClrTx/>
              <a:buSzTx/>
              <a:buFontTx/>
              <a:buNone/>
            </a:pPr>
            <a:r>
              <a:rPr lang="es-MX" altLang="en-US" sz="2274">
                <a:solidFill>
                  <a:schemeClr val="tx2"/>
                </a:solidFill>
                <a:latin typeface="Arial" panose="020B0604020202020204" pitchFamily="34" charset="0"/>
              </a:rPr>
              <a:t>-  -  -  -  -  -  -  -  -  -</a:t>
            </a:r>
          </a:p>
        </p:txBody>
      </p:sp>
      <p:sp>
        <p:nvSpPr>
          <p:cNvPr id="44040" name="Rectangle 10">
            <a:extLst>
              <a:ext uri="{FF2B5EF4-FFF2-40B4-BE49-F238E27FC236}">
                <a16:creationId xmlns:a16="http://schemas.microsoft.com/office/drawing/2014/main" id="{DCF95D73-DC93-43A5-ABE0-35FC3A2F0B18}"/>
              </a:ext>
            </a:extLst>
          </p:cNvPr>
          <p:cNvSpPr>
            <a:spLocks noChangeArrowheads="1"/>
          </p:cNvSpPr>
          <p:nvPr/>
        </p:nvSpPr>
        <p:spPr bwMode="auto">
          <a:xfrm>
            <a:off x="7460081" y="3974933"/>
            <a:ext cx="1091866" cy="2182227"/>
          </a:xfrm>
          <a:prstGeom prst="rect">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742950" indent="-28575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eaLnBrk="1" hangingPunct="1">
              <a:lnSpc>
                <a:spcPct val="100000"/>
              </a:lnSpc>
              <a:spcBef>
                <a:spcPct val="0"/>
              </a:spcBef>
              <a:buClrTx/>
              <a:buSzTx/>
              <a:buFontTx/>
              <a:buNone/>
            </a:pPr>
            <a:endParaRPr lang="es-MX" altLang="en-US" sz="2274">
              <a:solidFill>
                <a:schemeClr val="tx1"/>
              </a:solidFill>
              <a:latin typeface="Arial" panose="020B0604020202020204" pitchFamily="34" charset="0"/>
            </a:endParaRPr>
          </a:p>
        </p:txBody>
      </p:sp>
      <p:sp>
        <p:nvSpPr>
          <p:cNvPr id="44041" name="Rectangle 11">
            <a:extLst>
              <a:ext uri="{FF2B5EF4-FFF2-40B4-BE49-F238E27FC236}">
                <a16:creationId xmlns:a16="http://schemas.microsoft.com/office/drawing/2014/main" id="{A443695F-492E-45E5-BBF0-C988CB6346AC}"/>
              </a:ext>
            </a:extLst>
          </p:cNvPr>
          <p:cNvSpPr>
            <a:spLocks noChangeArrowheads="1"/>
          </p:cNvSpPr>
          <p:nvPr/>
        </p:nvSpPr>
        <p:spPr bwMode="auto">
          <a:xfrm>
            <a:off x="7801476" y="3770396"/>
            <a:ext cx="409074" cy="204537"/>
          </a:xfrm>
          <a:prstGeom prst="rect">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742950" indent="-28575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eaLnBrk="1" hangingPunct="1">
              <a:lnSpc>
                <a:spcPct val="100000"/>
              </a:lnSpc>
              <a:spcBef>
                <a:spcPct val="0"/>
              </a:spcBef>
              <a:buClrTx/>
              <a:buSzTx/>
              <a:buFontTx/>
              <a:buNone/>
            </a:pPr>
            <a:endParaRPr lang="es-MX" altLang="en-US" sz="2274">
              <a:solidFill>
                <a:schemeClr val="tx1"/>
              </a:solidFill>
              <a:latin typeface="Arial" panose="020B0604020202020204" pitchFamily="34" charset="0"/>
            </a:endParaRPr>
          </a:p>
        </p:txBody>
      </p:sp>
      <p:sp>
        <p:nvSpPr>
          <p:cNvPr id="44042" name="Line 12">
            <a:extLst>
              <a:ext uri="{FF2B5EF4-FFF2-40B4-BE49-F238E27FC236}">
                <a16:creationId xmlns:a16="http://schemas.microsoft.com/office/drawing/2014/main" id="{D4F130AB-374C-4580-96A1-E1B83553DA04}"/>
              </a:ext>
            </a:extLst>
          </p:cNvPr>
          <p:cNvSpPr>
            <a:spLocks noChangeShapeType="1"/>
          </p:cNvSpPr>
          <p:nvPr/>
        </p:nvSpPr>
        <p:spPr bwMode="auto">
          <a:xfrm>
            <a:off x="3844591" y="5134476"/>
            <a:ext cx="0" cy="1227221"/>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705"/>
          </a:p>
        </p:txBody>
      </p:sp>
      <p:sp>
        <p:nvSpPr>
          <p:cNvPr id="44043" name="Line 13">
            <a:extLst>
              <a:ext uri="{FF2B5EF4-FFF2-40B4-BE49-F238E27FC236}">
                <a16:creationId xmlns:a16="http://schemas.microsoft.com/office/drawing/2014/main" id="{D551581F-2D93-4FD4-BA64-AC8A687AE70C}"/>
              </a:ext>
            </a:extLst>
          </p:cNvPr>
          <p:cNvSpPr>
            <a:spLocks noChangeShapeType="1"/>
          </p:cNvSpPr>
          <p:nvPr/>
        </p:nvSpPr>
        <p:spPr bwMode="auto">
          <a:xfrm>
            <a:off x="3844591" y="3361323"/>
            <a:ext cx="0" cy="887329"/>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705"/>
          </a:p>
        </p:txBody>
      </p:sp>
      <p:sp>
        <p:nvSpPr>
          <p:cNvPr id="44044" name="Line 14">
            <a:extLst>
              <a:ext uri="{FF2B5EF4-FFF2-40B4-BE49-F238E27FC236}">
                <a16:creationId xmlns:a16="http://schemas.microsoft.com/office/drawing/2014/main" id="{0BA9BD33-E084-41AE-B2D0-E4CFFC7AA035}"/>
              </a:ext>
            </a:extLst>
          </p:cNvPr>
          <p:cNvSpPr>
            <a:spLocks noChangeShapeType="1"/>
          </p:cNvSpPr>
          <p:nvPr/>
        </p:nvSpPr>
        <p:spPr bwMode="auto">
          <a:xfrm>
            <a:off x="8006013" y="6158665"/>
            <a:ext cx="0" cy="203032"/>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705"/>
          </a:p>
        </p:txBody>
      </p:sp>
      <p:sp>
        <p:nvSpPr>
          <p:cNvPr id="44045" name="Line 15">
            <a:extLst>
              <a:ext uri="{FF2B5EF4-FFF2-40B4-BE49-F238E27FC236}">
                <a16:creationId xmlns:a16="http://schemas.microsoft.com/office/drawing/2014/main" id="{F205CD05-2B5D-4FD8-A6BA-6762712F9C3F}"/>
              </a:ext>
            </a:extLst>
          </p:cNvPr>
          <p:cNvSpPr>
            <a:spLocks noChangeShapeType="1"/>
          </p:cNvSpPr>
          <p:nvPr/>
        </p:nvSpPr>
        <p:spPr bwMode="auto">
          <a:xfrm>
            <a:off x="8006013" y="3361323"/>
            <a:ext cx="0" cy="409074"/>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705"/>
          </a:p>
        </p:txBody>
      </p:sp>
      <p:sp>
        <p:nvSpPr>
          <p:cNvPr id="44046" name="Line 16">
            <a:extLst>
              <a:ext uri="{FF2B5EF4-FFF2-40B4-BE49-F238E27FC236}">
                <a16:creationId xmlns:a16="http://schemas.microsoft.com/office/drawing/2014/main" id="{583C95E3-D930-4903-944D-35C7F58EBB08}"/>
              </a:ext>
            </a:extLst>
          </p:cNvPr>
          <p:cNvSpPr>
            <a:spLocks noChangeShapeType="1"/>
          </p:cNvSpPr>
          <p:nvPr/>
        </p:nvSpPr>
        <p:spPr bwMode="auto">
          <a:xfrm>
            <a:off x="3844591" y="6361697"/>
            <a:ext cx="4161422"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705"/>
          </a:p>
        </p:txBody>
      </p:sp>
      <p:sp>
        <p:nvSpPr>
          <p:cNvPr id="44047" name="Line 17">
            <a:extLst>
              <a:ext uri="{FF2B5EF4-FFF2-40B4-BE49-F238E27FC236}">
                <a16:creationId xmlns:a16="http://schemas.microsoft.com/office/drawing/2014/main" id="{6B2D436C-C602-4BE4-8B2D-F32BD9B81BF7}"/>
              </a:ext>
            </a:extLst>
          </p:cNvPr>
          <p:cNvSpPr>
            <a:spLocks noChangeShapeType="1"/>
          </p:cNvSpPr>
          <p:nvPr/>
        </p:nvSpPr>
        <p:spPr bwMode="auto">
          <a:xfrm>
            <a:off x="3844591" y="3361323"/>
            <a:ext cx="4161422"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705"/>
          </a:p>
        </p:txBody>
      </p:sp>
      <p:sp>
        <p:nvSpPr>
          <p:cNvPr id="44048" name="Text Box 18">
            <a:extLst>
              <a:ext uri="{FF2B5EF4-FFF2-40B4-BE49-F238E27FC236}">
                <a16:creationId xmlns:a16="http://schemas.microsoft.com/office/drawing/2014/main" id="{7E8F9CD3-6BCA-441E-8C4D-6EED27DA5E5F}"/>
              </a:ext>
            </a:extLst>
          </p:cNvPr>
          <p:cNvSpPr txBox="1">
            <a:spLocks noChangeArrowheads="1"/>
          </p:cNvSpPr>
          <p:nvPr/>
        </p:nvSpPr>
        <p:spPr bwMode="auto">
          <a:xfrm>
            <a:off x="7869154" y="3701215"/>
            <a:ext cx="341396" cy="3839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742950" indent="-28575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eaLnBrk="1" hangingPunct="1">
              <a:lnSpc>
                <a:spcPct val="100000"/>
              </a:lnSpc>
              <a:spcBef>
                <a:spcPct val="50000"/>
              </a:spcBef>
              <a:buClrTx/>
              <a:buSzTx/>
              <a:buFontTx/>
              <a:buNone/>
            </a:pPr>
            <a:r>
              <a:rPr lang="es-MX" altLang="en-US" sz="1895">
                <a:solidFill>
                  <a:schemeClr val="tx2"/>
                </a:solidFill>
                <a:latin typeface="Arial" panose="020B0604020202020204" pitchFamily="34" charset="0"/>
              </a:rPr>
              <a:t>+</a:t>
            </a:r>
          </a:p>
        </p:txBody>
      </p:sp>
      <p:sp>
        <p:nvSpPr>
          <p:cNvPr id="44049" name="Text Box 19">
            <a:extLst>
              <a:ext uri="{FF2B5EF4-FFF2-40B4-BE49-F238E27FC236}">
                <a16:creationId xmlns:a16="http://schemas.microsoft.com/office/drawing/2014/main" id="{D29D16E1-3A08-498C-930B-6C9CCC52570F}"/>
              </a:ext>
            </a:extLst>
          </p:cNvPr>
          <p:cNvSpPr txBox="1">
            <a:spLocks noChangeArrowheads="1"/>
          </p:cNvSpPr>
          <p:nvPr/>
        </p:nvSpPr>
        <p:spPr bwMode="auto">
          <a:xfrm>
            <a:off x="7869154" y="5817269"/>
            <a:ext cx="341396" cy="3839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742950" indent="-28575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eaLnBrk="1" hangingPunct="1">
              <a:lnSpc>
                <a:spcPct val="100000"/>
              </a:lnSpc>
              <a:spcBef>
                <a:spcPct val="50000"/>
              </a:spcBef>
              <a:buClrTx/>
              <a:buSzTx/>
              <a:buFontTx/>
              <a:buNone/>
            </a:pPr>
            <a:r>
              <a:rPr lang="es-MX" altLang="en-US" sz="1895" b="1">
                <a:solidFill>
                  <a:schemeClr val="tx2"/>
                </a:solidFill>
                <a:latin typeface="Arial" panose="020B0604020202020204" pitchFamily="34" charset="0"/>
              </a:rPr>
              <a: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1B239AEC-7AA2-48E5-9F63-781997A884FE}"/>
              </a:ext>
            </a:extLst>
          </p:cNvPr>
          <p:cNvSpPr>
            <a:spLocks/>
          </p:cNvSpPr>
          <p:nvPr/>
        </p:nvSpPr>
        <p:spPr bwMode="auto">
          <a:xfrm>
            <a:off x="3467100" y="484271"/>
            <a:ext cx="4471236" cy="693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3314" tIns="0" rIns="43314" bIns="0" anchor="b"/>
          <a:lstStyle>
            <a:lvl1pPr>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742950" indent="-28575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algn="ctr" eaLnBrk="1" hangingPunct="1">
              <a:lnSpc>
                <a:spcPct val="100000"/>
              </a:lnSpc>
              <a:spcBef>
                <a:spcPct val="0"/>
              </a:spcBef>
              <a:buClrTx/>
              <a:buSzTx/>
              <a:buFontTx/>
              <a:buNone/>
            </a:pPr>
            <a:r>
              <a:rPr lang="es-MX" altLang="en-US" sz="3600" b="1">
                <a:solidFill>
                  <a:srgbClr val="990033"/>
                </a:solidFill>
                <a:latin typeface="Trebuchet MS" panose="020B0603020202020204" pitchFamily="34" charset="0"/>
              </a:rPr>
              <a:t>CAPACITANCIA</a:t>
            </a:r>
            <a:endParaRPr lang="es-ES" altLang="en-US" sz="3600" b="1">
              <a:solidFill>
                <a:srgbClr val="990033"/>
              </a:solidFill>
              <a:latin typeface="Trebuchet MS" panose="020B0603020202020204" pitchFamily="34" charset="0"/>
            </a:endParaRPr>
          </a:p>
        </p:txBody>
      </p:sp>
      <p:sp>
        <p:nvSpPr>
          <p:cNvPr id="45059" name="2 Marcador de contenido">
            <a:extLst>
              <a:ext uri="{FF2B5EF4-FFF2-40B4-BE49-F238E27FC236}">
                <a16:creationId xmlns:a16="http://schemas.microsoft.com/office/drawing/2014/main" id="{1E355BFE-1CB0-435B-8EBE-F3F0EE091918}"/>
              </a:ext>
            </a:extLst>
          </p:cNvPr>
          <p:cNvSpPr txBox="1">
            <a:spLocks/>
          </p:cNvSpPr>
          <p:nvPr/>
        </p:nvSpPr>
        <p:spPr bwMode="auto">
          <a:xfrm>
            <a:off x="2002256" y="1655846"/>
            <a:ext cx="7300161" cy="6136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730250" indent="-27305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a:lnSpc>
                <a:spcPct val="100000"/>
              </a:lnSpc>
              <a:spcBef>
                <a:spcPts val="568"/>
              </a:spcBef>
              <a:buClr>
                <a:schemeClr val="tx2"/>
              </a:buClr>
              <a:buSzPct val="73000"/>
              <a:buFont typeface="Arial" panose="020B0604020202020204" pitchFamily="34" charset="0"/>
              <a:buChar char="•"/>
            </a:pPr>
            <a:r>
              <a:rPr lang="es-ES" altLang="en-US" sz="2274">
                <a:solidFill>
                  <a:schemeClr val="tx1"/>
                </a:solidFill>
                <a:latin typeface="Arial" panose="020B0604020202020204" pitchFamily="34" charset="0"/>
              </a:rPr>
              <a:t>La diferencia de potencial entre ambas placas será: </a:t>
            </a:r>
          </a:p>
          <a:p>
            <a:pPr>
              <a:lnSpc>
                <a:spcPct val="100000"/>
              </a:lnSpc>
              <a:spcBef>
                <a:spcPts val="568"/>
              </a:spcBef>
              <a:buClr>
                <a:schemeClr val="tx2"/>
              </a:buClr>
              <a:buSzPct val="73000"/>
              <a:buFont typeface="Arial" panose="020B0604020202020204" pitchFamily="34" charset="0"/>
              <a:buChar char="•"/>
            </a:pPr>
            <a:endParaRPr lang="es-ES" altLang="en-US" sz="2274">
              <a:solidFill>
                <a:schemeClr val="tx1"/>
              </a:solidFill>
              <a:latin typeface="Arial" panose="020B0604020202020204" pitchFamily="34" charset="0"/>
            </a:endParaRPr>
          </a:p>
          <a:p>
            <a:pPr lvl="1">
              <a:lnSpc>
                <a:spcPct val="100000"/>
              </a:lnSpc>
              <a:spcBef>
                <a:spcPts val="474"/>
              </a:spcBef>
              <a:buClr>
                <a:srgbClr val="F9B639"/>
              </a:buClr>
              <a:buSzPct val="80000"/>
              <a:buNone/>
            </a:pPr>
            <a:endParaRPr lang="es-MX" altLang="en-US" sz="2084">
              <a:solidFill>
                <a:srgbClr val="6C6C6C"/>
              </a:solidFill>
              <a:latin typeface="Trebuchet MS" panose="020B0603020202020204" pitchFamily="34" charset="0"/>
            </a:endParaRPr>
          </a:p>
        </p:txBody>
      </p:sp>
      <p:sp>
        <p:nvSpPr>
          <p:cNvPr id="45060" name="Rectangle 4">
            <a:extLst>
              <a:ext uri="{FF2B5EF4-FFF2-40B4-BE49-F238E27FC236}">
                <a16:creationId xmlns:a16="http://schemas.microsoft.com/office/drawing/2014/main" id="{ADCCBB5E-18C5-4F85-95E9-4B538D4D5315}"/>
              </a:ext>
            </a:extLst>
          </p:cNvPr>
          <p:cNvSpPr>
            <a:spLocks noChangeArrowheads="1"/>
          </p:cNvSpPr>
          <p:nvPr/>
        </p:nvSpPr>
        <p:spPr bwMode="auto">
          <a:xfrm>
            <a:off x="2752726" y="3632034"/>
            <a:ext cx="2455946" cy="272214"/>
          </a:xfrm>
          <a:prstGeom prst="rect">
            <a:avLst/>
          </a:prstGeom>
          <a:solidFill>
            <a:srgbClr val="CC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742950" indent="-28575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eaLnBrk="1" hangingPunct="1">
              <a:lnSpc>
                <a:spcPct val="100000"/>
              </a:lnSpc>
              <a:spcBef>
                <a:spcPct val="0"/>
              </a:spcBef>
              <a:buClrTx/>
              <a:buSzTx/>
              <a:buFontTx/>
              <a:buNone/>
            </a:pPr>
            <a:endParaRPr lang="es-MX" altLang="en-US" sz="2274">
              <a:solidFill>
                <a:schemeClr val="tx1"/>
              </a:solidFill>
              <a:latin typeface="Arial" panose="020B0604020202020204" pitchFamily="34" charset="0"/>
            </a:endParaRPr>
          </a:p>
        </p:txBody>
      </p:sp>
      <p:sp>
        <p:nvSpPr>
          <p:cNvPr id="45061" name="Text Box 5">
            <a:extLst>
              <a:ext uri="{FF2B5EF4-FFF2-40B4-BE49-F238E27FC236}">
                <a16:creationId xmlns:a16="http://schemas.microsoft.com/office/drawing/2014/main" id="{03C28D34-FF53-4290-BFBB-993F5AD6200C}"/>
              </a:ext>
            </a:extLst>
          </p:cNvPr>
          <p:cNvSpPr txBox="1">
            <a:spLocks noChangeArrowheads="1"/>
          </p:cNvSpPr>
          <p:nvPr/>
        </p:nvSpPr>
        <p:spPr bwMode="auto">
          <a:xfrm>
            <a:off x="2685048" y="3597443"/>
            <a:ext cx="2592805" cy="3839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742950" indent="-28575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eaLnBrk="1" hangingPunct="1">
              <a:lnSpc>
                <a:spcPct val="100000"/>
              </a:lnSpc>
              <a:spcBef>
                <a:spcPct val="50000"/>
              </a:spcBef>
              <a:buClrTx/>
              <a:buSzTx/>
              <a:buFontTx/>
              <a:buNone/>
            </a:pPr>
            <a:r>
              <a:rPr lang="es-MX" altLang="en-US" sz="1895">
                <a:solidFill>
                  <a:schemeClr val="tx2"/>
                </a:solidFill>
                <a:latin typeface="Arial" panose="020B0604020202020204" pitchFamily="34" charset="0"/>
              </a:rPr>
              <a:t>+  +  +  +  +  +  +  +  +  </a:t>
            </a:r>
          </a:p>
        </p:txBody>
      </p:sp>
      <p:sp>
        <p:nvSpPr>
          <p:cNvPr id="45062" name="Rectangle 6">
            <a:extLst>
              <a:ext uri="{FF2B5EF4-FFF2-40B4-BE49-F238E27FC236}">
                <a16:creationId xmlns:a16="http://schemas.microsoft.com/office/drawing/2014/main" id="{E9CAB117-ED5B-4467-972F-E4FB7342C100}"/>
              </a:ext>
            </a:extLst>
          </p:cNvPr>
          <p:cNvSpPr>
            <a:spLocks noChangeArrowheads="1"/>
          </p:cNvSpPr>
          <p:nvPr/>
        </p:nvSpPr>
        <p:spPr bwMode="auto">
          <a:xfrm>
            <a:off x="2752726" y="4247147"/>
            <a:ext cx="2455946" cy="272215"/>
          </a:xfrm>
          <a:prstGeom prst="rect">
            <a:avLst/>
          </a:prstGeom>
          <a:solidFill>
            <a:srgbClr val="CC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742950" indent="-28575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eaLnBrk="1" hangingPunct="1">
              <a:lnSpc>
                <a:spcPct val="100000"/>
              </a:lnSpc>
              <a:spcBef>
                <a:spcPct val="0"/>
              </a:spcBef>
              <a:buClrTx/>
              <a:buSzTx/>
              <a:buFontTx/>
              <a:buNone/>
            </a:pPr>
            <a:endParaRPr lang="es-MX" altLang="en-US" sz="2274">
              <a:solidFill>
                <a:schemeClr val="tx1"/>
              </a:solidFill>
              <a:latin typeface="Arial" panose="020B0604020202020204" pitchFamily="34" charset="0"/>
            </a:endParaRPr>
          </a:p>
        </p:txBody>
      </p:sp>
      <p:sp>
        <p:nvSpPr>
          <p:cNvPr id="45063" name="Text Box 7">
            <a:extLst>
              <a:ext uri="{FF2B5EF4-FFF2-40B4-BE49-F238E27FC236}">
                <a16:creationId xmlns:a16="http://schemas.microsoft.com/office/drawing/2014/main" id="{EFF67A6D-5E7E-43B3-83A6-D37B38A6EC8D}"/>
              </a:ext>
            </a:extLst>
          </p:cNvPr>
          <p:cNvSpPr txBox="1">
            <a:spLocks noChangeArrowheads="1"/>
          </p:cNvSpPr>
          <p:nvPr/>
        </p:nvSpPr>
        <p:spPr bwMode="auto">
          <a:xfrm>
            <a:off x="2685047" y="4177966"/>
            <a:ext cx="3001879" cy="4423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742950" indent="-28575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eaLnBrk="1" hangingPunct="1">
              <a:lnSpc>
                <a:spcPct val="100000"/>
              </a:lnSpc>
              <a:spcBef>
                <a:spcPct val="50000"/>
              </a:spcBef>
              <a:buClrTx/>
              <a:buSzTx/>
              <a:buFontTx/>
              <a:buNone/>
            </a:pPr>
            <a:r>
              <a:rPr lang="es-MX" altLang="en-US" sz="2274">
                <a:solidFill>
                  <a:schemeClr val="tx2"/>
                </a:solidFill>
                <a:latin typeface="Arial" panose="020B0604020202020204" pitchFamily="34" charset="0"/>
              </a:rPr>
              <a:t>-  -  -  -  -  -  -  -  -  -</a:t>
            </a:r>
          </a:p>
        </p:txBody>
      </p:sp>
      <p:sp>
        <p:nvSpPr>
          <p:cNvPr id="45064" name="Rectangle 8">
            <a:extLst>
              <a:ext uri="{FF2B5EF4-FFF2-40B4-BE49-F238E27FC236}">
                <a16:creationId xmlns:a16="http://schemas.microsoft.com/office/drawing/2014/main" id="{87EBF828-7A81-45A0-BC31-3488360E768F}"/>
              </a:ext>
            </a:extLst>
          </p:cNvPr>
          <p:cNvSpPr>
            <a:spLocks noChangeArrowheads="1"/>
          </p:cNvSpPr>
          <p:nvPr/>
        </p:nvSpPr>
        <p:spPr bwMode="auto">
          <a:xfrm>
            <a:off x="7460081" y="3359819"/>
            <a:ext cx="1091866" cy="2182228"/>
          </a:xfrm>
          <a:prstGeom prst="rect">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742950" indent="-28575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eaLnBrk="1" hangingPunct="1">
              <a:lnSpc>
                <a:spcPct val="100000"/>
              </a:lnSpc>
              <a:spcBef>
                <a:spcPct val="0"/>
              </a:spcBef>
              <a:buClrTx/>
              <a:buSzTx/>
              <a:buFontTx/>
              <a:buNone/>
            </a:pPr>
            <a:endParaRPr lang="es-MX" altLang="en-US" sz="2274">
              <a:solidFill>
                <a:schemeClr val="tx1"/>
              </a:solidFill>
              <a:latin typeface="Arial" panose="020B0604020202020204" pitchFamily="34" charset="0"/>
            </a:endParaRPr>
          </a:p>
        </p:txBody>
      </p:sp>
      <p:sp>
        <p:nvSpPr>
          <p:cNvPr id="45065" name="Rectangle 9">
            <a:extLst>
              <a:ext uri="{FF2B5EF4-FFF2-40B4-BE49-F238E27FC236}">
                <a16:creationId xmlns:a16="http://schemas.microsoft.com/office/drawing/2014/main" id="{49B2BF92-3358-455B-AB06-E15E4632BF40}"/>
              </a:ext>
            </a:extLst>
          </p:cNvPr>
          <p:cNvSpPr>
            <a:spLocks noChangeArrowheads="1"/>
          </p:cNvSpPr>
          <p:nvPr/>
        </p:nvSpPr>
        <p:spPr bwMode="auto">
          <a:xfrm>
            <a:off x="7801476" y="3155282"/>
            <a:ext cx="409074" cy="204537"/>
          </a:xfrm>
          <a:prstGeom prst="rect">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742950" indent="-28575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eaLnBrk="1" hangingPunct="1">
              <a:lnSpc>
                <a:spcPct val="100000"/>
              </a:lnSpc>
              <a:spcBef>
                <a:spcPct val="0"/>
              </a:spcBef>
              <a:buClrTx/>
              <a:buSzTx/>
              <a:buFontTx/>
              <a:buNone/>
            </a:pPr>
            <a:endParaRPr lang="es-MX" altLang="en-US" sz="2274">
              <a:solidFill>
                <a:schemeClr val="tx1"/>
              </a:solidFill>
              <a:latin typeface="Arial" panose="020B0604020202020204" pitchFamily="34" charset="0"/>
            </a:endParaRPr>
          </a:p>
        </p:txBody>
      </p:sp>
      <p:sp>
        <p:nvSpPr>
          <p:cNvPr id="45066" name="Line 10">
            <a:extLst>
              <a:ext uri="{FF2B5EF4-FFF2-40B4-BE49-F238E27FC236}">
                <a16:creationId xmlns:a16="http://schemas.microsoft.com/office/drawing/2014/main" id="{9F0F3DBD-002A-46E9-87BE-FD9AE1C0C7D6}"/>
              </a:ext>
            </a:extLst>
          </p:cNvPr>
          <p:cNvSpPr>
            <a:spLocks noChangeShapeType="1"/>
          </p:cNvSpPr>
          <p:nvPr/>
        </p:nvSpPr>
        <p:spPr bwMode="auto">
          <a:xfrm>
            <a:off x="3844591" y="4519362"/>
            <a:ext cx="0" cy="1227221"/>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705"/>
          </a:p>
        </p:txBody>
      </p:sp>
      <p:sp>
        <p:nvSpPr>
          <p:cNvPr id="45067" name="Line 11">
            <a:extLst>
              <a:ext uri="{FF2B5EF4-FFF2-40B4-BE49-F238E27FC236}">
                <a16:creationId xmlns:a16="http://schemas.microsoft.com/office/drawing/2014/main" id="{E8BC2F38-8AA3-4F75-BD61-39A81B098BE2}"/>
              </a:ext>
            </a:extLst>
          </p:cNvPr>
          <p:cNvSpPr>
            <a:spLocks noChangeShapeType="1"/>
          </p:cNvSpPr>
          <p:nvPr/>
        </p:nvSpPr>
        <p:spPr bwMode="auto">
          <a:xfrm>
            <a:off x="3844591" y="2746208"/>
            <a:ext cx="0" cy="887329"/>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705"/>
          </a:p>
        </p:txBody>
      </p:sp>
      <p:sp>
        <p:nvSpPr>
          <p:cNvPr id="45068" name="Line 12">
            <a:extLst>
              <a:ext uri="{FF2B5EF4-FFF2-40B4-BE49-F238E27FC236}">
                <a16:creationId xmlns:a16="http://schemas.microsoft.com/office/drawing/2014/main" id="{973AFC10-D82C-49CF-8B41-1738EB192F0E}"/>
              </a:ext>
            </a:extLst>
          </p:cNvPr>
          <p:cNvSpPr>
            <a:spLocks noChangeShapeType="1"/>
          </p:cNvSpPr>
          <p:nvPr/>
        </p:nvSpPr>
        <p:spPr bwMode="auto">
          <a:xfrm>
            <a:off x="8006013" y="5543551"/>
            <a:ext cx="0" cy="203033"/>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705"/>
          </a:p>
        </p:txBody>
      </p:sp>
      <p:sp>
        <p:nvSpPr>
          <p:cNvPr id="45069" name="Line 13">
            <a:extLst>
              <a:ext uri="{FF2B5EF4-FFF2-40B4-BE49-F238E27FC236}">
                <a16:creationId xmlns:a16="http://schemas.microsoft.com/office/drawing/2014/main" id="{FA596EC8-4E37-45B8-B00E-F317EEE9D1D5}"/>
              </a:ext>
            </a:extLst>
          </p:cNvPr>
          <p:cNvSpPr>
            <a:spLocks noChangeShapeType="1"/>
          </p:cNvSpPr>
          <p:nvPr/>
        </p:nvSpPr>
        <p:spPr bwMode="auto">
          <a:xfrm>
            <a:off x="8006013" y="2746208"/>
            <a:ext cx="0" cy="409074"/>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705"/>
          </a:p>
        </p:txBody>
      </p:sp>
      <p:sp>
        <p:nvSpPr>
          <p:cNvPr id="45070" name="Line 14">
            <a:extLst>
              <a:ext uri="{FF2B5EF4-FFF2-40B4-BE49-F238E27FC236}">
                <a16:creationId xmlns:a16="http://schemas.microsoft.com/office/drawing/2014/main" id="{42EA8F2F-DBB9-4570-B454-D10E0026A856}"/>
              </a:ext>
            </a:extLst>
          </p:cNvPr>
          <p:cNvSpPr>
            <a:spLocks noChangeShapeType="1"/>
          </p:cNvSpPr>
          <p:nvPr/>
        </p:nvSpPr>
        <p:spPr bwMode="auto">
          <a:xfrm>
            <a:off x="3844591" y="5746583"/>
            <a:ext cx="4161422"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705"/>
          </a:p>
        </p:txBody>
      </p:sp>
      <p:sp>
        <p:nvSpPr>
          <p:cNvPr id="45071" name="Line 15">
            <a:extLst>
              <a:ext uri="{FF2B5EF4-FFF2-40B4-BE49-F238E27FC236}">
                <a16:creationId xmlns:a16="http://schemas.microsoft.com/office/drawing/2014/main" id="{CABEFDE9-106F-483E-B497-835BF97459CA}"/>
              </a:ext>
            </a:extLst>
          </p:cNvPr>
          <p:cNvSpPr>
            <a:spLocks noChangeShapeType="1"/>
          </p:cNvSpPr>
          <p:nvPr/>
        </p:nvSpPr>
        <p:spPr bwMode="auto">
          <a:xfrm>
            <a:off x="3844591" y="2746208"/>
            <a:ext cx="4161422"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705"/>
          </a:p>
        </p:txBody>
      </p:sp>
      <p:sp>
        <p:nvSpPr>
          <p:cNvPr id="45072" name="Text Box 16">
            <a:extLst>
              <a:ext uri="{FF2B5EF4-FFF2-40B4-BE49-F238E27FC236}">
                <a16:creationId xmlns:a16="http://schemas.microsoft.com/office/drawing/2014/main" id="{09A89497-C412-4940-8C8A-9AA9D44B20C0}"/>
              </a:ext>
            </a:extLst>
          </p:cNvPr>
          <p:cNvSpPr txBox="1">
            <a:spLocks noChangeArrowheads="1"/>
          </p:cNvSpPr>
          <p:nvPr/>
        </p:nvSpPr>
        <p:spPr bwMode="auto">
          <a:xfrm>
            <a:off x="7869154" y="3086100"/>
            <a:ext cx="341396" cy="3839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742950" indent="-28575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eaLnBrk="1" hangingPunct="1">
              <a:lnSpc>
                <a:spcPct val="100000"/>
              </a:lnSpc>
              <a:spcBef>
                <a:spcPct val="50000"/>
              </a:spcBef>
              <a:buClrTx/>
              <a:buSzTx/>
              <a:buFontTx/>
              <a:buNone/>
            </a:pPr>
            <a:r>
              <a:rPr lang="es-MX" altLang="en-US" sz="1895">
                <a:solidFill>
                  <a:schemeClr val="tx2"/>
                </a:solidFill>
                <a:latin typeface="Arial" panose="020B0604020202020204" pitchFamily="34" charset="0"/>
              </a:rPr>
              <a:t>+</a:t>
            </a:r>
          </a:p>
        </p:txBody>
      </p:sp>
      <p:sp>
        <p:nvSpPr>
          <p:cNvPr id="45073" name="Text Box 17">
            <a:extLst>
              <a:ext uri="{FF2B5EF4-FFF2-40B4-BE49-F238E27FC236}">
                <a16:creationId xmlns:a16="http://schemas.microsoft.com/office/drawing/2014/main" id="{049C2D5C-6A45-4660-BC47-7068E6705540}"/>
              </a:ext>
            </a:extLst>
          </p:cNvPr>
          <p:cNvSpPr txBox="1">
            <a:spLocks noChangeArrowheads="1"/>
          </p:cNvSpPr>
          <p:nvPr/>
        </p:nvSpPr>
        <p:spPr bwMode="auto">
          <a:xfrm>
            <a:off x="7869154" y="5202155"/>
            <a:ext cx="341396" cy="3839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742950" indent="-28575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eaLnBrk="1" hangingPunct="1">
              <a:lnSpc>
                <a:spcPct val="100000"/>
              </a:lnSpc>
              <a:spcBef>
                <a:spcPct val="50000"/>
              </a:spcBef>
              <a:buClrTx/>
              <a:buSzTx/>
              <a:buFontTx/>
              <a:buNone/>
            </a:pPr>
            <a:r>
              <a:rPr lang="es-MX" altLang="en-US" sz="1895" b="1">
                <a:solidFill>
                  <a:schemeClr val="tx2"/>
                </a:solidFill>
                <a:latin typeface="Arial" panose="020B0604020202020204" pitchFamily="34" charset="0"/>
              </a:rPr>
              <a:t>-</a:t>
            </a:r>
          </a:p>
        </p:txBody>
      </p:sp>
      <p:sp>
        <p:nvSpPr>
          <p:cNvPr id="45074" name="2 Marcador de contenido">
            <a:extLst>
              <a:ext uri="{FF2B5EF4-FFF2-40B4-BE49-F238E27FC236}">
                <a16:creationId xmlns:a16="http://schemas.microsoft.com/office/drawing/2014/main" id="{DCC0C265-FC25-4CCB-9ECB-5A49E276DA64}"/>
              </a:ext>
            </a:extLst>
          </p:cNvPr>
          <p:cNvSpPr>
            <a:spLocks/>
          </p:cNvSpPr>
          <p:nvPr/>
        </p:nvSpPr>
        <p:spPr bwMode="auto">
          <a:xfrm>
            <a:off x="4185987" y="2201779"/>
            <a:ext cx="3683168" cy="6136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520700" indent="-22860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lvl="1">
              <a:lnSpc>
                <a:spcPct val="100000"/>
              </a:lnSpc>
              <a:spcBef>
                <a:spcPts val="474"/>
              </a:spcBef>
              <a:buClr>
                <a:srgbClr val="F9B639"/>
              </a:buClr>
              <a:buSzPct val="80000"/>
              <a:buNone/>
            </a:pPr>
            <a:r>
              <a:rPr lang="es-ES" altLang="en-US" sz="2463" b="1">
                <a:solidFill>
                  <a:srgbClr val="4D4D4D"/>
                </a:solidFill>
                <a:latin typeface="Symbol" panose="05050102010706020507" pitchFamily="18" charset="2"/>
              </a:rPr>
              <a:t>D</a:t>
            </a:r>
            <a:r>
              <a:rPr lang="es-ES" altLang="en-US" sz="2463" b="1">
                <a:solidFill>
                  <a:srgbClr val="4D4D4D"/>
                </a:solidFill>
                <a:latin typeface="Comic Sans MS" panose="030F0702030302020204" pitchFamily="66" charset="0"/>
              </a:rPr>
              <a:t>V</a:t>
            </a:r>
            <a:r>
              <a:rPr lang="es-MX" altLang="en-US" sz="2274" b="1">
                <a:solidFill>
                  <a:srgbClr val="4D4D4D"/>
                </a:solidFill>
                <a:latin typeface="Comic Sans MS" panose="030F0702030302020204" pitchFamily="66" charset="0"/>
              </a:rPr>
              <a:t> = V</a:t>
            </a:r>
            <a:r>
              <a:rPr lang="es-MX" altLang="en-US" sz="2179" b="1" baseline="-30000">
                <a:solidFill>
                  <a:srgbClr val="4D4D4D"/>
                </a:solidFill>
                <a:latin typeface="Comic Sans MS" panose="030F0702030302020204" pitchFamily="66" charset="0"/>
                <a:cs typeface="Times New Roman" panose="02020603050405020304" pitchFamily="18" charset="0"/>
              </a:rPr>
              <a:t>+</a:t>
            </a:r>
            <a:r>
              <a:rPr lang="es-MX" altLang="en-US" sz="2274" b="1" baseline="-30000">
                <a:solidFill>
                  <a:srgbClr val="4D4D4D"/>
                </a:solidFill>
                <a:latin typeface="Comic Sans MS" panose="030F0702030302020204" pitchFamily="66" charset="0"/>
                <a:cs typeface="Times New Roman" panose="02020603050405020304" pitchFamily="18" charset="0"/>
              </a:rPr>
              <a:t> </a:t>
            </a:r>
            <a:r>
              <a:rPr lang="es-MX" altLang="en-US" sz="2274" b="1">
                <a:solidFill>
                  <a:srgbClr val="4D4D4D"/>
                </a:solidFill>
                <a:latin typeface="Comic Sans MS" panose="030F0702030302020204" pitchFamily="66" charset="0"/>
              </a:rPr>
              <a:t>- V</a:t>
            </a:r>
            <a:r>
              <a:rPr lang="es-MX" altLang="en-US" sz="2179" b="1" baseline="-30000">
                <a:solidFill>
                  <a:srgbClr val="4D4D4D"/>
                </a:solidFill>
                <a:latin typeface="Comic Sans MS" panose="030F0702030302020204" pitchFamily="66" charset="0"/>
                <a:cs typeface="Times New Roman" panose="02020603050405020304" pitchFamily="18" charset="0"/>
              </a:rPr>
              <a:t>-</a:t>
            </a:r>
            <a:r>
              <a:rPr lang="es-MX" altLang="en-US" sz="2274" b="1">
                <a:solidFill>
                  <a:srgbClr val="4D4D4D"/>
                </a:solidFill>
                <a:latin typeface="Comic Sans MS" panose="030F0702030302020204" pitchFamily="66" charset="0"/>
              </a:rPr>
              <a:t> </a:t>
            </a:r>
            <a:endParaRPr lang="es-ES" altLang="en-US" sz="2179" b="1">
              <a:solidFill>
                <a:srgbClr val="4D4D4D"/>
              </a:solidFill>
              <a:latin typeface="Comic Sans MS" panose="030F0702030302020204" pitchFamily="66" charset="0"/>
            </a:endParaRPr>
          </a:p>
        </p:txBody>
      </p:sp>
      <p:sp>
        <p:nvSpPr>
          <p:cNvPr id="45075" name="2 Marcador de contenido">
            <a:extLst>
              <a:ext uri="{FF2B5EF4-FFF2-40B4-BE49-F238E27FC236}">
                <a16:creationId xmlns:a16="http://schemas.microsoft.com/office/drawing/2014/main" id="{773BD0CB-3A2A-4FB4-92E5-5E26FABD39A1}"/>
              </a:ext>
            </a:extLst>
          </p:cNvPr>
          <p:cNvSpPr txBox="1">
            <a:spLocks/>
          </p:cNvSpPr>
          <p:nvPr/>
        </p:nvSpPr>
        <p:spPr bwMode="auto">
          <a:xfrm>
            <a:off x="2002256" y="5884946"/>
            <a:ext cx="7300161" cy="6136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730250" indent="-27305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a:lnSpc>
                <a:spcPct val="100000"/>
              </a:lnSpc>
              <a:spcBef>
                <a:spcPts val="568"/>
              </a:spcBef>
              <a:buClr>
                <a:schemeClr val="tx2"/>
              </a:buClr>
              <a:buSzPct val="73000"/>
              <a:buFont typeface="Arial" panose="020B0604020202020204" pitchFamily="34" charset="0"/>
              <a:buChar char="•"/>
            </a:pPr>
            <a:r>
              <a:rPr lang="es-ES" altLang="en-US" sz="2274">
                <a:solidFill>
                  <a:schemeClr val="tx1"/>
                </a:solidFill>
                <a:latin typeface="Arial" panose="020B0604020202020204" pitchFamily="34" charset="0"/>
              </a:rPr>
              <a:t>La carga en cada placa </a:t>
            </a:r>
            <a:r>
              <a:rPr lang="es-ES" altLang="en-US" sz="2274">
                <a:solidFill>
                  <a:schemeClr val="tx1"/>
                </a:solidFill>
                <a:latin typeface="Comic Sans MS" panose="030F0702030302020204" pitchFamily="66" charset="0"/>
              </a:rPr>
              <a:t>q</a:t>
            </a:r>
            <a:r>
              <a:rPr lang="es-ES" altLang="en-US" sz="2274">
                <a:solidFill>
                  <a:schemeClr val="tx1"/>
                </a:solidFill>
                <a:latin typeface="Arial" panose="020B0604020202020204" pitchFamily="34" charset="0"/>
              </a:rPr>
              <a:t> es proporcional a </a:t>
            </a:r>
            <a:r>
              <a:rPr lang="es-ES" altLang="en-US" sz="2463" b="1">
                <a:solidFill>
                  <a:srgbClr val="4D4D4D"/>
                </a:solidFill>
                <a:latin typeface="Symbol" panose="05050102010706020507" pitchFamily="18" charset="2"/>
              </a:rPr>
              <a:t>D</a:t>
            </a:r>
            <a:r>
              <a:rPr lang="es-ES" altLang="en-US" sz="2463" b="1">
                <a:solidFill>
                  <a:srgbClr val="4D4D4D"/>
                </a:solidFill>
                <a:latin typeface="Comic Sans MS" panose="030F0702030302020204" pitchFamily="66" charset="0"/>
              </a:rPr>
              <a:t>U</a:t>
            </a:r>
            <a:endParaRPr lang="es-ES" altLang="en-US" sz="2274">
              <a:solidFill>
                <a:schemeClr val="tx1"/>
              </a:solidFill>
              <a:latin typeface="Arial" panose="020B0604020202020204" pitchFamily="34" charset="0"/>
            </a:endParaRPr>
          </a:p>
          <a:p>
            <a:pPr>
              <a:lnSpc>
                <a:spcPct val="100000"/>
              </a:lnSpc>
              <a:spcBef>
                <a:spcPts val="568"/>
              </a:spcBef>
              <a:buClr>
                <a:schemeClr val="tx2"/>
              </a:buClr>
              <a:buSzPct val="73000"/>
              <a:buFont typeface="Arial" panose="020B0604020202020204" pitchFamily="34" charset="0"/>
              <a:buChar char="•"/>
            </a:pPr>
            <a:endParaRPr lang="es-ES" altLang="en-US" sz="2274">
              <a:solidFill>
                <a:schemeClr val="tx1"/>
              </a:solidFill>
              <a:latin typeface="Arial" panose="020B0604020202020204" pitchFamily="34" charset="0"/>
            </a:endParaRPr>
          </a:p>
          <a:p>
            <a:pPr lvl="1">
              <a:lnSpc>
                <a:spcPct val="100000"/>
              </a:lnSpc>
              <a:spcBef>
                <a:spcPts val="474"/>
              </a:spcBef>
              <a:buClr>
                <a:srgbClr val="F9B639"/>
              </a:buClr>
              <a:buSzPct val="80000"/>
              <a:buNone/>
            </a:pPr>
            <a:endParaRPr lang="es-MX" altLang="en-US" sz="2084">
              <a:solidFill>
                <a:srgbClr val="6C6C6C"/>
              </a:solidFill>
              <a:latin typeface="Trebuchet MS" panose="020B0603020202020204" pitchFamily="34"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4153CEC8-268B-4ADC-8A61-E9936FC5557E}"/>
              </a:ext>
            </a:extLst>
          </p:cNvPr>
          <p:cNvSpPr>
            <a:spLocks/>
          </p:cNvSpPr>
          <p:nvPr/>
        </p:nvSpPr>
        <p:spPr bwMode="auto">
          <a:xfrm>
            <a:off x="3467100" y="484271"/>
            <a:ext cx="4471236" cy="693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3314" tIns="0" rIns="43314" bIns="0" anchor="b"/>
          <a:lstStyle>
            <a:lvl1pPr>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742950" indent="-28575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algn="ctr" eaLnBrk="1" hangingPunct="1">
              <a:lnSpc>
                <a:spcPct val="100000"/>
              </a:lnSpc>
              <a:spcBef>
                <a:spcPct val="0"/>
              </a:spcBef>
              <a:buClrTx/>
              <a:buSzTx/>
              <a:buFontTx/>
              <a:buNone/>
            </a:pPr>
            <a:r>
              <a:rPr lang="es-MX" altLang="en-US" sz="3600" b="1">
                <a:solidFill>
                  <a:srgbClr val="990033"/>
                </a:solidFill>
                <a:latin typeface="Trebuchet MS" panose="020B0603020202020204" pitchFamily="34" charset="0"/>
              </a:rPr>
              <a:t>CAPACITANCIA</a:t>
            </a:r>
            <a:endParaRPr lang="es-ES" altLang="en-US" sz="3600" b="1">
              <a:solidFill>
                <a:srgbClr val="990033"/>
              </a:solidFill>
              <a:latin typeface="Trebuchet MS" panose="020B0603020202020204" pitchFamily="34" charset="0"/>
            </a:endParaRPr>
          </a:p>
        </p:txBody>
      </p:sp>
      <p:sp>
        <p:nvSpPr>
          <p:cNvPr id="46083" name="2 Marcador de contenido">
            <a:extLst>
              <a:ext uri="{FF2B5EF4-FFF2-40B4-BE49-F238E27FC236}">
                <a16:creationId xmlns:a16="http://schemas.microsoft.com/office/drawing/2014/main" id="{CF7D78E2-E599-41F9-B225-D1589B446E68}"/>
              </a:ext>
            </a:extLst>
          </p:cNvPr>
          <p:cNvSpPr txBox="1">
            <a:spLocks/>
          </p:cNvSpPr>
          <p:nvPr/>
        </p:nvSpPr>
        <p:spPr bwMode="auto">
          <a:xfrm>
            <a:off x="2002256" y="1655846"/>
            <a:ext cx="7300161" cy="6136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730250" indent="-27305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a:lnSpc>
                <a:spcPct val="100000"/>
              </a:lnSpc>
              <a:spcBef>
                <a:spcPts val="568"/>
              </a:spcBef>
              <a:buClr>
                <a:schemeClr val="tx2"/>
              </a:buClr>
              <a:buSzPct val="73000"/>
              <a:buFont typeface="Arial" panose="020B0604020202020204" pitchFamily="34" charset="0"/>
              <a:buChar char="•"/>
            </a:pPr>
            <a:r>
              <a:rPr lang="es-ES" altLang="en-US" sz="2274">
                <a:solidFill>
                  <a:schemeClr val="tx1"/>
                </a:solidFill>
                <a:latin typeface="Arial" panose="020B0604020202020204" pitchFamily="34" charset="0"/>
              </a:rPr>
              <a:t>Es decir </a:t>
            </a:r>
          </a:p>
          <a:p>
            <a:pPr>
              <a:lnSpc>
                <a:spcPct val="100000"/>
              </a:lnSpc>
              <a:spcBef>
                <a:spcPts val="568"/>
              </a:spcBef>
              <a:buClr>
                <a:schemeClr val="tx2"/>
              </a:buClr>
              <a:buSzPct val="73000"/>
              <a:buFont typeface="Arial" panose="020B0604020202020204" pitchFamily="34" charset="0"/>
              <a:buChar char="•"/>
            </a:pPr>
            <a:endParaRPr lang="es-ES" altLang="en-US" sz="2274">
              <a:solidFill>
                <a:schemeClr val="tx1"/>
              </a:solidFill>
              <a:latin typeface="Arial" panose="020B0604020202020204" pitchFamily="34" charset="0"/>
            </a:endParaRPr>
          </a:p>
          <a:p>
            <a:pPr lvl="1">
              <a:lnSpc>
                <a:spcPct val="100000"/>
              </a:lnSpc>
              <a:spcBef>
                <a:spcPts val="474"/>
              </a:spcBef>
              <a:buClr>
                <a:srgbClr val="F9B639"/>
              </a:buClr>
              <a:buSzPct val="80000"/>
              <a:buNone/>
            </a:pPr>
            <a:endParaRPr lang="es-MX" altLang="en-US" sz="2084">
              <a:solidFill>
                <a:srgbClr val="6C6C6C"/>
              </a:solidFill>
              <a:latin typeface="Trebuchet MS" panose="020B0603020202020204" pitchFamily="34" charset="0"/>
            </a:endParaRPr>
          </a:p>
        </p:txBody>
      </p:sp>
      <p:sp>
        <p:nvSpPr>
          <p:cNvPr id="46084" name="2 Marcador de contenido">
            <a:extLst>
              <a:ext uri="{FF2B5EF4-FFF2-40B4-BE49-F238E27FC236}">
                <a16:creationId xmlns:a16="http://schemas.microsoft.com/office/drawing/2014/main" id="{0F6F3D9E-CB60-41F1-9C58-98F9E1D5123B}"/>
              </a:ext>
            </a:extLst>
          </p:cNvPr>
          <p:cNvSpPr>
            <a:spLocks/>
          </p:cNvSpPr>
          <p:nvPr/>
        </p:nvSpPr>
        <p:spPr bwMode="auto">
          <a:xfrm>
            <a:off x="4185987" y="2201779"/>
            <a:ext cx="3683168" cy="6136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520700" indent="-22860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lvl="1">
              <a:lnSpc>
                <a:spcPct val="100000"/>
              </a:lnSpc>
              <a:spcBef>
                <a:spcPts val="474"/>
              </a:spcBef>
              <a:buClr>
                <a:srgbClr val="F9B639"/>
              </a:buClr>
              <a:buSzPct val="80000"/>
              <a:buNone/>
            </a:pPr>
            <a:r>
              <a:rPr lang="es-MX" altLang="en-US" sz="2274" b="1">
                <a:solidFill>
                  <a:srgbClr val="4D4D4D"/>
                </a:solidFill>
                <a:latin typeface="Comic Sans MS" panose="030F0702030302020204" pitchFamily="66" charset="0"/>
              </a:rPr>
              <a:t>Q</a:t>
            </a:r>
            <a:r>
              <a:rPr lang="es-ES" altLang="en-US" sz="2463" b="1">
                <a:solidFill>
                  <a:srgbClr val="4D4D4D"/>
                </a:solidFill>
                <a:latin typeface="Symbol" panose="05050102010706020507" pitchFamily="18" charset="2"/>
              </a:rPr>
              <a:t> </a:t>
            </a:r>
            <a:r>
              <a:rPr lang="es-MX" altLang="en-US" sz="2274" b="1">
                <a:solidFill>
                  <a:srgbClr val="4D4D4D"/>
                </a:solidFill>
                <a:latin typeface="Comic Sans MS" panose="030F0702030302020204" pitchFamily="66" charset="0"/>
              </a:rPr>
              <a:t>= C </a:t>
            </a:r>
            <a:r>
              <a:rPr lang="es-ES" altLang="en-US" sz="2463" b="1">
                <a:solidFill>
                  <a:srgbClr val="4D4D4D"/>
                </a:solidFill>
                <a:latin typeface="Symbol" panose="05050102010706020507" pitchFamily="18" charset="2"/>
              </a:rPr>
              <a:t>D</a:t>
            </a:r>
            <a:r>
              <a:rPr lang="es-ES" altLang="en-US" sz="2463" b="1">
                <a:solidFill>
                  <a:srgbClr val="4D4D4D"/>
                </a:solidFill>
                <a:latin typeface="Comic Sans MS" panose="030F0702030302020204" pitchFamily="66" charset="0"/>
              </a:rPr>
              <a:t>V</a:t>
            </a:r>
            <a:r>
              <a:rPr lang="es-MX" altLang="en-US" sz="2274" b="1">
                <a:solidFill>
                  <a:srgbClr val="4D4D4D"/>
                </a:solidFill>
                <a:latin typeface="Comic Sans MS" panose="030F0702030302020204" pitchFamily="66" charset="0"/>
              </a:rPr>
              <a:t> </a:t>
            </a:r>
            <a:endParaRPr lang="es-ES" altLang="en-US" sz="2274" b="1">
              <a:solidFill>
                <a:srgbClr val="4D4D4D"/>
              </a:solidFill>
              <a:latin typeface="Comic Sans MS" panose="030F0702030302020204" pitchFamily="66" charset="0"/>
            </a:endParaRPr>
          </a:p>
        </p:txBody>
      </p:sp>
      <p:sp>
        <p:nvSpPr>
          <p:cNvPr id="46085" name="2 Marcador de contenido">
            <a:extLst>
              <a:ext uri="{FF2B5EF4-FFF2-40B4-BE49-F238E27FC236}">
                <a16:creationId xmlns:a16="http://schemas.microsoft.com/office/drawing/2014/main" id="{941231F8-2F63-4CC2-89B2-DEB31B5E93DF}"/>
              </a:ext>
            </a:extLst>
          </p:cNvPr>
          <p:cNvSpPr txBox="1">
            <a:spLocks/>
          </p:cNvSpPr>
          <p:nvPr/>
        </p:nvSpPr>
        <p:spPr bwMode="auto">
          <a:xfrm>
            <a:off x="2002256" y="3019926"/>
            <a:ext cx="7300161" cy="6136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730250" indent="-27305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a:lnSpc>
                <a:spcPct val="100000"/>
              </a:lnSpc>
              <a:spcBef>
                <a:spcPts val="568"/>
              </a:spcBef>
              <a:buClr>
                <a:schemeClr val="tx2"/>
              </a:buClr>
              <a:buSzPct val="73000"/>
              <a:buNone/>
            </a:pPr>
            <a:r>
              <a:rPr lang="es-ES" altLang="en-US" sz="2274">
                <a:solidFill>
                  <a:schemeClr val="tx1"/>
                </a:solidFill>
                <a:latin typeface="Arial" panose="020B0604020202020204" pitchFamily="34" charset="0"/>
              </a:rPr>
              <a:t>en donde el coeficiente C se denomina “capacitancia” del dispositivo  </a:t>
            </a:r>
          </a:p>
          <a:p>
            <a:pPr>
              <a:lnSpc>
                <a:spcPct val="100000"/>
              </a:lnSpc>
              <a:spcBef>
                <a:spcPts val="568"/>
              </a:spcBef>
              <a:buClr>
                <a:schemeClr val="tx2"/>
              </a:buClr>
              <a:buSzPct val="73000"/>
              <a:buFont typeface="Arial" panose="020B0604020202020204" pitchFamily="34" charset="0"/>
              <a:buChar char="•"/>
            </a:pPr>
            <a:endParaRPr lang="es-ES" altLang="en-US" sz="2274">
              <a:solidFill>
                <a:schemeClr val="tx1"/>
              </a:solidFill>
              <a:latin typeface="Arial" panose="020B0604020202020204" pitchFamily="34" charset="0"/>
            </a:endParaRPr>
          </a:p>
          <a:p>
            <a:pPr lvl="1">
              <a:lnSpc>
                <a:spcPct val="100000"/>
              </a:lnSpc>
              <a:spcBef>
                <a:spcPts val="474"/>
              </a:spcBef>
              <a:buClr>
                <a:srgbClr val="F9B639"/>
              </a:buClr>
              <a:buSzPct val="80000"/>
              <a:buNone/>
            </a:pPr>
            <a:endParaRPr lang="es-MX" altLang="en-US" sz="2084">
              <a:solidFill>
                <a:srgbClr val="6C6C6C"/>
              </a:solidFill>
              <a:latin typeface="Trebuchet MS" panose="020B0603020202020204" pitchFamily="34" charset="0"/>
            </a:endParaRPr>
          </a:p>
        </p:txBody>
      </p:sp>
      <p:sp>
        <p:nvSpPr>
          <p:cNvPr id="46086" name="2 Marcador de contenido">
            <a:extLst>
              <a:ext uri="{FF2B5EF4-FFF2-40B4-BE49-F238E27FC236}">
                <a16:creationId xmlns:a16="http://schemas.microsoft.com/office/drawing/2014/main" id="{C50FE68F-84D8-420F-9A57-7D972E4A5610}"/>
              </a:ext>
            </a:extLst>
          </p:cNvPr>
          <p:cNvSpPr>
            <a:spLocks/>
          </p:cNvSpPr>
          <p:nvPr/>
        </p:nvSpPr>
        <p:spPr bwMode="auto">
          <a:xfrm>
            <a:off x="4185987" y="3974933"/>
            <a:ext cx="3752349" cy="6136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520700" indent="-22860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lvl="1">
              <a:lnSpc>
                <a:spcPct val="100000"/>
              </a:lnSpc>
              <a:spcBef>
                <a:spcPts val="474"/>
              </a:spcBef>
              <a:buClr>
                <a:srgbClr val="F9B639"/>
              </a:buClr>
              <a:buSzPct val="80000"/>
              <a:buNone/>
            </a:pPr>
            <a:r>
              <a:rPr lang="es-MX" altLang="en-US" sz="2274" b="1">
                <a:solidFill>
                  <a:srgbClr val="4D4D4D"/>
                </a:solidFill>
                <a:latin typeface="Arial" panose="020B0604020202020204" pitchFamily="34" charset="0"/>
              </a:rPr>
              <a:t>[ </a:t>
            </a:r>
            <a:r>
              <a:rPr lang="es-MX" altLang="en-US" sz="2274" b="1">
                <a:solidFill>
                  <a:srgbClr val="4D4D4D"/>
                </a:solidFill>
                <a:latin typeface="Comic Sans MS" panose="030F0702030302020204" pitchFamily="66" charset="0"/>
              </a:rPr>
              <a:t>C </a:t>
            </a:r>
            <a:r>
              <a:rPr lang="es-MX" altLang="en-US" sz="2274" b="1">
                <a:solidFill>
                  <a:srgbClr val="4D4D4D"/>
                </a:solidFill>
                <a:latin typeface="Arial" panose="020B0604020202020204" pitchFamily="34" charset="0"/>
              </a:rPr>
              <a:t>]</a:t>
            </a:r>
            <a:r>
              <a:rPr lang="es-ES" altLang="en-US" sz="2463" b="1">
                <a:solidFill>
                  <a:srgbClr val="4D4D4D"/>
                </a:solidFill>
                <a:latin typeface="Arial" panose="020B0604020202020204" pitchFamily="34" charset="0"/>
              </a:rPr>
              <a:t> </a:t>
            </a:r>
            <a:r>
              <a:rPr lang="es-MX" altLang="en-US" sz="2274" b="1">
                <a:solidFill>
                  <a:srgbClr val="4D4D4D"/>
                </a:solidFill>
                <a:latin typeface="Arial" panose="020B0604020202020204" pitchFamily="34" charset="0"/>
              </a:rPr>
              <a:t>= Q / V =</a:t>
            </a:r>
            <a:r>
              <a:rPr lang="es-MX" altLang="en-US" sz="2274" b="1">
                <a:solidFill>
                  <a:srgbClr val="4D4D4D"/>
                </a:solidFill>
                <a:latin typeface="Comic Sans MS" panose="030F0702030302020204" pitchFamily="66" charset="0"/>
              </a:rPr>
              <a:t> </a:t>
            </a:r>
            <a:r>
              <a:rPr lang="es-MX" altLang="en-US" sz="2274" b="1">
                <a:solidFill>
                  <a:srgbClr val="4D4D4D"/>
                </a:solidFill>
                <a:latin typeface="Arial" panose="020B0604020202020204" pitchFamily="34" charset="0"/>
              </a:rPr>
              <a:t>Faradio</a:t>
            </a:r>
            <a:endParaRPr lang="es-ES" altLang="en-US" sz="2274" b="1">
              <a:solidFill>
                <a:srgbClr val="4D4D4D"/>
              </a:solidFill>
              <a:latin typeface="Arial" panose="020B0604020202020204" pitchFamily="34" charset="0"/>
            </a:endParaRPr>
          </a:p>
        </p:txBody>
      </p:sp>
      <p:sp>
        <p:nvSpPr>
          <p:cNvPr id="46087" name="2 Marcador de contenido">
            <a:extLst>
              <a:ext uri="{FF2B5EF4-FFF2-40B4-BE49-F238E27FC236}">
                <a16:creationId xmlns:a16="http://schemas.microsoft.com/office/drawing/2014/main" id="{95DEC9D2-5935-455D-91AC-9EB10D5525F2}"/>
              </a:ext>
            </a:extLst>
          </p:cNvPr>
          <p:cNvSpPr txBox="1">
            <a:spLocks/>
          </p:cNvSpPr>
          <p:nvPr/>
        </p:nvSpPr>
        <p:spPr bwMode="auto">
          <a:xfrm>
            <a:off x="2002256" y="4929939"/>
            <a:ext cx="7300161" cy="6136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730250" indent="-27305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a:lnSpc>
                <a:spcPct val="100000"/>
              </a:lnSpc>
              <a:spcBef>
                <a:spcPts val="568"/>
              </a:spcBef>
              <a:buClr>
                <a:schemeClr val="tx2"/>
              </a:buClr>
              <a:buSzPct val="73000"/>
              <a:buNone/>
            </a:pPr>
            <a:r>
              <a:rPr lang="es-ES" altLang="en-US" sz="2274">
                <a:solidFill>
                  <a:schemeClr val="tx1"/>
                </a:solidFill>
                <a:latin typeface="Arial" panose="020B0604020202020204" pitchFamily="34" charset="0"/>
              </a:rPr>
              <a:t>Este factor depende de la forma, tamaño y separación entre las placas  </a:t>
            </a:r>
          </a:p>
          <a:p>
            <a:pPr>
              <a:lnSpc>
                <a:spcPct val="100000"/>
              </a:lnSpc>
              <a:spcBef>
                <a:spcPts val="568"/>
              </a:spcBef>
              <a:buClr>
                <a:schemeClr val="tx2"/>
              </a:buClr>
              <a:buSzPct val="73000"/>
              <a:buFont typeface="Arial" panose="020B0604020202020204" pitchFamily="34" charset="0"/>
              <a:buChar char="•"/>
            </a:pPr>
            <a:endParaRPr lang="es-ES" altLang="en-US" sz="2274">
              <a:solidFill>
                <a:schemeClr val="tx1"/>
              </a:solidFill>
              <a:latin typeface="Arial" panose="020B0604020202020204" pitchFamily="34" charset="0"/>
            </a:endParaRPr>
          </a:p>
          <a:p>
            <a:pPr lvl="1">
              <a:lnSpc>
                <a:spcPct val="100000"/>
              </a:lnSpc>
              <a:spcBef>
                <a:spcPts val="474"/>
              </a:spcBef>
              <a:buClr>
                <a:srgbClr val="F9B639"/>
              </a:buClr>
              <a:buSzPct val="80000"/>
              <a:buNone/>
            </a:pPr>
            <a:endParaRPr lang="es-MX" altLang="en-US" sz="2084">
              <a:solidFill>
                <a:srgbClr val="6C6C6C"/>
              </a:solidFill>
              <a:latin typeface="Trebuchet MS" panose="020B0603020202020204" pitchFamily="34"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BB4313A1-0366-4CB3-BF49-4EED756630B8}"/>
              </a:ext>
            </a:extLst>
          </p:cNvPr>
          <p:cNvSpPr>
            <a:spLocks/>
          </p:cNvSpPr>
          <p:nvPr/>
        </p:nvSpPr>
        <p:spPr bwMode="auto">
          <a:xfrm>
            <a:off x="3467100" y="484271"/>
            <a:ext cx="4471236" cy="693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3314" tIns="0" rIns="43314" bIns="0" anchor="b"/>
          <a:lstStyle>
            <a:lvl1pPr>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742950" indent="-28575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algn="ctr" eaLnBrk="1" hangingPunct="1">
              <a:lnSpc>
                <a:spcPct val="100000"/>
              </a:lnSpc>
              <a:spcBef>
                <a:spcPct val="0"/>
              </a:spcBef>
              <a:buClrTx/>
              <a:buSzTx/>
              <a:buFontTx/>
              <a:buNone/>
            </a:pPr>
            <a:r>
              <a:rPr lang="es-MX" altLang="en-US" sz="3600" b="1">
                <a:solidFill>
                  <a:srgbClr val="990033"/>
                </a:solidFill>
                <a:latin typeface="Trebuchet MS" panose="020B0603020202020204" pitchFamily="34" charset="0"/>
              </a:rPr>
              <a:t>CAPACITANCIA</a:t>
            </a:r>
            <a:endParaRPr lang="es-ES" altLang="en-US" sz="3600" b="1">
              <a:solidFill>
                <a:srgbClr val="990033"/>
              </a:solidFill>
              <a:latin typeface="Trebuchet MS" panose="020B0603020202020204" pitchFamily="34" charset="0"/>
            </a:endParaRPr>
          </a:p>
        </p:txBody>
      </p:sp>
      <p:sp>
        <p:nvSpPr>
          <p:cNvPr id="47107" name="2 Marcador de contenido">
            <a:extLst>
              <a:ext uri="{FF2B5EF4-FFF2-40B4-BE49-F238E27FC236}">
                <a16:creationId xmlns:a16="http://schemas.microsoft.com/office/drawing/2014/main" id="{9AF76574-8878-4CCD-9968-14165A9C0AAB}"/>
              </a:ext>
            </a:extLst>
          </p:cNvPr>
          <p:cNvSpPr txBox="1">
            <a:spLocks/>
          </p:cNvSpPr>
          <p:nvPr/>
        </p:nvSpPr>
        <p:spPr bwMode="auto">
          <a:xfrm>
            <a:off x="1866900" y="1858879"/>
            <a:ext cx="7844589" cy="1570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800100" indent="-34290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a:lnSpc>
                <a:spcPct val="100000"/>
              </a:lnSpc>
              <a:spcBef>
                <a:spcPts val="568"/>
              </a:spcBef>
              <a:buClr>
                <a:schemeClr val="tx2"/>
              </a:buClr>
              <a:buSzPct val="73000"/>
              <a:buFont typeface="Arial" panose="020B0604020202020204" pitchFamily="34" charset="0"/>
              <a:buChar char="•"/>
            </a:pPr>
            <a:r>
              <a:rPr lang="es-ES" altLang="en-US" sz="2463" b="1" dirty="0">
                <a:latin typeface="Trebuchet MS" panose="020B0603020202020204" pitchFamily="34" charset="0"/>
              </a:rPr>
              <a:t>Cálculo de la capacitancia</a:t>
            </a:r>
          </a:p>
          <a:p>
            <a:pPr lvl="1">
              <a:lnSpc>
                <a:spcPct val="100000"/>
              </a:lnSpc>
              <a:spcBef>
                <a:spcPts val="568"/>
              </a:spcBef>
              <a:buClr>
                <a:schemeClr val="tx2"/>
              </a:buClr>
              <a:buSzPct val="73000"/>
              <a:buFont typeface="Arial" panose="020B0604020202020204" pitchFamily="34" charset="0"/>
              <a:buAutoNum type="arabicPeriod"/>
            </a:pPr>
            <a:r>
              <a:rPr lang="es-ES" altLang="en-US" sz="2274" dirty="0">
                <a:solidFill>
                  <a:schemeClr val="tx1"/>
                </a:solidFill>
                <a:latin typeface="Arial" panose="020B0604020202020204" pitchFamily="34" charset="0"/>
              </a:rPr>
              <a:t>Obtener el campo eléctrico </a:t>
            </a:r>
          </a:p>
          <a:p>
            <a:pPr lvl="1">
              <a:lnSpc>
                <a:spcPct val="100000"/>
              </a:lnSpc>
              <a:spcBef>
                <a:spcPts val="568"/>
              </a:spcBef>
              <a:buClr>
                <a:schemeClr val="tx2"/>
              </a:buClr>
              <a:buSzPct val="73000"/>
              <a:buFont typeface="Arial" panose="020B0604020202020204" pitchFamily="34" charset="0"/>
              <a:buAutoNum type="arabicPeriod"/>
            </a:pPr>
            <a:r>
              <a:rPr lang="es-ES" altLang="en-US" sz="2274" dirty="0">
                <a:solidFill>
                  <a:schemeClr val="tx1"/>
                </a:solidFill>
                <a:latin typeface="Arial" panose="020B0604020202020204" pitchFamily="34" charset="0"/>
              </a:rPr>
              <a:t>Calcular la diferencia de potencial entre las placas a lo largo de una trayectoria que las conecte</a:t>
            </a:r>
          </a:p>
          <a:p>
            <a:pPr lvl="1">
              <a:lnSpc>
                <a:spcPct val="100000"/>
              </a:lnSpc>
              <a:spcBef>
                <a:spcPts val="568"/>
              </a:spcBef>
              <a:buClr>
                <a:schemeClr val="tx2"/>
              </a:buClr>
              <a:buSzPct val="73000"/>
              <a:buFont typeface="Arial" panose="020B0604020202020204" pitchFamily="34" charset="0"/>
              <a:buAutoNum type="arabicPeriod"/>
            </a:pPr>
            <a:endParaRPr lang="es-ES" altLang="en-US" sz="2274" dirty="0">
              <a:solidFill>
                <a:schemeClr val="tx1"/>
              </a:solidFill>
              <a:latin typeface="Arial" panose="020B0604020202020204" pitchFamily="34" charset="0"/>
            </a:endParaRPr>
          </a:p>
          <a:p>
            <a:pPr lvl="1">
              <a:lnSpc>
                <a:spcPct val="100000"/>
              </a:lnSpc>
              <a:spcBef>
                <a:spcPts val="568"/>
              </a:spcBef>
              <a:buClr>
                <a:schemeClr val="tx2"/>
              </a:buClr>
              <a:buSzPct val="73000"/>
              <a:buFont typeface="Arial" panose="020B0604020202020204" pitchFamily="34" charset="0"/>
              <a:buAutoNum type="arabicPeriod"/>
            </a:pPr>
            <a:endParaRPr lang="es-ES" altLang="en-US" sz="2274" dirty="0">
              <a:solidFill>
                <a:schemeClr val="tx1"/>
              </a:solidFill>
              <a:latin typeface="Arial" panose="020B0604020202020204" pitchFamily="34" charset="0"/>
            </a:endParaRPr>
          </a:p>
          <a:p>
            <a:pPr lvl="1">
              <a:lnSpc>
                <a:spcPct val="100000"/>
              </a:lnSpc>
              <a:spcBef>
                <a:spcPts val="568"/>
              </a:spcBef>
              <a:buClr>
                <a:schemeClr val="tx2"/>
              </a:buClr>
              <a:buSzPct val="73000"/>
              <a:buFont typeface="Arial" panose="020B0604020202020204" pitchFamily="34" charset="0"/>
              <a:buAutoNum type="arabicPeriod"/>
            </a:pPr>
            <a:endParaRPr lang="es-ES" altLang="en-US" sz="2274" dirty="0">
              <a:solidFill>
                <a:schemeClr val="tx1"/>
              </a:solidFill>
              <a:latin typeface="Arial" panose="020B0604020202020204" pitchFamily="34" charset="0"/>
            </a:endParaRPr>
          </a:p>
          <a:p>
            <a:pPr lvl="1">
              <a:lnSpc>
                <a:spcPct val="100000"/>
              </a:lnSpc>
              <a:spcBef>
                <a:spcPts val="568"/>
              </a:spcBef>
              <a:buClr>
                <a:schemeClr val="tx2"/>
              </a:buClr>
              <a:buSzPct val="73000"/>
              <a:buFont typeface="Arial" panose="020B0604020202020204" pitchFamily="34" charset="0"/>
              <a:buAutoNum type="arabicPeriod"/>
            </a:pPr>
            <a:r>
              <a:rPr lang="es-ES" altLang="en-US" sz="2274" dirty="0">
                <a:solidFill>
                  <a:schemeClr val="tx1"/>
                </a:solidFill>
                <a:latin typeface="Arial" panose="020B0604020202020204" pitchFamily="34" charset="0"/>
              </a:rPr>
              <a:t>Calcular </a:t>
            </a:r>
            <a:r>
              <a:rPr lang="es-ES" altLang="en-US" sz="2274" dirty="0">
                <a:solidFill>
                  <a:schemeClr val="tx1"/>
                </a:solidFill>
                <a:latin typeface="Comic Sans MS" panose="030F0702030302020204" pitchFamily="66" charset="0"/>
              </a:rPr>
              <a:t>C</a:t>
            </a:r>
            <a:endParaRPr lang="es-MX" altLang="en-US" sz="2084" dirty="0">
              <a:solidFill>
                <a:srgbClr val="6C6C6C"/>
              </a:solidFill>
              <a:latin typeface="Comic Sans MS" panose="030F0702030302020204" pitchFamily="66" charset="0"/>
            </a:endParaRPr>
          </a:p>
        </p:txBody>
      </p:sp>
      <p:sp>
        <p:nvSpPr>
          <p:cNvPr id="47108" name="2 Marcador de contenido">
            <a:extLst>
              <a:ext uri="{FF2B5EF4-FFF2-40B4-BE49-F238E27FC236}">
                <a16:creationId xmlns:a16="http://schemas.microsoft.com/office/drawing/2014/main" id="{FA3CD422-76E0-4A29-B00C-954AF09CAAA2}"/>
              </a:ext>
            </a:extLst>
          </p:cNvPr>
          <p:cNvSpPr>
            <a:spLocks/>
          </p:cNvSpPr>
          <p:nvPr/>
        </p:nvSpPr>
        <p:spPr bwMode="auto">
          <a:xfrm>
            <a:off x="2821908" y="3836571"/>
            <a:ext cx="5934576" cy="6151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520700" indent="-22860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lvl="1">
              <a:lnSpc>
                <a:spcPct val="100000"/>
              </a:lnSpc>
              <a:spcBef>
                <a:spcPts val="474"/>
              </a:spcBef>
              <a:buClr>
                <a:srgbClr val="F9B639"/>
              </a:buClr>
              <a:buSzPct val="80000"/>
              <a:buNone/>
            </a:pPr>
            <a:r>
              <a:rPr lang="es-ES" altLang="en-US" sz="2463" b="1" dirty="0">
                <a:solidFill>
                  <a:srgbClr val="4D4D4D"/>
                </a:solidFill>
                <a:latin typeface="Symbol" panose="05050102010706020507" pitchFamily="18" charset="2"/>
              </a:rPr>
              <a:t>D</a:t>
            </a:r>
            <a:r>
              <a:rPr lang="es-ES" altLang="en-US" sz="2463" b="1" dirty="0">
                <a:solidFill>
                  <a:srgbClr val="4D4D4D"/>
                </a:solidFill>
                <a:latin typeface="Comic Sans MS" panose="030F0702030302020204" pitchFamily="66" charset="0"/>
              </a:rPr>
              <a:t>V</a:t>
            </a:r>
            <a:r>
              <a:rPr lang="es-MX" altLang="en-US" sz="2274" b="1" dirty="0">
                <a:solidFill>
                  <a:srgbClr val="4D4D4D"/>
                </a:solidFill>
                <a:latin typeface="Comic Sans MS" panose="030F0702030302020204" pitchFamily="66" charset="0"/>
              </a:rPr>
              <a:t> = V</a:t>
            </a:r>
            <a:r>
              <a:rPr lang="es-MX" altLang="en-US" sz="2179" b="1" baseline="-30000" dirty="0">
                <a:solidFill>
                  <a:srgbClr val="4D4D4D"/>
                </a:solidFill>
                <a:latin typeface="Comic Sans MS" panose="030F0702030302020204" pitchFamily="66" charset="0"/>
                <a:cs typeface="Times New Roman" panose="02020603050405020304" pitchFamily="18" charset="0"/>
              </a:rPr>
              <a:t>+</a:t>
            </a:r>
            <a:r>
              <a:rPr lang="es-MX" altLang="en-US" sz="2274" b="1" baseline="-30000" dirty="0">
                <a:solidFill>
                  <a:srgbClr val="4D4D4D"/>
                </a:solidFill>
                <a:latin typeface="Comic Sans MS" panose="030F0702030302020204" pitchFamily="66" charset="0"/>
                <a:cs typeface="Times New Roman" panose="02020603050405020304" pitchFamily="18" charset="0"/>
              </a:rPr>
              <a:t> </a:t>
            </a:r>
            <a:r>
              <a:rPr lang="es-MX" altLang="en-US" sz="2274" b="1" dirty="0">
                <a:solidFill>
                  <a:srgbClr val="4D4D4D"/>
                </a:solidFill>
                <a:latin typeface="Comic Sans MS" panose="030F0702030302020204" pitchFamily="66" charset="0"/>
              </a:rPr>
              <a:t>- V</a:t>
            </a:r>
            <a:r>
              <a:rPr lang="es-MX" altLang="en-US" sz="2179" b="1" baseline="-30000" dirty="0">
                <a:solidFill>
                  <a:srgbClr val="4D4D4D"/>
                </a:solidFill>
                <a:latin typeface="Comic Sans MS" panose="030F0702030302020204" pitchFamily="66" charset="0"/>
                <a:cs typeface="Times New Roman" panose="02020603050405020304" pitchFamily="18" charset="0"/>
              </a:rPr>
              <a:t>-</a:t>
            </a:r>
            <a:r>
              <a:rPr lang="es-MX" altLang="en-US" sz="2274" b="1" dirty="0">
                <a:solidFill>
                  <a:srgbClr val="4D4D4D"/>
                </a:solidFill>
                <a:latin typeface="Comic Sans MS" panose="030F0702030302020204" pitchFamily="66" charset="0"/>
              </a:rPr>
              <a:t> = -  E  </a:t>
            </a:r>
            <a:r>
              <a:rPr lang="es-MX" altLang="en-US" sz="2274" b="1" dirty="0" err="1">
                <a:solidFill>
                  <a:srgbClr val="4D4D4D"/>
                </a:solidFill>
                <a:latin typeface="Comic Sans MS" panose="030F0702030302020204" pitchFamily="66" charset="0"/>
              </a:rPr>
              <a:t>dr</a:t>
            </a:r>
            <a:r>
              <a:rPr lang="es-MX" altLang="en-US" sz="2274" b="1" dirty="0">
                <a:solidFill>
                  <a:srgbClr val="4D4D4D"/>
                </a:solidFill>
                <a:latin typeface="Comic Sans MS" panose="030F0702030302020204" pitchFamily="66" charset="0"/>
              </a:rPr>
              <a:t> =  E  </a:t>
            </a:r>
            <a:r>
              <a:rPr lang="es-MX" altLang="en-US" sz="2274" b="1" dirty="0" err="1">
                <a:solidFill>
                  <a:srgbClr val="4D4D4D"/>
                </a:solidFill>
                <a:latin typeface="Comic Sans MS" panose="030F0702030302020204" pitchFamily="66" charset="0"/>
              </a:rPr>
              <a:t>dr</a:t>
            </a:r>
            <a:r>
              <a:rPr lang="es-MX" altLang="en-US" sz="2274" b="1" dirty="0">
                <a:solidFill>
                  <a:srgbClr val="4D4D4D"/>
                </a:solidFill>
                <a:latin typeface="Comic Sans MS" panose="030F0702030302020204" pitchFamily="66" charset="0"/>
              </a:rPr>
              <a:t>  </a:t>
            </a:r>
            <a:endParaRPr lang="es-ES" altLang="en-US" sz="2179" b="1" dirty="0">
              <a:solidFill>
                <a:srgbClr val="4D4D4D"/>
              </a:solidFill>
              <a:latin typeface="Comic Sans MS" panose="030F0702030302020204" pitchFamily="66" charset="0"/>
            </a:endParaRPr>
          </a:p>
          <a:p>
            <a:pPr lvl="1">
              <a:lnSpc>
                <a:spcPct val="100000"/>
              </a:lnSpc>
              <a:spcBef>
                <a:spcPts val="474"/>
              </a:spcBef>
              <a:buClr>
                <a:srgbClr val="F9B639"/>
              </a:buClr>
              <a:buSzPct val="80000"/>
              <a:buNone/>
            </a:pPr>
            <a:endParaRPr lang="es-ES" altLang="en-US" sz="2179" b="1" dirty="0">
              <a:solidFill>
                <a:srgbClr val="4D4D4D"/>
              </a:solidFill>
              <a:latin typeface="Comic Sans MS" panose="030F0702030302020204" pitchFamily="66" charset="0"/>
            </a:endParaRPr>
          </a:p>
        </p:txBody>
      </p:sp>
      <p:sp>
        <p:nvSpPr>
          <p:cNvPr id="47109" name="Freeform 8">
            <a:extLst>
              <a:ext uri="{FF2B5EF4-FFF2-40B4-BE49-F238E27FC236}">
                <a16:creationId xmlns:a16="http://schemas.microsoft.com/office/drawing/2014/main" id="{B0E15109-F192-4859-A1AB-A216963A6E8C}"/>
              </a:ext>
            </a:extLst>
          </p:cNvPr>
          <p:cNvSpPr>
            <a:spLocks/>
          </p:cNvSpPr>
          <p:nvPr/>
        </p:nvSpPr>
        <p:spPr bwMode="auto">
          <a:xfrm>
            <a:off x="5686927" y="3701215"/>
            <a:ext cx="136860" cy="750469"/>
          </a:xfrm>
          <a:custGeom>
            <a:avLst/>
            <a:gdLst>
              <a:gd name="T0" fmla="*/ 2147483646 w 181"/>
              <a:gd name="T1" fmla="*/ 2147483646 h 574"/>
              <a:gd name="T2" fmla="*/ 2147483646 w 181"/>
              <a:gd name="T3" fmla="*/ 2147483646 h 574"/>
              <a:gd name="T4" fmla="*/ 2147483646 w 181"/>
              <a:gd name="T5" fmla="*/ 2147483646 h 574"/>
              <a:gd name="T6" fmla="*/ 2147483646 w 181"/>
              <a:gd name="T7" fmla="*/ 2147483646 h 574"/>
              <a:gd name="T8" fmla="*/ 0 w 181"/>
              <a:gd name="T9" fmla="*/ 2147483646 h 574"/>
              <a:gd name="T10" fmla="*/ 0 60000 65536"/>
              <a:gd name="T11" fmla="*/ 0 60000 65536"/>
              <a:gd name="T12" fmla="*/ 0 60000 65536"/>
              <a:gd name="T13" fmla="*/ 0 60000 65536"/>
              <a:gd name="T14" fmla="*/ 0 60000 65536"/>
              <a:gd name="T15" fmla="*/ 0 w 181"/>
              <a:gd name="T16" fmla="*/ 0 h 574"/>
              <a:gd name="T17" fmla="*/ 181 w 181"/>
              <a:gd name="T18" fmla="*/ 574 h 574"/>
            </a:gdLst>
            <a:ahLst/>
            <a:cxnLst>
              <a:cxn ang="T10">
                <a:pos x="T0" y="T1"/>
              </a:cxn>
              <a:cxn ang="T11">
                <a:pos x="T2" y="T3"/>
              </a:cxn>
              <a:cxn ang="T12">
                <a:pos x="T4" y="T5"/>
              </a:cxn>
              <a:cxn ang="T13">
                <a:pos x="T6" y="T7"/>
              </a:cxn>
              <a:cxn ang="T14">
                <a:pos x="T8" y="T9"/>
              </a:cxn>
            </a:cxnLst>
            <a:rect l="T15" t="T16" r="T17" b="T18"/>
            <a:pathLst>
              <a:path w="181" h="574">
                <a:moveTo>
                  <a:pt x="181" y="30"/>
                </a:moveTo>
                <a:cubicBezTo>
                  <a:pt x="113" y="15"/>
                  <a:pt x="45" y="0"/>
                  <a:pt x="45" y="75"/>
                </a:cubicBezTo>
                <a:cubicBezTo>
                  <a:pt x="45" y="150"/>
                  <a:pt x="181" y="400"/>
                  <a:pt x="181" y="483"/>
                </a:cubicBezTo>
                <a:cubicBezTo>
                  <a:pt x="181" y="566"/>
                  <a:pt x="75" y="574"/>
                  <a:pt x="45" y="574"/>
                </a:cubicBezTo>
                <a:cubicBezTo>
                  <a:pt x="15" y="574"/>
                  <a:pt x="7" y="528"/>
                  <a:pt x="0" y="483"/>
                </a:cubicBezTo>
              </a:path>
            </a:pathLst>
          </a:custGeom>
          <a:noFill/>
          <a:ln w="9525">
            <a:solidFill>
              <a:srgbClr val="5F5F5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sz="1705"/>
          </a:p>
        </p:txBody>
      </p:sp>
      <p:sp>
        <p:nvSpPr>
          <p:cNvPr id="47110" name="Freeform 8">
            <a:extLst>
              <a:ext uri="{FF2B5EF4-FFF2-40B4-BE49-F238E27FC236}">
                <a16:creationId xmlns:a16="http://schemas.microsoft.com/office/drawing/2014/main" id="{9C33D68A-EA82-43B7-83F0-1A8B0686C7E2}"/>
              </a:ext>
            </a:extLst>
          </p:cNvPr>
          <p:cNvSpPr>
            <a:spLocks/>
          </p:cNvSpPr>
          <p:nvPr/>
        </p:nvSpPr>
        <p:spPr bwMode="auto">
          <a:xfrm>
            <a:off x="7051007" y="3701215"/>
            <a:ext cx="136859" cy="750469"/>
          </a:xfrm>
          <a:custGeom>
            <a:avLst/>
            <a:gdLst>
              <a:gd name="T0" fmla="*/ 2147483646 w 181"/>
              <a:gd name="T1" fmla="*/ 2147483646 h 574"/>
              <a:gd name="T2" fmla="*/ 2147483646 w 181"/>
              <a:gd name="T3" fmla="*/ 2147483646 h 574"/>
              <a:gd name="T4" fmla="*/ 2147483646 w 181"/>
              <a:gd name="T5" fmla="*/ 2147483646 h 574"/>
              <a:gd name="T6" fmla="*/ 2147483646 w 181"/>
              <a:gd name="T7" fmla="*/ 2147483646 h 574"/>
              <a:gd name="T8" fmla="*/ 0 w 181"/>
              <a:gd name="T9" fmla="*/ 2147483646 h 574"/>
              <a:gd name="T10" fmla="*/ 0 60000 65536"/>
              <a:gd name="T11" fmla="*/ 0 60000 65536"/>
              <a:gd name="T12" fmla="*/ 0 60000 65536"/>
              <a:gd name="T13" fmla="*/ 0 60000 65536"/>
              <a:gd name="T14" fmla="*/ 0 60000 65536"/>
              <a:gd name="T15" fmla="*/ 0 w 181"/>
              <a:gd name="T16" fmla="*/ 0 h 574"/>
              <a:gd name="T17" fmla="*/ 181 w 181"/>
              <a:gd name="T18" fmla="*/ 574 h 574"/>
            </a:gdLst>
            <a:ahLst/>
            <a:cxnLst>
              <a:cxn ang="T10">
                <a:pos x="T0" y="T1"/>
              </a:cxn>
              <a:cxn ang="T11">
                <a:pos x="T2" y="T3"/>
              </a:cxn>
              <a:cxn ang="T12">
                <a:pos x="T4" y="T5"/>
              </a:cxn>
              <a:cxn ang="T13">
                <a:pos x="T6" y="T7"/>
              </a:cxn>
              <a:cxn ang="T14">
                <a:pos x="T8" y="T9"/>
              </a:cxn>
            </a:cxnLst>
            <a:rect l="T15" t="T16" r="T17" b="T18"/>
            <a:pathLst>
              <a:path w="181" h="574">
                <a:moveTo>
                  <a:pt x="181" y="30"/>
                </a:moveTo>
                <a:cubicBezTo>
                  <a:pt x="113" y="15"/>
                  <a:pt x="45" y="0"/>
                  <a:pt x="45" y="75"/>
                </a:cubicBezTo>
                <a:cubicBezTo>
                  <a:pt x="45" y="150"/>
                  <a:pt x="181" y="400"/>
                  <a:pt x="181" y="483"/>
                </a:cubicBezTo>
                <a:cubicBezTo>
                  <a:pt x="181" y="566"/>
                  <a:pt x="75" y="574"/>
                  <a:pt x="45" y="574"/>
                </a:cubicBezTo>
                <a:cubicBezTo>
                  <a:pt x="15" y="574"/>
                  <a:pt x="7" y="528"/>
                  <a:pt x="0" y="483"/>
                </a:cubicBezTo>
              </a:path>
            </a:pathLst>
          </a:custGeom>
          <a:noFill/>
          <a:ln w="9525">
            <a:solidFill>
              <a:srgbClr val="5F5F5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sz="1705"/>
          </a:p>
        </p:txBody>
      </p:sp>
      <p:sp>
        <p:nvSpPr>
          <p:cNvPr id="47111" name="Oval 7">
            <a:extLst>
              <a:ext uri="{FF2B5EF4-FFF2-40B4-BE49-F238E27FC236}">
                <a16:creationId xmlns:a16="http://schemas.microsoft.com/office/drawing/2014/main" id="{21C7558F-DDE3-4DC0-BB37-904FF933009D}"/>
              </a:ext>
            </a:extLst>
          </p:cNvPr>
          <p:cNvSpPr>
            <a:spLocks noChangeArrowheads="1"/>
          </p:cNvSpPr>
          <p:nvPr/>
        </p:nvSpPr>
        <p:spPr bwMode="auto">
          <a:xfrm>
            <a:off x="6165182" y="4044116"/>
            <a:ext cx="67678" cy="67677"/>
          </a:xfrm>
          <a:prstGeom prst="ellipse">
            <a:avLst/>
          </a:prstGeom>
          <a:solidFill>
            <a:srgbClr val="808080"/>
          </a:solidFill>
          <a:ln w="9525">
            <a:solidFill>
              <a:schemeClr val="tx1"/>
            </a:solidFill>
            <a:round/>
            <a:headEnd/>
            <a:tailEnd/>
          </a:ln>
        </p:spPr>
        <p:txBody>
          <a:bodyPr wrap="none" anchor="ctr"/>
          <a:lstStyle>
            <a:lvl1pPr>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742950" indent="-28575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eaLnBrk="1" hangingPunct="1">
              <a:lnSpc>
                <a:spcPct val="100000"/>
              </a:lnSpc>
              <a:spcBef>
                <a:spcPct val="0"/>
              </a:spcBef>
              <a:buClrTx/>
              <a:buSzTx/>
              <a:buFontTx/>
              <a:buNone/>
            </a:pPr>
            <a:endParaRPr lang="es-MX" altLang="en-US" sz="2274">
              <a:solidFill>
                <a:schemeClr val="tx1"/>
              </a:solidFill>
              <a:latin typeface="Arial" panose="020B0604020202020204" pitchFamily="34" charset="0"/>
            </a:endParaRPr>
          </a:p>
        </p:txBody>
      </p:sp>
      <p:sp>
        <p:nvSpPr>
          <p:cNvPr id="47112" name="Oval 7">
            <a:extLst>
              <a:ext uri="{FF2B5EF4-FFF2-40B4-BE49-F238E27FC236}">
                <a16:creationId xmlns:a16="http://schemas.microsoft.com/office/drawing/2014/main" id="{64206469-7BFA-43F4-BA70-B0D105928B79}"/>
              </a:ext>
            </a:extLst>
          </p:cNvPr>
          <p:cNvSpPr>
            <a:spLocks noChangeArrowheads="1"/>
          </p:cNvSpPr>
          <p:nvPr/>
        </p:nvSpPr>
        <p:spPr bwMode="auto">
          <a:xfrm>
            <a:off x="7529263" y="4044116"/>
            <a:ext cx="67677" cy="67677"/>
          </a:xfrm>
          <a:prstGeom prst="ellipse">
            <a:avLst/>
          </a:prstGeom>
          <a:solidFill>
            <a:srgbClr val="808080"/>
          </a:solidFill>
          <a:ln w="9525">
            <a:solidFill>
              <a:schemeClr val="tx1"/>
            </a:solidFill>
            <a:round/>
            <a:headEnd/>
            <a:tailEnd/>
          </a:ln>
        </p:spPr>
        <p:txBody>
          <a:bodyPr wrap="none" anchor="ctr"/>
          <a:lstStyle>
            <a:lvl1pPr>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742950" indent="-28575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eaLnBrk="1" hangingPunct="1">
              <a:lnSpc>
                <a:spcPct val="100000"/>
              </a:lnSpc>
              <a:spcBef>
                <a:spcPct val="0"/>
              </a:spcBef>
              <a:buClrTx/>
              <a:buSzTx/>
              <a:buFontTx/>
              <a:buNone/>
            </a:pPr>
            <a:endParaRPr lang="es-MX" altLang="en-US" sz="2274">
              <a:solidFill>
                <a:schemeClr val="tx1"/>
              </a:solidFill>
              <a:latin typeface="Arial" panose="020B0604020202020204" pitchFamily="34" charset="0"/>
            </a:endParaRPr>
          </a:p>
        </p:txBody>
      </p:sp>
      <p:sp>
        <p:nvSpPr>
          <p:cNvPr id="47113" name="Line 8">
            <a:extLst>
              <a:ext uri="{FF2B5EF4-FFF2-40B4-BE49-F238E27FC236}">
                <a16:creationId xmlns:a16="http://schemas.microsoft.com/office/drawing/2014/main" id="{BC044095-32D8-4293-A30F-DB2C862E6210}"/>
              </a:ext>
            </a:extLst>
          </p:cNvPr>
          <p:cNvSpPr>
            <a:spLocks noChangeShapeType="1"/>
          </p:cNvSpPr>
          <p:nvPr/>
        </p:nvSpPr>
        <p:spPr bwMode="auto">
          <a:xfrm>
            <a:off x="7704054" y="3907255"/>
            <a:ext cx="204537" cy="0"/>
          </a:xfrm>
          <a:prstGeom prst="line">
            <a:avLst/>
          </a:prstGeom>
          <a:noFill/>
          <a:ln w="9525">
            <a:solidFill>
              <a:srgbClr val="5F5F5F"/>
            </a:solidFill>
            <a:round/>
            <a:headEnd/>
            <a:tailEnd type="triangle" w="med" len="med"/>
          </a:ln>
          <a:extLst>
            <a:ext uri="{909E8E84-426E-40DD-AFC4-6F175D3DCCD1}">
              <a14:hiddenFill xmlns:a14="http://schemas.microsoft.com/office/drawing/2010/main">
                <a:noFill/>
              </a14:hiddenFill>
            </a:ext>
          </a:extLst>
        </p:spPr>
        <p:txBody>
          <a:bodyPr/>
          <a:lstStyle/>
          <a:p>
            <a:endParaRPr lang="en-US" sz="1705"/>
          </a:p>
        </p:txBody>
      </p:sp>
      <p:sp>
        <p:nvSpPr>
          <p:cNvPr id="47114" name="Line 8">
            <a:extLst>
              <a:ext uri="{FF2B5EF4-FFF2-40B4-BE49-F238E27FC236}">
                <a16:creationId xmlns:a16="http://schemas.microsoft.com/office/drawing/2014/main" id="{A82F8ACB-2CA2-4C7B-A71C-FCA4C5D86B87}"/>
              </a:ext>
            </a:extLst>
          </p:cNvPr>
          <p:cNvSpPr>
            <a:spLocks noChangeShapeType="1"/>
          </p:cNvSpPr>
          <p:nvPr/>
        </p:nvSpPr>
        <p:spPr bwMode="auto">
          <a:xfrm>
            <a:off x="7255544" y="3907255"/>
            <a:ext cx="204537" cy="0"/>
          </a:xfrm>
          <a:prstGeom prst="line">
            <a:avLst/>
          </a:prstGeom>
          <a:noFill/>
          <a:ln w="9525">
            <a:solidFill>
              <a:srgbClr val="5F5F5F"/>
            </a:solidFill>
            <a:round/>
            <a:headEnd/>
            <a:tailEnd type="triangle" w="med" len="med"/>
          </a:ln>
          <a:extLst>
            <a:ext uri="{909E8E84-426E-40DD-AFC4-6F175D3DCCD1}">
              <a14:hiddenFill xmlns:a14="http://schemas.microsoft.com/office/drawing/2010/main">
                <a:noFill/>
              </a14:hiddenFill>
            </a:ext>
          </a:extLst>
        </p:spPr>
        <p:txBody>
          <a:bodyPr/>
          <a:lstStyle/>
          <a:p>
            <a:endParaRPr lang="en-US" sz="1705"/>
          </a:p>
        </p:txBody>
      </p:sp>
      <p:sp>
        <p:nvSpPr>
          <p:cNvPr id="47115" name="Line 8">
            <a:extLst>
              <a:ext uri="{FF2B5EF4-FFF2-40B4-BE49-F238E27FC236}">
                <a16:creationId xmlns:a16="http://schemas.microsoft.com/office/drawing/2014/main" id="{E74DEDE7-9F18-4897-904C-9351BE4070D6}"/>
              </a:ext>
            </a:extLst>
          </p:cNvPr>
          <p:cNvSpPr>
            <a:spLocks noChangeShapeType="1"/>
          </p:cNvSpPr>
          <p:nvPr/>
        </p:nvSpPr>
        <p:spPr bwMode="auto">
          <a:xfrm>
            <a:off x="6505074" y="3907255"/>
            <a:ext cx="204537" cy="0"/>
          </a:xfrm>
          <a:prstGeom prst="line">
            <a:avLst/>
          </a:prstGeom>
          <a:noFill/>
          <a:ln w="9525">
            <a:solidFill>
              <a:srgbClr val="5F5F5F"/>
            </a:solidFill>
            <a:round/>
            <a:headEnd/>
            <a:tailEnd type="triangle" w="med" len="med"/>
          </a:ln>
          <a:extLst>
            <a:ext uri="{909E8E84-426E-40DD-AFC4-6F175D3DCCD1}">
              <a14:hiddenFill xmlns:a14="http://schemas.microsoft.com/office/drawing/2010/main">
                <a:noFill/>
              </a14:hiddenFill>
            </a:ext>
          </a:extLst>
        </p:spPr>
        <p:txBody>
          <a:bodyPr/>
          <a:lstStyle/>
          <a:p>
            <a:endParaRPr lang="en-US" sz="1705"/>
          </a:p>
        </p:txBody>
      </p:sp>
      <p:sp>
        <p:nvSpPr>
          <p:cNvPr id="47116" name="Line 8">
            <a:extLst>
              <a:ext uri="{FF2B5EF4-FFF2-40B4-BE49-F238E27FC236}">
                <a16:creationId xmlns:a16="http://schemas.microsoft.com/office/drawing/2014/main" id="{7A66347E-5547-4934-9580-06F5CA1003E4}"/>
              </a:ext>
            </a:extLst>
          </p:cNvPr>
          <p:cNvSpPr>
            <a:spLocks noChangeShapeType="1"/>
          </p:cNvSpPr>
          <p:nvPr/>
        </p:nvSpPr>
        <p:spPr bwMode="auto">
          <a:xfrm>
            <a:off x="5891463" y="3907255"/>
            <a:ext cx="204537" cy="0"/>
          </a:xfrm>
          <a:prstGeom prst="line">
            <a:avLst/>
          </a:prstGeom>
          <a:noFill/>
          <a:ln w="9525">
            <a:solidFill>
              <a:srgbClr val="5F5F5F"/>
            </a:solidFill>
            <a:round/>
            <a:headEnd/>
            <a:tailEnd type="triangle" w="med" len="med"/>
          </a:ln>
          <a:extLst>
            <a:ext uri="{909E8E84-426E-40DD-AFC4-6F175D3DCCD1}">
              <a14:hiddenFill xmlns:a14="http://schemas.microsoft.com/office/drawing/2010/main">
                <a:noFill/>
              </a14:hiddenFill>
            </a:ext>
          </a:extLst>
        </p:spPr>
        <p:txBody>
          <a:bodyPr/>
          <a:lstStyle/>
          <a:p>
            <a:endParaRPr lang="en-US" sz="1705"/>
          </a:p>
        </p:txBody>
      </p:sp>
      <p:sp>
        <p:nvSpPr>
          <p:cNvPr id="47117" name="2 Marcador de contenido">
            <a:extLst>
              <a:ext uri="{FF2B5EF4-FFF2-40B4-BE49-F238E27FC236}">
                <a16:creationId xmlns:a16="http://schemas.microsoft.com/office/drawing/2014/main" id="{D8AECFE6-9805-4D1F-9463-D54A687B8CDB}"/>
              </a:ext>
            </a:extLst>
          </p:cNvPr>
          <p:cNvSpPr>
            <a:spLocks/>
          </p:cNvSpPr>
          <p:nvPr/>
        </p:nvSpPr>
        <p:spPr bwMode="auto">
          <a:xfrm>
            <a:off x="5754604" y="3429001"/>
            <a:ext cx="409074" cy="3398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742950" indent="-28575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a:lnSpc>
                <a:spcPct val="100000"/>
              </a:lnSpc>
              <a:spcBef>
                <a:spcPts val="568"/>
              </a:spcBef>
              <a:buClr>
                <a:schemeClr val="tx2"/>
              </a:buClr>
              <a:buSzPct val="73000"/>
              <a:buNone/>
            </a:pPr>
            <a:r>
              <a:rPr lang="es-MX" altLang="en-US" sz="1895" b="1">
                <a:solidFill>
                  <a:srgbClr val="7F7F7F"/>
                </a:solidFill>
                <a:latin typeface="Trebuchet MS" panose="020B0603020202020204" pitchFamily="34" charset="0"/>
              </a:rPr>
              <a:t>+</a:t>
            </a:r>
            <a:endParaRPr lang="es-MX" altLang="en-US" sz="1895" b="1" baseline="-30000">
              <a:solidFill>
                <a:srgbClr val="7F7F7F"/>
              </a:solidFill>
              <a:latin typeface="AvantGarde" pitchFamily="34" charset="0"/>
              <a:cs typeface="Times New Roman" panose="02020603050405020304" pitchFamily="18" charset="0"/>
            </a:endParaRPr>
          </a:p>
        </p:txBody>
      </p:sp>
      <p:sp>
        <p:nvSpPr>
          <p:cNvPr id="47118" name="2 Marcador de contenido">
            <a:extLst>
              <a:ext uri="{FF2B5EF4-FFF2-40B4-BE49-F238E27FC236}">
                <a16:creationId xmlns:a16="http://schemas.microsoft.com/office/drawing/2014/main" id="{161E60B2-3C55-45D6-A462-D4137D5CE034}"/>
              </a:ext>
            </a:extLst>
          </p:cNvPr>
          <p:cNvSpPr>
            <a:spLocks/>
          </p:cNvSpPr>
          <p:nvPr/>
        </p:nvSpPr>
        <p:spPr bwMode="auto">
          <a:xfrm>
            <a:off x="6778792" y="4247148"/>
            <a:ext cx="409074" cy="3398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742950" indent="-28575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a:lnSpc>
                <a:spcPct val="100000"/>
              </a:lnSpc>
              <a:spcBef>
                <a:spcPts val="568"/>
              </a:spcBef>
              <a:buClr>
                <a:schemeClr val="tx2"/>
              </a:buClr>
              <a:buSzPct val="73000"/>
              <a:buNone/>
            </a:pPr>
            <a:r>
              <a:rPr lang="es-MX" altLang="en-US" sz="1895" b="1">
                <a:solidFill>
                  <a:srgbClr val="7F7F7F"/>
                </a:solidFill>
                <a:latin typeface="Trebuchet MS" panose="020B0603020202020204" pitchFamily="34" charset="0"/>
              </a:rPr>
              <a:t>+</a:t>
            </a:r>
            <a:endParaRPr lang="es-MX" altLang="en-US" sz="1895" b="1" baseline="-30000">
              <a:solidFill>
                <a:srgbClr val="7F7F7F"/>
              </a:solidFill>
              <a:latin typeface="AvantGarde" pitchFamily="34" charset="0"/>
              <a:cs typeface="Times New Roman" panose="02020603050405020304" pitchFamily="18" charset="0"/>
            </a:endParaRPr>
          </a:p>
        </p:txBody>
      </p:sp>
      <p:sp>
        <p:nvSpPr>
          <p:cNvPr id="47119" name="2 Marcador de contenido">
            <a:extLst>
              <a:ext uri="{FF2B5EF4-FFF2-40B4-BE49-F238E27FC236}">
                <a16:creationId xmlns:a16="http://schemas.microsoft.com/office/drawing/2014/main" id="{F05F6AF1-4AFC-49C6-933D-F6BB5CFFBFFA}"/>
              </a:ext>
            </a:extLst>
          </p:cNvPr>
          <p:cNvSpPr>
            <a:spLocks/>
          </p:cNvSpPr>
          <p:nvPr/>
        </p:nvSpPr>
        <p:spPr bwMode="auto">
          <a:xfrm>
            <a:off x="7120188" y="3429001"/>
            <a:ext cx="409074" cy="3398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742950" indent="-28575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a:lnSpc>
                <a:spcPct val="100000"/>
              </a:lnSpc>
              <a:spcBef>
                <a:spcPts val="568"/>
              </a:spcBef>
              <a:buClr>
                <a:schemeClr val="tx2"/>
              </a:buClr>
              <a:buSzPct val="73000"/>
              <a:buNone/>
            </a:pPr>
            <a:r>
              <a:rPr lang="es-MX" altLang="en-US" sz="1895" b="1">
                <a:solidFill>
                  <a:srgbClr val="7F7F7F"/>
                </a:solidFill>
                <a:latin typeface="Trebuchet MS" panose="020B0603020202020204" pitchFamily="34" charset="0"/>
              </a:rPr>
              <a:t>-</a:t>
            </a:r>
            <a:endParaRPr lang="es-MX" altLang="en-US" sz="1895" b="1" baseline="-30000">
              <a:solidFill>
                <a:srgbClr val="7F7F7F"/>
              </a:solidFill>
              <a:latin typeface="AvantGarde" pitchFamily="34" charset="0"/>
              <a:cs typeface="Times New Roman" panose="02020603050405020304" pitchFamily="18" charset="0"/>
            </a:endParaRPr>
          </a:p>
        </p:txBody>
      </p:sp>
      <p:sp>
        <p:nvSpPr>
          <p:cNvPr id="47120" name="2 Marcador de contenido">
            <a:extLst>
              <a:ext uri="{FF2B5EF4-FFF2-40B4-BE49-F238E27FC236}">
                <a16:creationId xmlns:a16="http://schemas.microsoft.com/office/drawing/2014/main" id="{BDBC2A93-5721-437F-9DDE-DE4150918CA7}"/>
              </a:ext>
            </a:extLst>
          </p:cNvPr>
          <p:cNvSpPr>
            <a:spLocks/>
          </p:cNvSpPr>
          <p:nvPr/>
        </p:nvSpPr>
        <p:spPr bwMode="auto">
          <a:xfrm>
            <a:off x="5414712" y="4179471"/>
            <a:ext cx="409074" cy="3398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742950" indent="-28575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a:lnSpc>
                <a:spcPct val="100000"/>
              </a:lnSpc>
              <a:spcBef>
                <a:spcPts val="568"/>
              </a:spcBef>
              <a:buClr>
                <a:schemeClr val="tx2"/>
              </a:buClr>
              <a:buSzPct val="73000"/>
              <a:buNone/>
            </a:pPr>
            <a:r>
              <a:rPr lang="es-MX" altLang="en-US" sz="1895" b="1">
                <a:solidFill>
                  <a:srgbClr val="7F7F7F"/>
                </a:solidFill>
                <a:latin typeface="Trebuchet MS" panose="020B0603020202020204" pitchFamily="34" charset="0"/>
              </a:rPr>
              <a:t>-</a:t>
            </a:r>
            <a:endParaRPr lang="es-MX" altLang="en-US" sz="1895" b="1" baseline="-30000">
              <a:solidFill>
                <a:srgbClr val="7F7F7F"/>
              </a:solidFill>
              <a:latin typeface="AvantGarde" pitchFamily="34" charset="0"/>
              <a:cs typeface="Times New Roman" panose="02020603050405020304"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F1EF1E80-3E01-4000-99C2-BF1FF4E353CD}"/>
              </a:ext>
            </a:extLst>
          </p:cNvPr>
          <p:cNvSpPr>
            <a:spLocks/>
          </p:cNvSpPr>
          <p:nvPr/>
        </p:nvSpPr>
        <p:spPr bwMode="auto">
          <a:xfrm>
            <a:off x="3467100" y="484271"/>
            <a:ext cx="4471236" cy="693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3314" tIns="0" rIns="43314" bIns="0" anchor="b"/>
          <a:lstStyle>
            <a:lvl1pPr>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742950" indent="-28575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algn="ctr" eaLnBrk="1" hangingPunct="1">
              <a:lnSpc>
                <a:spcPct val="100000"/>
              </a:lnSpc>
              <a:spcBef>
                <a:spcPct val="0"/>
              </a:spcBef>
              <a:buClrTx/>
              <a:buSzTx/>
              <a:buFontTx/>
              <a:buNone/>
            </a:pPr>
            <a:r>
              <a:rPr lang="es-MX" altLang="en-US" sz="3600" b="1">
                <a:solidFill>
                  <a:srgbClr val="990033"/>
                </a:solidFill>
                <a:latin typeface="Trebuchet MS" panose="020B0603020202020204" pitchFamily="34" charset="0"/>
              </a:rPr>
              <a:t>CAPACITANCIA</a:t>
            </a:r>
            <a:endParaRPr lang="es-ES" altLang="en-US" sz="3600" b="1">
              <a:solidFill>
                <a:srgbClr val="990033"/>
              </a:solidFill>
              <a:latin typeface="Trebuchet MS" panose="020B0603020202020204" pitchFamily="34" charset="0"/>
            </a:endParaRPr>
          </a:p>
        </p:txBody>
      </p:sp>
      <p:sp>
        <p:nvSpPr>
          <p:cNvPr id="48131" name="2 Marcador de contenido">
            <a:extLst>
              <a:ext uri="{FF2B5EF4-FFF2-40B4-BE49-F238E27FC236}">
                <a16:creationId xmlns:a16="http://schemas.microsoft.com/office/drawing/2014/main" id="{F2BC18F3-F74A-4322-9D53-D363A109EE3C}"/>
              </a:ext>
            </a:extLst>
          </p:cNvPr>
          <p:cNvSpPr txBox="1">
            <a:spLocks/>
          </p:cNvSpPr>
          <p:nvPr/>
        </p:nvSpPr>
        <p:spPr bwMode="auto">
          <a:xfrm>
            <a:off x="2594811" y="1314450"/>
            <a:ext cx="7572375" cy="32966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730250" indent="-27305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a:lnSpc>
                <a:spcPct val="100000"/>
              </a:lnSpc>
              <a:spcBef>
                <a:spcPts val="568"/>
              </a:spcBef>
              <a:buClr>
                <a:schemeClr val="tx2"/>
              </a:buClr>
              <a:buSzPct val="73000"/>
              <a:buFont typeface="Arial" panose="020B0604020202020204" pitchFamily="34" charset="0"/>
              <a:buChar char="•"/>
            </a:pPr>
            <a:r>
              <a:rPr lang="es-ES" altLang="en-US" sz="2463" b="1">
                <a:latin typeface="Trebuchet MS" panose="020B0603020202020204" pitchFamily="34" charset="0"/>
              </a:rPr>
              <a:t>Capacitor de placas paralelas:</a:t>
            </a:r>
          </a:p>
          <a:p>
            <a:pPr lvl="1">
              <a:lnSpc>
                <a:spcPct val="100000"/>
              </a:lnSpc>
              <a:spcBef>
                <a:spcPts val="568"/>
              </a:spcBef>
              <a:buClr>
                <a:schemeClr val="tx2"/>
              </a:buClr>
              <a:buSzPct val="73000"/>
              <a:buNone/>
            </a:pPr>
            <a:r>
              <a:rPr lang="es-ES" altLang="en-US" sz="2274">
                <a:solidFill>
                  <a:schemeClr val="tx1"/>
                </a:solidFill>
                <a:latin typeface="Arial" panose="020B0604020202020204" pitchFamily="34" charset="0"/>
              </a:rPr>
              <a:t>con d &lt;&lt; L y </a:t>
            </a:r>
            <a:r>
              <a:rPr lang="es-ES" altLang="en-US" sz="2274">
                <a:solidFill>
                  <a:schemeClr val="tx1"/>
                </a:solidFill>
                <a:latin typeface="Comic Sans MS" panose="030F0702030302020204" pitchFamily="66" charset="0"/>
              </a:rPr>
              <a:t>E</a:t>
            </a:r>
            <a:r>
              <a:rPr lang="es-ES" altLang="en-US" sz="2274">
                <a:solidFill>
                  <a:schemeClr val="tx1"/>
                </a:solidFill>
                <a:latin typeface="Arial" panose="020B0604020202020204" pitchFamily="34" charset="0"/>
              </a:rPr>
              <a:t> uniforme</a:t>
            </a:r>
          </a:p>
          <a:p>
            <a:pPr>
              <a:lnSpc>
                <a:spcPct val="100000"/>
              </a:lnSpc>
              <a:spcBef>
                <a:spcPts val="568"/>
              </a:spcBef>
              <a:buClr>
                <a:schemeClr val="tx2"/>
              </a:buClr>
              <a:buSzPct val="73000"/>
              <a:buFont typeface="Arial" panose="020B0604020202020204" pitchFamily="34" charset="0"/>
              <a:buChar char="•"/>
            </a:pPr>
            <a:endParaRPr lang="es-ES" altLang="en-US" sz="2274">
              <a:solidFill>
                <a:schemeClr val="tx1"/>
              </a:solidFill>
              <a:latin typeface="Arial" panose="020B0604020202020204" pitchFamily="34" charset="0"/>
            </a:endParaRPr>
          </a:p>
          <a:p>
            <a:pPr lvl="1">
              <a:lnSpc>
                <a:spcPct val="100000"/>
              </a:lnSpc>
              <a:spcBef>
                <a:spcPts val="474"/>
              </a:spcBef>
              <a:buClr>
                <a:srgbClr val="F9B639"/>
              </a:buClr>
              <a:buSzPct val="80000"/>
              <a:buNone/>
            </a:pPr>
            <a:endParaRPr lang="es-MX" altLang="en-US" sz="2084">
              <a:solidFill>
                <a:srgbClr val="6C6C6C"/>
              </a:solidFill>
              <a:latin typeface="Trebuchet MS" panose="020B0603020202020204" pitchFamily="34" charset="0"/>
            </a:endParaRPr>
          </a:p>
        </p:txBody>
      </p:sp>
      <p:grpSp>
        <p:nvGrpSpPr>
          <p:cNvPr id="3" name="Group 2">
            <a:extLst>
              <a:ext uri="{FF2B5EF4-FFF2-40B4-BE49-F238E27FC236}">
                <a16:creationId xmlns:a16="http://schemas.microsoft.com/office/drawing/2014/main" id="{507921C2-C28D-4D29-AFFE-2CD146D98B5D}"/>
              </a:ext>
            </a:extLst>
          </p:cNvPr>
          <p:cNvGrpSpPr/>
          <p:nvPr/>
        </p:nvGrpSpPr>
        <p:grpSpPr>
          <a:xfrm>
            <a:off x="535033" y="3357002"/>
            <a:ext cx="5683417" cy="3409450"/>
            <a:chOff x="3279107" y="3019926"/>
            <a:chExt cx="5683417" cy="3409450"/>
          </a:xfrm>
        </p:grpSpPr>
        <p:sp>
          <p:nvSpPr>
            <p:cNvPr id="48132" name="Rectangle 4">
              <a:extLst>
                <a:ext uri="{FF2B5EF4-FFF2-40B4-BE49-F238E27FC236}">
                  <a16:creationId xmlns:a16="http://schemas.microsoft.com/office/drawing/2014/main" id="{55B13490-3C24-4E47-A98D-E7F999C4110F}"/>
                </a:ext>
              </a:extLst>
            </p:cNvPr>
            <p:cNvSpPr>
              <a:spLocks noChangeArrowheads="1"/>
            </p:cNvSpPr>
            <p:nvPr/>
          </p:nvSpPr>
          <p:spPr bwMode="auto">
            <a:xfrm>
              <a:off x="3570873" y="4042610"/>
              <a:ext cx="4161422" cy="409074"/>
            </a:xfrm>
            <a:prstGeom prst="rect">
              <a:avLst/>
            </a:prstGeom>
            <a:solidFill>
              <a:srgbClr val="CC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742950" indent="-28575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eaLnBrk="1" hangingPunct="1">
                <a:lnSpc>
                  <a:spcPct val="100000"/>
                </a:lnSpc>
                <a:spcBef>
                  <a:spcPct val="0"/>
                </a:spcBef>
                <a:buClrTx/>
                <a:buSzTx/>
                <a:buFontTx/>
                <a:buNone/>
              </a:pPr>
              <a:endParaRPr lang="es-MX" altLang="en-US" sz="2274">
                <a:solidFill>
                  <a:schemeClr val="tx1"/>
                </a:solidFill>
                <a:latin typeface="Arial" panose="020B0604020202020204" pitchFamily="34" charset="0"/>
              </a:endParaRPr>
            </a:p>
          </p:txBody>
        </p:sp>
        <p:sp>
          <p:nvSpPr>
            <p:cNvPr id="48133" name="Rectangle 5">
              <a:extLst>
                <a:ext uri="{FF2B5EF4-FFF2-40B4-BE49-F238E27FC236}">
                  <a16:creationId xmlns:a16="http://schemas.microsoft.com/office/drawing/2014/main" id="{57679B3F-2C23-4A0E-B618-A0481A2113DD}"/>
                </a:ext>
              </a:extLst>
            </p:cNvPr>
            <p:cNvSpPr>
              <a:spLocks noChangeArrowheads="1"/>
            </p:cNvSpPr>
            <p:nvPr/>
          </p:nvSpPr>
          <p:spPr bwMode="auto">
            <a:xfrm>
              <a:off x="3570873" y="3019926"/>
              <a:ext cx="4161422" cy="409074"/>
            </a:xfrm>
            <a:prstGeom prst="rect">
              <a:avLst/>
            </a:prstGeom>
            <a:solidFill>
              <a:srgbClr val="CC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742950" indent="-28575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eaLnBrk="1" hangingPunct="1">
                <a:lnSpc>
                  <a:spcPct val="100000"/>
                </a:lnSpc>
                <a:spcBef>
                  <a:spcPct val="0"/>
                </a:spcBef>
                <a:buClrTx/>
                <a:buSzTx/>
                <a:buFontTx/>
                <a:buNone/>
              </a:pPr>
              <a:endParaRPr lang="es-MX" altLang="en-US" sz="2274">
                <a:solidFill>
                  <a:schemeClr val="tx1"/>
                </a:solidFill>
                <a:latin typeface="Arial" panose="020B0604020202020204" pitchFamily="34" charset="0"/>
              </a:endParaRPr>
            </a:p>
          </p:txBody>
        </p:sp>
        <p:sp>
          <p:nvSpPr>
            <p:cNvPr id="48134" name="Text Box 6">
              <a:extLst>
                <a:ext uri="{FF2B5EF4-FFF2-40B4-BE49-F238E27FC236}">
                  <a16:creationId xmlns:a16="http://schemas.microsoft.com/office/drawing/2014/main" id="{96DBEA9A-C4CF-4461-9B7F-036DB65F379D}"/>
                </a:ext>
              </a:extLst>
            </p:cNvPr>
            <p:cNvSpPr txBox="1">
              <a:spLocks noChangeArrowheads="1"/>
            </p:cNvSpPr>
            <p:nvPr/>
          </p:nvSpPr>
          <p:spPr bwMode="auto">
            <a:xfrm>
              <a:off x="3640055" y="3019926"/>
              <a:ext cx="4024563" cy="4423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742950" indent="-28575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eaLnBrk="1" hangingPunct="1">
                <a:lnSpc>
                  <a:spcPct val="100000"/>
                </a:lnSpc>
                <a:spcBef>
                  <a:spcPct val="50000"/>
                </a:spcBef>
                <a:buClrTx/>
                <a:buSzTx/>
                <a:buFontTx/>
                <a:buNone/>
              </a:pPr>
              <a:r>
                <a:rPr lang="es-MX" altLang="en-US" sz="2274">
                  <a:solidFill>
                    <a:schemeClr val="tx2"/>
                  </a:solidFill>
                  <a:latin typeface="Arial" panose="020B0604020202020204" pitchFamily="34" charset="0"/>
                </a:rPr>
                <a:t>+  +  +  +  +  +  +  +  +  +  +  +</a:t>
              </a:r>
            </a:p>
          </p:txBody>
        </p:sp>
        <p:sp>
          <p:nvSpPr>
            <p:cNvPr id="48135" name="Text Box 7">
              <a:extLst>
                <a:ext uri="{FF2B5EF4-FFF2-40B4-BE49-F238E27FC236}">
                  <a16:creationId xmlns:a16="http://schemas.microsoft.com/office/drawing/2014/main" id="{4DB8220B-4BD6-4583-A890-7989E5AF8F69}"/>
                </a:ext>
              </a:extLst>
            </p:cNvPr>
            <p:cNvSpPr txBox="1">
              <a:spLocks noChangeArrowheads="1"/>
            </p:cNvSpPr>
            <p:nvPr/>
          </p:nvSpPr>
          <p:spPr bwMode="auto">
            <a:xfrm>
              <a:off x="3570874" y="3974934"/>
              <a:ext cx="4230603" cy="5005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742950" indent="-28575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eaLnBrk="1" hangingPunct="1">
                <a:lnSpc>
                  <a:spcPct val="100000"/>
                </a:lnSpc>
                <a:spcBef>
                  <a:spcPct val="50000"/>
                </a:spcBef>
                <a:buClrTx/>
                <a:buSzTx/>
                <a:buFontTx/>
                <a:buNone/>
              </a:pPr>
              <a:r>
                <a:rPr lang="es-MX" altLang="en-US" sz="2653">
                  <a:solidFill>
                    <a:schemeClr val="tx2"/>
                  </a:solidFill>
                  <a:latin typeface="Arial" panose="020B0604020202020204" pitchFamily="34" charset="0"/>
                </a:rPr>
                <a:t>-  -  -  -  -  -  -  -  -  -  -  -  -  -</a:t>
              </a:r>
            </a:p>
          </p:txBody>
        </p:sp>
        <p:sp>
          <p:nvSpPr>
            <p:cNvPr id="48136" name="Line 8">
              <a:extLst>
                <a:ext uri="{FF2B5EF4-FFF2-40B4-BE49-F238E27FC236}">
                  <a16:creationId xmlns:a16="http://schemas.microsoft.com/office/drawing/2014/main" id="{B176E818-CCE7-4F24-B10E-52DD31A1F495}"/>
                </a:ext>
              </a:extLst>
            </p:cNvPr>
            <p:cNvSpPr>
              <a:spLocks noChangeShapeType="1"/>
            </p:cNvSpPr>
            <p:nvPr/>
          </p:nvSpPr>
          <p:spPr bwMode="auto">
            <a:xfrm>
              <a:off x="8073691" y="3429000"/>
              <a:ext cx="0" cy="615115"/>
            </a:xfrm>
            <a:prstGeom prst="line">
              <a:avLst/>
            </a:prstGeom>
            <a:noFill/>
            <a:ln w="1905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705"/>
            </a:p>
          </p:txBody>
        </p:sp>
        <p:sp>
          <p:nvSpPr>
            <p:cNvPr id="48137" name="Text Box 9">
              <a:extLst>
                <a:ext uri="{FF2B5EF4-FFF2-40B4-BE49-F238E27FC236}">
                  <a16:creationId xmlns:a16="http://schemas.microsoft.com/office/drawing/2014/main" id="{70A5968E-2EF4-4E51-9903-2E6A9CD55F1C}"/>
                </a:ext>
              </a:extLst>
            </p:cNvPr>
            <p:cNvSpPr txBox="1">
              <a:spLocks noChangeArrowheads="1"/>
            </p:cNvSpPr>
            <p:nvPr/>
          </p:nvSpPr>
          <p:spPr bwMode="auto">
            <a:xfrm>
              <a:off x="8210550" y="3541796"/>
              <a:ext cx="544429" cy="4423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742950" indent="-28575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eaLnBrk="1" hangingPunct="1">
                <a:lnSpc>
                  <a:spcPct val="100000"/>
                </a:lnSpc>
                <a:spcBef>
                  <a:spcPct val="50000"/>
                </a:spcBef>
                <a:buClrTx/>
                <a:buSzTx/>
                <a:buFontTx/>
                <a:buNone/>
              </a:pPr>
              <a:r>
                <a:rPr lang="es-MX" altLang="en-US" sz="2274">
                  <a:solidFill>
                    <a:schemeClr val="tx1"/>
                  </a:solidFill>
                  <a:latin typeface="Arial" panose="020B0604020202020204" pitchFamily="34" charset="0"/>
                </a:rPr>
                <a:t>d</a:t>
              </a:r>
            </a:p>
          </p:txBody>
        </p:sp>
        <p:sp>
          <p:nvSpPr>
            <p:cNvPr id="48138" name="Line 10">
              <a:extLst>
                <a:ext uri="{FF2B5EF4-FFF2-40B4-BE49-F238E27FC236}">
                  <a16:creationId xmlns:a16="http://schemas.microsoft.com/office/drawing/2014/main" id="{0E93EC3A-6A9D-4C11-844D-26DA98425A0B}"/>
                </a:ext>
              </a:extLst>
            </p:cNvPr>
            <p:cNvSpPr>
              <a:spLocks noChangeShapeType="1"/>
            </p:cNvSpPr>
            <p:nvPr/>
          </p:nvSpPr>
          <p:spPr bwMode="auto">
            <a:xfrm>
              <a:off x="3503195" y="4862262"/>
              <a:ext cx="4229100" cy="0"/>
            </a:xfrm>
            <a:prstGeom prst="line">
              <a:avLst/>
            </a:prstGeom>
            <a:noFill/>
            <a:ln w="1905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705"/>
            </a:p>
          </p:txBody>
        </p:sp>
        <p:sp>
          <p:nvSpPr>
            <p:cNvPr id="48139" name="Text Box 11">
              <a:extLst>
                <a:ext uri="{FF2B5EF4-FFF2-40B4-BE49-F238E27FC236}">
                  <a16:creationId xmlns:a16="http://schemas.microsoft.com/office/drawing/2014/main" id="{8AFF907A-CE58-4D6A-BC3B-295F2EFEFB03}"/>
                </a:ext>
              </a:extLst>
            </p:cNvPr>
            <p:cNvSpPr txBox="1">
              <a:spLocks noChangeArrowheads="1"/>
            </p:cNvSpPr>
            <p:nvPr/>
          </p:nvSpPr>
          <p:spPr bwMode="auto">
            <a:xfrm>
              <a:off x="5345531" y="4862262"/>
              <a:ext cx="544429" cy="4423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742950" indent="-28575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eaLnBrk="1" hangingPunct="1">
                <a:lnSpc>
                  <a:spcPct val="100000"/>
                </a:lnSpc>
                <a:spcBef>
                  <a:spcPct val="50000"/>
                </a:spcBef>
                <a:buClrTx/>
                <a:buSzTx/>
                <a:buFontTx/>
                <a:buNone/>
              </a:pPr>
              <a:r>
                <a:rPr lang="es-MX" altLang="en-US" sz="2274">
                  <a:solidFill>
                    <a:schemeClr val="tx1"/>
                  </a:solidFill>
                  <a:latin typeface="Arial" panose="020B0604020202020204" pitchFamily="34" charset="0"/>
                </a:rPr>
                <a:t>L</a:t>
              </a:r>
            </a:p>
          </p:txBody>
        </p:sp>
        <p:sp>
          <p:nvSpPr>
            <p:cNvPr id="48140" name="Line 12">
              <a:extLst>
                <a:ext uri="{FF2B5EF4-FFF2-40B4-BE49-F238E27FC236}">
                  <a16:creationId xmlns:a16="http://schemas.microsoft.com/office/drawing/2014/main" id="{D340B227-36EA-4C08-87FC-44A40DD0D014}"/>
                </a:ext>
              </a:extLst>
            </p:cNvPr>
            <p:cNvSpPr>
              <a:spLocks noChangeShapeType="1"/>
            </p:cNvSpPr>
            <p:nvPr/>
          </p:nvSpPr>
          <p:spPr bwMode="auto">
            <a:xfrm>
              <a:off x="3707732" y="3565859"/>
              <a:ext cx="0" cy="341396"/>
            </a:xfrm>
            <a:prstGeom prst="line">
              <a:avLst/>
            </a:prstGeom>
            <a:noFill/>
            <a:ln w="19050">
              <a:solidFill>
                <a:srgbClr val="00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705"/>
            </a:p>
          </p:txBody>
        </p:sp>
        <p:sp>
          <p:nvSpPr>
            <p:cNvPr id="48141" name="Line 13">
              <a:extLst>
                <a:ext uri="{FF2B5EF4-FFF2-40B4-BE49-F238E27FC236}">
                  <a16:creationId xmlns:a16="http://schemas.microsoft.com/office/drawing/2014/main" id="{5FB5CC68-7475-466A-A7C7-1586E8A8AF18}"/>
                </a:ext>
              </a:extLst>
            </p:cNvPr>
            <p:cNvSpPr>
              <a:spLocks noChangeShapeType="1"/>
            </p:cNvSpPr>
            <p:nvPr/>
          </p:nvSpPr>
          <p:spPr bwMode="auto">
            <a:xfrm>
              <a:off x="3979947" y="3565859"/>
              <a:ext cx="0" cy="341396"/>
            </a:xfrm>
            <a:prstGeom prst="line">
              <a:avLst/>
            </a:prstGeom>
            <a:noFill/>
            <a:ln w="19050">
              <a:solidFill>
                <a:srgbClr val="00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705"/>
            </a:p>
          </p:txBody>
        </p:sp>
        <p:sp>
          <p:nvSpPr>
            <p:cNvPr id="48142" name="Line 14">
              <a:extLst>
                <a:ext uri="{FF2B5EF4-FFF2-40B4-BE49-F238E27FC236}">
                  <a16:creationId xmlns:a16="http://schemas.microsoft.com/office/drawing/2014/main" id="{A7AB9BCC-DDAF-487F-8B4B-1471DDC67833}"/>
                </a:ext>
              </a:extLst>
            </p:cNvPr>
            <p:cNvSpPr>
              <a:spLocks noChangeShapeType="1"/>
            </p:cNvSpPr>
            <p:nvPr/>
          </p:nvSpPr>
          <p:spPr bwMode="auto">
            <a:xfrm>
              <a:off x="4252161" y="3565859"/>
              <a:ext cx="0" cy="341396"/>
            </a:xfrm>
            <a:prstGeom prst="line">
              <a:avLst/>
            </a:prstGeom>
            <a:noFill/>
            <a:ln w="19050">
              <a:solidFill>
                <a:srgbClr val="00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705"/>
            </a:p>
          </p:txBody>
        </p:sp>
        <p:sp>
          <p:nvSpPr>
            <p:cNvPr id="48143" name="Line 15">
              <a:extLst>
                <a:ext uri="{FF2B5EF4-FFF2-40B4-BE49-F238E27FC236}">
                  <a16:creationId xmlns:a16="http://schemas.microsoft.com/office/drawing/2014/main" id="{E972BE21-9D44-410A-9A20-FBA9038FC8C7}"/>
                </a:ext>
              </a:extLst>
            </p:cNvPr>
            <p:cNvSpPr>
              <a:spLocks noChangeShapeType="1"/>
            </p:cNvSpPr>
            <p:nvPr/>
          </p:nvSpPr>
          <p:spPr bwMode="auto">
            <a:xfrm>
              <a:off x="4525879" y="3565859"/>
              <a:ext cx="0" cy="341396"/>
            </a:xfrm>
            <a:prstGeom prst="line">
              <a:avLst/>
            </a:prstGeom>
            <a:noFill/>
            <a:ln w="19050">
              <a:solidFill>
                <a:srgbClr val="00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705"/>
            </a:p>
          </p:txBody>
        </p:sp>
        <p:sp>
          <p:nvSpPr>
            <p:cNvPr id="48144" name="Line 16">
              <a:extLst>
                <a:ext uri="{FF2B5EF4-FFF2-40B4-BE49-F238E27FC236}">
                  <a16:creationId xmlns:a16="http://schemas.microsoft.com/office/drawing/2014/main" id="{FBE0665B-CDBC-40D1-B2CC-FA1A81451456}"/>
                </a:ext>
              </a:extLst>
            </p:cNvPr>
            <p:cNvSpPr>
              <a:spLocks noChangeShapeType="1"/>
            </p:cNvSpPr>
            <p:nvPr/>
          </p:nvSpPr>
          <p:spPr bwMode="auto">
            <a:xfrm>
              <a:off x="4798094" y="3565859"/>
              <a:ext cx="0" cy="341396"/>
            </a:xfrm>
            <a:prstGeom prst="line">
              <a:avLst/>
            </a:prstGeom>
            <a:noFill/>
            <a:ln w="19050">
              <a:solidFill>
                <a:srgbClr val="00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705"/>
            </a:p>
          </p:txBody>
        </p:sp>
        <p:sp>
          <p:nvSpPr>
            <p:cNvPr id="48145" name="Line 17">
              <a:extLst>
                <a:ext uri="{FF2B5EF4-FFF2-40B4-BE49-F238E27FC236}">
                  <a16:creationId xmlns:a16="http://schemas.microsoft.com/office/drawing/2014/main" id="{E02A9487-7CAC-4332-8E94-4178676955A5}"/>
                </a:ext>
              </a:extLst>
            </p:cNvPr>
            <p:cNvSpPr>
              <a:spLocks noChangeShapeType="1"/>
            </p:cNvSpPr>
            <p:nvPr/>
          </p:nvSpPr>
          <p:spPr bwMode="auto">
            <a:xfrm>
              <a:off x="5071812" y="3565859"/>
              <a:ext cx="0" cy="341396"/>
            </a:xfrm>
            <a:prstGeom prst="line">
              <a:avLst/>
            </a:prstGeom>
            <a:noFill/>
            <a:ln w="19050">
              <a:solidFill>
                <a:srgbClr val="00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705"/>
            </a:p>
          </p:txBody>
        </p:sp>
        <p:sp>
          <p:nvSpPr>
            <p:cNvPr id="48146" name="Line 18">
              <a:extLst>
                <a:ext uri="{FF2B5EF4-FFF2-40B4-BE49-F238E27FC236}">
                  <a16:creationId xmlns:a16="http://schemas.microsoft.com/office/drawing/2014/main" id="{4F29A1AE-AD73-4634-B875-C83D3EB053BD}"/>
                </a:ext>
              </a:extLst>
            </p:cNvPr>
            <p:cNvSpPr>
              <a:spLocks noChangeShapeType="1"/>
            </p:cNvSpPr>
            <p:nvPr/>
          </p:nvSpPr>
          <p:spPr bwMode="auto">
            <a:xfrm>
              <a:off x="5345531" y="3565859"/>
              <a:ext cx="0" cy="341396"/>
            </a:xfrm>
            <a:prstGeom prst="line">
              <a:avLst/>
            </a:prstGeom>
            <a:noFill/>
            <a:ln w="19050">
              <a:solidFill>
                <a:srgbClr val="00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705"/>
            </a:p>
          </p:txBody>
        </p:sp>
        <p:sp>
          <p:nvSpPr>
            <p:cNvPr id="48147" name="Line 19">
              <a:extLst>
                <a:ext uri="{FF2B5EF4-FFF2-40B4-BE49-F238E27FC236}">
                  <a16:creationId xmlns:a16="http://schemas.microsoft.com/office/drawing/2014/main" id="{27BB9141-6BE1-434E-9899-EC17FA563E98}"/>
                </a:ext>
              </a:extLst>
            </p:cNvPr>
            <p:cNvSpPr>
              <a:spLocks noChangeShapeType="1"/>
            </p:cNvSpPr>
            <p:nvPr/>
          </p:nvSpPr>
          <p:spPr bwMode="auto">
            <a:xfrm>
              <a:off x="5617745" y="3565859"/>
              <a:ext cx="0" cy="341396"/>
            </a:xfrm>
            <a:prstGeom prst="line">
              <a:avLst/>
            </a:prstGeom>
            <a:noFill/>
            <a:ln w="19050">
              <a:solidFill>
                <a:srgbClr val="00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705"/>
            </a:p>
          </p:txBody>
        </p:sp>
        <p:sp>
          <p:nvSpPr>
            <p:cNvPr id="48148" name="Line 20">
              <a:extLst>
                <a:ext uri="{FF2B5EF4-FFF2-40B4-BE49-F238E27FC236}">
                  <a16:creationId xmlns:a16="http://schemas.microsoft.com/office/drawing/2014/main" id="{B83F59D3-EEB1-40D2-A489-CFA04929ACB0}"/>
                </a:ext>
              </a:extLst>
            </p:cNvPr>
            <p:cNvSpPr>
              <a:spLocks noChangeShapeType="1"/>
            </p:cNvSpPr>
            <p:nvPr/>
          </p:nvSpPr>
          <p:spPr bwMode="auto">
            <a:xfrm>
              <a:off x="5889960" y="3565859"/>
              <a:ext cx="0" cy="341396"/>
            </a:xfrm>
            <a:prstGeom prst="line">
              <a:avLst/>
            </a:prstGeom>
            <a:noFill/>
            <a:ln w="19050">
              <a:solidFill>
                <a:srgbClr val="00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705"/>
            </a:p>
          </p:txBody>
        </p:sp>
        <p:sp>
          <p:nvSpPr>
            <p:cNvPr id="48149" name="Line 21">
              <a:extLst>
                <a:ext uri="{FF2B5EF4-FFF2-40B4-BE49-F238E27FC236}">
                  <a16:creationId xmlns:a16="http://schemas.microsoft.com/office/drawing/2014/main" id="{83D76895-C652-49CB-B9BE-E59ECC9EF47A}"/>
                </a:ext>
              </a:extLst>
            </p:cNvPr>
            <p:cNvSpPr>
              <a:spLocks noChangeShapeType="1"/>
            </p:cNvSpPr>
            <p:nvPr/>
          </p:nvSpPr>
          <p:spPr bwMode="auto">
            <a:xfrm>
              <a:off x="6163678" y="3565859"/>
              <a:ext cx="0" cy="341396"/>
            </a:xfrm>
            <a:prstGeom prst="line">
              <a:avLst/>
            </a:prstGeom>
            <a:noFill/>
            <a:ln w="19050">
              <a:solidFill>
                <a:srgbClr val="00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705"/>
            </a:p>
          </p:txBody>
        </p:sp>
        <p:sp>
          <p:nvSpPr>
            <p:cNvPr id="48150" name="Line 22">
              <a:extLst>
                <a:ext uri="{FF2B5EF4-FFF2-40B4-BE49-F238E27FC236}">
                  <a16:creationId xmlns:a16="http://schemas.microsoft.com/office/drawing/2014/main" id="{A08D7777-0B7F-4B22-A8C3-D54D052A7B39}"/>
                </a:ext>
              </a:extLst>
            </p:cNvPr>
            <p:cNvSpPr>
              <a:spLocks noChangeShapeType="1"/>
            </p:cNvSpPr>
            <p:nvPr/>
          </p:nvSpPr>
          <p:spPr bwMode="auto">
            <a:xfrm>
              <a:off x="6435892" y="3565859"/>
              <a:ext cx="0" cy="341396"/>
            </a:xfrm>
            <a:prstGeom prst="line">
              <a:avLst/>
            </a:prstGeom>
            <a:noFill/>
            <a:ln w="19050">
              <a:solidFill>
                <a:srgbClr val="00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705"/>
            </a:p>
          </p:txBody>
        </p:sp>
        <p:sp>
          <p:nvSpPr>
            <p:cNvPr id="48151" name="Line 23">
              <a:extLst>
                <a:ext uri="{FF2B5EF4-FFF2-40B4-BE49-F238E27FC236}">
                  <a16:creationId xmlns:a16="http://schemas.microsoft.com/office/drawing/2014/main" id="{8C31D48B-A7D7-47B7-9482-5AF9020D0443}"/>
                </a:ext>
              </a:extLst>
            </p:cNvPr>
            <p:cNvSpPr>
              <a:spLocks noChangeShapeType="1"/>
            </p:cNvSpPr>
            <p:nvPr/>
          </p:nvSpPr>
          <p:spPr bwMode="auto">
            <a:xfrm>
              <a:off x="6709611" y="3565859"/>
              <a:ext cx="0" cy="341396"/>
            </a:xfrm>
            <a:prstGeom prst="line">
              <a:avLst/>
            </a:prstGeom>
            <a:noFill/>
            <a:ln w="19050">
              <a:solidFill>
                <a:srgbClr val="00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705"/>
            </a:p>
          </p:txBody>
        </p:sp>
        <p:sp>
          <p:nvSpPr>
            <p:cNvPr id="48152" name="Line 24">
              <a:extLst>
                <a:ext uri="{FF2B5EF4-FFF2-40B4-BE49-F238E27FC236}">
                  <a16:creationId xmlns:a16="http://schemas.microsoft.com/office/drawing/2014/main" id="{5A7DB4D7-BEDC-497E-A553-ABD02775D41F}"/>
                </a:ext>
              </a:extLst>
            </p:cNvPr>
            <p:cNvSpPr>
              <a:spLocks noChangeShapeType="1"/>
            </p:cNvSpPr>
            <p:nvPr/>
          </p:nvSpPr>
          <p:spPr bwMode="auto">
            <a:xfrm>
              <a:off x="6981825" y="3565859"/>
              <a:ext cx="0" cy="341396"/>
            </a:xfrm>
            <a:prstGeom prst="line">
              <a:avLst/>
            </a:prstGeom>
            <a:noFill/>
            <a:ln w="19050">
              <a:solidFill>
                <a:srgbClr val="00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705"/>
            </a:p>
          </p:txBody>
        </p:sp>
        <p:sp>
          <p:nvSpPr>
            <p:cNvPr id="48153" name="Line 25">
              <a:extLst>
                <a:ext uri="{FF2B5EF4-FFF2-40B4-BE49-F238E27FC236}">
                  <a16:creationId xmlns:a16="http://schemas.microsoft.com/office/drawing/2014/main" id="{7BDB0D5C-BF95-49E4-851B-9E8BF934BB61}"/>
                </a:ext>
              </a:extLst>
            </p:cNvPr>
            <p:cNvSpPr>
              <a:spLocks noChangeShapeType="1"/>
            </p:cNvSpPr>
            <p:nvPr/>
          </p:nvSpPr>
          <p:spPr bwMode="auto">
            <a:xfrm>
              <a:off x="7254039" y="3565859"/>
              <a:ext cx="0" cy="341396"/>
            </a:xfrm>
            <a:prstGeom prst="line">
              <a:avLst/>
            </a:prstGeom>
            <a:noFill/>
            <a:ln w="19050">
              <a:solidFill>
                <a:srgbClr val="00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705"/>
            </a:p>
          </p:txBody>
        </p:sp>
        <p:sp>
          <p:nvSpPr>
            <p:cNvPr id="48154" name="Line 26">
              <a:extLst>
                <a:ext uri="{FF2B5EF4-FFF2-40B4-BE49-F238E27FC236}">
                  <a16:creationId xmlns:a16="http://schemas.microsoft.com/office/drawing/2014/main" id="{8FCDB777-72EB-491D-B5EB-D9499F20932A}"/>
                </a:ext>
              </a:extLst>
            </p:cNvPr>
            <p:cNvSpPr>
              <a:spLocks noChangeShapeType="1"/>
            </p:cNvSpPr>
            <p:nvPr/>
          </p:nvSpPr>
          <p:spPr bwMode="auto">
            <a:xfrm>
              <a:off x="7526254" y="3565859"/>
              <a:ext cx="0" cy="341396"/>
            </a:xfrm>
            <a:prstGeom prst="line">
              <a:avLst/>
            </a:prstGeom>
            <a:noFill/>
            <a:ln w="19050">
              <a:solidFill>
                <a:srgbClr val="00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705"/>
            </a:p>
          </p:txBody>
        </p:sp>
        <p:sp>
          <p:nvSpPr>
            <p:cNvPr id="48155" name="2 Marcador de contenido">
              <a:extLst>
                <a:ext uri="{FF2B5EF4-FFF2-40B4-BE49-F238E27FC236}">
                  <a16:creationId xmlns:a16="http://schemas.microsoft.com/office/drawing/2014/main" id="{BBF1C7C4-C4FB-46E9-862E-8F4C33D63C3A}"/>
                </a:ext>
              </a:extLst>
            </p:cNvPr>
            <p:cNvSpPr>
              <a:spLocks/>
            </p:cNvSpPr>
            <p:nvPr/>
          </p:nvSpPr>
          <p:spPr bwMode="auto">
            <a:xfrm>
              <a:off x="4662739" y="5815765"/>
              <a:ext cx="1143000" cy="6136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742950" indent="-28575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a:lnSpc>
                  <a:spcPct val="100000"/>
                </a:lnSpc>
                <a:spcBef>
                  <a:spcPts val="568"/>
                </a:spcBef>
                <a:buClr>
                  <a:schemeClr val="tx2"/>
                </a:buClr>
                <a:buSzPct val="73000"/>
                <a:buNone/>
              </a:pPr>
              <a:r>
                <a:rPr lang="es-MX" altLang="en-US" sz="2463" b="1">
                  <a:solidFill>
                    <a:srgbClr val="7F7F7F"/>
                  </a:solidFill>
                  <a:latin typeface="Comic Sans MS" panose="030F0702030302020204" pitchFamily="66" charset="0"/>
                </a:rPr>
                <a:t>  2</a:t>
              </a:r>
              <a:r>
                <a:rPr lang="es-MX" altLang="en-US" sz="2463" b="1">
                  <a:solidFill>
                    <a:srgbClr val="7F7F7F"/>
                  </a:solidFill>
                  <a:latin typeface="Symbol" panose="05050102010706020507" pitchFamily="18" charset="2"/>
                </a:rPr>
                <a:t>e</a:t>
              </a:r>
              <a:r>
                <a:rPr lang="es-MX" altLang="en-US" sz="2179" b="1" baseline="-30000">
                  <a:solidFill>
                    <a:srgbClr val="7F7F7F"/>
                  </a:solidFill>
                  <a:latin typeface="Comic Sans MS" panose="030F0702030302020204" pitchFamily="66" charset="0"/>
                  <a:cs typeface="Times New Roman" panose="02020603050405020304" pitchFamily="18" charset="0"/>
                </a:rPr>
                <a:t>0</a:t>
              </a:r>
            </a:p>
          </p:txBody>
        </p:sp>
        <p:sp>
          <p:nvSpPr>
            <p:cNvPr id="48156" name="2 Marcador de contenido">
              <a:extLst>
                <a:ext uri="{FF2B5EF4-FFF2-40B4-BE49-F238E27FC236}">
                  <a16:creationId xmlns:a16="http://schemas.microsoft.com/office/drawing/2014/main" id="{90DF1242-7CBF-4F14-9AC5-94E86E5B3C01}"/>
                </a:ext>
              </a:extLst>
            </p:cNvPr>
            <p:cNvSpPr>
              <a:spLocks/>
            </p:cNvSpPr>
            <p:nvPr/>
          </p:nvSpPr>
          <p:spPr bwMode="auto">
            <a:xfrm>
              <a:off x="4918410" y="5406691"/>
              <a:ext cx="699335" cy="545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742950" indent="-28575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a:lnSpc>
                  <a:spcPct val="100000"/>
                </a:lnSpc>
                <a:spcBef>
                  <a:spcPts val="568"/>
                </a:spcBef>
                <a:buClr>
                  <a:schemeClr val="tx2"/>
                </a:buClr>
                <a:buSzPct val="73000"/>
                <a:buNone/>
              </a:pPr>
              <a:r>
                <a:rPr lang="es-MX" altLang="en-US" sz="2463" b="1">
                  <a:solidFill>
                    <a:srgbClr val="7F7F7F"/>
                  </a:solidFill>
                  <a:latin typeface="Comic Sans MS" panose="030F0702030302020204" pitchFamily="66" charset="0"/>
                </a:rPr>
                <a:t> </a:t>
              </a:r>
              <a:r>
                <a:rPr lang="es-MX" altLang="en-US" sz="2463" b="1">
                  <a:solidFill>
                    <a:srgbClr val="7F7F7F"/>
                  </a:solidFill>
                  <a:latin typeface="Symbol" panose="05050102010706020507" pitchFamily="18" charset="2"/>
                </a:rPr>
                <a:t>s</a:t>
              </a:r>
              <a:r>
                <a:rPr lang="es-MX" altLang="en-US" sz="2274" b="1">
                  <a:solidFill>
                    <a:srgbClr val="7F7F7F"/>
                  </a:solidFill>
                  <a:latin typeface="Comic Sans MS" panose="030F0702030302020204" pitchFamily="66" charset="0"/>
                </a:rPr>
                <a:t> </a:t>
              </a:r>
            </a:p>
          </p:txBody>
        </p:sp>
        <p:cxnSp>
          <p:nvCxnSpPr>
            <p:cNvPr id="5" name="38 Conector recto">
              <a:extLst>
                <a:ext uri="{FF2B5EF4-FFF2-40B4-BE49-F238E27FC236}">
                  <a16:creationId xmlns:a16="http://schemas.microsoft.com/office/drawing/2014/main" id="{A1BFB66B-7ECE-4595-AEEB-783A3D17B285}"/>
                </a:ext>
              </a:extLst>
            </p:cNvPr>
            <p:cNvCxnSpPr/>
            <p:nvPr/>
          </p:nvCxnSpPr>
          <p:spPr bwMode="auto">
            <a:xfrm>
              <a:off x="4936457" y="5817268"/>
              <a:ext cx="681288" cy="0"/>
            </a:xfrm>
            <a:prstGeom prst="line">
              <a:avLst/>
            </a:prstGeom>
          </p:spPr>
          <p:style>
            <a:lnRef idx="1">
              <a:schemeClr val="accent1"/>
            </a:lnRef>
            <a:fillRef idx="0">
              <a:schemeClr val="accent1"/>
            </a:fillRef>
            <a:effectRef idx="0">
              <a:schemeClr val="accent1"/>
            </a:effectRef>
            <a:fontRef idx="minor">
              <a:schemeClr val="tx1"/>
            </a:fontRef>
          </p:style>
        </p:cxnSp>
        <p:sp>
          <p:nvSpPr>
            <p:cNvPr id="48158" name="2 Marcador de contenido">
              <a:extLst>
                <a:ext uri="{FF2B5EF4-FFF2-40B4-BE49-F238E27FC236}">
                  <a16:creationId xmlns:a16="http://schemas.microsoft.com/office/drawing/2014/main" id="{F7C7CDA2-C8DE-47BD-A8EB-723B1045A121}"/>
                </a:ext>
              </a:extLst>
            </p:cNvPr>
            <p:cNvSpPr>
              <a:spLocks/>
            </p:cNvSpPr>
            <p:nvPr/>
          </p:nvSpPr>
          <p:spPr bwMode="auto">
            <a:xfrm>
              <a:off x="3981450" y="5543550"/>
              <a:ext cx="1840832" cy="544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520700" indent="-22860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lvl="1">
                <a:lnSpc>
                  <a:spcPct val="100000"/>
                </a:lnSpc>
                <a:spcBef>
                  <a:spcPts val="474"/>
                </a:spcBef>
                <a:buClr>
                  <a:srgbClr val="F9B639"/>
                </a:buClr>
                <a:buSzPct val="80000"/>
                <a:buNone/>
              </a:pPr>
              <a:r>
                <a:rPr lang="es-MX" altLang="en-US" sz="2274" b="1">
                  <a:solidFill>
                    <a:srgbClr val="4D4D4D"/>
                  </a:solidFill>
                  <a:latin typeface="Comic Sans MS" panose="030F0702030302020204" pitchFamily="66" charset="0"/>
                </a:rPr>
                <a:t>E = </a:t>
              </a:r>
              <a:endParaRPr lang="es-ES" altLang="en-US" sz="2179" b="1">
                <a:solidFill>
                  <a:srgbClr val="4D4D4D"/>
                </a:solidFill>
                <a:latin typeface="Comic Sans MS" panose="030F0702030302020204" pitchFamily="66" charset="0"/>
              </a:endParaRPr>
            </a:p>
            <a:p>
              <a:pPr lvl="1">
                <a:lnSpc>
                  <a:spcPct val="100000"/>
                </a:lnSpc>
                <a:spcBef>
                  <a:spcPts val="474"/>
                </a:spcBef>
                <a:buClr>
                  <a:srgbClr val="F9B639"/>
                </a:buClr>
                <a:buSzPct val="80000"/>
                <a:buNone/>
              </a:pPr>
              <a:endParaRPr lang="es-ES" altLang="en-US" sz="2179" b="1">
                <a:solidFill>
                  <a:srgbClr val="4D4D4D"/>
                </a:solidFill>
                <a:latin typeface="Comic Sans MS" panose="030F0702030302020204" pitchFamily="66" charset="0"/>
              </a:endParaRPr>
            </a:p>
          </p:txBody>
        </p:sp>
        <p:sp>
          <p:nvSpPr>
            <p:cNvPr id="48159" name="2 Marcador de contenido">
              <a:extLst>
                <a:ext uri="{FF2B5EF4-FFF2-40B4-BE49-F238E27FC236}">
                  <a16:creationId xmlns:a16="http://schemas.microsoft.com/office/drawing/2014/main" id="{98F9B470-3C83-4E1F-B578-5BE7AAB4376B}"/>
                </a:ext>
              </a:extLst>
            </p:cNvPr>
            <p:cNvSpPr txBox="1">
              <a:spLocks/>
            </p:cNvSpPr>
            <p:nvPr/>
          </p:nvSpPr>
          <p:spPr bwMode="auto">
            <a:xfrm>
              <a:off x="6437397" y="5543551"/>
              <a:ext cx="2525127" cy="4316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742950" indent="-28575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a:lnSpc>
                  <a:spcPct val="100000"/>
                </a:lnSpc>
                <a:spcBef>
                  <a:spcPts val="568"/>
                </a:spcBef>
                <a:buClr>
                  <a:schemeClr val="tx2"/>
                </a:buClr>
                <a:buSzPct val="73000"/>
                <a:buNone/>
              </a:pPr>
              <a:r>
                <a:rPr lang="es-ES" altLang="en-US" sz="1895" b="1">
                  <a:latin typeface="Trebuchet MS" panose="020B0603020202020204" pitchFamily="34" charset="0"/>
                </a:rPr>
                <a:t>Para cada placa</a:t>
              </a:r>
              <a:endParaRPr lang="es-MX" altLang="en-US" sz="1895" b="1">
                <a:latin typeface="Trebuchet MS" panose="020B0603020202020204" pitchFamily="34" charset="0"/>
              </a:endParaRPr>
            </a:p>
          </p:txBody>
        </p:sp>
        <p:sp>
          <p:nvSpPr>
            <p:cNvPr id="2" name="Arc 1">
              <a:extLst>
                <a:ext uri="{FF2B5EF4-FFF2-40B4-BE49-F238E27FC236}">
                  <a16:creationId xmlns:a16="http://schemas.microsoft.com/office/drawing/2014/main" id="{EE64BC5A-FD48-4BE6-A263-D34B47361F07}"/>
                </a:ext>
              </a:extLst>
            </p:cNvPr>
            <p:cNvSpPr/>
            <p:nvPr/>
          </p:nvSpPr>
          <p:spPr bwMode="auto">
            <a:xfrm>
              <a:off x="7518734" y="3459080"/>
              <a:ext cx="428625" cy="532397"/>
            </a:xfrm>
            <a:prstGeom prst="arc">
              <a:avLst>
                <a:gd name="adj1" fmla="val 16200000"/>
                <a:gd name="adj2" fmla="val 5387261"/>
              </a:avLst>
            </a:prstGeom>
            <a:ln w="28575" cap="flat" cmpd="sng" algn="ctr">
              <a:solidFill>
                <a:srgbClr val="00B05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a:lstStyle/>
            <a:p>
              <a:pPr>
                <a:defRPr/>
              </a:pPr>
              <a:endParaRPr lang="en-US" sz="1705">
                <a:solidFill>
                  <a:schemeClr val="bg1"/>
                </a:solidFill>
              </a:endParaRPr>
            </a:p>
          </p:txBody>
        </p:sp>
        <p:sp>
          <p:nvSpPr>
            <p:cNvPr id="34" name="Arc 33">
              <a:extLst>
                <a:ext uri="{FF2B5EF4-FFF2-40B4-BE49-F238E27FC236}">
                  <a16:creationId xmlns:a16="http://schemas.microsoft.com/office/drawing/2014/main" id="{1C4B7DD3-0092-4E18-9412-8BBC38BA3247}"/>
                </a:ext>
              </a:extLst>
            </p:cNvPr>
            <p:cNvSpPr/>
            <p:nvPr/>
          </p:nvSpPr>
          <p:spPr bwMode="auto">
            <a:xfrm rot="10626945" flipV="1">
              <a:off x="3279107" y="3463591"/>
              <a:ext cx="451184" cy="577516"/>
            </a:xfrm>
            <a:prstGeom prst="arc">
              <a:avLst>
                <a:gd name="adj1" fmla="val 16275039"/>
                <a:gd name="adj2" fmla="val 5589146"/>
              </a:avLst>
            </a:prstGeom>
            <a:ln w="28575" cap="flat" cmpd="sng" algn="ctr">
              <a:solidFill>
                <a:srgbClr val="00B05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a:lstStyle/>
            <a:p>
              <a:pPr>
                <a:defRPr/>
              </a:pPr>
              <a:endParaRPr lang="en-US" sz="1705">
                <a:solidFill>
                  <a:schemeClr val="bg1"/>
                </a:solidFill>
              </a:endParaRPr>
            </a:p>
          </p:txBody>
        </p:sp>
      </p:grpSp>
      <p:pic>
        <p:nvPicPr>
          <p:cNvPr id="35" name="Picture 4">
            <a:extLst>
              <a:ext uri="{FF2B5EF4-FFF2-40B4-BE49-F238E27FC236}">
                <a16:creationId xmlns:a16="http://schemas.microsoft.com/office/drawing/2014/main" id="{FF1E56EA-1DCA-487D-864F-7045B214EBB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6821532" y="2475887"/>
            <a:ext cx="4894273" cy="3296648"/>
          </a:xfrm>
          <a:prstGeom prst="rect">
            <a:avLst/>
          </a:prstGeom>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B51E25BC-4656-4104-A112-CA1450072D32}"/>
              </a:ext>
            </a:extLst>
          </p:cNvPr>
          <p:cNvSpPr>
            <a:spLocks/>
          </p:cNvSpPr>
          <p:nvPr/>
        </p:nvSpPr>
        <p:spPr bwMode="auto">
          <a:xfrm>
            <a:off x="3467100" y="484271"/>
            <a:ext cx="4471236" cy="693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3314" tIns="0" rIns="43314" bIns="0" anchor="b"/>
          <a:lstStyle>
            <a:lvl1pPr>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742950" indent="-28575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algn="ctr" eaLnBrk="1" hangingPunct="1">
              <a:lnSpc>
                <a:spcPct val="100000"/>
              </a:lnSpc>
              <a:spcBef>
                <a:spcPct val="0"/>
              </a:spcBef>
              <a:buClrTx/>
              <a:buSzTx/>
              <a:buFontTx/>
              <a:buNone/>
            </a:pPr>
            <a:r>
              <a:rPr lang="es-MX" altLang="en-US" sz="3600" b="1">
                <a:solidFill>
                  <a:srgbClr val="990033"/>
                </a:solidFill>
                <a:latin typeface="Trebuchet MS" panose="020B0603020202020204" pitchFamily="34" charset="0"/>
              </a:rPr>
              <a:t>CAPACITANCIA</a:t>
            </a:r>
            <a:endParaRPr lang="es-ES" altLang="en-US" sz="3600" b="1">
              <a:solidFill>
                <a:srgbClr val="990033"/>
              </a:solidFill>
              <a:latin typeface="Trebuchet MS" panose="020B0603020202020204" pitchFamily="34" charset="0"/>
            </a:endParaRPr>
          </a:p>
        </p:txBody>
      </p:sp>
      <p:sp>
        <p:nvSpPr>
          <p:cNvPr id="49155" name="2 Marcador de contenido">
            <a:extLst>
              <a:ext uri="{FF2B5EF4-FFF2-40B4-BE49-F238E27FC236}">
                <a16:creationId xmlns:a16="http://schemas.microsoft.com/office/drawing/2014/main" id="{1594CAD0-F3A3-4600-8E78-EB358410318C}"/>
              </a:ext>
            </a:extLst>
          </p:cNvPr>
          <p:cNvSpPr txBox="1">
            <a:spLocks/>
          </p:cNvSpPr>
          <p:nvPr/>
        </p:nvSpPr>
        <p:spPr bwMode="auto">
          <a:xfrm>
            <a:off x="2002256" y="1770147"/>
            <a:ext cx="6958765" cy="11805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730250" indent="-27305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a:lnSpc>
                <a:spcPct val="100000"/>
              </a:lnSpc>
              <a:spcBef>
                <a:spcPts val="568"/>
              </a:spcBef>
              <a:buClr>
                <a:schemeClr val="tx2"/>
              </a:buClr>
              <a:buSzPct val="73000"/>
              <a:buFont typeface="Arial" panose="020B0604020202020204" pitchFamily="34" charset="0"/>
              <a:buChar char="•"/>
            </a:pPr>
            <a:r>
              <a:rPr lang="es-ES" altLang="en-US" sz="2463" b="1">
                <a:latin typeface="Trebuchet MS" panose="020B0603020202020204" pitchFamily="34" charset="0"/>
              </a:rPr>
              <a:t>Capacitor de placas paralelas:</a:t>
            </a:r>
            <a:endParaRPr lang="es-ES" altLang="en-US" sz="2274">
              <a:solidFill>
                <a:schemeClr val="tx1"/>
              </a:solidFill>
              <a:latin typeface="Arial" panose="020B0604020202020204" pitchFamily="34" charset="0"/>
            </a:endParaRPr>
          </a:p>
          <a:p>
            <a:pPr lvl="1">
              <a:lnSpc>
                <a:spcPct val="100000"/>
              </a:lnSpc>
              <a:spcBef>
                <a:spcPts val="474"/>
              </a:spcBef>
              <a:buClr>
                <a:srgbClr val="F9B639"/>
              </a:buClr>
              <a:buSzPct val="80000"/>
              <a:buNone/>
            </a:pPr>
            <a:endParaRPr lang="es-MX" altLang="en-US" sz="2084">
              <a:solidFill>
                <a:srgbClr val="6C6C6C"/>
              </a:solidFill>
              <a:latin typeface="Trebuchet MS" panose="020B0603020202020204" pitchFamily="34" charset="0"/>
            </a:endParaRPr>
          </a:p>
        </p:txBody>
      </p:sp>
      <p:sp>
        <p:nvSpPr>
          <p:cNvPr id="49156" name="2 Marcador de contenido">
            <a:extLst>
              <a:ext uri="{FF2B5EF4-FFF2-40B4-BE49-F238E27FC236}">
                <a16:creationId xmlns:a16="http://schemas.microsoft.com/office/drawing/2014/main" id="{2C8D5F2A-3BE7-4539-A845-F2D72FF03915}"/>
              </a:ext>
            </a:extLst>
          </p:cNvPr>
          <p:cNvSpPr>
            <a:spLocks/>
          </p:cNvSpPr>
          <p:nvPr/>
        </p:nvSpPr>
        <p:spPr bwMode="auto">
          <a:xfrm>
            <a:off x="4458202" y="4793081"/>
            <a:ext cx="819651" cy="545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742950" indent="-28575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a:lnSpc>
                <a:spcPct val="100000"/>
              </a:lnSpc>
              <a:spcBef>
                <a:spcPts val="568"/>
              </a:spcBef>
              <a:buClr>
                <a:schemeClr val="tx2"/>
              </a:buClr>
              <a:buSzPct val="73000"/>
              <a:buNone/>
            </a:pPr>
            <a:r>
              <a:rPr lang="es-MX" altLang="en-US" sz="2463" b="1">
                <a:solidFill>
                  <a:srgbClr val="4D4D4D"/>
                </a:solidFill>
                <a:latin typeface="Comic Sans MS" panose="030F0702030302020204" pitchFamily="66" charset="0"/>
              </a:rPr>
              <a:t>  A</a:t>
            </a:r>
            <a:endParaRPr lang="es-MX" altLang="en-US" sz="2179" b="1" baseline="-30000">
              <a:solidFill>
                <a:srgbClr val="4D4D4D"/>
              </a:solidFill>
              <a:latin typeface="Comic Sans MS" panose="030F0702030302020204" pitchFamily="66" charset="0"/>
              <a:cs typeface="Times New Roman" panose="02020603050405020304" pitchFamily="18" charset="0"/>
            </a:endParaRPr>
          </a:p>
        </p:txBody>
      </p:sp>
      <p:sp>
        <p:nvSpPr>
          <p:cNvPr id="49157" name="2 Marcador de contenido">
            <a:extLst>
              <a:ext uri="{FF2B5EF4-FFF2-40B4-BE49-F238E27FC236}">
                <a16:creationId xmlns:a16="http://schemas.microsoft.com/office/drawing/2014/main" id="{88C8862A-4AC0-4E9F-819D-B03291EB7DF8}"/>
              </a:ext>
            </a:extLst>
          </p:cNvPr>
          <p:cNvSpPr>
            <a:spLocks/>
          </p:cNvSpPr>
          <p:nvPr/>
        </p:nvSpPr>
        <p:spPr bwMode="auto">
          <a:xfrm>
            <a:off x="4578518" y="4451685"/>
            <a:ext cx="699335" cy="545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742950" indent="-28575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a:lnSpc>
                <a:spcPct val="100000"/>
              </a:lnSpc>
              <a:spcBef>
                <a:spcPts val="568"/>
              </a:spcBef>
              <a:buClr>
                <a:schemeClr val="tx2"/>
              </a:buClr>
              <a:buSzPct val="73000"/>
              <a:buNone/>
            </a:pPr>
            <a:r>
              <a:rPr lang="es-MX" altLang="en-US" sz="2463" b="1">
                <a:solidFill>
                  <a:srgbClr val="4D4D4D"/>
                </a:solidFill>
                <a:latin typeface="Comic Sans MS" panose="030F0702030302020204" pitchFamily="66" charset="0"/>
              </a:rPr>
              <a:t> q</a:t>
            </a:r>
            <a:r>
              <a:rPr lang="es-MX" altLang="en-US" sz="2274" b="1">
                <a:solidFill>
                  <a:srgbClr val="4D4D4D"/>
                </a:solidFill>
                <a:latin typeface="Comic Sans MS" panose="030F0702030302020204" pitchFamily="66" charset="0"/>
              </a:rPr>
              <a:t> </a:t>
            </a:r>
          </a:p>
        </p:txBody>
      </p:sp>
      <p:cxnSp>
        <p:nvCxnSpPr>
          <p:cNvPr id="5" name="38 Conector recto">
            <a:extLst>
              <a:ext uri="{FF2B5EF4-FFF2-40B4-BE49-F238E27FC236}">
                <a16:creationId xmlns:a16="http://schemas.microsoft.com/office/drawing/2014/main" id="{45E71736-CD33-42C7-9D4F-FC7E68EAF0A4}"/>
              </a:ext>
            </a:extLst>
          </p:cNvPr>
          <p:cNvCxnSpPr/>
          <p:nvPr/>
        </p:nvCxnSpPr>
        <p:spPr bwMode="auto">
          <a:xfrm>
            <a:off x="4664242" y="4862262"/>
            <a:ext cx="476752" cy="0"/>
          </a:xfrm>
          <a:prstGeom prst="line">
            <a:avLst/>
          </a:prstGeom>
        </p:spPr>
        <p:style>
          <a:lnRef idx="1">
            <a:schemeClr val="accent1"/>
          </a:lnRef>
          <a:fillRef idx="0">
            <a:schemeClr val="accent1"/>
          </a:fillRef>
          <a:effectRef idx="0">
            <a:schemeClr val="accent1"/>
          </a:effectRef>
          <a:fontRef idx="minor">
            <a:schemeClr val="tx1"/>
          </a:fontRef>
        </p:style>
      </p:cxnSp>
      <p:sp>
        <p:nvSpPr>
          <p:cNvPr id="49159" name="2 Marcador de contenido">
            <a:extLst>
              <a:ext uri="{FF2B5EF4-FFF2-40B4-BE49-F238E27FC236}">
                <a16:creationId xmlns:a16="http://schemas.microsoft.com/office/drawing/2014/main" id="{8A09EA04-0EDC-4110-AE29-AF3F1FEC9CCA}"/>
              </a:ext>
            </a:extLst>
          </p:cNvPr>
          <p:cNvSpPr>
            <a:spLocks/>
          </p:cNvSpPr>
          <p:nvPr/>
        </p:nvSpPr>
        <p:spPr bwMode="auto">
          <a:xfrm>
            <a:off x="3709236" y="4588544"/>
            <a:ext cx="1840832" cy="544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520700" indent="-22860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lvl="1">
              <a:lnSpc>
                <a:spcPct val="100000"/>
              </a:lnSpc>
              <a:spcBef>
                <a:spcPts val="474"/>
              </a:spcBef>
              <a:buClr>
                <a:srgbClr val="F9B639"/>
              </a:buClr>
              <a:buSzPct val="80000"/>
              <a:buNone/>
            </a:pPr>
            <a:r>
              <a:rPr lang="es-MX" altLang="en-US" sz="2274" b="1">
                <a:solidFill>
                  <a:srgbClr val="4D4D4D"/>
                </a:solidFill>
                <a:latin typeface="Symbol" panose="05050102010706020507" pitchFamily="18" charset="2"/>
              </a:rPr>
              <a:t>s</a:t>
            </a:r>
            <a:r>
              <a:rPr lang="es-MX" altLang="en-US" sz="2274" b="1">
                <a:solidFill>
                  <a:srgbClr val="4D4D4D"/>
                </a:solidFill>
                <a:latin typeface="Comic Sans MS" panose="030F0702030302020204" pitchFamily="66" charset="0"/>
              </a:rPr>
              <a:t> = </a:t>
            </a:r>
            <a:endParaRPr lang="es-ES" altLang="en-US" sz="2179" b="1">
              <a:solidFill>
                <a:srgbClr val="4D4D4D"/>
              </a:solidFill>
              <a:latin typeface="Comic Sans MS" panose="030F0702030302020204" pitchFamily="66" charset="0"/>
            </a:endParaRPr>
          </a:p>
          <a:p>
            <a:pPr lvl="1">
              <a:lnSpc>
                <a:spcPct val="100000"/>
              </a:lnSpc>
              <a:spcBef>
                <a:spcPts val="474"/>
              </a:spcBef>
              <a:buClr>
                <a:srgbClr val="F9B639"/>
              </a:buClr>
              <a:buSzPct val="80000"/>
              <a:buNone/>
            </a:pPr>
            <a:endParaRPr lang="es-ES" altLang="en-US" sz="2179" b="1">
              <a:solidFill>
                <a:srgbClr val="4D4D4D"/>
              </a:solidFill>
              <a:latin typeface="Comic Sans MS" panose="030F0702030302020204" pitchFamily="66" charset="0"/>
            </a:endParaRPr>
          </a:p>
        </p:txBody>
      </p:sp>
      <p:sp>
        <p:nvSpPr>
          <p:cNvPr id="49160" name="2 Marcador de contenido">
            <a:extLst>
              <a:ext uri="{FF2B5EF4-FFF2-40B4-BE49-F238E27FC236}">
                <a16:creationId xmlns:a16="http://schemas.microsoft.com/office/drawing/2014/main" id="{F3F99B4A-2063-4178-89E5-437E6EEB0E33}"/>
              </a:ext>
            </a:extLst>
          </p:cNvPr>
          <p:cNvSpPr>
            <a:spLocks/>
          </p:cNvSpPr>
          <p:nvPr/>
        </p:nvSpPr>
        <p:spPr bwMode="auto">
          <a:xfrm>
            <a:off x="4185988" y="2541671"/>
            <a:ext cx="2932697" cy="615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520700" indent="-22860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lvl="1">
              <a:lnSpc>
                <a:spcPct val="100000"/>
              </a:lnSpc>
              <a:spcBef>
                <a:spcPts val="474"/>
              </a:spcBef>
              <a:buClr>
                <a:srgbClr val="F9B639"/>
              </a:buClr>
              <a:buSzPct val="80000"/>
              <a:buNone/>
            </a:pPr>
            <a:r>
              <a:rPr lang="es-ES" altLang="en-US" sz="2463" b="1">
                <a:solidFill>
                  <a:srgbClr val="4D4D4D"/>
                </a:solidFill>
                <a:latin typeface="Comic Sans MS" panose="030F0702030302020204" pitchFamily="66" charset="0"/>
              </a:rPr>
              <a:t>E</a:t>
            </a:r>
            <a:r>
              <a:rPr lang="es-MX" altLang="en-US" sz="2463" b="1">
                <a:solidFill>
                  <a:srgbClr val="4D4D4D"/>
                </a:solidFill>
                <a:latin typeface="Comic Sans MS" panose="030F0702030302020204" pitchFamily="66" charset="0"/>
              </a:rPr>
              <a:t> = E</a:t>
            </a:r>
            <a:r>
              <a:rPr lang="es-MX" altLang="en-US" sz="2463" b="1" baseline="-30000">
                <a:solidFill>
                  <a:srgbClr val="4D4D4D"/>
                </a:solidFill>
                <a:latin typeface="Comic Sans MS" panose="030F0702030302020204" pitchFamily="66" charset="0"/>
                <a:cs typeface="Times New Roman" panose="02020603050405020304" pitchFamily="18" charset="0"/>
              </a:rPr>
              <a:t>+ </a:t>
            </a:r>
            <a:r>
              <a:rPr lang="es-MX" altLang="en-US" sz="2463" b="1">
                <a:solidFill>
                  <a:srgbClr val="4D4D4D"/>
                </a:solidFill>
                <a:latin typeface="Comic Sans MS" panose="030F0702030302020204" pitchFamily="66" charset="0"/>
              </a:rPr>
              <a:t>+ E</a:t>
            </a:r>
            <a:r>
              <a:rPr lang="es-MX" altLang="en-US" sz="2463" b="1" baseline="-30000">
                <a:solidFill>
                  <a:srgbClr val="4D4D4D"/>
                </a:solidFill>
                <a:latin typeface="Comic Sans MS" panose="030F0702030302020204" pitchFamily="66" charset="0"/>
                <a:cs typeface="Times New Roman" panose="02020603050405020304" pitchFamily="18" charset="0"/>
              </a:rPr>
              <a:t>-</a:t>
            </a:r>
            <a:r>
              <a:rPr lang="es-MX" altLang="en-US" sz="2463" b="1">
                <a:solidFill>
                  <a:srgbClr val="4D4D4D"/>
                </a:solidFill>
                <a:latin typeface="Comic Sans MS" panose="030F0702030302020204" pitchFamily="66" charset="0"/>
              </a:rPr>
              <a:t>  </a:t>
            </a:r>
            <a:endParaRPr lang="es-ES" altLang="en-US" sz="2463" b="1">
              <a:solidFill>
                <a:srgbClr val="4D4D4D"/>
              </a:solidFill>
              <a:latin typeface="Comic Sans MS" panose="030F0702030302020204" pitchFamily="66" charset="0"/>
            </a:endParaRPr>
          </a:p>
        </p:txBody>
      </p:sp>
      <p:sp>
        <p:nvSpPr>
          <p:cNvPr id="49161" name="2 Marcador de contenido">
            <a:extLst>
              <a:ext uri="{FF2B5EF4-FFF2-40B4-BE49-F238E27FC236}">
                <a16:creationId xmlns:a16="http://schemas.microsoft.com/office/drawing/2014/main" id="{7FDCE868-D7A6-4407-9686-BA360476FAE9}"/>
              </a:ext>
            </a:extLst>
          </p:cNvPr>
          <p:cNvSpPr>
            <a:spLocks/>
          </p:cNvSpPr>
          <p:nvPr/>
        </p:nvSpPr>
        <p:spPr bwMode="auto">
          <a:xfrm>
            <a:off x="6112544" y="3838073"/>
            <a:ext cx="1143000" cy="6136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742950" indent="-28575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a:lnSpc>
                <a:spcPct val="100000"/>
              </a:lnSpc>
              <a:spcBef>
                <a:spcPts val="568"/>
              </a:spcBef>
              <a:buClr>
                <a:schemeClr val="tx2"/>
              </a:buClr>
              <a:buSzPct val="73000"/>
              <a:buNone/>
            </a:pPr>
            <a:r>
              <a:rPr lang="es-MX" altLang="en-US" sz="2463" b="1">
                <a:solidFill>
                  <a:srgbClr val="4D4D4D"/>
                </a:solidFill>
                <a:latin typeface="Comic Sans MS" panose="030F0702030302020204" pitchFamily="66" charset="0"/>
              </a:rPr>
              <a:t>  </a:t>
            </a:r>
            <a:r>
              <a:rPr lang="es-MX" altLang="en-US" sz="2463" b="1">
                <a:solidFill>
                  <a:srgbClr val="4D4D4D"/>
                </a:solidFill>
                <a:latin typeface="Symbol" panose="05050102010706020507" pitchFamily="18" charset="2"/>
              </a:rPr>
              <a:t>e</a:t>
            </a:r>
            <a:r>
              <a:rPr lang="es-MX" altLang="en-US" sz="2179" b="1" baseline="-30000">
                <a:solidFill>
                  <a:srgbClr val="4D4D4D"/>
                </a:solidFill>
                <a:latin typeface="Comic Sans MS" panose="030F0702030302020204" pitchFamily="66" charset="0"/>
                <a:cs typeface="Times New Roman" panose="02020603050405020304" pitchFamily="18" charset="0"/>
              </a:rPr>
              <a:t>0</a:t>
            </a:r>
          </a:p>
        </p:txBody>
      </p:sp>
      <p:sp>
        <p:nvSpPr>
          <p:cNvPr id="49162" name="2 Marcador de contenido">
            <a:extLst>
              <a:ext uri="{FF2B5EF4-FFF2-40B4-BE49-F238E27FC236}">
                <a16:creationId xmlns:a16="http://schemas.microsoft.com/office/drawing/2014/main" id="{1C4B2F6A-15D1-4CA0-96DC-0C102910AEBA}"/>
              </a:ext>
            </a:extLst>
          </p:cNvPr>
          <p:cNvSpPr>
            <a:spLocks/>
          </p:cNvSpPr>
          <p:nvPr/>
        </p:nvSpPr>
        <p:spPr bwMode="auto">
          <a:xfrm>
            <a:off x="6299034" y="3498182"/>
            <a:ext cx="699335" cy="545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742950" indent="-28575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a:lnSpc>
                <a:spcPct val="100000"/>
              </a:lnSpc>
              <a:spcBef>
                <a:spcPts val="568"/>
              </a:spcBef>
              <a:buClr>
                <a:schemeClr val="tx2"/>
              </a:buClr>
              <a:buSzPct val="73000"/>
              <a:buNone/>
            </a:pPr>
            <a:r>
              <a:rPr lang="es-MX" altLang="en-US" sz="2463" b="1">
                <a:solidFill>
                  <a:srgbClr val="4D4D4D"/>
                </a:solidFill>
                <a:latin typeface="Comic Sans MS" panose="030F0702030302020204" pitchFamily="66" charset="0"/>
              </a:rPr>
              <a:t> </a:t>
            </a:r>
            <a:r>
              <a:rPr lang="es-MX" altLang="en-US" sz="2463" b="1">
                <a:solidFill>
                  <a:srgbClr val="4D4D4D"/>
                </a:solidFill>
                <a:latin typeface="Symbol" panose="05050102010706020507" pitchFamily="18" charset="2"/>
              </a:rPr>
              <a:t>s</a:t>
            </a:r>
            <a:r>
              <a:rPr lang="es-MX" altLang="en-US" sz="2274" b="1">
                <a:solidFill>
                  <a:srgbClr val="4D4D4D"/>
                </a:solidFill>
                <a:latin typeface="Comic Sans MS" panose="030F0702030302020204" pitchFamily="66" charset="0"/>
              </a:rPr>
              <a:t> </a:t>
            </a:r>
          </a:p>
        </p:txBody>
      </p:sp>
      <p:cxnSp>
        <p:nvCxnSpPr>
          <p:cNvPr id="2" name="38 Conector recto">
            <a:extLst>
              <a:ext uri="{FF2B5EF4-FFF2-40B4-BE49-F238E27FC236}">
                <a16:creationId xmlns:a16="http://schemas.microsoft.com/office/drawing/2014/main" id="{F7B872FB-0EA6-480C-AC3C-E77203175C89}"/>
              </a:ext>
            </a:extLst>
          </p:cNvPr>
          <p:cNvCxnSpPr/>
          <p:nvPr/>
        </p:nvCxnSpPr>
        <p:spPr bwMode="auto">
          <a:xfrm>
            <a:off x="6384758" y="3907255"/>
            <a:ext cx="409074" cy="1504"/>
          </a:xfrm>
          <a:prstGeom prst="line">
            <a:avLst/>
          </a:prstGeom>
        </p:spPr>
        <p:style>
          <a:lnRef idx="1">
            <a:schemeClr val="accent1"/>
          </a:lnRef>
          <a:fillRef idx="0">
            <a:schemeClr val="accent1"/>
          </a:fillRef>
          <a:effectRef idx="0">
            <a:schemeClr val="accent1"/>
          </a:effectRef>
          <a:fontRef idx="minor">
            <a:schemeClr val="tx1"/>
          </a:fontRef>
        </p:style>
      </p:cxnSp>
      <p:sp>
        <p:nvSpPr>
          <p:cNvPr id="49164" name="2 Marcador de contenido">
            <a:extLst>
              <a:ext uri="{FF2B5EF4-FFF2-40B4-BE49-F238E27FC236}">
                <a16:creationId xmlns:a16="http://schemas.microsoft.com/office/drawing/2014/main" id="{4056EF82-10E7-43E9-B752-3CBF6534DB87}"/>
              </a:ext>
            </a:extLst>
          </p:cNvPr>
          <p:cNvSpPr>
            <a:spLocks/>
          </p:cNvSpPr>
          <p:nvPr/>
        </p:nvSpPr>
        <p:spPr bwMode="auto">
          <a:xfrm>
            <a:off x="3861135" y="3632034"/>
            <a:ext cx="2932697" cy="6151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520700" indent="-22860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lvl="1">
              <a:lnSpc>
                <a:spcPct val="100000"/>
              </a:lnSpc>
              <a:spcBef>
                <a:spcPts val="474"/>
              </a:spcBef>
              <a:buClr>
                <a:srgbClr val="F9B639"/>
              </a:buClr>
              <a:buSzPct val="80000"/>
              <a:buNone/>
            </a:pPr>
            <a:r>
              <a:rPr lang="es-ES" altLang="en-US" sz="2463" b="1">
                <a:solidFill>
                  <a:srgbClr val="4D4D4D"/>
                </a:solidFill>
                <a:latin typeface="Comic Sans MS" panose="030F0702030302020204" pitchFamily="66" charset="0"/>
              </a:rPr>
              <a:t>E</a:t>
            </a:r>
            <a:r>
              <a:rPr lang="es-MX" altLang="en-US" sz="2463" b="1">
                <a:solidFill>
                  <a:srgbClr val="4D4D4D"/>
                </a:solidFill>
                <a:latin typeface="Comic Sans MS" panose="030F0702030302020204" pitchFamily="66" charset="0"/>
              </a:rPr>
              <a:t> = E</a:t>
            </a:r>
            <a:r>
              <a:rPr lang="es-MX" altLang="en-US" sz="2463" b="1" baseline="-30000">
                <a:solidFill>
                  <a:srgbClr val="4D4D4D"/>
                </a:solidFill>
                <a:latin typeface="Comic Sans MS" panose="030F0702030302020204" pitchFamily="66" charset="0"/>
                <a:cs typeface="Times New Roman" panose="02020603050405020304" pitchFamily="18" charset="0"/>
              </a:rPr>
              <a:t>+ </a:t>
            </a:r>
            <a:r>
              <a:rPr lang="es-MX" altLang="en-US" sz="2463" b="1">
                <a:solidFill>
                  <a:srgbClr val="4D4D4D"/>
                </a:solidFill>
                <a:latin typeface="Comic Sans MS" panose="030F0702030302020204" pitchFamily="66" charset="0"/>
              </a:rPr>
              <a:t>+ E</a:t>
            </a:r>
            <a:r>
              <a:rPr lang="es-MX" altLang="en-US" sz="2463" b="1" baseline="-30000">
                <a:solidFill>
                  <a:srgbClr val="4D4D4D"/>
                </a:solidFill>
                <a:latin typeface="Comic Sans MS" panose="030F0702030302020204" pitchFamily="66" charset="0"/>
                <a:cs typeface="Times New Roman" panose="02020603050405020304" pitchFamily="18" charset="0"/>
              </a:rPr>
              <a:t>-</a:t>
            </a:r>
            <a:r>
              <a:rPr lang="es-MX" altLang="en-US" sz="2463" b="1">
                <a:solidFill>
                  <a:srgbClr val="4D4D4D"/>
                </a:solidFill>
                <a:latin typeface="Comic Sans MS" panose="030F0702030302020204" pitchFamily="66" charset="0"/>
              </a:rPr>
              <a:t> =</a:t>
            </a:r>
            <a:endParaRPr lang="es-ES" altLang="en-US" sz="2463" b="1">
              <a:solidFill>
                <a:srgbClr val="4D4D4D"/>
              </a:solidFill>
              <a:latin typeface="Comic Sans MS" panose="030F0702030302020204" pitchFamily="66" charset="0"/>
            </a:endParaRPr>
          </a:p>
        </p:txBody>
      </p:sp>
      <p:sp>
        <p:nvSpPr>
          <p:cNvPr id="49165" name="Line 8">
            <a:extLst>
              <a:ext uri="{FF2B5EF4-FFF2-40B4-BE49-F238E27FC236}">
                <a16:creationId xmlns:a16="http://schemas.microsoft.com/office/drawing/2014/main" id="{7F288510-F350-479E-BD39-DC5B8BC73F05}"/>
              </a:ext>
            </a:extLst>
          </p:cNvPr>
          <p:cNvSpPr>
            <a:spLocks noChangeShapeType="1"/>
          </p:cNvSpPr>
          <p:nvPr/>
        </p:nvSpPr>
        <p:spPr bwMode="auto">
          <a:xfrm>
            <a:off x="4527384" y="2541671"/>
            <a:ext cx="273718" cy="0"/>
          </a:xfrm>
          <a:prstGeom prst="line">
            <a:avLst/>
          </a:prstGeom>
          <a:noFill/>
          <a:ln w="9525">
            <a:solidFill>
              <a:srgbClr val="5F5F5F"/>
            </a:solidFill>
            <a:round/>
            <a:headEnd/>
            <a:tailEnd type="triangle" w="med" len="med"/>
          </a:ln>
          <a:extLst>
            <a:ext uri="{909E8E84-426E-40DD-AFC4-6F175D3DCCD1}">
              <a14:hiddenFill xmlns:a14="http://schemas.microsoft.com/office/drawing/2010/main">
                <a:noFill/>
              </a14:hiddenFill>
            </a:ext>
          </a:extLst>
        </p:spPr>
        <p:txBody>
          <a:bodyPr/>
          <a:lstStyle/>
          <a:p>
            <a:endParaRPr lang="en-US" sz="1705"/>
          </a:p>
        </p:txBody>
      </p:sp>
      <p:sp>
        <p:nvSpPr>
          <p:cNvPr id="49166" name="Line 8">
            <a:extLst>
              <a:ext uri="{FF2B5EF4-FFF2-40B4-BE49-F238E27FC236}">
                <a16:creationId xmlns:a16="http://schemas.microsoft.com/office/drawing/2014/main" id="{8A7198E1-7291-4DBC-8B9F-324298E7167A}"/>
              </a:ext>
            </a:extLst>
          </p:cNvPr>
          <p:cNvSpPr>
            <a:spLocks noChangeShapeType="1"/>
          </p:cNvSpPr>
          <p:nvPr/>
        </p:nvSpPr>
        <p:spPr bwMode="auto">
          <a:xfrm>
            <a:off x="5208672" y="2541671"/>
            <a:ext cx="273718" cy="0"/>
          </a:xfrm>
          <a:prstGeom prst="line">
            <a:avLst/>
          </a:prstGeom>
          <a:noFill/>
          <a:ln w="9525">
            <a:solidFill>
              <a:srgbClr val="5F5F5F"/>
            </a:solidFill>
            <a:round/>
            <a:headEnd/>
            <a:tailEnd type="triangle" w="med" len="med"/>
          </a:ln>
          <a:extLst>
            <a:ext uri="{909E8E84-426E-40DD-AFC4-6F175D3DCCD1}">
              <a14:hiddenFill xmlns:a14="http://schemas.microsoft.com/office/drawing/2010/main">
                <a:noFill/>
              </a14:hiddenFill>
            </a:ext>
          </a:extLst>
        </p:spPr>
        <p:txBody>
          <a:bodyPr/>
          <a:lstStyle/>
          <a:p>
            <a:endParaRPr lang="en-US" sz="1705"/>
          </a:p>
        </p:txBody>
      </p:sp>
      <p:sp>
        <p:nvSpPr>
          <p:cNvPr id="49167" name="Line 8">
            <a:extLst>
              <a:ext uri="{FF2B5EF4-FFF2-40B4-BE49-F238E27FC236}">
                <a16:creationId xmlns:a16="http://schemas.microsoft.com/office/drawing/2014/main" id="{9EC615AE-45A7-445C-A6A6-005C0ED23FC5}"/>
              </a:ext>
            </a:extLst>
          </p:cNvPr>
          <p:cNvSpPr>
            <a:spLocks noChangeShapeType="1"/>
          </p:cNvSpPr>
          <p:nvPr/>
        </p:nvSpPr>
        <p:spPr bwMode="auto">
          <a:xfrm>
            <a:off x="5959142" y="2541671"/>
            <a:ext cx="273718" cy="0"/>
          </a:xfrm>
          <a:prstGeom prst="line">
            <a:avLst/>
          </a:prstGeom>
          <a:noFill/>
          <a:ln w="9525">
            <a:solidFill>
              <a:srgbClr val="5F5F5F"/>
            </a:solidFill>
            <a:round/>
            <a:headEnd/>
            <a:tailEnd type="triangle" w="med" len="med"/>
          </a:ln>
          <a:extLst>
            <a:ext uri="{909E8E84-426E-40DD-AFC4-6F175D3DCCD1}">
              <a14:hiddenFill xmlns:a14="http://schemas.microsoft.com/office/drawing/2010/main">
                <a:noFill/>
              </a14:hiddenFill>
            </a:ext>
          </a:extLst>
        </p:spPr>
        <p:txBody>
          <a:bodyPr/>
          <a:lstStyle/>
          <a:p>
            <a:endParaRPr lang="en-US" sz="1705"/>
          </a:p>
        </p:txBody>
      </p:sp>
      <p:sp>
        <p:nvSpPr>
          <p:cNvPr id="49168" name="2 Marcador de contenido">
            <a:extLst>
              <a:ext uri="{FF2B5EF4-FFF2-40B4-BE49-F238E27FC236}">
                <a16:creationId xmlns:a16="http://schemas.microsoft.com/office/drawing/2014/main" id="{4B489034-8897-47A8-8AE1-7D1D6A5079B3}"/>
              </a:ext>
            </a:extLst>
          </p:cNvPr>
          <p:cNvSpPr txBox="1">
            <a:spLocks/>
          </p:cNvSpPr>
          <p:nvPr/>
        </p:nvSpPr>
        <p:spPr bwMode="auto">
          <a:xfrm>
            <a:off x="2411329" y="4567489"/>
            <a:ext cx="1297907" cy="5323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730250" indent="-27305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a:lnSpc>
                <a:spcPct val="100000"/>
              </a:lnSpc>
              <a:spcBef>
                <a:spcPts val="568"/>
              </a:spcBef>
              <a:buClr>
                <a:schemeClr val="tx2"/>
              </a:buClr>
              <a:buSzPct val="73000"/>
              <a:buNone/>
            </a:pPr>
            <a:r>
              <a:rPr lang="es-ES" altLang="en-US" sz="2463" b="1">
                <a:latin typeface="Trebuchet MS" panose="020B0603020202020204" pitchFamily="34" charset="0"/>
              </a:rPr>
              <a:t>con</a:t>
            </a:r>
            <a:endParaRPr lang="es-ES" altLang="en-US" sz="2274">
              <a:solidFill>
                <a:schemeClr val="tx1"/>
              </a:solidFill>
              <a:latin typeface="Arial" panose="020B0604020202020204" pitchFamily="34" charset="0"/>
            </a:endParaRPr>
          </a:p>
          <a:p>
            <a:pPr lvl="1">
              <a:lnSpc>
                <a:spcPct val="100000"/>
              </a:lnSpc>
              <a:spcBef>
                <a:spcPts val="474"/>
              </a:spcBef>
              <a:buClr>
                <a:srgbClr val="F9B639"/>
              </a:buClr>
              <a:buSzPct val="80000"/>
              <a:buNone/>
            </a:pPr>
            <a:endParaRPr lang="es-MX" altLang="en-US" sz="2084">
              <a:solidFill>
                <a:srgbClr val="6C6C6C"/>
              </a:solidFill>
              <a:latin typeface="Trebuchet MS" panose="020B0603020202020204" pitchFamily="34" charset="0"/>
            </a:endParaRPr>
          </a:p>
        </p:txBody>
      </p:sp>
      <p:sp>
        <p:nvSpPr>
          <p:cNvPr id="49169" name="2 Marcador de contenido">
            <a:extLst>
              <a:ext uri="{FF2B5EF4-FFF2-40B4-BE49-F238E27FC236}">
                <a16:creationId xmlns:a16="http://schemas.microsoft.com/office/drawing/2014/main" id="{D0DFB02F-FD7B-41AC-A285-C82AAFCFEABC}"/>
              </a:ext>
            </a:extLst>
          </p:cNvPr>
          <p:cNvSpPr>
            <a:spLocks/>
          </p:cNvSpPr>
          <p:nvPr/>
        </p:nvSpPr>
        <p:spPr bwMode="auto">
          <a:xfrm>
            <a:off x="3503195" y="5474368"/>
            <a:ext cx="5934576" cy="615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520700" indent="-22860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lvl="1">
              <a:lnSpc>
                <a:spcPct val="100000"/>
              </a:lnSpc>
              <a:spcBef>
                <a:spcPts val="474"/>
              </a:spcBef>
              <a:buClr>
                <a:srgbClr val="F9B639"/>
              </a:buClr>
              <a:buSzPct val="80000"/>
              <a:buNone/>
            </a:pPr>
            <a:r>
              <a:rPr lang="es-ES" altLang="en-US" sz="2463" b="1" dirty="0">
                <a:solidFill>
                  <a:srgbClr val="4D4D4D"/>
                </a:solidFill>
                <a:latin typeface="Symbol" panose="05050102010706020507" pitchFamily="18" charset="2"/>
              </a:rPr>
              <a:t>D</a:t>
            </a:r>
            <a:r>
              <a:rPr lang="es-MX" altLang="en-US" sz="2274" b="1" dirty="0">
                <a:solidFill>
                  <a:srgbClr val="4D4D4D"/>
                </a:solidFill>
                <a:latin typeface="Comic Sans MS" panose="030F0702030302020204" pitchFamily="66" charset="0"/>
              </a:rPr>
              <a:t>V =  E  </a:t>
            </a:r>
            <a:r>
              <a:rPr lang="es-MX" altLang="en-US" sz="2274" b="1" dirty="0" err="1">
                <a:solidFill>
                  <a:srgbClr val="4D4D4D"/>
                </a:solidFill>
                <a:latin typeface="Comic Sans MS" panose="030F0702030302020204" pitchFamily="66" charset="0"/>
              </a:rPr>
              <a:t>dr</a:t>
            </a:r>
            <a:r>
              <a:rPr lang="es-MX" altLang="en-US" sz="2274" b="1" dirty="0">
                <a:solidFill>
                  <a:srgbClr val="4D4D4D"/>
                </a:solidFill>
                <a:latin typeface="Comic Sans MS" panose="030F0702030302020204" pitchFamily="66" charset="0"/>
              </a:rPr>
              <a:t> =       </a:t>
            </a:r>
            <a:r>
              <a:rPr lang="es-MX" altLang="en-US" sz="2274" b="1" dirty="0" err="1">
                <a:solidFill>
                  <a:srgbClr val="4D4D4D"/>
                </a:solidFill>
                <a:latin typeface="Comic Sans MS" panose="030F0702030302020204" pitchFamily="66" charset="0"/>
              </a:rPr>
              <a:t>dr</a:t>
            </a:r>
            <a:r>
              <a:rPr lang="es-MX" altLang="en-US" sz="2274" b="1" dirty="0">
                <a:solidFill>
                  <a:srgbClr val="4D4D4D"/>
                </a:solidFill>
                <a:latin typeface="Comic Sans MS" panose="030F0702030302020204" pitchFamily="66" charset="0"/>
              </a:rPr>
              <a:t> =  </a:t>
            </a:r>
            <a:endParaRPr lang="es-ES" altLang="en-US" sz="2179" b="1" dirty="0">
              <a:solidFill>
                <a:srgbClr val="4D4D4D"/>
              </a:solidFill>
              <a:latin typeface="Comic Sans MS" panose="030F0702030302020204" pitchFamily="66" charset="0"/>
            </a:endParaRPr>
          </a:p>
          <a:p>
            <a:pPr lvl="1">
              <a:lnSpc>
                <a:spcPct val="100000"/>
              </a:lnSpc>
              <a:spcBef>
                <a:spcPts val="474"/>
              </a:spcBef>
              <a:buClr>
                <a:srgbClr val="F9B639"/>
              </a:buClr>
              <a:buSzPct val="80000"/>
              <a:buNone/>
            </a:pPr>
            <a:endParaRPr lang="es-ES" altLang="en-US" sz="2179" b="1" dirty="0">
              <a:solidFill>
                <a:srgbClr val="4D4D4D"/>
              </a:solidFill>
              <a:latin typeface="Comic Sans MS" panose="030F0702030302020204" pitchFamily="66" charset="0"/>
            </a:endParaRPr>
          </a:p>
        </p:txBody>
      </p:sp>
      <p:sp>
        <p:nvSpPr>
          <p:cNvPr id="49170" name="Freeform 8">
            <a:extLst>
              <a:ext uri="{FF2B5EF4-FFF2-40B4-BE49-F238E27FC236}">
                <a16:creationId xmlns:a16="http://schemas.microsoft.com/office/drawing/2014/main" id="{CF060A77-54D1-4461-8576-58BF71FC964D}"/>
              </a:ext>
            </a:extLst>
          </p:cNvPr>
          <p:cNvSpPr>
            <a:spLocks/>
          </p:cNvSpPr>
          <p:nvPr/>
        </p:nvSpPr>
        <p:spPr bwMode="auto">
          <a:xfrm>
            <a:off x="6572752" y="5339014"/>
            <a:ext cx="136859" cy="750470"/>
          </a:xfrm>
          <a:custGeom>
            <a:avLst/>
            <a:gdLst>
              <a:gd name="T0" fmla="*/ 2147483646 w 181"/>
              <a:gd name="T1" fmla="*/ 2147483646 h 574"/>
              <a:gd name="T2" fmla="*/ 2147483646 w 181"/>
              <a:gd name="T3" fmla="*/ 2147483646 h 574"/>
              <a:gd name="T4" fmla="*/ 2147483646 w 181"/>
              <a:gd name="T5" fmla="*/ 2147483646 h 574"/>
              <a:gd name="T6" fmla="*/ 2147483646 w 181"/>
              <a:gd name="T7" fmla="*/ 2147483646 h 574"/>
              <a:gd name="T8" fmla="*/ 0 w 181"/>
              <a:gd name="T9" fmla="*/ 2147483646 h 574"/>
              <a:gd name="T10" fmla="*/ 0 60000 65536"/>
              <a:gd name="T11" fmla="*/ 0 60000 65536"/>
              <a:gd name="T12" fmla="*/ 0 60000 65536"/>
              <a:gd name="T13" fmla="*/ 0 60000 65536"/>
              <a:gd name="T14" fmla="*/ 0 60000 65536"/>
              <a:gd name="T15" fmla="*/ 0 w 181"/>
              <a:gd name="T16" fmla="*/ 0 h 574"/>
              <a:gd name="T17" fmla="*/ 181 w 181"/>
              <a:gd name="T18" fmla="*/ 574 h 574"/>
            </a:gdLst>
            <a:ahLst/>
            <a:cxnLst>
              <a:cxn ang="T10">
                <a:pos x="T0" y="T1"/>
              </a:cxn>
              <a:cxn ang="T11">
                <a:pos x="T2" y="T3"/>
              </a:cxn>
              <a:cxn ang="T12">
                <a:pos x="T4" y="T5"/>
              </a:cxn>
              <a:cxn ang="T13">
                <a:pos x="T6" y="T7"/>
              </a:cxn>
              <a:cxn ang="T14">
                <a:pos x="T8" y="T9"/>
              </a:cxn>
            </a:cxnLst>
            <a:rect l="T15" t="T16" r="T17" b="T18"/>
            <a:pathLst>
              <a:path w="181" h="574">
                <a:moveTo>
                  <a:pt x="181" y="30"/>
                </a:moveTo>
                <a:cubicBezTo>
                  <a:pt x="113" y="15"/>
                  <a:pt x="45" y="0"/>
                  <a:pt x="45" y="75"/>
                </a:cubicBezTo>
                <a:cubicBezTo>
                  <a:pt x="45" y="150"/>
                  <a:pt x="181" y="400"/>
                  <a:pt x="181" y="483"/>
                </a:cubicBezTo>
                <a:cubicBezTo>
                  <a:pt x="181" y="566"/>
                  <a:pt x="75" y="574"/>
                  <a:pt x="45" y="574"/>
                </a:cubicBezTo>
                <a:cubicBezTo>
                  <a:pt x="15" y="574"/>
                  <a:pt x="7" y="528"/>
                  <a:pt x="0" y="483"/>
                </a:cubicBezTo>
              </a:path>
            </a:pathLst>
          </a:custGeom>
          <a:noFill/>
          <a:ln w="9525">
            <a:solidFill>
              <a:srgbClr val="5F5F5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sz="1705"/>
          </a:p>
        </p:txBody>
      </p:sp>
      <p:sp>
        <p:nvSpPr>
          <p:cNvPr id="49171" name="Freeform 8">
            <a:extLst>
              <a:ext uri="{FF2B5EF4-FFF2-40B4-BE49-F238E27FC236}">
                <a16:creationId xmlns:a16="http://schemas.microsoft.com/office/drawing/2014/main" id="{CF445D94-4DE8-4A94-B297-AF1BF5D6F685}"/>
              </a:ext>
            </a:extLst>
          </p:cNvPr>
          <p:cNvSpPr>
            <a:spLocks/>
          </p:cNvSpPr>
          <p:nvPr/>
        </p:nvSpPr>
        <p:spPr bwMode="auto">
          <a:xfrm>
            <a:off x="4661235" y="5339014"/>
            <a:ext cx="136860" cy="750470"/>
          </a:xfrm>
          <a:custGeom>
            <a:avLst/>
            <a:gdLst>
              <a:gd name="T0" fmla="*/ 2147483646 w 181"/>
              <a:gd name="T1" fmla="*/ 2147483646 h 574"/>
              <a:gd name="T2" fmla="*/ 2147483646 w 181"/>
              <a:gd name="T3" fmla="*/ 2147483646 h 574"/>
              <a:gd name="T4" fmla="*/ 2147483646 w 181"/>
              <a:gd name="T5" fmla="*/ 2147483646 h 574"/>
              <a:gd name="T6" fmla="*/ 2147483646 w 181"/>
              <a:gd name="T7" fmla="*/ 2147483646 h 574"/>
              <a:gd name="T8" fmla="*/ 0 w 181"/>
              <a:gd name="T9" fmla="*/ 2147483646 h 574"/>
              <a:gd name="T10" fmla="*/ 0 60000 65536"/>
              <a:gd name="T11" fmla="*/ 0 60000 65536"/>
              <a:gd name="T12" fmla="*/ 0 60000 65536"/>
              <a:gd name="T13" fmla="*/ 0 60000 65536"/>
              <a:gd name="T14" fmla="*/ 0 60000 65536"/>
              <a:gd name="T15" fmla="*/ 0 w 181"/>
              <a:gd name="T16" fmla="*/ 0 h 574"/>
              <a:gd name="T17" fmla="*/ 181 w 181"/>
              <a:gd name="T18" fmla="*/ 574 h 574"/>
            </a:gdLst>
            <a:ahLst/>
            <a:cxnLst>
              <a:cxn ang="T10">
                <a:pos x="T0" y="T1"/>
              </a:cxn>
              <a:cxn ang="T11">
                <a:pos x="T2" y="T3"/>
              </a:cxn>
              <a:cxn ang="T12">
                <a:pos x="T4" y="T5"/>
              </a:cxn>
              <a:cxn ang="T13">
                <a:pos x="T6" y="T7"/>
              </a:cxn>
              <a:cxn ang="T14">
                <a:pos x="T8" y="T9"/>
              </a:cxn>
            </a:cxnLst>
            <a:rect l="T15" t="T16" r="T17" b="T18"/>
            <a:pathLst>
              <a:path w="181" h="574">
                <a:moveTo>
                  <a:pt x="181" y="30"/>
                </a:moveTo>
                <a:cubicBezTo>
                  <a:pt x="113" y="15"/>
                  <a:pt x="45" y="0"/>
                  <a:pt x="45" y="75"/>
                </a:cubicBezTo>
                <a:cubicBezTo>
                  <a:pt x="45" y="150"/>
                  <a:pt x="181" y="400"/>
                  <a:pt x="181" y="483"/>
                </a:cubicBezTo>
                <a:cubicBezTo>
                  <a:pt x="181" y="566"/>
                  <a:pt x="75" y="574"/>
                  <a:pt x="45" y="574"/>
                </a:cubicBezTo>
                <a:cubicBezTo>
                  <a:pt x="15" y="574"/>
                  <a:pt x="7" y="528"/>
                  <a:pt x="0" y="483"/>
                </a:cubicBezTo>
              </a:path>
            </a:pathLst>
          </a:custGeom>
          <a:noFill/>
          <a:ln w="9525">
            <a:solidFill>
              <a:srgbClr val="5F5F5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sz="1705"/>
          </a:p>
        </p:txBody>
      </p:sp>
      <p:sp>
        <p:nvSpPr>
          <p:cNvPr id="49172" name="Oval 7">
            <a:extLst>
              <a:ext uri="{FF2B5EF4-FFF2-40B4-BE49-F238E27FC236}">
                <a16:creationId xmlns:a16="http://schemas.microsoft.com/office/drawing/2014/main" id="{7905DA19-9111-46DE-B7D7-004805CC21AD}"/>
              </a:ext>
            </a:extLst>
          </p:cNvPr>
          <p:cNvSpPr>
            <a:spLocks noChangeArrowheads="1"/>
          </p:cNvSpPr>
          <p:nvPr/>
        </p:nvSpPr>
        <p:spPr bwMode="auto">
          <a:xfrm>
            <a:off x="5139490" y="5681913"/>
            <a:ext cx="67678" cy="67678"/>
          </a:xfrm>
          <a:prstGeom prst="ellipse">
            <a:avLst/>
          </a:prstGeom>
          <a:solidFill>
            <a:srgbClr val="808080"/>
          </a:solidFill>
          <a:ln w="9525">
            <a:solidFill>
              <a:schemeClr val="tx1"/>
            </a:solidFill>
            <a:round/>
            <a:headEnd/>
            <a:tailEnd/>
          </a:ln>
        </p:spPr>
        <p:txBody>
          <a:bodyPr wrap="none" anchor="ctr"/>
          <a:lstStyle>
            <a:lvl1pPr>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742950" indent="-28575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eaLnBrk="1" hangingPunct="1">
              <a:lnSpc>
                <a:spcPct val="100000"/>
              </a:lnSpc>
              <a:spcBef>
                <a:spcPct val="0"/>
              </a:spcBef>
              <a:buClrTx/>
              <a:buSzTx/>
              <a:buFontTx/>
              <a:buNone/>
            </a:pPr>
            <a:endParaRPr lang="es-MX" altLang="en-US" sz="2274">
              <a:solidFill>
                <a:schemeClr val="tx1"/>
              </a:solidFill>
              <a:latin typeface="Arial" panose="020B0604020202020204" pitchFamily="34" charset="0"/>
            </a:endParaRPr>
          </a:p>
        </p:txBody>
      </p:sp>
      <p:sp>
        <p:nvSpPr>
          <p:cNvPr id="49173" name="Line 8">
            <a:extLst>
              <a:ext uri="{FF2B5EF4-FFF2-40B4-BE49-F238E27FC236}">
                <a16:creationId xmlns:a16="http://schemas.microsoft.com/office/drawing/2014/main" id="{5B2E8710-C620-4377-81D4-FCF578140E7B}"/>
              </a:ext>
            </a:extLst>
          </p:cNvPr>
          <p:cNvSpPr>
            <a:spLocks noChangeShapeType="1"/>
          </p:cNvSpPr>
          <p:nvPr/>
        </p:nvSpPr>
        <p:spPr bwMode="auto">
          <a:xfrm>
            <a:off x="5386138" y="5545054"/>
            <a:ext cx="204537" cy="0"/>
          </a:xfrm>
          <a:prstGeom prst="line">
            <a:avLst/>
          </a:prstGeom>
          <a:noFill/>
          <a:ln w="9525">
            <a:solidFill>
              <a:srgbClr val="5F5F5F"/>
            </a:solidFill>
            <a:round/>
            <a:headEnd/>
            <a:tailEnd type="triangle" w="med" len="med"/>
          </a:ln>
          <a:extLst>
            <a:ext uri="{909E8E84-426E-40DD-AFC4-6F175D3DCCD1}">
              <a14:hiddenFill xmlns:a14="http://schemas.microsoft.com/office/drawing/2010/main">
                <a:noFill/>
              </a14:hiddenFill>
            </a:ext>
          </a:extLst>
        </p:spPr>
        <p:txBody>
          <a:bodyPr/>
          <a:lstStyle/>
          <a:p>
            <a:endParaRPr lang="en-US" sz="1705"/>
          </a:p>
        </p:txBody>
      </p:sp>
      <p:sp>
        <p:nvSpPr>
          <p:cNvPr id="49174" name="Line 8">
            <a:extLst>
              <a:ext uri="{FF2B5EF4-FFF2-40B4-BE49-F238E27FC236}">
                <a16:creationId xmlns:a16="http://schemas.microsoft.com/office/drawing/2014/main" id="{87D31A07-267F-4212-9AB5-6E307246A37A}"/>
              </a:ext>
            </a:extLst>
          </p:cNvPr>
          <p:cNvSpPr>
            <a:spLocks noChangeShapeType="1"/>
          </p:cNvSpPr>
          <p:nvPr/>
        </p:nvSpPr>
        <p:spPr bwMode="auto">
          <a:xfrm>
            <a:off x="4865771" y="5545054"/>
            <a:ext cx="204537" cy="0"/>
          </a:xfrm>
          <a:prstGeom prst="line">
            <a:avLst/>
          </a:prstGeom>
          <a:noFill/>
          <a:ln w="9525">
            <a:solidFill>
              <a:srgbClr val="5F5F5F"/>
            </a:solidFill>
            <a:round/>
            <a:headEnd/>
            <a:tailEnd type="triangle" w="med" len="med"/>
          </a:ln>
          <a:extLst>
            <a:ext uri="{909E8E84-426E-40DD-AFC4-6F175D3DCCD1}">
              <a14:hiddenFill xmlns:a14="http://schemas.microsoft.com/office/drawing/2010/main">
                <a:noFill/>
              </a14:hiddenFill>
            </a:ext>
          </a:extLst>
        </p:spPr>
        <p:txBody>
          <a:bodyPr/>
          <a:lstStyle/>
          <a:p>
            <a:endParaRPr lang="en-US" sz="1705"/>
          </a:p>
        </p:txBody>
      </p:sp>
      <p:sp>
        <p:nvSpPr>
          <p:cNvPr id="49175" name="2 Marcador de contenido">
            <a:extLst>
              <a:ext uri="{FF2B5EF4-FFF2-40B4-BE49-F238E27FC236}">
                <a16:creationId xmlns:a16="http://schemas.microsoft.com/office/drawing/2014/main" id="{E5917088-E195-4F62-90DF-584780B39A35}"/>
              </a:ext>
            </a:extLst>
          </p:cNvPr>
          <p:cNvSpPr>
            <a:spLocks/>
          </p:cNvSpPr>
          <p:nvPr/>
        </p:nvSpPr>
        <p:spPr bwMode="auto">
          <a:xfrm>
            <a:off x="6368215" y="5954129"/>
            <a:ext cx="409074" cy="3398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742950" indent="-28575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a:lnSpc>
                <a:spcPct val="100000"/>
              </a:lnSpc>
              <a:spcBef>
                <a:spcPts val="568"/>
              </a:spcBef>
              <a:buClr>
                <a:schemeClr val="tx2"/>
              </a:buClr>
              <a:buSzPct val="73000"/>
              <a:buNone/>
            </a:pPr>
            <a:r>
              <a:rPr lang="es-MX" altLang="en-US" sz="1895" b="1">
                <a:solidFill>
                  <a:srgbClr val="7F7F7F"/>
                </a:solidFill>
                <a:latin typeface="Trebuchet MS" panose="020B0603020202020204" pitchFamily="34" charset="0"/>
              </a:rPr>
              <a:t>+</a:t>
            </a:r>
            <a:endParaRPr lang="es-MX" altLang="en-US" sz="1895" b="1" baseline="-30000">
              <a:solidFill>
                <a:srgbClr val="7F7F7F"/>
              </a:solidFill>
              <a:latin typeface="AvantGarde" pitchFamily="34" charset="0"/>
              <a:cs typeface="Times New Roman" panose="02020603050405020304" pitchFamily="18" charset="0"/>
            </a:endParaRPr>
          </a:p>
        </p:txBody>
      </p:sp>
      <p:sp>
        <p:nvSpPr>
          <p:cNvPr id="49176" name="2 Marcador de contenido">
            <a:extLst>
              <a:ext uri="{FF2B5EF4-FFF2-40B4-BE49-F238E27FC236}">
                <a16:creationId xmlns:a16="http://schemas.microsoft.com/office/drawing/2014/main" id="{89289A8B-CC18-4DBD-B2E3-9D2A7939B811}"/>
              </a:ext>
            </a:extLst>
          </p:cNvPr>
          <p:cNvSpPr>
            <a:spLocks/>
          </p:cNvSpPr>
          <p:nvPr/>
        </p:nvSpPr>
        <p:spPr bwMode="auto">
          <a:xfrm>
            <a:off x="4389020" y="5884947"/>
            <a:ext cx="409074" cy="3398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742950" indent="-28575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a:lnSpc>
                <a:spcPct val="100000"/>
              </a:lnSpc>
              <a:spcBef>
                <a:spcPts val="568"/>
              </a:spcBef>
              <a:buClr>
                <a:schemeClr val="tx2"/>
              </a:buClr>
              <a:buSzPct val="73000"/>
              <a:buNone/>
            </a:pPr>
            <a:r>
              <a:rPr lang="es-MX" altLang="en-US" sz="1895" b="1">
                <a:solidFill>
                  <a:srgbClr val="7F7F7F"/>
                </a:solidFill>
                <a:latin typeface="Trebuchet MS" panose="020B0603020202020204" pitchFamily="34" charset="0"/>
              </a:rPr>
              <a:t>+</a:t>
            </a:r>
            <a:endParaRPr lang="es-MX" altLang="en-US" sz="1895" b="1" baseline="-30000">
              <a:solidFill>
                <a:srgbClr val="7F7F7F"/>
              </a:solidFill>
              <a:latin typeface="AvantGarde" pitchFamily="34" charset="0"/>
              <a:cs typeface="Times New Roman" panose="02020603050405020304" pitchFamily="18" charset="0"/>
            </a:endParaRPr>
          </a:p>
        </p:txBody>
      </p:sp>
      <p:sp>
        <p:nvSpPr>
          <p:cNvPr id="49177" name="2 Marcador de contenido">
            <a:extLst>
              <a:ext uri="{FF2B5EF4-FFF2-40B4-BE49-F238E27FC236}">
                <a16:creationId xmlns:a16="http://schemas.microsoft.com/office/drawing/2014/main" id="{395357F0-134F-4CF5-B231-2F84FD4279AE}"/>
              </a:ext>
            </a:extLst>
          </p:cNvPr>
          <p:cNvSpPr>
            <a:spLocks/>
          </p:cNvSpPr>
          <p:nvPr/>
        </p:nvSpPr>
        <p:spPr bwMode="auto">
          <a:xfrm>
            <a:off x="4049128" y="4929940"/>
            <a:ext cx="409074" cy="3398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742950" indent="-28575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a:lnSpc>
                <a:spcPct val="100000"/>
              </a:lnSpc>
              <a:spcBef>
                <a:spcPts val="568"/>
              </a:spcBef>
              <a:buClr>
                <a:schemeClr val="tx2"/>
              </a:buClr>
              <a:buSzPct val="73000"/>
              <a:buNone/>
            </a:pPr>
            <a:r>
              <a:rPr lang="es-MX" altLang="en-US" sz="1895" b="1">
                <a:solidFill>
                  <a:srgbClr val="7F7F7F"/>
                </a:solidFill>
                <a:latin typeface="Trebuchet MS" panose="020B0603020202020204" pitchFamily="34" charset="0"/>
              </a:rPr>
              <a:t>-</a:t>
            </a:r>
            <a:endParaRPr lang="es-MX" altLang="en-US" sz="1895" b="1" baseline="-30000">
              <a:solidFill>
                <a:srgbClr val="7F7F7F"/>
              </a:solidFill>
              <a:latin typeface="AvantGarde" pitchFamily="34" charset="0"/>
              <a:cs typeface="Times New Roman" panose="02020603050405020304" pitchFamily="18" charset="0"/>
            </a:endParaRPr>
          </a:p>
        </p:txBody>
      </p:sp>
      <p:sp>
        <p:nvSpPr>
          <p:cNvPr id="49178" name="2 Marcador de contenido">
            <a:extLst>
              <a:ext uri="{FF2B5EF4-FFF2-40B4-BE49-F238E27FC236}">
                <a16:creationId xmlns:a16="http://schemas.microsoft.com/office/drawing/2014/main" id="{4BFA7DE6-3597-4486-9891-C0848A040846}"/>
              </a:ext>
            </a:extLst>
          </p:cNvPr>
          <p:cNvSpPr>
            <a:spLocks/>
          </p:cNvSpPr>
          <p:nvPr/>
        </p:nvSpPr>
        <p:spPr bwMode="auto">
          <a:xfrm>
            <a:off x="5959141" y="4929940"/>
            <a:ext cx="409074" cy="3398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742950" indent="-28575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a:lnSpc>
                <a:spcPct val="100000"/>
              </a:lnSpc>
              <a:spcBef>
                <a:spcPts val="568"/>
              </a:spcBef>
              <a:buClr>
                <a:schemeClr val="tx2"/>
              </a:buClr>
              <a:buSzPct val="73000"/>
              <a:buNone/>
            </a:pPr>
            <a:r>
              <a:rPr lang="es-MX" altLang="en-US" sz="1895" b="1">
                <a:solidFill>
                  <a:srgbClr val="7F7F7F"/>
                </a:solidFill>
                <a:latin typeface="Trebuchet MS" panose="020B0603020202020204" pitchFamily="34" charset="0"/>
              </a:rPr>
              <a:t>-</a:t>
            </a:r>
            <a:endParaRPr lang="es-MX" altLang="en-US" sz="1895" b="1" baseline="-30000">
              <a:solidFill>
                <a:srgbClr val="7F7F7F"/>
              </a:solidFill>
              <a:latin typeface="AvantGarde" pitchFamily="34" charset="0"/>
              <a:cs typeface="Times New Roman" panose="02020603050405020304" pitchFamily="18" charset="0"/>
            </a:endParaRPr>
          </a:p>
        </p:txBody>
      </p:sp>
      <p:sp>
        <p:nvSpPr>
          <p:cNvPr id="49179" name="2 Marcador de contenido">
            <a:extLst>
              <a:ext uri="{FF2B5EF4-FFF2-40B4-BE49-F238E27FC236}">
                <a16:creationId xmlns:a16="http://schemas.microsoft.com/office/drawing/2014/main" id="{28D6721B-79EA-4CA5-83FE-EF22CAA1C560}"/>
              </a:ext>
            </a:extLst>
          </p:cNvPr>
          <p:cNvSpPr>
            <a:spLocks/>
          </p:cNvSpPr>
          <p:nvPr/>
        </p:nvSpPr>
        <p:spPr bwMode="auto">
          <a:xfrm>
            <a:off x="5906503" y="5680409"/>
            <a:ext cx="1143000" cy="6136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742950" indent="-28575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a:lnSpc>
                <a:spcPct val="100000"/>
              </a:lnSpc>
              <a:spcBef>
                <a:spcPts val="568"/>
              </a:spcBef>
              <a:buClr>
                <a:schemeClr val="tx2"/>
              </a:buClr>
              <a:buSzPct val="73000"/>
              <a:buNone/>
            </a:pPr>
            <a:r>
              <a:rPr lang="es-MX" altLang="en-US" sz="2463" b="1">
                <a:solidFill>
                  <a:srgbClr val="4D4D4D"/>
                </a:solidFill>
                <a:latin typeface="Symbol" panose="05050102010706020507" pitchFamily="18" charset="2"/>
              </a:rPr>
              <a:t>e</a:t>
            </a:r>
            <a:r>
              <a:rPr lang="es-MX" altLang="en-US" sz="2179" b="1" baseline="-30000">
                <a:solidFill>
                  <a:srgbClr val="4D4D4D"/>
                </a:solidFill>
                <a:latin typeface="Comic Sans MS" panose="030F0702030302020204" pitchFamily="66" charset="0"/>
                <a:cs typeface="Times New Roman" panose="02020603050405020304" pitchFamily="18" charset="0"/>
              </a:rPr>
              <a:t>0</a:t>
            </a:r>
            <a:r>
              <a:rPr lang="es-MX" altLang="en-US" sz="2463" b="1">
                <a:solidFill>
                  <a:srgbClr val="4D4D4D"/>
                </a:solidFill>
                <a:latin typeface="Comic Sans MS" panose="030F0702030302020204" pitchFamily="66" charset="0"/>
              </a:rPr>
              <a:t>A</a:t>
            </a:r>
          </a:p>
        </p:txBody>
      </p:sp>
      <p:sp>
        <p:nvSpPr>
          <p:cNvPr id="49180" name="2 Marcador de contenido">
            <a:extLst>
              <a:ext uri="{FF2B5EF4-FFF2-40B4-BE49-F238E27FC236}">
                <a16:creationId xmlns:a16="http://schemas.microsoft.com/office/drawing/2014/main" id="{EAF2E6D7-EAA6-41C2-92E7-93AE3CD74370}"/>
              </a:ext>
            </a:extLst>
          </p:cNvPr>
          <p:cNvSpPr>
            <a:spLocks/>
          </p:cNvSpPr>
          <p:nvPr/>
        </p:nvSpPr>
        <p:spPr bwMode="auto">
          <a:xfrm>
            <a:off x="5957637" y="5340518"/>
            <a:ext cx="699336" cy="545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742950" indent="-28575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a:lnSpc>
                <a:spcPct val="100000"/>
              </a:lnSpc>
              <a:spcBef>
                <a:spcPts val="568"/>
              </a:spcBef>
              <a:buClr>
                <a:schemeClr val="tx2"/>
              </a:buClr>
              <a:buSzPct val="73000"/>
              <a:buNone/>
            </a:pPr>
            <a:r>
              <a:rPr lang="es-MX" altLang="en-US" sz="2463" b="1">
                <a:solidFill>
                  <a:srgbClr val="4D4D4D"/>
                </a:solidFill>
                <a:latin typeface="Comic Sans MS" panose="030F0702030302020204" pitchFamily="66" charset="0"/>
              </a:rPr>
              <a:t> Q</a:t>
            </a:r>
            <a:r>
              <a:rPr lang="es-MX" altLang="en-US" sz="2274" b="1">
                <a:solidFill>
                  <a:srgbClr val="4D4D4D"/>
                </a:solidFill>
                <a:latin typeface="Comic Sans MS" panose="030F0702030302020204" pitchFamily="66" charset="0"/>
              </a:rPr>
              <a:t> </a:t>
            </a:r>
          </a:p>
        </p:txBody>
      </p:sp>
      <p:cxnSp>
        <p:nvCxnSpPr>
          <p:cNvPr id="3" name="38 Conector recto">
            <a:extLst>
              <a:ext uri="{FF2B5EF4-FFF2-40B4-BE49-F238E27FC236}">
                <a16:creationId xmlns:a16="http://schemas.microsoft.com/office/drawing/2014/main" id="{549C2CBB-481A-447C-9475-C20E56E9D1F6}"/>
              </a:ext>
            </a:extLst>
          </p:cNvPr>
          <p:cNvCxnSpPr/>
          <p:nvPr/>
        </p:nvCxnSpPr>
        <p:spPr bwMode="auto">
          <a:xfrm>
            <a:off x="6043362" y="5749592"/>
            <a:ext cx="409074" cy="1503"/>
          </a:xfrm>
          <a:prstGeom prst="line">
            <a:avLst/>
          </a:prstGeom>
        </p:spPr>
        <p:style>
          <a:lnRef idx="1">
            <a:schemeClr val="accent1"/>
          </a:lnRef>
          <a:fillRef idx="0">
            <a:schemeClr val="accent1"/>
          </a:fillRef>
          <a:effectRef idx="0">
            <a:schemeClr val="accent1"/>
          </a:effectRef>
          <a:fontRef idx="minor">
            <a:schemeClr val="tx1"/>
          </a:fontRef>
        </p:style>
      </p:cxnSp>
      <p:sp>
        <p:nvSpPr>
          <p:cNvPr id="49182" name="2 Marcador de contenido">
            <a:extLst>
              <a:ext uri="{FF2B5EF4-FFF2-40B4-BE49-F238E27FC236}">
                <a16:creationId xmlns:a16="http://schemas.microsoft.com/office/drawing/2014/main" id="{F56B69C3-78D8-4F50-BE0E-0BB43170F3FF}"/>
              </a:ext>
            </a:extLst>
          </p:cNvPr>
          <p:cNvSpPr>
            <a:spLocks/>
          </p:cNvSpPr>
          <p:nvPr/>
        </p:nvSpPr>
        <p:spPr bwMode="auto">
          <a:xfrm>
            <a:off x="7392403" y="5340518"/>
            <a:ext cx="887329" cy="545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742950" indent="-28575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a:lnSpc>
                <a:spcPct val="100000"/>
              </a:lnSpc>
              <a:spcBef>
                <a:spcPts val="568"/>
              </a:spcBef>
              <a:buClr>
                <a:schemeClr val="tx2"/>
              </a:buClr>
              <a:buSzPct val="73000"/>
              <a:buNone/>
            </a:pPr>
            <a:r>
              <a:rPr lang="es-MX" altLang="en-US" sz="2463" b="1">
                <a:solidFill>
                  <a:srgbClr val="4D4D4D"/>
                </a:solidFill>
                <a:latin typeface="Comic Sans MS" panose="030F0702030302020204" pitchFamily="66" charset="0"/>
              </a:rPr>
              <a:t> Qd</a:t>
            </a:r>
            <a:r>
              <a:rPr lang="es-MX" altLang="en-US" sz="2274" b="1">
                <a:solidFill>
                  <a:srgbClr val="4D4D4D"/>
                </a:solidFill>
                <a:latin typeface="Comic Sans MS" panose="030F0702030302020204" pitchFamily="66" charset="0"/>
              </a:rPr>
              <a:t> </a:t>
            </a:r>
          </a:p>
        </p:txBody>
      </p:sp>
      <p:cxnSp>
        <p:nvCxnSpPr>
          <p:cNvPr id="4" name="38 Conector recto">
            <a:extLst>
              <a:ext uri="{FF2B5EF4-FFF2-40B4-BE49-F238E27FC236}">
                <a16:creationId xmlns:a16="http://schemas.microsoft.com/office/drawing/2014/main" id="{484A7673-D95E-4D9B-B021-F50599D1D618}"/>
              </a:ext>
            </a:extLst>
          </p:cNvPr>
          <p:cNvCxnSpPr/>
          <p:nvPr/>
        </p:nvCxnSpPr>
        <p:spPr bwMode="auto">
          <a:xfrm>
            <a:off x="7682665" y="5749592"/>
            <a:ext cx="409074" cy="1503"/>
          </a:xfrm>
          <a:prstGeom prst="line">
            <a:avLst/>
          </a:prstGeom>
        </p:spPr>
        <p:style>
          <a:lnRef idx="1">
            <a:schemeClr val="accent1"/>
          </a:lnRef>
          <a:fillRef idx="0">
            <a:schemeClr val="accent1"/>
          </a:fillRef>
          <a:effectRef idx="0">
            <a:schemeClr val="accent1"/>
          </a:effectRef>
          <a:fontRef idx="minor">
            <a:schemeClr val="tx1"/>
          </a:fontRef>
        </p:style>
      </p:cxnSp>
      <p:sp>
        <p:nvSpPr>
          <p:cNvPr id="49184" name="2 Marcador de contenido">
            <a:extLst>
              <a:ext uri="{FF2B5EF4-FFF2-40B4-BE49-F238E27FC236}">
                <a16:creationId xmlns:a16="http://schemas.microsoft.com/office/drawing/2014/main" id="{D768A66C-3496-4912-AA2C-13A74716DDBF}"/>
              </a:ext>
            </a:extLst>
          </p:cNvPr>
          <p:cNvSpPr>
            <a:spLocks/>
          </p:cNvSpPr>
          <p:nvPr/>
        </p:nvSpPr>
        <p:spPr bwMode="auto">
          <a:xfrm>
            <a:off x="7544302" y="5680409"/>
            <a:ext cx="1143000" cy="6136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742950" indent="-28575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a:lnSpc>
                <a:spcPct val="100000"/>
              </a:lnSpc>
              <a:spcBef>
                <a:spcPts val="568"/>
              </a:spcBef>
              <a:buClr>
                <a:schemeClr val="tx2"/>
              </a:buClr>
              <a:buSzPct val="73000"/>
              <a:buNone/>
            </a:pPr>
            <a:r>
              <a:rPr lang="es-MX" altLang="en-US" sz="2463" b="1">
                <a:solidFill>
                  <a:srgbClr val="4D4D4D"/>
                </a:solidFill>
                <a:latin typeface="Symbol" panose="05050102010706020507" pitchFamily="18" charset="2"/>
              </a:rPr>
              <a:t>e</a:t>
            </a:r>
            <a:r>
              <a:rPr lang="es-MX" altLang="en-US" sz="2179" b="1" baseline="-30000">
                <a:solidFill>
                  <a:srgbClr val="4D4D4D"/>
                </a:solidFill>
                <a:latin typeface="Comic Sans MS" panose="030F0702030302020204" pitchFamily="66" charset="0"/>
                <a:cs typeface="Times New Roman" panose="02020603050405020304" pitchFamily="18" charset="0"/>
              </a:rPr>
              <a:t>0</a:t>
            </a:r>
            <a:r>
              <a:rPr lang="es-MX" altLang="en-US" sz="2463" b="1">
                <a:solidFill>
                  <a:srgbClr val="4D4D4D"/>
                </a:solidFill>
                <a:latin typeface="Comic Sans MS" panose="030F0702030302020204" pitchFamily="66" charset="0"/>
              </a:rPr>
              <a:t>A</a:t>
            </a:r>
          </a:p>
        </p:txBody>
      </p:sp>
      <p:sp>
        <p:nvSpPr>
          <p:cNvPr id="6" name="Rectangle 5">
            <a:extLst>
              <a:ext uri="{FF2B5EF4-FFF2-40B4-BE49-F238E27FC236}">
                <a16:creationId xmlns:a16="http://schemas.microsoft.com/office/drawing/2014/main" id="{423F7FA7-AB3B-4361-96A8-D889463472A9}"/>
              </a:ext>
            </a:extLst>
          </p:cNvPr>
          <p:cNvSpPr/>
          <p:nvPr/>
        </p:nvSpPr>
        <p:spPr>
          <a:xfrm>
            <a:off x="8676650" y="1191127"/>
            <a:ext cx="1489910" cy="1146008"/>
          </a:xfrm>
          <a:prstGeom prst="rect">
            <a:avLst/>
          </a:prstGeom>
          <a:scene3d>
            <a:camera prst="isometricRightU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5413B723-93F0-4805-BADB-3852CA115D31}"/>
              </a:ext>
            </a:extLst>
          </p:cNvPr>
          <p:cNvSpPr/>
          <p:nvPr/>
        </p:nvSpPr>
        <p:spPr>
          <a:xfrm>
            <a:off x="9882189" y="1214438"/>
            <a:ext cx="1489910" cy="1146008"/>
          </a:xfrm>
          <a:prstGeom prst="rect">
            <a:avLst/>
          </a:prstGeom>
          <a:solidFill>
            <a:srgbClr val="FF0000"/>
          </a:solidFill>
          <a:scene3d>
            <a:camera prst="isometricRightU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FF2A945D-7264-456C-A02E-420C150A61F4}"/>
              </a:ext>
            </a:extLst>
          </p:cNvPr>
          <p:cNvSpPr/>
          <p:nvPr/>
        </p:nvSpPr>
        <p:spPr>
          <a:xfrm>
            <a:off x="8961021" y="2950745"/>
            <a:ext cx="186490" cy="129640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7398B990-C2CE-458F-B53E-DDF1B791CA04}"/>
              </a:ext>
            </a:extLst>
          </p:cNvPr>
          <p:cNvSpPr/>
          <p:nvPr/>
        </p:nvSpPr>
        <p:spPr>
          <a:xfrm>
            <a:off x="10356185" y="2950745"/>
            <a:ext cx="186490" cy="1296403"/>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2DA4E609-8FBC-4AB6-8F0D-CE0A8FCF161E}"/>
              </a:ext>
            </a:extLst>
          </p:cNvPr>
          <p:cNvSpPr txBox="1"/>
          <p:nvPr/>
        </p:nvSpPr>
        <p:spPr>
          <a:xfrm>
            <a:off x="9657347" y="3553227"/>
            <a:ext cx="368969" cy="369332"/>
          </a:xfrm>
          <a:prstGeom prst="rect">
            <a:avLst/>
          </a:prstGeom>
          <a:noFill/>
        </p:spPr>
        <p:txBody>
          <a:bodyPr wrap="square" rtlCol="0">
            <a:spAutoFit/>
          </a:bodyPr>
          <a:lstStyle/>
          <a:p>
            <a:r>
              <a:rPr lang="en-US" dirty="0"/>
              <a:t>d</a:t>
            </a:r>
          </a:p>
        </p:txBody>
      </p:sp>
      <p:cxnSp>
        <p:nvCxnSpPr>
          <p:cNvPr id="10" name="Straight Arrow Connector 9">
            <a:extLst>
              <a:ext uri="{FF2B5EF4-FFF2-40B4-BE49-F238E27FC236}">
                <a16:creationId xmlns:a16="http://schemas.microsoft.com/office/drawing/2014/main" id="{A5877F98-AEAE-4F1C-BC8B-052CD9CFB785}"/>
              </a:ext>
            </a:extLst>
          </p:cNvPr>
          <p:cNvCxnSpPr/>
          <p:nvPr/>
        </p:nvCxnSpPr>
        <p:spPr>
          <a:xfrm>
            <a:off x="9147511" y="3922559"/>
            <a:ext cx="1208674"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2C668E58-8246-4474-B4A7-276B834A3038}"/>
              </a:ext>
            </a:extLst>
          </p:cNvPr>
          <p:cNvSpPr>
            <a:spLocks/>
          </p:cNvSpPr>
          <p:nvPr/>
        </p:nvSpPr>
        <p:spPr bwMode="auto">
          <a:xfrm>
            <a:off x="3467100" y="484271"/>
            <a:ext cx="4471236" cy="693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3314" tIns="0" rIns="43314" bIns="0" anchor="b"/>
          <a:lstStyle>
            <a:lvl1pPr>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742950" indent="-28575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algn="ctr" eaLnBrk="1" hangingPunct="1">
              <a:lnSpc>
                <a:spcPct val="100000"/>
              </a:lnSpc>
              <a:spcBef>
                <a:spcPct val="0"/>
              </a:spcBef>
              <a:buClrTx/>
              <a:buSzTx/>
              <a:buFontTx/>
              <a:buNone/>
            </a:pPr>
            <a:r>
              <a:rPr lang="es-MX" altLang="en-US" sz="3600" b="1">
                <a:solidFill>
                  <a:srgbClr val="990033"/>
                </a:solidFill>
                <a:latin typeface="Trebuchet MS" panose="020B0603020202020204" pitchFamily="34" charset="0"/>
              </a:rPr>
              <a:t>CAPACITANCIA</a:t>
            </a:r>
            <a:endParaRPr lang="es-ES" altLang="en-US" sz="3600" b="1">
              <a:solidFill>
                <a:srgbClr val="990033"/>
              </a:solidFill>
              <a:latin typeface="Trebuchet MS" panose="020B0603020202020204" pitchFamily="34" charset="0"/>
            </a:endParaRPr>
          </a:p>
        </p:txBody>
      </p:sp>
      <p:sp>
        <p:nvSpPr>
          <p:cNvPr id="50179" name="2 Marcador de contenido">
            <a:extLst>
              <a:ext uri="{FF2B5EF4-FFF2-40B4-BE49-F238E27FC236}">
                <a16:creationId xmlns:a16="http://schemas.microsoft.com/office/drawing/2014/main" id="{97A341D2-B40F-4E72-B304-29B53C7805CB}"/>
              </a:ext>
            </a:extLst>
          </p:cNvPr>
          <p:cNvSpPr txBox="1">
            <a:spLocks/>
          </p:cNvSpPr>
          <p:nvPr/>
        </p:nvSpPr>
        <p:spPr bwMode="auto">
          <a:xfrm>
            <a:off x="2002256" y="1770147"/>
            <a:ext cx="7163302" cy="11129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742950" indent="-28575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a:lnSpc>
                <a:spcPct val="100000"/>
              </a:lnSpc>
              <a:spcBef>
                <a:spcPts val="568"/>
              </a:spcBef>
              <a:buClr>
                <a:schemeClr val="tx2"/>
              </a:buClr>
              <a:buSzPct val="73000"/>
              <a:buFont typeface="Arial" panose="020B0604020202020204" pitchFamily="34" charset="0"/>
              <a:buChar char="•"/>
            </a:pPr>
            <a:r>
              <a:rPr lang="es-ES" altLang="en-US" sz="2463" b="1" dirty="0">
                <a:latin typeface="Trebuchet MS" panose="020B0603020202020204" pitchFamily="34" charset="0"/>
              </a:rPr>
              <a:t>De donde, para la Capacitancia en un condensador de placas paralelas se tiene:</a:t>
            </a:r>
            <a:endParaRPr lang="es-ES" altLang="en-US" sz="2274" dirty="0">
              <a:solidFill>
                <a:schemeClr val="tx1"/>
              </a:solidFill>
              <a:latin typeface="Arial" panose="020B0604020202020204" pitchFamily="34" charset="0"/>
            </a:endParaRPr>
          </a:p>
        </p:txBody>
      </p:sp>
      <p:grpSp>
        <p:nvGrpSpPr>
          <p:cNvPr id="2" name="Group 1">
            <a:extLst>
              <a:ext uri="{FF2B5EF4-FFF2-40B4-BE49-F238E27FC236}">
                <a16:creationId xmlns:a16="http://schemas.microsoft.com/office/drawing/2014/main" id="{63125A1A-C28B-4E78-8ED7-B6BE9CBEF92A}"/>
              </a:ext>
            </a:extLst>
          </p:cNvPr>
          <p:cNvGrpSpPr/>
          <p:nvPr/>
        </p:nvGrpSpPr>
        <p:grpSpPr>
          <a:xfrm>
            <a:off x="3691690" y="2598067"/>
            <a:ext cx="3137234" cy="955008"/>
            <a:chOff x="4185988" y="3224463"/>
            <a:chExt cx="3137234" cy="955008"/>
          </a:xfrm>
        </p:grpSpPr>
        <p:sp>
          <p:nvSpPr>
            <p:cNvPr id="50180" name="2 Marcador de contenido">
              <a:extLst>
                <a:ext uri="{FF2B5EF4-FFF2-40B4-BE49-F238E27FC236}">
                  <a16:creationId xmlns:a16="http://schemas.microsoft.com/office/drawing/2014/main" id="{CCD4B716-C91B-423C-BE83-99F80CF88624}"/>
                </a:ext>
              </a:extLst>
            </p:cNvPr>
            <p:cNvSpPr>
              <a:spLocks/>
            </p:cNvSpPr>
            <p:nvPr/>
          </p:nvSpPr>
          <p:spPr bwMode="auto">
            <a:xfrm>
              <a:off x="4185988" y="3429000"/>
              <a:ext cx="3137234" cy="6151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520700" indent="-22860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lvl="1">
                <a:lnSpc>
                  <a:spcPct val="100000"/>
                </a:lnSpc>
                <a:spcBef>
                  <a:spcPts val="474"/>
                </a:spcBef>
                <a:buClr>
                  <a:srgbClr val="F9B639"/>
                </a:buClr>
                <a:buSzPct val="80000"/>
                <a:buNone/>
              </a:pPr>
              <a:r>
                <a:rPr lang="es-ES" altLang="en-US" sz="2463" b="1" dirty="0">
                  <a:solidFill>
                    <a:srgbClr val="4D4D4D"/>
                  </a:solidFill>
                  <a:latin typeface="Comic Sans MS" panose="030F0702030302020204" pitchFamily="66" charset="0"/>
                </a:rPr>
                <a:t>C</a:t>
              </a:r>
              <a:r>
                <a:rPr lang="es-MX" altLang="en-US" sz="2463" b="1" dirty="0">
                  <a:solidFill>
                    <a:srgbClr val="4D4D4D"/>
                  </a:solidFill>
                  <a:latin typeface="Comic Sans MS" panose="030F0702030302020204" pitchFamily="66" charset="0"/>
                </a:rPr>
                <a:t> =      =</a:t>
              </a:r>
              <a:endParaRPr lang="es-ES" altLang="en-US" sz="2463" b="1" dirty="0">
                <a:solidFill>
                  <a:srgbClr val="4D4D4D"/>
                </a:solidFill>
                <a:latin typeface="Comic Sans MS" panose="030F0702030302020204" pitchFamily="66" charset="0"/>
              </a:endParaRPr>
            </a:p>
          </p:txBody>
        </p:sp>
        <p:sp>
          <p:nvSpPr>
            <p:cNvPr id="50181" name="2 Marcador de contenido">
              <a:extLst>
                <a:ext uri="{FF2B5EF4-FFF2-40B4-BE49-F238E27FC236}">
                  <a16:creationId xmlns:a16="http://schemas.microsoft.com/office/drawing/2014/main" id="{E7ADF203-17F2-42DA-9501-6E6D1DF683B3}"/>
                </a:ext>
              </a:extLst>
            </p:cNvPr>
            <p:cNvSpPr>
              <a:spLocks/>
            </p:cNvSpPr>
            <p:nvPr/>
          </p:nvSpPr>
          <p:spPr bwMode="auto">
            <a:xfrm>
              <a:off x="6096000" y="3633538"/>
              <a:ext cx="887329" cy="545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742950" indent="-28575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a:lnSpc>
                  <a:spcPct val="100000"/>
                </a:lnSpc>
                <a:spcBef>
                  <a:spcPts val="568"/>
                </a:spcBef>
                <a:buClr>
                  <a:schemeClr val="tx2"/>
                </a:buClr>
                <a:buSzPct val="73000"/>
                <a:buNone/>
              </a:pPr>
              <a:r>
                <a:rPr lang="es-MX" altLang="en-US" sz="2463" b="1">
                  <a:solidFill>
                    <a:srgbClr val="4D4D4D"/>
                  </a:solidFill>
                  <a:latin typeface="Comic Sans MS" panose="030F0702030302020204" pitchFamily="66" charset="0"/>
                </a:rPr>
                <a:t> d</a:t>
              </a:r>
              <a:r>
                <a:rPr lang="es-MX" altLang="en-US" sz="2274" b="1">
                  <a:solidFill>
                    <a:srgbClr val="4D4D4D"/>
                  </a:solidFill>
                  <a:latin typeface="Comic Sans MS" panose="030F0702030302020204" pitchFamily="66" charset="0"/>
                </a:rPr>
                <a:t> </a:t>
              </a:r>
            </a:p>
          </p:txBody>
        </p:sp>
        <p:cxnSp>
          <p:nvCxnSpPr>
            <p:cNvPr id="4" name="38 Conector recto">
              <a:extLst>
                <a:ext uri="{FF2B5EF4-FFF2-40B4-BE49-F238E27FC236}">
                  <a16:creationId xmlns:a16="http://schemas.microsoft.com/office/drawing/2014/main" id="{5B5313CB-A380-4479-AF34-358E2CC8B7D8}"/>
                </a:ext>
              </a:extLst>
            </p:cNvPr>
            <p:cNvCxnSpPr/>
            <p:nvPr/>
          </p:nvCxnSpPr>
          <p:spPr bwMode="auto">
            <a:xfrm flipV="1">
              <a:off x="6190749" y="3668128"/>
              <a:ext cx="493295" cy="0"/>
            </a:xfrm>
            <a:prstGeom prst="line">
              <a:avLst/>
            </a:prstGeom>
          </p:spPr>
          <p:style>
            <a:lnRef idx="1">
              <a:schemeClr val="accent1"/>
            </a:lnRef>
            <a:fillRef idx="0">
              <a:schemeClr val="accent1"/>
            </a:fillRef>
            <a:effectRef idx="0">
              <a:schemeClr val="accent1"/>
            </a:effectRef>
            <a:fontRef idx="minor">
              <a:schemeClr val="tx1"/>
            </a:fontRef>
          </p:style>
        </p:cxnSp>
        <p:sp>
          <p:nvSpPr>
            <p:cNvPr id="50183" name="2 Marcador de contenido">
              <a:extLst>
                <a:ext uri="{FF2B5EF4-FFF2-40B4-BE49-F238E27FC236}">
                  <a16:creationId xmlns:a16="http://schemas.microsoft.com/office/drawing/2014/main" id="{05A98D12-8384-4CAC-97B9-E3F0D14CF15F}"/>
                </a:ext>
              </a:extLst>
            </p:cNvPr>
            <p:cNvSpPr>
              <a:spLocks/>
            </p:cNvSpPr>
            <p:nvPr/>
          </p:nvSpPr>
          <p:spPr bwMode="auto">
            <a:xfrm>
              <a:off x="6112544" y="3224463"/>
              <a:ext cx="1143000" cy="6136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742950" indent="-28575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a:lnSpc>
                  <a:spcPct val="100000"/>
                </a:lnSpc>
                <a:spcBef>
                  <a:spcPts val="568"/>
                </a:spcBef>
                <a:buClr>
                  <a:schemeClr val="tx2"/>
                </a:buClr>
                <a:buSzPct val="73000"/>
                <a:buNone/>
              </a:pPr>
              <a:r>
                <a:rPr lang="es-MX" altLang="en-US" sz="2463" b="1">
                  <a:solidFill>
                    <a:srgbClr val="4D4D4D"/>
                  </a:solidFill>
                  <a:latin typeface="Symbol" panose="05050102010706020507" pitchFamily="18" charset="2"/>
                </a:rPr>
                <a:t>e</a:t>
              </a:r>
              <a:r>
                <a:rPr lang="es-MX" altLang="en-US" sz="2179" b="1" baseline="-30000">
                  <a:solidFill>
                    <a:srgbClr val="4D4D4D"/>
                  </a:solidFill>
                  <a:latin typeface="Comic Sans MS" panose="030F0702030302020204" pitchFamily="66" charset="0"/>
                  <a:cs typeface="Times New Roman" panose="02020603050405020304" pitchFamily="18" charset="0"/>
                </a:rPr>
                <a:t>0</a:t>
              </a:r>
              <a:r>
                <a:rPr lang="es-MX" altLang="en-US" sz="2463" b="1">
                  <a:solidFill>
                    <a:srgbClr val="4D4D4D"/>
                  </a:solidFill>
                  <a:latin typeface="Comic Sans MS" panose="030F0702030302020204" pitchFamily="66" charset="0"/>
                </a:rPr>
                <a:t>A</a:t>
              </a:r>
            </a:p>
          </p:txBody>
        </p:sp>
        <p:sp>
          <p:nvSpPr>
            <p:cNvPr id="50184" name="2 Marcador de contenido">
              <a:extLst>
                <a:ext uri="{FF2B5EF4-FFF2-40B4-BE49-F238E27FC236}">
                  <a16:creationId xmlns:a16="http://schemas.microsoft.com/office/drawing/2014/main" id="{F962D71C-4702-4C3D-B173-CF65C1A9478B}"/>
                </a:ext>
              </a:extLst>
            </p:cNvPr>
            <p:cNvSpPr>
              <a:spLocks/>
            </p:cNvSpPr>
            <p:nvPr/>
          </p:nvSpPr>
          <p:spPr bwMode="auto">
            <a:xfrm>
              <a:off x="5071813" y="3224464"/>
              <a:ext cx="887329" cy="545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742950" indent="-28575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a:lnSpc>
                  <a:spcPct val="100000"/>
                </a:lnSpc>
                <a:spcBef>
                  <a:spcPts val="568"/>
                </a:spcBef>
                <a:buClr>
                  <a:schemeClr val="tx2"/>
                </a:buClr>
                <a:buSzPct val="73000"/>
                <a:buNone/>
              </a:pPr>
              <a:r>
                <a:rPr lang="es-MX" altLang="en-US" sz="2463" b="1">
                  <a:solidFill>
                    <a:srgbClr val="4D4D4D"/>
                  </a:solidFill>
                  <a:latin typeface="Comic Sans MS" panose="030F0702030302020204" pitchFamily="66" charset="0"/>
                </a:rPr>
                <a:t> Q</a:t>
              </a:r>
              <a:r>
                <a:rPr lang="es-MX" altLang="en-US" sz="2274" b="1">
                  <a:solidFill>
                    <a:srgbClr val="4D4D4D"/>
                  </a:solidFill>
                  <a:latin typeface="Comic Sans MS" panose="030F0702030302020204" pitchFamily="66" charset="0"/>
                </a:rPr>
                <a:t> </a:t>
              </a:r>
            </a:p>
          </p:txBody>
        </p:sp>
        <p:cxnSp>
          <p:nvCxnSpPr>
            <p:cNvPr id="34" name="38 Conector recto">
              <a:extLst>
                <a:ext uri="{FF2B5EF4-FFF2-40B4-BE49-F238E27FC236}">
                  <a16:creationId xmlns:a16="http://schemas.microsoft.com/office/drawing/2014/main" id="{F647B3F4-9C5C-4654-B2D3-6C1F00EA4CA7}"/>
                </a:ext>
              </a:extLst>
            </p:cNvPr>
            <p:cNvCxnSpPr/>
            <p:nvPr/>
          </p:nvCxnSpPr>
          <p:spPr bwMode="auto">
            <a:xfrm>
              <a:off x="5226718" y="3633537"/>
              <a:ext cx="409074" cy="1504"/>
            </a:xfrm>
            <a:prstGeom prst="line">
              <a:avLst/>
            </a:prstGeom>
          </p:spPr>
          <p:style>
            <a:lnRef idx="1">
              <a:schemeClr val="accent1"/>
            </a:lnRef>
            <a:fillRef idx="0">
              <a:schemeClr val="accent1"/>
            </a:fillRef>
            <a:effectRef idx="0">
              <a:schemeClr val="accent1"/>
            </a:effectRef>
            <a:fontRef idx="minor">
              <a:schemeClr val="tx1"/>
            </a:fontRef>
          </p:style>
        </p:cxnSp>
        <p:sp>
          <p:nvSpPr>
            <p:cNvPr id="50186" name="2 Marcador de contenido">
              <a:extLst>
                <a:ext uri="{FF2B5EF4-FFF2-40B4-BE49-F238E27FC236}">
                  <a16:creationId xmlns:a16="http://schemas.microsoft.com/office/drawing/2014/main" id="{2EED6CC2-88BF-450E-9D1E-617F5396E965}"/>
                </a:ext>
              </a:extLst>
            </p:cNvPr>
            <p:cNvSpPr>
              <a:spLocks/>
            </p:cNvSpPr>
            <p:nvPr/>
          </p:nvSpPr>
          <p:spPr bwMode="auto">
            <a:xfrm>
              <a:off x="5261310" y="3632034"/>
              <a:ext cx="493295" cy="478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742950" indent="-28575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a:lnSpc>
                  <a:spcPct val="100000"/>
                </a:lnSpc>
                <a:spcBef>
                  <a:spcPts val="568"/>
                </a:spcBef>
                <a:buClr>
                  <a:schemeClr val="tx2"/>
                </a:buClr>
                <a:buSzPct val="73000"/>
                <a:buNone/>
              </a:pPr>
              <a:r>
                <a:rPr lang="es-MX" altLang="en-US" sz="2463" b="1">
                  <a:solidFill>
                    <a:srgbClr val="4D4D4D"/>
                  </a:solidFill>
                  <a:latin typeface="Comic Sans MS" panose="030F0702030302020204" pitchFamily="66" charset="0"/>
                </a:rPr>
                <a:t>V</a:t>
              </a:r>
            </a:p>
          </p:txBody>
        </p:sp>
      </p:grpSp>
      <p:grpSp>
        <p:nvGrpSpPr>
          <p:cNvPr id="3" name="Group 2">
            <a:extLst>
              <a:ext uri="{FF2B5EF4-FFF2-40B4-BE49-F238E27FC236}">
                <a16:creationId xmlns:a16="http://schemas.microsoft.com/office/drawing/2014/main" id="{EB714145-7BE3-4F3C-A665-939567E5A8F2}"/>
              </a:ext>
            </a:extLst>
          </p:cNvPr>
          <p:cNvGrpSpPr/>
          <p:nvPr/>
        </p:nvGrpSpPr>
        <p:grpSpPr>
          <a:xfrm>
            <a:off x="2872791" y="3677149"/>
            <a:ext cx="5184106" cy="1455593"/>
            <a:chOff x="3570873" y="4656221"/>
            <a:chExt cx="5184106" cy="1455593"/>
          </a:xfrm>
        </p:grpSpPr>
        <p:sp>
          <p:nvSpPr>
            <p:cNvPr id="50187" name="Rectangle 4">
              <a:extLst>
                <a:ext uri="{FF2B5EF4-FFF2-40B4-BE49-F238E27FC236}">
                  <a16:creationId xmlns:a16="http://schemas.microsoft.com/office/drawing/2014/main" id="{B6EF6F43-666B-44CE-B78B-34479A7FCBEF}"/>
                </a:ext>
              </a:extLst>
            </p:cNvPr>
            <p:cNvSpPr>
              <a:spLocks noChangeArrowheads="1"/>
            </p:cNvSpPr>
            <p:nvPr/>
          </p:nvSpPr>
          <p:spPr bwMode="auto">
            <a:xfrm>
              <a:off x="3570873" y="5678905"/>
              <a:ext cx="4161422" cy="409074"/>
            </a:xfrm>
            <a:prstGeom prst="rect">
              <a:avLst/>
            </a:prstGeom>
            <a:solidFill>
              <a:srgbClr val="CC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742950" indent="-28575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eaLnBrk="1" hangingPunct="1">
                <a:lnSpc>
                  <a:spcPct val="100000"/>
                </a:lnSpc>
                <a:spcBef>
                  <a:spcPct val="0"/>
                </a:spcBef>
                <a:buClrTx/>
                <a:buSzTx/>
                <a:buFontTx/>
                <a:buNone/>
              </a:pPr>
              <a:endParaRPr lang="es-MX" altLang="en-US" sz="2274">
                <a:solidFill>
                  <a:schemeClr val="tx1"/>
                </a:solidFill>
                <a:latin typeface="Arial" panose="020B0604020202020204" pitchFamily="34" charset="0"/>
              </a:endParaRPr>
            </a:p>
          </p:txBody>
        </p:sp>
        <p:sp>
          <p:nvSpPr>
            <p:cNvPr id="50188" name="Rectangle 5">
              <a:extLst>
                <a:ext uri="{FF2B5EF4-FFF2-40B4-BE49-F238E27FC236}">
                  <a16:creationId xmlns:a16="http://schemas.microsoft.com/office/drawing/2014/main" id="{D1859075-84A9-4F30-8F34-EA21D770700C}"/>
                </a:ext>
              </a:extLst>
            </p:cNvPr>
            <p:cNvSpPr>
              <a:spLocks noChangeArrowheads="1"/>
            </p:cNvSpPr>
            <p:nvPr/>
          </p:nvSpPr>
          <p:spPr bwMode="auto">
            <a:xfrm>
              <a:off x="3570873" y="4656221"/>
              <a:ext cx="4161422" cy="409074"/>
            </a:xfrm>
            <a:prstGeom prst="rect">
              <a:avLst/>
            </a:prstGeom>
            <a:solidFill>
              <a:srgbClr val="CC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742950" indent="-28575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eaLnBrk="1" hangingPunct="1">
                <a:lnSpc>
                  <a:spcPct val="100000"/>
                </a:lnSpc>
                <a:spcBef>
                  <a:spcPct val="0"/>
                </a:spcBef>
                <a:buClrTx/>
                <a:buSzTx/>
                <a:buFontTx/>
                <a:buNone/>
              </a:pPr>
              <a:endParaRPr lang="es-MX" altLang="en-US" sz="2274">
                <a:solidFill>
                  <a:schemeClr val="tx1"/>
                </a:solidFill>
                <a:latin typeface="Arial" panose="020B0604020202020204" pitchFamily="34" charset="0"/>
              </a:endParaRPr>
            </a:p>
          </p:txBody>
        </p:sp>
        <p:sp>
          <p:nvSpPr>
            <p:cNvPr id="50189" name="Text Box 6">
              <a:extLst>
                <a:ext uri="{FF2B5EF4-FFF2-40B4-BE49-F238E27FC236}">
                  <a16:creationId xmlns:a16="http://schemas.microsoft.com/office/drawing/2014/main" id="{0EEE97A0-536F-4894-A7C0-B1F01ACAC157}"/>
                </a:ext>
              </a:extLst>
            </p:cNvPr>
            <p:cNvSpPr txBox="1">
              <a:spLocks noChangeArrowheads="1"/>
            </p:cNvSpPr>
            <p:nvPr/>
          </p:nvSpPr>
          <p:spPr bwMode="auto">
            <a:xfrm>
              <a:off x="3640055" y="4656221"/>
              <a:ext cx="4024563" cy="4423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742950" indent="-28575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eaLnBrk="1" hangingPunct="1">
                <a:lnSpc>
                  <a:spcPct val="100000"/>
                </a:lnSpc>
                <a:spcBef>
                  <a:spcPct val="50000"/>
                </a:spcBef>
                <a:buClrTx/>
                <a:buSzTx/>
                <a:buFontTx/>
                <a:buNone/>
              </a:pPr>
              <a:r>
                <a:rPr lang="es-MX" altLang="en-US" sz="2274">
                  <a:solidFill>
                    <a:schemeClr val="tx2"/>
                  </a:solidFill>
                  <a:latin typeface="Arial" panose="020B0604020202020204" pitchFamily="34" charset="0"/>
                </a:rPr>
                <a:t>+  +  +  +  +  +  +  +  +  +  +  +</a:t>
              </a:r>
            </a:p>
          </p:txBody>
        </p:sp>
        <p:sp>
          <p:nvSpPr>
            <p:cNvPr id="50190" name="Text Box 7">
              <a:extLst>
                <a:ext uri="{FF2B5EF4-FFF2-40B4-BE49-F238E27FC236}">
                  <a16:creationId xmlns:a16="http://schemas.microsoft.com/office/drawing/2014/main" id="{B6131FC6-3E7D-4BB8-B1E2-5746D37D7E8A}"/>
                </a:ext>
              </a:extLst>
            </p:cNvPr>
            <p:cNvSpPr txBox="1">
              <a:spLocks noChangeArrowheads="1"/>
            </p:cNvSpPr>
            <p:nvPr/>
          </p:nvSpPr>
          <p:spPr bwMode="auto">
            <a:xfrm>
              <a:off x="3570874" y="5611228"/>
              <a:ext cx="4230603" cy="5005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742950" indent="-28575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eaLnBrk="1" hangingPunct="1">
                <a:lnSpc>
                  <a:spcPct val="100000"/>
                </a:lnSpc>
                <a:spcBef>
                  <a:spcPct val="50000"/>
                </a:spcBef>
                <a:buClrTx/>
                <a:buSzTx/>
                <a:buFontTx/>
                <a:buNone/>
              </a:pPr>
              <a:r>
                <a:rPr lang="es-MX" altLang="en-US" sz="2653">
                  <a:solidFill>
                    <a:schemeClr val="tx2"/>
                  </a:solidFill>
                  <a:latin typeface="Arial" panose="020B0604020202020204" pitchFamily="34" charset="0"/>
                </a:rPr>
                <a:t>-  -  -  -  -  -  -  -  -  -  -  -  -  -</a:t>
              </a:r>
            </a:p>
          </p:txBody>
        </p:sp>
        <p:sp>
          <p:nvSpPr>
            <p:cNvPr id="50191" name="Line 8">
              <a:extLst>
                <a:ext uri="{FF2B5EF4-FFF2-40B4-BE49-F238E27FC236}">
                  <a16:creationId xmlns:a16="http://schemas.microsoft.com/office/drawing/2014/main" id="{A8E0851E-5459-4737-8CD3-4B6B79A5A3C0}"/>
                </a:ext>
              </a:extLst>
            </p:cNvPr>
            <p:cNvSpPr>
              <a:spLocks noChangeShapeType="1"/>
            </p:cNvSpPr>
            <p:nvPr/>
          </p:nvSpPr>
          <p:spPr bwMode="auto">
            <a:xfrm>
              <a:off x="8073691" y="5065295"/>
              <a:ext cx="0" cy="615115"/>
            </a:xfrm>
            <a:prstGeom prst="line">
              <a:avLst/>
            </a:prstGeom>
            <a:noFill/>
            <a:ln w="1905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705"/>
            </a:p>
          </p:txBody>
        </p:sp>
        <p:sp>
          <p:nvSpPr>
            <p:cNvPr id="50192" name="Text Box 9">
              <a:extLst>
                <a:ext uri="{FF2B5EF4-FFF2-40B4-BE49-F238E27FC236}">
                  <a16:creationId xmlns:a16="http://schemas.microsoft.com/office/drawing/2014/main" id="{D9B1BC79-380A-40B4-A1C1-53722213A2BC}"/>
                </a:ext>
              </a:extLst>
            </p:cNvPr>
            <p:cNvSpPr txBox="1">
              <a:spLocks noChangeArrowheads="1"/>
            </p:cNvSpPr>
            <p:nvPr/>
          </p:nvSpPr>
          <p:spPr bwMode="auto">
            <a:xfrm>
              <a:off x="8210550" y="5178091"/>
              <a:ext cx="544429" cy="4423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742950" indent="-28575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eaLnBrk="1" hangingPunct="1">
                <a:lnSpc>
                  <a:spcPct val="100000"/>
                </a:lnSpc>
                <a:spcBef>
                  <a:spcPct val="50000"/>
                </a:spcBef>
                <a:buClrTx/>
                <a:buSzTx/>
                <a:buFontTx/>
                <a:buNone/>
              </a:pPr>
              <a:r>
                <a:rPr lang="es-MX" altLang="en-US" sz="2274">
                  <a:solidFill>
                    <a:schemeClr val="tx1"/>
                  </a:solidFill>
                  <a:latin typeface="Arial" panose="020B0604020202020204" pitchFamily="34" charset="0"/>
                </a:rPr>
                <a:t>d</a:t>
              </a:r>
            </a:p>
          </p:txBody>
        </p:sp>
        <p:sp>
          <p:nvSpPr>
            <p:cNvPr id="50193" name="Line 12">
              <a:extLst>
                <a:ext uri="{FF2B5EF4-FFF2-40B4-BE49-F238E27FC236}">
                  <a16:creationId xmlns:a16="http://schemas.microsoft.com/office/drawing/2014/main" id="{5E3D50ED-484D-4A96-A862-2653A1D47223}"/>
                </a:ext>
              </a:extLst>
            </p:cNvPr>
            <p:cNvSpPr>
              <a:spLocks noChangeShapeType="1"/>
            </p:cNvSpPr>
            <p:nvPr/>
          </p:nvSpPr>
          <p:spPr bwMode="auto">
            <a:xfrm>
              <a:off x="3707732" y="5202154"/>
              <a:ext cx="0" cy="341396"/>
            </a:xfrm>
            <a:prstGeom prst="line">
              <a:avLst/>
            </a:prstGeom>
            <a:noFill/>
            <a:ln w="19050">
              <a:solidFill>
                <a:srgbClr val="00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705"/>
            </a:p>
          </p:txBody>
        </p:sp>
        <p:sp>
          <p:nvSpPr>
            <p:cNvPr id="50194" name="Line 13">
              <a:extLst>
                <a:ext uri="{FF2B5EF4-FFF2-40B4-BE49-F238E27FC236}">
                  <a16:creationId xmlns:a16="http://schemas.microsoft.com/office/drawing/2014/main" id="{5AA26FF8-AD8A-49EC-8D2E-359A3AE6FEC4}"/>
                </a:ext>
              </a:extLst>
            </p:cNvPr>
            <p:cNvSpPr>
              <a:spLocks noChangeShapeType="1"/>
            </p:cNvSpPr>
            <p:nvPr/>
          </p:nvSpPr>
          <p:spPr bwMode="auto">
            <a:xfrm>
              <a:off x="3979947" y="5202154"/>
              <a:ext cx="0" cy="341396"/>
            </a:xfrm>
            <a:prstGeom prst="line">
              <a:avLst/>
            </a:prstGeom>
            <a:noFill/>
            <a:ln w="19050">
              <a:solidFill>
                <a:srgbClr val="00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705"/>
            </a:p>
          </p:txBody>
        </p:sp>
        <p:sp>
          <p:nvSpPr>
            <p:cNvPr id="50195" name="Line 14">
              <a:extLst>
                <a:ext uri="{FF2B5EF4-FFF2-40B4-BE49-F238E27FC236}">
                  <a16:creationId xmlns:a16="http://schemas.microsoft.com/office/drawing/2014/main" id="{267E9E65-0966-47E6-A3D6-F0CF67992EB0}"/>
                </a:ext>
              </a:extLst>
            </p:cNvPr>
            <p:cNvSpPr>
              <a:spLocks noChangeShapeType="1"/>
            </p:cNvSpPr>
            <p:nvPr/>
          </p:nvSpPr>
          <p:spPr bwMode="auto">
            <a:xfrm>
              <a:off x="4252161" y="5202154"/>
              <a:ext cx="0" cy="341396"/>
            </a:xfrm>
            <a:prstGeom prst="line">
              <a:avLst/>
            </a:prstGeom>
            <a:noFill/>
            <a:ln w="19050">
              <a:solidFill>
                <a:srgbClr val="00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705"/>
            </a:p>
          </p:txBody>
        </p:sp>
        <p:sp>
          <p:nvSpPr>
            <p:cNvPr id="50196" name="Line 15">
              <a:extLst>
                <a:ext uri="{FF2B5EF4-FFF2-40B4-BE49-F238E27FC236}">
                  <a16:creationId xmlns:a16="http://schemas.microsoft.com/office/drawing/2014/main" id="{CD31B621-E180-4EA6-A402-D18AE50628AF}"/>
                </a:ext>
              </a:extLst>
            </p:cNvPr>
            <p:cNvSpPr>
              <a:spLocks noChangeShapeType="1"/>
            </p:cNvSpPr>
            <p:nvPr/>
          </p:nvSpPr>
          <p:spPr bwMode="auto">
            <a:xfrm>
              <a:off x="4525879" y="5202154"/>
              <a:ext cx="0" cy="341396"/>
            </a:xfrm>
            <a:prstGeom prst="line">
              <a:avLst/>
            </a:prstGeom>
            <a:noFill/>
            <a:ln w="19050">
              <a:solidFill>
                <a:srgbClr val="00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705"/>
            </a:p>
          </p:txBody>
        </p:sp>
        <p:sp>
          <p:nvSpPr>
            <p:cNvPr id="50197" name="Line 16">
              <a:extLst>
                <a:ext uri="{FF2B5EF4-FFF2-40B4-BE49-F238E27FC236}">
                  <a16:creationId xmlns:a16="http://schemas.microsoft.com/office/drawing/2014/main" id="{A6E4EB89-7926-4307-A574-E31EC60AB51A}"/>
                </a:ext>
              </a:extLst>
            </p:cNvPr>
            <p:cNvSpPr>
              <a:spLocks noChangeShapeType="1"/>
            </p:cNvSpPr>
            <p:nvPr/>
          </p:nvSpPr>
          <p:spPr bwMode="auto">
            <a:xfrm>
              <a:off x="4798094" y="5202154"/>
              <a:ext cx="0" cy="341396"/>
            </a:xfrm>
            <a:prstGeom prst="line">
              <a:avLst/>
            </a:prstGeom>
            <a:noFill/>
            <a:ln w="19050">
              <a:solidFill>
                <a:srgbClr val="00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705"/>
            </a:p>
          </p:txBody>
        </p:sp>
        <p:sp>
          <p:nvSpPr>
            <p:cNvPr id="50198" name="Line 17">
              <a:extLst>
                <a:ext uri="{FF2B5EF4-FFF2-40B4-BE49-F238E27FC236}">
                  <a16:creationId xmlns:a16="http://schemas.microsoft.com/office/drawing/2014/main" id="{6D22EFBB-FA9D-4D02-A7AD-407353A23A3F}"/>
                </a:ext>
              </a:extLst>
            </p:cNvPr>
            <p:cNvSpPr>
              <a:spLocks noChangeShapeType="1"/>
            </p:cNvSpPr>
            <p:nvPr/>
          </p:nvSpPr>
          <p:spPr bwMode="auto">
            <a:xfrm>
              <a:off x="5071812" y="5202154"/>
              <a:ext cx="0" cy="341396"/>
            </a:xfrm>
            <a:prstGeom prst="line">
              <a:avLst/>
            </a:prstGeom>
            <a:noFill/>
            <a:ln w="19050">
              <a:solidFill>
                <a:srgbClr val="00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705"/>
            </a:p>
          </p:txBody>
        </p:sp>
        <p:sp>
          <p:nvSpPr>
            <p:cNvPr id="50199" name="Line 18">
              <a:extLst>
                <a:ext uri="{FF2B5EF4-FFF2-40B4-BE49-F238E27FC236}">
                  <a16:creationId xmlns:a16="http://schemas.microsoft.com/office/drawing/2014/main" id="{1D2A957D-803D-4D9F-8379-C26121447CEF}"/>
                </a:ext>
              </a:extLst>
            </p:cNvPr>
            <p:cNvSpPr>
              <a:spLocks noChangeShapeType="1"/>
            </p:cNvSpPr>
            <p:nvPr/>
          </p:nvSpPr>
          <p:spPr bwMode="auto">
            <a:xfrm>
              <a:off x="5345531" y="5202154"/>
              <a:ext cx="0" cy="341396"/>
            </a:xfrm>
            <a:prstGeom prst="line">
              <a:avLst/>
            </a:prstGeom>
            <a:noFill/>
            <a:ln w="19050">
              <a:solidFill>
                <a:srgbClr val="00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705"/>
            </a:p>
          </p:txBody>
        </p:sp>
        <p:sp>
          <p:nvSpPr>
            <p:cNvPr id="50200" name="Line 19">
              <a:extLst>
                <a:ext uri="{FF2B5EF4-FFF2-40B4-BE49-F238E27FC236}">
                  <a16:creationId xmlns:a16="http://schemas.microsoft.com/office/drawing/2014/main" id="{0BDD94EA-1543-40D7-AB72-80BE81E84797}"/>
                </a:ext>
              </a:extLst>
            </p:cNvPr>
            <p:cNvSpPr>
              <a:spLocks noChangeShapeType="1"/>
            </p:cNvSpPr>
            <p:nvPr/>
          </p:nvSpPr>
          <p:spPr bwMode="auto">
            <a:xfrm>
              <a:off x="5617745" y="5202154"/>
              <a:ext cx="0" cy="341396"/>
            </a:xfrm>
            <a:prstGeom prst="line">
              <a:avLst/>
            </a:prstGeom>
            <a:noFill/>
            <a:ln w="19050">
              <a:solidFill>
                <a:srgbClr val="00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705"/>
            </a:p>
          </p:txBody>
        </p:sp>
        <p:sp>
          <p:nvSpPr>
            <p:cNvPr id="50201" name="Line 20">
              <a:extLst>
                <a:ext uri="{FF2B5EF4-FFF2-40B4-BE49-F238E27FC236}">
                  <a16:creationId xmlns:a16="http://schemas.microsoft.com/office/drawing/2014/main" id="{076C104A-81AF-4EC3-A378-A1591E85397B}"/>
                </a:ext>
              </a:extLst>
            </p:cNvPr>
            <p:cNvSpPr>
              <a:spLocks noChangeShapeType="1"/>
            </p:cNvSpPr>
            <p:nvPr/>
          </p:nvSpPr>
          <p:spPr bwMode="auto">
            <a:xfrm>
              <a:off x="5889960" y="5202154"/>
              <a:ext cx="0" cy="341396"/>
            </a:xfrm>
            <a:prstGeom prst="line">
              <a:avLst/>
            </a:prstGeom>
            <a:noFill/>
            <a:ln w="19050">
              <a:solidFill>
                <a:srgbClr val="00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705"/>
            </a:p>
          </p:txBody>
        </p:sp>
        <p:sp>
          <p:nvSpPr>
            <p:cNvPr id="50202" name="Line 21">
              <a:extLst>
                <a:ext uri="{FF2B5EF4-FFF2-40B4-BE49-F238E27FC236}">
                  <a16:creationId xmlns:a16="http://schemas.microsoft.com/office/drawing/2014/main" id="{6F24E9DB-1D21-4AEE-A78C-4B9E23C5504A}"/>
                </a:ext>
              </a:extLst>
            </p:cNvPr>
            <p:cNvSpPr>
              <a:spLocks noChangeShapeType="1"/>
            </p:cNvSpPr>
            <p:nvPr/>
          </p:nvSpPr>
          <p:spPr bwMode="auto">
            <a:xfrm>
              <a:off x="6163678" y="5202154"/>
              <a:ext cx="0" cy="341396"/>
            </a:xfrm>
            <a:prstGeom prst="line">
              <a:avLst/>
            </a:prstGeom>
            <a:noFill/>
            <a:ln w="19050">
              <a:solidFill>
                <a:srgbClr val="00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705"/>
            </a:p>
          </p:txBody>
        </p:sp>
        <p:sp>
          <p:nvSpPr>
            <p:cNvPr id="50203" name="Line 22">
              <a:extLst>
                <a:ext uri="{FF2B5EF4-FFF2-40B4-BE49-F238E27FC236}">
                  <a16:creationId xmlns:a16="http://schemas.microsoft.com/office/drawing/2014/main" id="{E2074B5C-EC9B-4C27-87F3-C584464D4CA6}"/>
                </a:ext>
              </a:extLst>
            </p:cNvPr>
            <p:cNvSpPr>
              <a:spLocks noChangeShapeType="1"/>
            </p:cNvSpPr>
            <p:nvPr/>
          </p:nvSpPr>
          <p:spPr bwMode="auto">
            <a:xfrm>
              <a:off x="6435892" y="5202154"/>
              <a:ext cx="0" cy="341396"/>
            </a:xfrm>
            <a:prstGeom prst="line">
              <a:avLst/>
            </a:prstGeom>
            <a:noFill/>
            <a:ln w="19050">
              <a:solidFill>
                <a:srgbClr val="00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705"/>
            </a:p>
          </p:txBody>
        </p:sp>
        <p:sp>
          <p:nvSpPr>
            <p:cNvPr id="50204" name="Line 23">
              <a:extLst>
                <a:ext uri="{FF2B5EF4-FFF2-40B4-BE49-F238E27FC236}">
                  <a16:creationId xmlns:a16="http://schemas.microsoft.com/office/drawing/2014/main" id="{AB66D369-E6F1-4F00-A3EC-3AB6802C974A}"/>
                </a:ext>
              </a:extLst>
            </p:cNvPr>
            <p:cNvSpPr>
              <a:spLocks noChangeShapeType="1"/>
            </p:cNvSpPr>
            <p:nvPr/>
          </p:nvSpPr>
          <p:spPr bwMode="auto">
            <a:xfrm>
              <a:off x="6709611" y="5202154"/>
              <a:ext cx="0" cy="341396"/>
            </a:xfrm>
            <a:prstGeom prst="line">
              <a:avLst/>
            </a:prstGeom>
            <a:noFill/>
            <a:ln w="19050">
              <a:solidFill>
                <a:srgbClr val="00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705"/>
            </a:p>
          </p:txBody>
        </p:sp>
        <p:sp>
          <p:nvSpPr>
            <p:cNvPr id="50205" name="Line 24">
              <a:extLst>
                <a:ext uri="{FF2B5EF4-FFF2-40B4-BE49-F238E27FC236}">
                  <a16:creationId xmlns:a16="http://schemas.microsoft.com/office/drawing/2014/main" id="{436493F2-097F-4849-A866-0255B97AE228}"/>
                </a:ext>
              </a:extLst>
            </p:cNvPr>
            <p:cNvSpPr>
              <a:spLocks noChangeShapeType="1"/>
            </p:cNvSpPr>
            <p:nvPr/>
          </p:nvSpPr>
          <p:spPr bwMode="auto">
            <a:xfrm>
              <a:off x="6981825" y="5202154"/>
              <a:ext cx="0" cy="341396"/>
            </a:xfrm>
            <a:prstGeom prst="line">
              <a:avLst/>
            </a:prstGeom>
            <a:noFill/>
            <a:ln w="19050">
              <a:solidFill>
                <a:srgbClr val="00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705"/>
            </a:p>
          </p:txBody>
        </p:sp>
        <p:sp>
          <p:nvSpPr>
            <p:cNvPr id="50206" name="Line 25">
              <a:extLst>
                <a:ext uri="{FF2B5EF4-FFF2-40B4-BE49-F238E27FC236}">
                  <a16:creationId xmlns:a16="http://schemas.microsoft.com/office/drawing/2014/main" id="{01398154-F0BF-410E-92AD-68AC4B1995A5}"/>
                </a:ext>
              </a:extLst>
            </p:cNvPr>
            <p:cNvSpPr>
              <a:spLocks noChangeShapeType="1"/>
            </p:cNvSpPr>
            <p:nvPr/>
          </p:nvSpPr>
          <p:spPr bwMode="auto">
            <a:xfrm>
              <a:off x="7254039" y="5202154"/>
              <a:ext cx="0" cy="341396"/>
            </a:xfrm>
            <a:prstGeom prst="line">
              <a:avLst/>
            </a:prstGeom>
            <a:noFill/>
            <a:ln w="19050">
              <a:solidFill>
                <a:srgbClr val="00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705"/>
            </a:p>
          </p:txBody>
        </p:sp>
        <p:sp>
          <p:nvSpPr>
            <p:cNvPr id="50207" name="Line 26">
              <a:extLst>
                <a:ext uri="{FF2B5EF4-FFF2-40B4-BE49-F238E27FC236}">
                  <a16:creationId xmlns:a16="http://schemas.microsoft.com/office/drawing/2014/main" id="{F439365F-C346-4132-8075-CEADE05169D8}"/>
                </a:ext>
              </a:extLst>
            </p:cNvPr>
            <p:cNvSpPr>
              <a:spLocks noChangeShapeType="1"/>
            </p:cNvSpPr>
            <p:nvPr/>
          </p:nvSpPr>
          <p:spPr bwMode="auto">
            <a:xfrm>
              <a:off x="7526254" y="5202154"/>
              <a:ext cx="0" cy="341396"/>
            </a:xfrm>
            <a:prstGeom prst="line">
              <a:avLst/>
            </a:prstGeom>
            <a:noFill/>
            <a:ln w="19050">
              <a:solidFill>
                <a:srgbClr val="00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705"/>
            </a:p>
          </p:txBody>
        </p:sp>
      </p:grpSp>
      <p:sp>
        <p:nvSpPr>
          <p:cNvPr id="35" name="2 Marcador de contenido">
            <a:extLst>
              <a:ext uri="{FF2B5EF4-FFF2-40B4-BE49-F238E27FC236}">
                <a16:creationId xmlns:a16="http://schemas.microsoft.com/office/drawing/2014/main" id="{ECB8C31F-889B-453F-838B-6CF2208F03DE}"/>
              </a:ext>
            </a:extLst>
          </p:cNvPr>
          <p:cNvSpPr>
            <a:spLocks/>
          </p:cNvSpPr>
          <p:nvPr/>
        </p:nvSpPr>
        <p:spPr bwMode="auto">
          <a:xfrm>
            <a:off x="7938336" y="1709985"/>
            <a:ext cx="5934576" cy="615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520700" indent="-22860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lvl="1">
              <a:lnSpc>
                <a:spcPct val="100000"/>
              </a:lnSpc>
              <a:spcBef>
                <a:spcPts val="474"/>
              </a:spcBef>
              <a:buClr>
                <a:srgbClr val="F9B639"/>
              </a:buClr>
              <a:buSzPct val="80000"/>
              <a:buNone/>
            </a:pPr>
            <a:r>
              <a:rPr lang="es-MX" altLang="en-US" sz="2274" b="1" dirty="0">
                <a:solidFill>
                  <a:srgbClr val="4D4D4D"/>
                </a:solidFill>
                <a:latin typeface="Comic Sans MS" panose="030F0702030302020204" pitchFamily="66" charset="0"/>
              </a:rPr>
              <a:t>  </a:t>
            </a:r>
            <a:endParaRPr lang="es-ES" altLang="en-US" sz="2179" b="1" dirty="0">
              <a:solidFill>
                <a:srgbClr val="4D4D4D"/>
              </a:solidFill>
              <a:latin typeface="Comic Sans MS" panose="030F0702030302020204" pitchFamily="66" charset="0"/>
            </a:endParaRPr>
          </a:p>
          <a:p>
            <a:pPr lvl="1">
              <a:lnSpc>
                <a:spcPct val="100000"/>
              </a:lnSpc>
              <a:spcBef>
                <a:spcPts val="474"/>
              </a:spcBef>
              <a:buClr>
                <a:srgbClr val="F9B639"/>
              </a:buClr>
              <a:buSzPct val="80000"/>
              <a:buNone/>
            </a:pPr>
            <a:endParaRPr lang="es-ES" altLang="en-US" sz="2179" b="1" dirty="0">
              <a:solidFill>
                <a:srgbClr val="4D4D4D"/>
              </a:solidFill>
              <a:latin typeface="Comic Sans MS" panose="030F0702030302020204" pitchFamily="66" charset="0"/>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0A4FEB5C-B965-4FD9-B2DD-1191B2375B2F}"/>
                  </a:ext>
                </a:extLst>
              </p:cNvPr>
              <p:cNvSpPr txBox="1"/>
              <p:nvPr/>
            </p:nvSpPr>
            <p:spPr>
              <a:xfrm>
                <a:off x="9003631" y="2711632"/>
                <a:ext cx="1340367" cy="89120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𝑉</m:t>
                      </m:r>
                      <m:r>
                        <a:rPr lang="en-US" sz="2800" b="0" i="1" smtClean="0">
                          <a:latin typeface="Cambria Math" panose="02040503050406030204" pitchFamily="18" charset="0"/>
                        </a:rPr>
                        <m:t>=</m:t>
                      </m:r>
                      <m:f>
                        <m:fPr>
                          <m:ctrlPr>
                            <a:rPr lang="en-US" sz="2800" b="0" i="1" smtClean="0">
                              <a:latin typeface="Cambria Math" panose="02040503050406030204" pitchFamily="18" charset="0"/>
                            </a:rPr>
                          </m:ctrlPr>
                        </m:fPr>
                        <m:num>
                          <m:r>
                            <a:rPr lang="en-US" sz="2800" b="0" i="1" smtClean="0">
                              <a:latin typeface="Cambria Math" panose="02040503050406030204" pitchFamily="18" charset="0"/>
                            </a:rPr>
                            <m:t>𝑄𝑑</m:t>
                          </m:r>
                        </m:num>
                        <m:den>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ea typeface="Cambria Math" panose="02040503050406030204" pitchFamily="18" charset="0"/>
                                </a:rPr>
                                <m:t>𝜀</m:t>
                              </m:r>
                            </m:e>
                            <m:sub>
                              <m:r>
                                <a:rPr lang="en-US" sz="2800" b="0" i="1" smtClean="0">
                                  <a:latin typeface="Cambria Math" panose="02040503050406030204" pitchFamily="18" charset="0"/>
                                </a:rPr>
                                <m:t>0</m:t>
                              </m:r>
                            </m:sub>
                          </m:sSub>
                          <m:r>
                            <a:rPr lang="en-US" sz="2800" b="0" i="1" smtClean="0">
                              <a:latin typeface="Cambria Math" panose="02040503050406030204" pitchFamily="18" charset="0"/>
                            </a:rPr>
                            <m:t>𝐴</m:t>
                          </m:r>
                        </m:den>
                      </m:f>
                    </m:oMath>
                  </m:oMathPara>
                </a14:m>
                <a:endParaRPr lang="en-US" sz="2800" dirty="0"/>
              </a:p>
            </p:txBody>
          </p:sp>
        </mc:Choice>
        <mc:Fallback xmlns="">
          <p:sp>
            <p:nvSpPr>
              <p:cNvPr id="5" name="TextBox 4">
                <a:extLst>
                  <a:ext uri="{FF2B5EF4-FFF2-40B4-BE49-F238E27FC236}">
                    <a16:creationId xmlns:a16="http://schemas.microsoft.com/office/drawing/2014/main" id="{0A4FEB5C-B965-4FD9-B2DD-1191B2375B2F}"/>
                  </a:ext>
                </a:extLst>
              </p:cNvPr>
              <p:cNvSpPr txBox="1">
                <a:spLocks noRot="1" noChangeAspect="1" noMove="1" noResize="1" noEditPoints="1" noAdjustHandles="1" noChangeArrowheads="1" noChangeShapeType="1" noTextEdit="1"/>
              </p:cNvSpPr>
              <p:nvPr/>
            </p:nvSpPr>
            <p:spPr>
              <a:xfrm>
                <a:off x="9003631" y="2711632"/>
                <a:ext cx="1340367" cy="891206"/>
              </a:xfrm>
              <a:prstGeom prst="rect">
                <a:avLst/>
              </a:prstGeom>
              <a:blipFill>
                <a:blip r:embed="rId2"/>
                <a:stretch>
                  <a:fillRect/>
                </a:stretch>
              </a:blipFill>
            </p:spPr>
            <p:txBody>
              <a:bodyPr/>
              <a:lstStyle/>
              <a:p>
                <a:r>
                  <a:rPr lang="en-US">
                    <a:noFill/>
                  </a:rPr>
                  <a:t> </a:t>
                </a:r>
              </a:p>
            </p:txBody>
          </p:sp>
        </mc:Fallback>
      </mc:AlternateContent>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5A29B3E6-CA59-4885-955F-EE8479198C33}"/>
              </a:ext>
            </a:extLst>
          </p:cNvPr>
          <p:cNvSpPr>
            <a:spLocks/>
          </p:cNvSpPr>
          <p:nvPr/>
        </p:nvSpPr>
        <p:spPr bwMode="auto">
          <a:xfrm>
            <a:off x="3467100" y="484271"/>
            <a:ext cx="4471236" cy="693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3314" tIns="0" rIns="43314" bIns="0" anchor="b"/>
          <a:lstStyle>
            <a:lvl1pPr>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742950" indent="-28575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algn="ctr" eaLnBrk="1" hangingPunct="1">
              <a:lnSpc>
                <a:spcPct val="100000"/>
              </a:lnSpc>
              <a:spcBef>
                <a:spcPct val="0"/>
              </a:spcBef>
              <a:buClrTx/>
              <a:buSzTx/>
              <a:buFontTx/>
              <a:buNone/>
            </a:pPr>
            <a:r>
              <a:rPr lang="es-MX" altLang="en-US" sz="3600" b="1" dirty="0">
                <a:solidFill>
                  <a:srgbClr val="990033"/>
                </a:solidFill>
                <a:latin typeface="Trebuchet MS" panose="020B0603020202020204" pitchFamily="34" charset="0"/>
              </a:rPr>
              <a:t>CAPACITANCIA</a:t>
            </a:r>
            <a:endParaRPr lang="es-ES" altLang="en-US" sz="3600" b="1" dirty="0">
              <a:solidFill>
                <a:srgbClr val="990033"/>
              </a:solidFill>
              <a:latin typeface="Trebuchet MS" panose="020B0603020202020204" pitchFamily="34" charset="0"/>
            </a:endParaRPr>
          </a:p>
        </p:txBody>
      </p:sp>
      <p:sp>
        <p:nvSpPr>
          <p:cNvPr id="51203" name="2 Marcador de contenido">
            <a:extLst>
              <a:ext uri="{FF2B5EF4-FFF2-40B4-BE49-F238E27FC236}">
                <a16:creationId xmlns:a16="http://schemas.microsoft.com/office/drawing/2014/main" id="{A364121B-93E4-45B7-B1C0-09BDCEE96240}"/>
              </a:ext>
            </a:extLst>
          </p:cNvPr>
          <p:cNvSpPr txBox="1">
            <a:spLocks/>
          </p:cNvSpPr>
          <p:nvPr/>
        </p:nvSpPr>
        <p:spPr bwMode="auto">
          <a:xfrm>
            <a:off x="1973788" y="1095997"/>
            <a:ext cx="7163302" cy="554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742950" indent="-28575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a:lnSpc>
                <a:spcPct val="100000"/>
              </a:lnSpc>
              <a:spcBef>
                <a:spcPts val="568"/>
              </a:spcBef>
              <a:buClr>
                <a:schemeClr val="tx2"/>
              </a:buClr>
              <a:buSzPct val="73000"/>
              <a:buFont typeface="Arial" panose="020B0604020202020204" pitchFamily="34" charset="0"/>
              <a:buChar char="•"/>
            </a:pPr>
            <a:r>
              <a:rPr lang="es-ES" altLang="en-US" sz="2463" b="1" dirty="0">
                <a:latin typeface="Trebuchet MS" panose="020B0603020202020204" pitchFamily="34" charset="0"/>
              </a:rPr>
              <a:t>Para un condensador cilíndrico:</a:t>
            </a:r>
            <a:endParaRPr lang="es-ES" altLang="en-US" sz="2274" dirty="0">
              <a:solidFill>
                <a:schemeClr val="tx1"/>
              </a:solidFill>
              <a:latin typeface="Arial" panose="020B0604020202020204" pitchFamily="34" charset="0"/>
            </a:endParaRPr>
          </a:p>
        </p:txBody>
      </p:sp>
      <p:grpSp>
        <p:nvGrpSpPr>
          <p:cNvPr id="28" name="Group 27">
            <a:extLst>
              <a:ext uri="{FF2B5EF4-FFF2-40B4-BE49-F238E27FC236}">
                <a16:creationId xmlns:a16="http://schemas.microsoft.com/office/drawing/2014/main" id="{346F3AC2-0F32-40A6-910E-BFAABD8B59BE}"/>
              </a:ext>
            </a:extLst>
          </p:cNvPr>
          <p:cNvGrpSpPr/>
          <p:nvPr/>
        </p:nvGrpSpPr>
        <p:grpSpPr>
          <a:xfrm>
            <a:off x="7339283" y="1931271"/>
            <a:ext cx="1575659" cy="2894729"/>
            <a:chOff x="7339283" y="1931271"/>
            <a:chExt cx="1575659" cy="2894729"/>
          </a:xfrm>
        </p:grpSpPr>
        <p:sp>
          <p:nvSpPr>
            <p:cNvPr id="4" name="Cylinder 3">
              <a:extLst>
                <a:ext uri="{FF2B5EF4-FFF2-40B4-BE49-F238E27FC236}">
                  <a16:creationId xmlns:a16="http://schemas.microsoft.com/office/drawing/2014/main" id="{64DB6D77-4D65-4755-BBDA-462D1F95F557}"/>
                </a:ext>
              </a:extLst>
            </p:cNvPr>
            <p:cNvSpPr/>
            <p:nvPr/>
          </p:nvSpPr>
          <p:spPr>
            <a:xfrm>
              <a:off x="7796463" y="2162441"/>
              <a:ext cx="600871" cy="2663559"/>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D18206DE-DA13-4B1D-AF1E-36B5471EA4F0}"/>
                </a:ext>
              </a:extLst>
            </p:cNvPr>
            <p:cNvSpPr txBox="1"/>
            <p:nvPr/>
          </p:nvSpPr>
          <p:spPr>
            <a:xfrm>
              <a:off x="8397334" y="1931271"/>
              <a:ext cx="517608" cy="369332"/>
            </a:xfrm>
            <a:prstGeom prst="rect">
              <a:avLst/>
            </a:prstGeom>
            <a:noFill/>
          </p:spPr>
          <p:txBody>
            <a:bodyPr wrap="square" rtlCol="0">
              <a:spAutoFit/>
            </a:bodyPr>
            <a:lstStyle/>
            <a:p>
              <a:r>
                <a:rPr lang="en-US" dirty="0"/>
                <a:t>R1</a:t>
              </a:r>
            </a:p>
          </p:txBody>
        </p:sp>
        <p:cxnSp>
          <p:nvCxnSpPr>
            <p:cNvPr id="7" name="Straight Arrow Connector 6">
              <a:extLst>
                <a:ext uri="{FF2B5EF4-FFF2-40B4-BE49-F238E27FC236}">
                  <a16:creationId xmlns:a16="http://schemas.microsoft.com/office/drawing/2014/main" id="{B9FF2641-6DE9-4500-9E59-E7ADEB16723E}"/>
                </a:ext>
              </a:extLst>
            </p:cNvPr>
            <p:cNvCxnSpPr/>
            <p:nvPr/>
          </p:nvCxnSpPr>
          <p:spPr>
            <a:xfrm>
              <a:off x="8397334" y="2717800"/>
              <a:ext cx="51760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FC6FF824-61E8-43EB-8361-360E295F5366}"/>
                </a:ext>
              </a:extLst>
            </p:cNvPr>
            <p:cNvCxnSpPr/>
            <p:nvPr/>
          </p:nvCxnSpPr>
          <p:spPr>
            <a:xfrm>
              <a:off x="8397334" y="2908300"/>
              <a:ext cx="51760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0E0FA6E0-C092-4C93-A0DC-FEBE0CDA43E2}"/>
                </a:ext>
              </a:extLst>
            </p:cNvPr>
            <p:cNvCxnSpPr/>
            <p:nvPr/>
          </p:nvCxnSpPr>
          <p:spPr>
            <a:xfrm>
              <a:off x="8356606" y="3451541"/>
              <a:ext cx="51760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1DBDF43B-AFFF-46E7-96E4-3F3FAF33F7FB}"/>
                </a:ext>
              </a:extLst>
            </p:cNvPr>
            <p:cNvCxnSpPr/>
            <p:nvPr/>
          </p:nvCxnSpPr>
          <p:spPr>
            <a:xfrm>
              <a:off x="8361868" y="3225800"/>
              <a:ext cx="51760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A7C78AD2-91AE-41A4-99E7-2F53AFC0F4D7}"/>
                </a:ext>
              </a:extLst>
            </p:cNvPr>
            <p:cNvCxnSpPr/>
            <p:nvPr/>
          </p:nvCxnSpPr>
          <p:spPr>
            <a:xfrm>
              <a:off x="8323768" y="3743418"/>
              <a:ext cx="51760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965ACEB0-5E6A-4E9C-8B75-64A65F8C1EEE}"/>
                </a:ext>
              </a:extLst>
            </p:cNvPr>
            <p:cNvCxnSpPr/>
            <p:nvPr/>
          </p:nvCxnSpPr>
          <p:spPr>
            <a:xfrm>
              <a:off x="8323768" y="3933918"/>
              <a:ext cx="51760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96304E90-DCAE-4E5F-9FCB-57FAF2986853}"/>
                </a:ext>
              </a:extLst>
            </p:cNvPr>
            <p:cNvCxnSpPr>
              <a:cxnSpLocks/>
            </p:cNvCxnSpPr>
            <p:nvPr/>
          </p:nvCxnSpPr>
          <p:spPr>
            <a:xfrm flipH="1">
              <a:off x="7362029" y="2616200"/>
              <a:ext cx="43443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DE770837-1DA6-428A-BAD2-F2DF3E9B385F}"/>
                </a:ext>
              </a:extLst>
            </p:cNvPr>
            <p:cNvCxnSpPr>
              <a:cxnSpLocks/>
            </p:cNvCxnSpPr>
            <p:nvPr/>
          </p:nvCxnSpPr>
          <p:spPr>
            <a:xfrm flipH="1">
              <a:off x="7384775" y="2870200"/>
              <a:ext cx="43443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D7730ACF-7DEB-4226-ADEA-B57208DD2C7C}"/>
                </a:ext>
              </a:extLst>
            </p:cNvPr>
            <p:cNvCxnSpPr>
              <a:cxnSpLocks/>
            </p:cNvCxnSpPr>
            <p:nvPr/>
          </p:nvCxnSpPr>
          <p:spPr>
            <a:xfrm flipH="1">
              <a:off x="7339283" y="3146741"/>
              <a:ext cx="43443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80E949CB-A989-46D3-9448-940670C516EA}"/>
                </a:ext>
              </a:extLst>
            </p:cNvPr>
            <p:cNvCxnSpPr>
              <a:cxnSpLocks/>
            </p:cNvCxnSpPr>
            <p:nvPr/>
          </p:nvCxnSpPr>
          <p:spPr>
            <a:xfrm flipH="1">
              <a:off x="7362029" y="3400741"/>
              <a:ext cx="43443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525B3FDC-76FD-4430-B13D-1C0D7CB4B9C4}"/>
                </a:ext>
              </a:extLst>
            </p:cNvPr>
            <p:cNvCxnSpPr>
              <a:cxnSpLocks/>
            </p:cNvCxnSpPr>
            <p:nvPr/>
          </p:nvCxnSpPr>
          <p:spPr>
            <a:xfrm flipH="1">
              <a:off x="7339283" y="3638959"/>
              <a:ext cx="43443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1F19A88D-3C40-4427-948D-A30314C8025F}"/>
                </a:ext>
              </a:extLst>
            </p:cNvPr>
            <p:cNvCxnSpPr>
              <a:cxnSpLocks/>
            </p:cNvCxnSpPr>
            <p:nvPr/>
          </p:nvCxnSpPr>
          <p:spPr>
            <a:xfrm flipH="1">
              <a:off x="7362029" y="3892959"/>
              <a:ext cx="43443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977BA88F-35C9-49C1-A80A-EF85A6A01FD2}"/>
                  </a:ext>
                </a:extLst>
              </p:cNvPr>
              <p:cNvSpPr txBox="1"/>
              <p:nvPr/>
            </p:nvSpPr>
            <p:spPr>
              <a:xfrm>
                <a:off x="8930880" y="2426661"/>
                <a:ext cx="206210" cy="31059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pt-BR" b="0" i="1" smtClean="0">
                              <a:latin typeface="Cambria Math" panose="02040503050406030204" pitchFamily="18" charset="0"/>
                            </a:rPr>
                          </m:ctrlPr>
                        </m:accPr>
                        <m:e>
                          <m:r>
                            <a:rPr lang="en-US" b="0" i="1" smtClean="0">
                              <a:latin typeface="Cambria Math" panose="02040503050406030204" pitchFamily="18" charset="0"/>
                            </a:rPr>
                            <m:t>𝐸</m:t>
                          </m:r>
                        </m:e>
                      </m:acc>
                    </m:oMath>
                  </m:oMathPara>
                </a14:m>
                <a:endParaRPr lang="en-US" dirty="0"/>
              </a:p>
            </p:txBody>
          </p:sp>
        </mc:Choice>
        <mc:Fallback xmlns="">
          <p:sp>
            <p:nvSpPr>
              <p:cNvPr id="30" name="TextBox 29">
                <a:extLst>
                  <a:ext uri="{FF2B5EF4-FFF2-40B4-BE49-F238E27FC236}">
                    <a16:creationId xmlns:a16="http://schemas.microsoft.com/office/drawing/2014/main" id="{977BA88F-35C9-49C1-A80A-EF85A6A01FD2}"/>
                  </a:ext>
                </a:extLst>
              </p:cNvPr>
              <p:cNvSpPr txBox="1">
                <a:spLocks noRot="1" noChangeAspect="1" noMove="1" noResize="1" noEditPoints="1" noAdjustHandles="1" noChangeArrowheads="1" noChangeShapeType="1" noTextEdit="1"/>
              </p:cNvSpPr>
              <p:nvPr/>
            </p:nvSpPr>
            <p:spPr>
              <a:xfrm>
                <a:off x="8930880" y="2426661"/>
                <a:ext cx="206210" cy="310598"/>
              </a:xfrm>
              <a:prstGeom prst="rect">
                <a:avLst/>
              </a:prstGeom>
              <a:blipFill>
                <a:blip r:embed="rId2"/>
                <a:stretch>
                  <a:fillRect l="-26471" r="-23529" b="-78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6B3869E0-1909-4D4C-BCD3-D2C48600CD33}"/>
                  </a:ext>
                </a:extLst>
              </p:cNvPr>
              <p:cNvSpPr txBox="1"/>
              <p:nvPr/>
            </p:nvSpPr>
            <p:spPr>
              <a:xfrm>
                <a:off x="1901706" y="4700911"/>
                <a:ext cx="5811911" cy="79130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l-GR" sz="2200" i="1" smtClean="0">
                          <a:latin typeface="Cambria Math" panose="02040503050406030204" pitchFamily="18" charset="0"/>
                          <a:ea typeface="Cambria Math" panose="02040503050406030204" pitchFamily="18" charset="0"/>
                        </a:rPr>
                        <m:t>Φ</m:t>
                      </m:r>
                      <m:r>
                        <a:rPr lang="en-US" sz="2200" b="0" i="1" smtClean="0">
                          <a:latin typeface="Cambria Math" panose="02040503050406030204" pitchFamily="18" charset="0"/>
                          <a:ea typeface="Cambria Math" panose="02040503050406030204" pitchFamily="18" charset="0"/>
                        </a:rPr>
                        <m:t>=</m:t>
                      </m:r>
                      <m:nary>
                        <m:naryPr>
                          <m:ctrlPr>
                            <a:rPr lang="en-US" sz="2200" b="0" i="1" smtClean="0">
                              <a:latin typeface="Cambria Math" panose="02040503050406030204" pitchFamily="18" charset="0"/>
                              <a:ea typeface="Cambria Math" panose="02040503050406030204" pitchFamily="18" charset="0"/>
                            </a:rPr>
                          </m:ctrlPr>
                        </m:naryPr>
                        <m:sub>
                          <m:r>
                            <m:rPr>
                              <m:brk m:alnAt="23"/>
                            </m:rPr>
                            <a:rPr lang="en-US" sz="2200" b="0" i="1" smtClean="0">
                              <a:latin typeface="Cambria Math" panose="02040503050406030204" pitchFamily="18" charset="0"/>
                              <a:ea typeface="Cambria Math" panose="02040503050406030204" pitchFamily="18" charset="0"/>
                            </a:rPr>
                            <m:t>𝑆</m:t>
                          </m:r>
                          <m:r>
                            <a:rPr lang="en-US" sz="2200" b="0" i="1" smtClean="0">
                              <a:latin typeface="Cambria Math" panose="02040503050406030204" pitchFamily="18" charset="0"/>
                              <a:ea typeface="Cambria Math" panose="02040503050406030204" pitchFamily="18" charset="0"/>
                            </a:rPr>
                            <m:t>2</m:t>
                          </m:r>
                        </m:sub>
                        <m:sup/>
                        <m:e>
                          <m:acc>
                            <m:accPr>
                              <m:chr m:val="⃗"/>
                              <m:ctrlPr>
                                <a:rPr lang="en-US" sz="2200" b="0" i="1" smtClean="0">
                                  <a:latin typeface="Cambria Math" panose="02040503050406030204" pitchFamily="18" charset="0"/>
                                  <a:ea typeface="Cambria Math" panose="02040503050406030204" pitchFamily="18" charset="0"/>
                                </a:rPr>
                              </m:ctrlPr>
                            </m:accPr>
                            <m:e>
                              <m:r>
                                <a:rPr lang="en-US" sz="2200" b="0" i="1" smtClean="0">
                                  <a:latin typeface="Cambria Math" panose="02040503050406030204" pitchFamily="18" charset="0"/>
                                  <a:ea typeface="Cambria Math" panose="02040503050406030204" pitchFamily="18" charset="0"/>
                                </a:rPr>
                                <m:t>𝐸</m:t>
                              </m:r>
                              <m:r>
                                <a:rPr lang="en-US" sz="2200" b="0" i="1" smtClean="0">
                                  <a:latin typeface="Cambria Math" panose="02040503050406030204" pitchFamily="18" charset="0"/>
                                  <a:ea typeface="Cambria Math" panose="02040503050406030204" pitchFamily="18" charset="0"/>
                                </a:rPr>
                                <m:t>.</m:t>
                              </m:r>
                            </m:e>
                          </m:acc>
                          <m:acc>
                            <m:accPr>
                              <m:chr m:val="⃗"/>
                              <m:ctrlPr>
                                <a:rPr lang="el-GR" sz="2200" i="1" smtClean="0">
                                  <a:latin typeface="Cambria Math" panose="02040503050406030204" pitchFamily="18" charset="0"/>
                                  <a:ea typeface="Cambria Math" panose="02040503050406030204" pitchFamily="18" charset="0"/>
                                </a:rPr>
                              </m:ctrlPr>
                            </m:accPr>
                            <m:e>
                              <m:r>
                                <a:rPr lang="en-US" sz="2200" b="0" i="1" smtClean="0">
                                  <a:latin typeface="Cambria Math" panose="02040503050406030204" pitchFamily="18" charset="0"/>
                                  <a:ea typeface="Cambria Math" panose="02040503050406030204" pitchFamily="18" charset="0"/>
                                </a:rPr>
                                <m:t>𝑑𝑎</m:t>
                              </m:r>
                            </m:e>
                          </m:acc>
                        </m:e>
                      </m:nary>
                      <m:r>
                        <a:rPr lang="en-US" sz="2200" b="0" i="1" smtClean="0">
                          <a:latin typeface="Cambria Math" panose="02040503050406030204" pitchFamily="18" charset="0"/>
                          <a:ea typeface="Cambria Math" panose="02040503050406030204" pitchFamily="18" charset="0"/>
                        </a:rPr>
                        <m:t>=</m:t>
                      </m:r>
                      <m:nary>
                        <m:naryPr>
                          <m:ctrlPr>
                            <a:rPr lang="en-US" sz="2200" b="0" i="1" smtClean="0">
                              <a:latin typeface="Cambria Math" panose="02040503050406030204" pitchFamily="18" charset="0"/>
                              <a:ea typeface="Cambria Math" panose="02040503050406030204" pitchFamily="18" charset="0"/>
                            </a:rPr>
                          </m:ctrlPr>
                        </m:naryPr>
                        <m:sub>
                          <m:r>
                            <m:rPr>
                              <m:brk m:alnAt="23"/>
                            </m:rPr>
                            <a:rPr lang="en-US" sz="2200" b="0" i="1" smtClean="0">
                              <a:latin typeface="Cambria Math" panose="02040503050406030204" pitchFamily="18" charset="0"/>
                              <a:ea typeface="Cambria Math" panose="02040503050406030204" pitchFamily="18" charset="0"/>
                            </a:rPr>
                            <m:t>𝑆</m:t>
                          </m:r>
                          <m:r>
                            <a:rPr lang="en-US" sz="2200" b="0" i="1" smtClean="0">
                              <a:latin typeface="Cambria Math" panose="02040503050406030204" pitchFamily="18" charset="0"/>
                              <a:ea typeface="Cambria Math" panose="02040503050406030204" pitchFamily="18" charset="0"/>
                            </a:rPr>
                            <m:t>2</m:t>
                          </m:r>
                        </m:sub>
                        <m:sup/>
                        <m:e>
                          <m:r>
                            <a:rPr lang="en-US" sz="2200" b="0" i="1" smtClean="0">
                              <a:latin typeface="Cambria Math" panose="02040503050406030204" pitchFamily="18" charset="0"/>
                              <a:ea typeface="Cambria Math" panose="02040503050406030204" pitchFamily="18" charset="0"/>
                            </a:rPr>
                            <m:t>𝐸</m:t>
                          </m:r>
                          <m:r>
                            <a:rPr lang="en-US" sz="2200" b="0" i="1" smtClean="0">
                              <a:latin typeface="Cambria Math" panose="02040503050406030204" pitchFamily="18" charset="0"/>
                              <a:ea typeface="Cambria Math" panose="02040503050406030204" pitchFamily="18" charset="0"/>
                            </a:rPr>
                            <m:t> </m:t>
                          </m:r>
                          <m:r>
                            <a:rPr lang="en-US" sz="2200" b="0" i="1" smtClean="0">
                              <a:latin typeface="Cambria Math" panose="02040503050406030204" pitchFamily="18" charset="0"/>
                              <a:ea typeface="Cambria Math" panose="02040503050406030204" pitchFamily="18" charset="0"/>
                            </a:rPr>
                            <m:t>𝑑𝑎</m:t>
                          </m:r>
                        </m:e>
                      </m:nary>
                      <m:r>
                        <a:rPr lang="en-US" sz="2200" b="0" i="1" smtClean="0">
                          <a:latin typeface="Cambria Math" panose="02040503050406030204" pitchFamily="18" charset="0"/>
                          <a:ea typeface="Cambria Math" panose="02040503050406030204" pitchFamily="18" charset="0"/>
                        </a:rPr>
                        <m:t>=</m:t>
                      </m:r>
                      <m:r>
                        <a:rPr lang="en-US" sz="2200" b="0" i="1" smtClean="0">
                          <a:latin typeface="Cambria Math" panose="02040503050406030204" pitchFamily="18" charset="0"/>
                          <a:ea typeface="Cambria Math" panose="02040503050406030204" pitchFamily="18" charset="0"/>
                        </a:rPr>
                        <m:t>𝐸</m:t>
                      </m:r>
                      <m:nary>
                        <m:naryPr>
                          <m:ctrlPr>
                            <a:rPr lang="en-US" sz="2200" b="0" i="1" smtClean="0">
                              <a:latin typeface="Cambria Math" panose="02040503050406030204" pitchFamily="18" charset="0"/>
                              <a:ea typeface="Cambria Math" panose="02040503050406030204" pitchFamily="18" charset="0"/>
                            </a:rPr>
                          </m:ctrlPr>
                        </m:naryPr>
                        <m:sub>
                          <m:r>
                            <m:rPr>
                              <m:brk m:alnAt="23"/>
                            </m:rPr>
                            <a:rPr lang="en-US" sz="2200" b="0" i="1" smtClean="0">
                              <a:latin typeface="Cambria Math" panose="02040503050406030204" pitchFamily="18" charset="0"/>
                              <a:ea typeface="Cambria Math" panose="02040503050406030204" pitchFamily="18" charset="0"/>
                            </a:rPr>
                            <m:t>𝑆</m:t>
                          </m:r>
                          <m:r>
                            <a:rPr lang="en-US" sz="2200" b="0" i="1" smtClean="0">
                              <a:latin typeface="Cambria Math" panose="02040503050406030204" pitchFamily="18" charset="0"/>
                              <a:ea typeface="Cambria Math" panose="02040503050406030204" pitchFamily="18" charset="0"/>
                            </a:rPr>
                            <m:t>2</m:t>
                          </m:r>
                        </m:sub>
                        <m:sup/>
                        <m:e>
                          <m:r>
                            <a:rPr lang="en-US" sz="2200" b="0" i="1" smtClean="0">
                              <a:latin typeface="Cambria Math" panose="02040503050406030204" pitchFamily="18" charset="0"/>
                              <a:ea typeface="Cambria Math" panose="02040503050406030204" pitchFamily="18" charset="0"/>
                            </a:rPr>
                            <m:t>𝑑𝑎</m:t>
                          </m:r>
                        </m:e>
                      </m:nary>
                      <m:r>
                        <a:rPr lang="en-US" sz="2200" b="0" i="1" smtClean="0">
                          <a:latin typeface="Cambria Math" panose="02040503050406030204" pitchFamily="18" charset="0"/>
                          <a:ea typeface="Cambria Math" panose="02040503050406030204" pitchFamily="18" charset="0"/>
                        </a:rPr>
                        <m:t>=</m:t>
                      </m:r>
                      <m:r>
                        <a:rPr lang="en-US" sz="2200" b="0" i="1" smtClean="0">
                          <a:latin typeface="Cambria Math" panose="02040503050406030204" pitchFamily="18" charset="0"/>
                          <a:ea typeface="Cambria Math" panose="02040503050406030204" pitchFamily="18" charset="0"/>
                        </a:rPr>
                        <m:t>𝐸</m:t>
                      </m:r>
                      <m:r>
                        <a:rPr lang="en-US" sz="2200" b="0" i="1" smtClean="0">
                          <a:latin typeface="Cambria Math" panose="02040503050406030204" pitchFamily="18" charset="0"/>
                          <a:ea typeface="Cambria Math" panose="02040503050406030204" pitchFamily="18" charset="0"/>
                        </a:rPr>
                        <m:t> </m:t>
                      </m:r>
                      <m:r>
                        <a:rPr lang="en-US" sz="2200" b="0" i="1" smtClean="0">
                          <a:latin typeface="Cambria Math" panose="02040503050406030204" pitchFamily="18" charset="0"/>
                          <a:ea typeface="Cambria Math" panose="02040503050406030204" pitchFamily="18" charset="0"/>
                        </a:rPr>
                        <m:t>𝐴</m:t>
                      </m:r>
                      <m:r>
                        <a:rPr lang="en-US" sz="2200" b="0" i="1" smtClean="0">
                          <a:latin typeface="Cambria Math" panose="02040503050406030204" pitchFamily="18" charset="0"/>
                          <a:ea typeface="Cambria Math" panose="02040503050406030204" pitchFamily="18" charset="0"/>
                        </a:rPr>
                        <m:t>=</m:t>
                      </m:r>
                      <m:f>
                        <m:fPr>
                          <m:ctrlPr>
                            <a:rPr lang="en-US" sz="2200" b="0" i="1" smtClean="0">
                              <a:latin typeface="Cambria Math" panose="02040503050406030204" pitchFamily="18" charset="0"/>
                              <a:ea typeface="Cambria Math" panose="02040503050406030204" pitchFamily="18" charset="0"/>
                            </a:rPr>
                          </m:ctrlPr>
                        </m:fPr>
                        <m:num>
                          <m:r>
                            <m:rPr>
                              <m:sty m:val="p"/>
                            </m:rPr>
                            <a:rPr lang="en-US" sz="2200" b="0" i="0" smtClean="0">
                              <a:latin typeface="Cambria Math" panose="02040503050406030204" pitchFamily="18" charset="0"/>
                              <a:ea typeface="Cambria Math" panose="02040503050406030204" pitchFamily="18" charset="0"/>
                            </a:rPr>
                            <m:t>Q</m:t>
                          </m:r>
                        </m:num>
                        <m:den>
                          <m:sSub>
                            <m:sSubPr>
                              <m:ctrlPr>
                                <a:rPr lang="en-US" sz="2200" b="0" i="1" smtClean="0">
                                  <a:latin typeface="Cambria Math" panose="02040503050406030204" pitchFamily="18" charset="0"/>
                                  <a:ea typeface="Cambria Math" panose="02040503050406030204" pitchFamily="18" charset="0"/>
                                </a:rPr>
                              </m:ctrlPr>
                            </m:sSubPr>
                            <m:e>
                              <m:r>
                                <a:rPr lang="en-US" sz="2200" b="0" i="1" smtClean="0">
                                  <a:latin typeface="Cambria Math" panose="02040503050406030204" pitchFamily="18" charset="0"/>
                                  <a:ea typeface="Cambria Math" panose="02040503050406030204" pitchFamily="18" charset="0"/>
                                </a:rPr>
                                <m:t>𝜀</m:t>
                              </m:r>
                            </m:e>
                            <m:sub>
                              <m:r>
                                <a:rPr lang="en-US" sz="2200" b="0" i="1" smtClean="0">
                                  <a:latin typeface="Cambria Math" panose="02040503050406030204" pitchFamily="18" charset="0"/>
                                  <a:ea typeface="Cambria Math" panose="02040503050406030204" pitchFamily="18" charset="0"/>
                                </a:rPr>
                                <m:t>0</m:t>
                              </m:r>
                            </m:sub>
                          </m:sSub>
                        </m:den>
                      </m:f>
                    </m:oMath>
                  </m:oMathPara>
                </a14:m>
                <a:endParaRPr lang="en-US" sz="2200" dirty="0"/>
              </a:p>
            </p:txBody>
          </p:sp>
        </mc:Choice>
        <mc:Fallback xmlns="">
          <p:sp>
            <p:nvSpPr>
              <p:cNvPr id="32" name="TextBox 31">
                <a:extLst>
                  <a:ext uri="{FF2B5EF4-FFF2-40B4-BE49-F238E27FC236}">
                    <a16:creationId xmlns:a16="http://schemas.microsoft.com/office/drawing/2014/main" id="{6B3869E0-1909-4D4C-BCD3-D2C48600CD33}"/>
                  </a:ext>
                </a:extLst>
              </p:cNvPr>
              <p:cNvSpPr txBox="1">
                <a:spLocks noRot="1" noChangeAspect="1" noMove="1" noResize="1" noEditPoints="1" noAdjustHandles="1" noChangeArrowheads="1" noChangeShapeType="1" noTextEdit="1"/>
              </p:cNvSpPr>
              <p:nvPr/>
            </p:nvSpPr>
            <p:spPr>
              <a:xfrm>
                <a:off x="1901706" y="4700911"/>
                <a:ext cx="5811911" cy="791307"/>
              </a:xfrm>
              <a:prstGeom prst="rect">
                <a:avLst/>
              </a:prstGeom>
              <a:blipFill>
                <a:blip r:embed="rId3"/>
                <a:stretch>
                  <a:fillRect/>
                </a:stretch>
              </a:blipFill>
            </p:spPr>
            <p:txBody>
              <a:bodyPr/>
              <a:lstStyle/>
              <a:p>
                <a:r>
                  <a:rPr lang="en-US">
                    <a:noFill/>
                  </a:rPr>
                  <a:t> </a:t>
                </a:r>
              </a:p>
            </p:txBody>
          </p:sp>
        </mc:Fallback>
      </mc:AlternateContent>
      <p:grpSp>
        <p:nvGrpSpPr>
          <p:cNvPr id="39" name="Group 38">
            <a:extLst>
              <a:ext uri="{FF2B5EF4-FFF2-40B4-BE49-F238E27FC236}">
                <a16:creationId xmlns:a16="http://schemas.microsoft.com/office/drawing/2014/main" id="{74EFD566-D28A-47AE-AC61-F9741F271E8D}"/>
              </a:ext>
            </a:extLst>
          </p:cNvPr>
          <p:cNvGrpSpPr/>
          <p:nvPr/>
        </p:nvGrpSpPr>
        <p:grpSpPr>
          <a:xfrm>
            <a:off x="82216" y="1609638"/>
            <a:ext cx="4984250" cy="2521124"/>
            <a:chOff x="149055" y="1920265"/>
            <a:chExt cx="4984250" cy="2521124"/>
          </a:xfrm>
        </p:grpSpPr>
        <p:grpSp>
          <p:nvGrpSpPr>
            <p:cNvPr id="5" name="Group 4">
              <a:extLst>
                <a:ext uri="{FF2B5EF4-FFF2-40B4-BE49-F238E27FC236}">
                  <a16:creationId xmlns:a16="http://schemas.microsoft.com/office/drawing/2014/main" id="{BF9A7D2B-F5D6-439C-9FCC-9E1B36849603}"/>
                </a:ext>
              </a:extLst>
            </p:cNvPr>
            <p:cNvGrpSpPr/>
            <p:nvPr/>
          </p:nvGrpSpPr>
          <p:grpSpPr>
            <a:xfrm>
              <a:off x="149055" y="2113361"/>
              <a:ext cx="4984250" cy="2328028"/>
              <a:chOff x="314827" y="1977775"/>
              <a:chExt cx="4984250" cy="2328028"/>
            </a:xfrm>
          </p:grpSpPr>
          <p:grpSp>
            <p:nvGrpSpPr>
              <p:cNvPr id="2" name="Group 1">
                <a:extLst>
                  <a:ext uri="{FF2B5EF4-FFF2-40B4-BE49-F238E27FC236}">
                    <a16:creationId xmlns:a16="http://schemas.microsoft.com/office/drawing/2014/main" id="{0B2166C7-02FC-4117-BC82-05BA19B5248C}"/>
                  </a:ext>
                </a:extLst>
              </p:cNvPr>
              <p:cNvGrpSpPr/>
              <p:nvPr/>
            </p:nvGrpSpPr>
            <p:grpSpPr>
              <a:xfrm>
                <a:off x="314827" y="2249906"/>
                <a:ext cx="4519362" cy="2055897"/>
                <a:chOff x="3443038" y="3525252"/>
                <a:chExt cx="4519362" cy="2055897"/>
              </a:xfrm>
            </p:grpSpPr>
            <p:sp>
              <p:nvSpPr>
                <p:cNvPr id="51204" name="AutoShape 6">
                  <a:extLst>
                    <a:ext uri="{FF2B5EF4-FFF2-40B4-BE49-F238E27FC236}">
                      <a16:creationId xmlns:a16="http://schemas.microsoft.com/office/drawing/2014/main" id="{63B6BAE4-3A94-4BA1-A1E7-CC8C1302D035}"/>
                    </a:ext>
                  </a:extLst>
                </p:cNvPr>
                <p:cNvSpPr>
                  <a:spLocks noChangeArrowheads="1"/>
                </p:cNvSpPr>
                <p:nvPr/>
              </p:nvSpPr>
              <p:spPr bwMode="auto">
                <a:xfrm rot="4326543">
                  <a:off x="5264317" y="2619877"/>
                  <a:ext cx="1048252" cy="3893719"/>
                </a:xfrm>
                <a:prstGeom prst="can">
                  <a:avLst>
                    <a:gd name="adj" fmla="val 32192"/>
                  </a:avLst>
                </a:prstGeom>
                <a:solidFill>
                  <a:schemeClr val="accent1"/>
                </a:solidFill>
                <a:ln w="9525">
                  <a:solidFill>
                    <a:schemeClr val="tx1"/>
                  </a:solidFill>
                  <a:round/>
                  <a:headEnd/>
                  <a:tailEnd/>
                </a:ln>
              </p:spPr>
              <p:txBody>
                <a:bodyPr wrap="none" anchor="ctr"/>
                <a:lstStyle>
                  <a:lvl1pPr>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742950" indent="-28575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eaLnBrk="1" hangingPunct="1">
                    <a:lnSpc>
                      <a:spcPct val="100000"/>
                    </a:lnSpc>
                    <a:spcBef>
                      <a:spcPct val="0"/>
                    </a:spcBef>
                    <a:buClrTx/>
                    <a:buSzTx/>
                    <a:buFontTx/>
                    <a:buNone/>
                  </a:pPr>
                  <a:endParaRPr lang="es-MX" altLang="en-US" sz="2274">
                    <a:solidFill>
                      <a:schemeClr val="tx1"/>
                    </a:solidFill>
                    <a:latin typeface="Arial" panose="020B0604020202020204" pitchFamily="34" charset="0"/>
                  </a:endParaRPr>
                </a:p>
              </p:txBody>
            </p:sp>
            <p:sp>
              <p:nvSpPr>
                <p:cNvPr id="51205" name="AutoShape 5">
                  <a:extLst>
                    <a:ext uri="{FF2B5EF4-FFF2-40B4-BE49-F238E27FC236}">
                      <a16:creationId xmlns:a16="http://schemas.microsoft.com/office/drawing/2014/main" id="{E85F6C51-BA13-45B8-A00E-0DC2D375B3E6}"/>
                    </a:ext>
                  </a:extLst>
                </p:cNvPr>
                <p:cNvSpPr>
                  <a:spLocks noChangeArrowheads="1"/>
                </p:cNvSpPr>
                <p:nvPr/>
              </p:nvSpPr>
              <p:spPr bwMode="auto">
                <a:xfrm rot="4331795">
                  <a:off x="4674770" y="2293520"/>
                  <a:ext cx="2055897" cy="4519362"/>
                </a:xfrm>
                <a:prstGeom prst="can">
                  <a:avLst>
                    <a:gd name="adj" fmla="val 33452"/>
                  </a:avLst>
                </a:prstGeom>
                <a:solidFill>
                  <a:schemeClr val="accent1">
                    <a:alpha val="47058"/>
                  </a:schemeClr>
                </a:solidFill>
                <a:ln w="9525">
                  <a:solidFill>
                    <a:schemeClr val="tx1"/>
                  </a:solidFill>
                  <a:round/>
                  <a:headEnd/>
                  <a:tailEnd/>
                </a:ln>
              </p:spPr>
              <p:txBody>
                <a:bodyPr wrap="none" anchor="ctr"/>
                <a:lstStyle>
                  <a:lvl1pPr>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742950" indent="-28575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eaLnBrk="1" hangingPunct="1">
                    <a:lnSpc>
                      <a:spcPct val="100000"/>
                    </a:lnSpc>
                    <a:spcBef>
                      <a:spcPct val="0"/>
                    </a:spcBef>
                    <a:buClrTx/>
                    <a:buSzTx/>
                    <a:buFontTx/>
                    <a:buNone/>
                  </a:pPr>
                  <a:endParaRPr lang="es-MX" altLang="en-US" sz="2274">
                    <a:solidFill>
                      <a:schemeClr val="tx1"/>
                    </a:solidFill>
                    <a:latin typeface="Arial" panose="020B0604020202020204" pitchFamily="34" charset="0"/>
                  </a:endParaRPr>
                </a:p>
              </p:txBody>
            </p:sp>
          </p:grpSp>
          <p:sp>
            <p:nvSpPr>
              <p:cNvPr id="3" name="TextBox 2">
                <a:extLst>
                  <a:ext uri="{FF2B5EF4-FFF2-40B4-BE49-F238E27FC236}">
                    <a16:creationId xmlns:a16="http://schemas.microsoft.com/office/drawing/2014/main" id="{B15FCCC1-D545-4D5C-AA7F-8D0D4E9863C5}"/>
                  </a:ext>
                </a:extLst>
              </p:cNvPr>
              <p:cNvSpPr txBox="1"/>
              <p:nvPr/>
            </p:nvSpPr>
            <p:spPr>
              <a:xfrm>
                <a:off x="3994234" y="1977775"/>
                <a:ext cx="517608" cy="369332"/>
              </a:xfrm>
              <a:prstGeom prst="rect">
                <a:avLst/>
              </a:prstGeom>
              <a:noFill/>
            </p:spPr>
            <p:txBody>
              <a:bodyPr wrap="square" rtlCol="0">
                <a:spAutoFit/>
              </a:bodyPr>
              <a:lstStyle/>
              <a:p>
                <a:r>
                  <a:rPr lang="en-US" dirty="0"/>
                  <a:t>R1</a:t>
                </a:r>
              </a:p>
            </p:txBody>
          </p:sp>
          <p:sp>
            <p:nvSpPr>
              <p:cNvPr id="8" name="TextBox 7">
                <a:extLst>
                  <a:ext uri="{FF2B5EF4-FFF2-40B4-BE49-F238E27FC236}">
                    <a16:creationId xmlns:a16="http://schemas.microsoft.com/office/drawing/2014/main" id="{F713C0AC-A3DA-4DB9-BF11-172B1B8C919C}"/>
                  </a:ext>
                </a:extLst>
              </p:cNvPr>
              <p:cNvSpPr txBox="1"/>
              <p:nvPr/>
            </p:nvSpPr>
            <p:spPr>
              <a:xfrm>
                <a:off x="4781469" y="3429000"/>
                <a:ext cx="517608" cy="369332"/>
              </a:xfrm>
              <a:prstGeom prst="rect">
                <a:avLst/>
              </a:prstGeom>
              <a:noFill/>
            </p:spPr>
            <p:txBody>
              <a:bodyPr wrap="square" rtlCol="0">
                <a:spAutoFit/>
              </a:bodyPr>
              <a:lstStyle/>
              <a:p>
                <a:r>
                  <a:rPr lang="en-US" dirty="0"/>
                  <a:t>R2</a:t>
                </a:r>
              </a:p>
            </p:txBody>
          </p:sp>
        </p:grpSp>
        <p:sp>
          <p:nvSpPr>
            <p:cNvPr id="38" name="TextBox 37">
              <a:extLst>
                <a:ext uri="{FF2B5EF4-FFF2-40B4-BE49-F238E27FC236}">
                  <a16:creationId xmlns:a16="http://schemas.microsoft.com/office/drawing/2014/main" id="{637CB37A-61D6-4CCB-BE68-61AEFCA52415}"/>
                </a:ext>
              </a:extLst>
            </p:cNvPr>
            <p:cNvSpPr txBox="1"/>
            <p:nvPr/>
          </p:nvSpPr>
          <p:spPr>
            <a:xfrm>
              <a:off x="1568028" y="1920265"/>
              <a:ext cx="316888" cy="523220"/>
            </a:xfrm>
            <a:prstGeom prst="rect">
              <a:avLst/>
            </a:prstGeom>
            <a:noFill/>
          </p:spPr>
          <p:txBody>
            <a:bodyPr wrap="square" rtlCol="0">
              <a:spAutoFit/>
            </a:bodyPr>
            <a:lstStyle/>
            <a:p>
              <a:r>
                <a:rPr lang="en-US" sz="2800" dirty="0"/>
                <a:t>L</a:t>
              </a:r>
            </a:p>
          </p:txBody>
        </p:sp>
      </p:grpSp>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56FEA5AB-1796-4223-BB1A-3AB5442BF4DC}"/>
                  </a:ext>
                </a:extLst>
              </p:cNvPr>
              <p:cNvSpPr txBox="1"/>
              <p:nvPr/>
            </p:nvSpPr>
            <p:spPr>
              <a:xfrm>
                <a:off x="7938336" y="4757529"/>
                <a:ext cx="2653099" cy="69352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200" b="0" i="1" smtClean="0">
                          <a:latin typeface="Cambria Math" panose="02040503050406030204" pitchFamily="18" charset="0"/>
                          <a:ea typeface="Cambria Math" panose="02040503050406030204" pitchFamily="18" charset="0"/>
                        </a:rPr>
                        <m:t>𝐸</m:t>
                      </m:r>
                      <m:r>
                        <a:rPr lang="en-US" sz="2200" b="0" i="1" smtClean="0">
                          <a:latin typeface="Cambria Math" panose="02040503050406030204" pitchFamily="18" charset="0"/>
                          <a:ea typeface="Cambria Math" panose="02040503050406030204" pitchFamily="18" charset="0"/>
                        </a:rPr>
                        <m:t> 2</m:t>
                      </m:r>
                      <m:r>
                        <a:rPr lang="en-US" sz="2200" b="0" i="1" smtClean="0">
                          <a:latin typeface="Cambria Math" panose="02040503050406030204" pitchFamily="18" charset="0"/>
                          <a:ea typeface="Cambria Math" panose="02040503050406030204" pitchFamily="18" charset="0"/>
                        </a:rPr>
                        <m:t>𝜋</m:t>
                      </m:r>
                      <m:r>
                        <a:rPr lang="en-US" sz="2200" b="0" i="1" smtClean="0">
                          <a:latin typeface="Cambria Math" panose="02040503050406030204" pitchFamily="18" charset="0"/>
                          <a:ea typeface="Cambria Math" panose="02040503050406030204" pitchFamily="18" charset="0"/>
                        </a:rPr>
                        <m:t>𝑟𝐿</m:t>
                      </m:r>
                      <m:r>
                        <a:rPr lang="en-US" sz="2200" b="0" i="1" smtClean="0">
                          <a:latin typeface="Cambria Math" panose="02040503050406030204" pitchFamily="18" charset="0"/>
                          <a:ea typeface="Cambria Math" panose="02040503050406030204" pitchFamily="18" charset="0"/>
                        </a:rPr>
                        <m:t>=</m:t>
                      </m:r>
                      <m:f>
                        <m:fPr>
                          <m:ctrlPr>
                            <a:rPr lang="en-US" sz="2200" b="0" i="1" smtClean="0">
                              <a:latin typeface="Cambria Math" panose="02040503050406030204" pitchFamily="18" charset="0"/>
                              <a:ea typeface="Cambria Math" panose="02040503050406030204" pitchFamily="18" charset="0"/>
                            </a:rPr>
                          </m:ctrlPr>
                        </m:fPr>
                        <m:num>
                          <m:r>
                            <m:rPr>
                              <m:sty m:val="p"/>
                            </m:rPr>
                            <a:rPr lang="en-US" sz="2200" b="0" i="0" smtClean="0">
                              <a:latin typeface="Cambria Math" panose="02040503050406030204" pitchFamily="18" charset="0"/>
                              <a:ea typeface="Cambria Math" panose="02040503050406030204" pitchFamily="18" charset="0"/>
                            </a:rPr>
                            <m:t>Q</m:t>
                          </m:r>
                        </m:num>
                        <m:den>
                          <m:sSub>
                            <m:sSubPr>
                              <m:ctrlPr>
                                <a:rPr lang="en-US" sz="2200" b="0" i="1" smtClean="0">
                                  <a:latin typeface="Cambria Math" panose="02040503050406030204" pitchFamily="18" charset="0"/>
                                  <a:ea typeface="Cambria Math" panose="02040503050406030204" pitchFamily="18" charset="0"/>
                                </a:rPr>
                              </m:ctrlPr>
                            </m:sSubPr>
                            <m:e>
                              <m:r>
                                <a:rPr lang="en-US" sz="2200" b="0" i="1" smtClean="0">
                                  <a:latin typeface="Cambria Math" panose="02040503050406030204" pitchFamily="18" charset="0"/>
                                  <a:ea typeface="Cambria Math" panose="02040503050406030204" pitchFamily="18" charset="0"/>
                                </a:rPr>
                                <m:t>𝜀</m:t>
                              </m:r>
                            </m:e>
                            <m:sub>
                              <m:r>
                                <a:rPr lang="en-US" sz="2200" b="0" i="1" smtClean="0">
                                  <a:latin typeface="Cambria Math" panose="02040503050406030204" pitchFamily="18" charset="0"/>
                                  <a:ea typeface="Cambria Math" panose="02040503050406030204" pitchFamily="18" charset="0"/>
                                </a:rPr>
                                <m:t>0</m:t>
                              </m:r>
                            </m:sub>
                          </m:sSub>
                        </m:den>
                      </m:f>
                      <m:r>
                        <a:rPr lang="en-US" sz="2200" b="0" i="1" smtClean="0">
                          <a:latin typeface="Cambria Math" panose="02040503050406030204" pitchFamily="18" charset="0"/>
                          <a:ea typeface="Cambria Math" panose="02040503050406030204" pitchFamily="18" charset="0"/>
                        </a:rPr>
                        <m:t>=</m:t>
                      </m:r>
                      <m:r>
                        <a:rPr lang="en-US" sz="2200" b="0" i="1" smtClean="0">
                          <a:latin typeface="Cambria Math" panose="02040503050406030204" pitchFamily="18" charset="0"/>
                          <a:ea typeface="Cambria Math" panose="02040503050406030204" pitchFamily="18" charset="0"/>
                        </a:rPr>
                        <m:t>𝜆</m:t>
                      </m:r>
                      <m:r>
                        <a:rPr lang="en-US" sz="2200" b="0" i="1" smtClean="0">
                          <a:latin typeface="Cambria Math" panose="02040503050406030204" pitchFamily="18" charset="0"/>
                          <a:ea typeface="Cambria Math" panose="02040503050406030204" pitchFamily="18" charset="0"/>
                        </a:rPr>
                        <m:t>𝐿</m:t>
                      </m:r>
                      <m:r>
                        <a:rPr lang="en-US" sz="2200" b="0" i="1" smtClean="0">
                          <a:latin typeface="Cambria Math" panose="02040503050406030204" pitchFamily="18" charset="0"/>
                          <a:ea typeface="Cambria Math" panose="02040503050406030204" pitchFamily="18" charset="0"/>
                        </a:rPr>
                        <m:t>/</m:t>
                      </m:r>
                      <m:sSub>
                        <m:sSubPr>
                          <m:ctrlPr>
                            <a:rPr lang="en-US" sz="2200" b="0" i="1" smtClean="0">
                              <a:latin typeface="Cambria Math" panose="02040503050406030204" pitchFamily="18" charset="0"/>
                              <a:ea typeface="Cambria Math" panose="02040503050406030204" pitchFamily="18" charset="0"/>
                            </a:rPr>
                          </m:ctrlPr>
                        </m:sSubPr>
                        <m:e>
                          <m:r>
                            <a:rPr lang="en-US" sz="2200" b="0" i="1" smtClean="0">
                              <a:latin typeface="Cambria Math" panose="02040503050406030204" pitchFamily="18" charset="0"/>
                              <a:ea typeface="Cambria Math" panose="02040503050406030204" pitchFamily="18" charset="0"/>
                            </a:rPr>
                            <m:t>𝜀</m:t>
                          </m:r>
                        </m:e>
                        <m:sub>
                          <m:r>
                            <a:rPr lang="en-US" sz="2200" b="0" i="1" smtClean="0">
                              <a:latin typeface="Cambria Math" panose="02040503050406030204" pitchFamily="18" charset="0"/>
                              <a:ea typeface="Cambria Math" panose="02040503050406030204" pitchFamily="18" charset="0"/>
                            </a:rPr>
                            <m:t>0 </m:t>
                          </m:r>
                        </m:sub>
                      </m:sSub>
                    </m:oMath>
                  </m:oMathPara>
                </a14:m>
                <a:endParaRPr lang="en-US" sz="2200" dirty="0"/>
              </a:p>
            </p:txBody>
          </p:sp>
        </mc:Choice>
        <mc:Fallback xmlns="">
          <p:sp>
            <p:nvSpPr>
              <p:cNvPr id="47" name="TextBox 46">
                <a:extLst>
                  <a:ext uri="{FF2B5EF4-FFF2-40B4-BE49-F238E27FC236}">
                    <a16:creationId xmlns:a16="http://schemas.microsoft.com/office/drawing/2014/main" id="{56FEA5AB-1796-4223-BB1A-3AB5442BF4DC}"/>
                  </a:ext>
                </a:extLst>
              </p:cNvPr>
              <p:cNvSpPr txBox="1">
                <a:spLocks noRot="1" noChangeAspect="1" noMove="1" noResize="1" noEditPoints="1" noAdjustHandles="1" noChangeArrowheads="1" noChangeShapeType="1" noTextEdit="1"/>
              </p:cNvSpPr>
              <p:nvPr/>
            </p:nvSpPr>
            <p:spPr>
              <a:xfrm>
                <a:off x="7938336" y="4757529"/>
                <a:ext cx="2653099" cy="693523"/>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79C61BBD-9EE1-4EF1-B6B8-F80E050B6C2E}"/>
                  </a:ext>
                </a:extLst>
              </p:cNvPr>
              <p:cNvSpPr txBox="1"/>
              <p:nvPr/>
            </p:nvSpPr>
            <p:spPr>
              <a:xfrm>
                <a:off x="10591435" y="5019495"/>
                <a:ext cx="1516569" cy="70083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200" b="1" i="1" smtClean="0">
                          <a:latin typeface="Cambria Math" panose="02040503050406030204" pitchFamily="18" charset="0"/>
                          <a:ea typeface="Cambria Math" panose="02040503050406030204" pitchFamily="18" charset="0"/>
                        </a:rPr>
                        <m:t>𝑬</m:t>
                      </m:r>
                      <m:r>
                        <a:rPr lang="en-US" sz="2200" b="1" i="1" smtClean="0">
                          <a:latin typeface="Cambria Math" panose="02040503050406030204" pitchFamily="18" charset="0"/>
                          <a:ea typeface="Cambria Math" panose="02040503050406030204" pitchFamily="18" charset="0"/>
                        </a:rPr>
                        <m:t> =</m:t>
                      </m:r>
                      <m:f>
                        <m:fPr>
                          <m:ctrlPr>
                            <a:rPr lang="en-US" sz="2200" b="1" i="1" smtClean="0">
                              <a:latin typeface="Cambria Math" panose="02040503050406030204" pitchFamily="18" charset="0"/>
                              <a:ea typeface="Cambria Math" panose="02040503050406030204" pitchFamily="18" charset="0"/>
                            </a:rPr>
                          </m:ctrlPr>
                        </m:fPr>
                        <m:num>
                          <m:r>
                            <a:rPr lang="en-US" sz="2200" b="1" i="1" smtClean="0">
                              <a:latin typeface="Cambria Math" panose="02040503050406030204" pitchFamily="18" charset="0"/>
                              <a:ea typeface="Cambria Math" panose="02040503050406030204" pitchFamily="18" charset="0"/>
                            </a:rPr>
                            <m:t>𝝀</m:t>
                          </m:r>
                        </m:num>
                        <m:den>
                          <m:r>
                            <a:rPr lang="en-US" sz="2200" b="1" i="1" smtClean="0">
                              <a:latin typeface="Cambria Math" panose="02040503050406030204" pitchFamily="18" charset="0"/>
                              <a:ea typeface="Cambria Math" panose="02040503050406030204" pitchFamily="18" charset="0"/>
                            </a:rPr>
                            <m:t>𝟐</m:t>
                          </m:r>
                          <m:r>
                            <a:rPr lang="en-US" sz="2200" b="1" i="1" smtClean="0">
                              <a:latin typeface="Cambria Math" panose="02040503050406030204" pitchFamily="18" charset="0"/>
                              <a:ea typeface="Cambria Math" panose="02040503050406030204" pitchFamily="18" charset="0"/>
                            </a:rPr>
                            <m:t>𝝅</m:t>
                          </m:r>
                          <m:r>
                            <a:rPr lang="en-US" sz="2200" b="1" i="1" smtClean="0">
                              <a:latin typeface="Cambria Math" panose="02040503050406030204" pitchFamily="18" charset="0"/>
                              <a:ea typeface="Cambria Math" panose="02040503050406030204" pitchFamily="18" charset="0"/>
                            </a:rPr>
                            <m:t>𝒓</m:t>
                          </m:r>
                          <m:sSub>
                            <m:sSubPr>
                              <m:ctrlPr>
                                <a:rPr lang="en-US" sz="2200" b="1" i="1" smtClean="0">
                                  <a:latin typeface="Cambria Math" panose="02040503050406030204" pitchFamily="18" charset="0"/>
                                  <a:ea typeface="Cambria Math" panose="02040503050406030204" pitchFamily="18" charset="0"/>
                                </a:rPr>
                              </m:ctrlPr>
                            </m:sSubPr>
                            <m:e>
                              <m:r>
                                <a:rPr lang="en-US" sz="2200" b="1" i="1" smtClean="0">
                                  <a:latin typeface="Cambria Math" panose="02040503050406030204" pitchFamily="18" charset="0"/>
                                  <a:ea typeface="Cambria Math" panose="02040503050406030204" pitchFamily="18" charset="0"/>
                                </a:rPr>
                                <m:t>𝜺</m:t>
                              </m:r>
                            </m:e>
                            <m:sub>
                              <m:r>
                                <a:rPr lang="en-US" sz="2200" b="1" i="1" smtClean="0">
                                  <a:latin typeface="Cambria Math" panose="02040503050406030204" pitchFamily="18" charset="0"/>
                                  <a:ea typeface="Cambria Math" panose="02040503050406030204" pitchFamily="18" charset="0"/>
                                </a:rPr>
                                <m:t>𝟎</m:t>
                              </m:r>
                              <m:r>
                                <a:rPr lang="en-US" sz="2200" b="1" i="1" smtClean="0">
                                  <a:latin typeface="Cambria Math" panose="02040503050406030204" pitchFamily="18" charset="0"/>
                                  <a:ea typeface="Cambria Math" panose="02040503050406030204" pitchFamily="18" charset="0"/>
                                </a:rPr>
                                <m:t> </m:t>
                              </m:r>
                            </m:sub>
                          </m:sSub>
                        </m:den>
                      </m:f>
                    </m:oMath>
                  </m:oMathPara>
                </a14:m>
                <a:endParaRPr lang="en-US" sz="2200" b="1" dirty="0"/>
              </a:p>
            </p:txBody>
          </p:sp>
        </mc:Choice>
        <mc:Fallback xmlns="">
          <p:sp>
            <p:nvSpPr>
              <p:cNvPr id="48" name="TextBox 47">
                <a:extLst>
                  <a:ext uri="{FF2B5EF4-FFF2-40B4-BE49-F238E27FC236}">
                    <a16:creationId xmlns:a16="http://schemas.microsoft.com/office/drawing/2014/main" id="{79C61BBD-9EE1-4EF1-B6B8-F80E050B6C2E}"/>
                  </a:ext>
                </a:extLst>
              </p:cNvPr>
              <p:cNvSpPr txBox="1">
                <a:spLocks noRot="1" noChangeAspect="1" noMove="1" noResize="1" noEditPoints="1" noAdjustHandles="1" noChangeArrowheads="1" noChangeShapeType="1" noTextEdit="1"/>
              </p:cNvSpPr>
              <p:nvPr/>
            </p:nvSpPr>
            <p:spPr>
              <a:xfrm>
                <a:off x="10591435" y="5019495"/>
                <a:ext cx="1516569" cy="700833"/>
              </a:xfrm>
              <a:prstGeom prst="rect">
                <a:avLst/>
              </a:prstGeom>
              <a:blipFill>
                <a:blip r:embed="rId5"/>
                <a:stretch>
                  <a:fillRect/>
                </a:stretch>
              </a:blipFill>
            </p:spPr>
            <p:txBody>
              <a:bodyPr/>
              <a:lstStyle/>
              <a:p>
                <a:r>
                  <a:rPr lang="en-US">
                    <a:noFill/>
                  </a:rPr>
                  <a:t> </a:t>
                </a:r>
              </a:p>
            </p:txBody>
          </p:sp>
        </mc:Fallback>
      </mc:AlternateContent>
      <p:grpSp>
        <p:nvGrpSpPr>
          <p:cNvPr id="42" name="Group 41">
            <a:extLst>
              <a:ext uri="{FF2B5EF4-FFF2-40B4-BE49-F238E27FC236}">
                <a16:creationId xmlns:a16="http://schemas.microsoft.com/office/drawing/2014/main" id="{8FF099CF-2200-45CC-99F8-4BB3FC9AE64D}"/>
              </a:ext>
            </a:extLst>
          </p:cNvPr>
          <p:cNvGrpSpPr/>
          <p:nvPr/>
        </p:nvGrpSpPr>
        <p:grpSpPr>
          <a:xfrm>
            <a:off x="10050567" y="903603"/>
            <a:ext cx="1215190" cy="3288489"/>
            <a:chOff x="10050567" y="903603"/>
            <a:chExt cx="1215190" cy="3288489"/>
          </a:xfrm>
        </p:grpSpPr>
        <p:sp>
          <p:nvSpPr>
            <p:cNvPr id="29" name="Cylinder 28">
              <a:extLst>
                <a:ext uri="{FF2B5EF4-FFF2-40B4-BE49-F238E27FC236}">
                  <a16:creationId xmlns:a16="http://schemas.microsoft.com/office/drawing/2014/main" id="{C5BF0979-2F1E-43C1-93F7-905CEAAD2F33}"/>
                </a:ext>
              </a:extLst>
            </p:cNvPr>
            <p:cNvSpPr/>
            <p:nvPr/>
          </p:nvSpPr>
          <p:spPr>
            <a:xfrm>
              <a:off x="10050567" y="1040308"/>
              <a:ext cx="863600" cy="3151784"/>
            </a:xfrm>
            <a:prstGeom prst="can">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0">
              <a:extLst>
                <a:ext uri="{FF2B5EF4-FFF2-40B4-BE49-F238E27FC236}">
                  <a16:creationId xmlns:a16="http://schemas.microsoft.com/office/drawing/2014/main" id="{04DE4797-2F8B-47D6-8821-9B566F399B70}"/>
                </a:ext>
              </a:extLst>
            </p:cNvPr>
            <p:cNvSpPr txBox="1"/>
            <p:nvPr/>
          </p:nvSpPr>
          <p:spPr>
            <a:xfrm>
              <a:off x="10918916" y="903603"/>
              <a:ext cx="346841" cy="400110"/>
            </a:xfrm>
            <a:prstGeom prst="rect">
              <a:avLst/>
            </a:prstGeom>
            <a:noFill/>
          </p:spPr>
          <p:txBody>
            <a:bodyPr wrap="square" rtlCol="0">
              <a:spAutoFit/>
            </a:bodyPr>
            <a:lstStyle/>
            <a:p>
              <a:r>
                <a:rPr lang="en-US" sz="2000" dirty="0"/>
                <a:t>r</a:t>
              </a:r>
            </a:p>
          </p:txBody>
        </p:sp>
      </p:grpSp>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435A5FD3-4F73-4975-87EC-060EF256C664}"/>
                  </a:ext>
                </a:extLst>
              </p:cNvPr>
              <p:cNvSpPr txBox="1"/>
              <p:nvPr/>
            </p:nvSpPr>
            <p:spPr>
              <a:xfrm>
                <a:off x="-44361" y="5705787"/>
                <a:ext cx="11394080" cy="75937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l-GR" sz="2200" b="0" i="1" smtClean="0">
                          <a:latin typeface="Cambria Math" panose="02040503050406030204" pitchFamily="18" charset="0"/>
                          <a:ea typeface="Cambria Math" panose="02040503050406030204" pitchFamily="18" charset="0"/>
                        </a:rPr>
                        <m:t>Δ</m:t>
                      </m:r>
                      <m:r>
                        <a:rPr lang="en-US" sz="2200" b="0" i="1" smtClean="0">
                          <a:latin typeface="Cambria Math" panose="02040503050406030204" pitchFamily="18" charset="0"/>
                          <a:ea typeface="Cambria Math" panose="02040503050406030204" pitchFamily="18" charset="0"/>
                        </a:rPr>
                        <m:t>𝑉</m:t>
                      </m:r>
                      <m:r>
                        <a:rPr lang="en-US" sz="2200" b="0" i="1" smtClean="0">
                          <a:latin typeface="Cambria Math" panose="02040503050406030204" pitchFamily="18" charset="0"/>
                          <a:ea typeface="Cambria Math" panose="02040503050406030204" pitchFamily="18" charset="0"/>
                        </a:rPr>
                        <m:t>=</m:t>
                      </m:r>
                      <m:nary>
                        <m:naryPr>
                          <m:ctrlPr>
                            <a:rPr lang="en-US" sz="2200" b="0" i="1" smtClean="0">
                              <a:latin typeface="Cambria Math" panose="02040503050406030204" pitchFamily="18" charset="0"/>
                              <a:ea typeface="Cambria Math" panose="02040503050406030204" pitchFamily="18" charset="0"/>
                            </a:rPr>
                          </m:ctrlPr>
                        </m:naryPr>
                        <m:sub>
                          <m:r>
                            <m:rPr>
                              <m:brk m:alnAt="23"/>
                            </m:rPr>
                            <a:rPr lang="en-US" sz="2200" b="0" i="1" smtClean="0">
                              <a:latin typeface="Cambria Math" panose="02040503050406030204" pitchFamily="18" charset="0"/>
                              <a:ea typeface="Cambria Math" panose="02040503050406030204" pitchFamily="18" charset="0"/>
                            </a:rPr>
                            <m:t>𝑅</m:t>
                          </m:r>
                          <m:r>
                            <a:rPr lang="en-US" sz="2200" b="0" i="1" smtClean="0">
                              <a:latin typeface="Cambria Math" panose="02040503050406030204" pitchFamily="18" charset="0"/>
                              <a:ea typeface="Cambria Math" panose="02040503050406030204" pitchFamily="18" charset="0"/>
                            </a:rPr>
                            <m:t>2</m:t>
                          </m:r>
                        </m:sub>
                        <m:sup>
                          <m:r>
                            <a:rPr lang="en-US" sz="2200" b="0" i="1" smtClean="0">
                              <a:latin typeface="Cambria Math" panose="02040503050406030204" pitchFamily="18" charset="0"/>
                              <a:ea typeface="Cambria Math" panose="02040503050406030204" pitchFamily="18" charset="0"/>
                            </a:rPr>
                            <m:t>𝑅</m:t>
                          </m:r>
                          <m:r>
                            <a:rPr lang="en-US" sz="2200" b="0" i="1" smtClean="0">
                              <a:latin typeface="Cambria Math" panose="02040503050406030204" pitchFamily="18" charset="0"/>
                              <a:ea typeface="Cambria Math" panose="02040503050406030204" pitchFamily="18" charset="0"/>
                            </a:rPr>
                            <m:t>1</m:t>
                          </m:r>
                        </m:sup>
                        <m:e>
                          <m:acc>
                            <m:accPr>
                              <m:chr m:val="⃗"/>
                              <m:ctrlPr>
                                <a:rPr lang="en-US" sz="2200" b="0" i="1" smtClean="0">
                                  <a:latin typeface="Cambria Math" panose="02040503050406030204" pitchFamily="18" charset="0"/>
                                  <a:ea typeface="Cambria Math" panose="02040503050406030204" pitchFamily="18" charset="0"/>
                                </a:rPr>
                              </m:ctrlPr>
                            </m:accPr>
                            <m:e>
                              <m:r>
                                <a:rPr lang="en-US" sz="2200" b="0" i="1" smtClean="0">
                                  <a:latin typeface="Cambria Math" panose="02040503050406030204" pitchFamily="18" charset="0"/>
                                  <a:ea typeface="Cambria Math" panose="02040503050406030204" pitchFamily="18" charset="0"/>
                                </a:rPr>
                                <m:t>𝐸</m:t>
                              </m:r>
                              <m:r>
                                <a:rPr lang="en-US" sz="2200" b="0" i="1" smtClean="0">
                                  <a:latin typeface="Cambria Math" panose="02040503050406030204" pitchFamily="18" charset="0"/>
                                  <a:ea typeface="Cambria Math" panose="02040503050406030204" pitchFamily="18" charset="0"/>
                                </a:rPr>
                                <m:t>.</m:t>
                              </m:r>
                            </m:e>
                          </m:acc>
                          <m:acc>
                            <m:accPr>
                              <m:chr m:val="⃗"/>
                              <m:ctrlPr>
                                <a:rPr lang="el-GR" sz="2200" i="1" smtClean="0">
                                  <a:latin typeface="Cambria Math" panose="02040503050406030204" pitchFamily="18" charset="0"/>
                                  <a:ea typeface="Cambria Math" panose="02040503050406030204" pitchFamily="18" charset="0"/>
                                </a:rPr>
                              </m:ctrlPr>
                            </m:accPr>
                            <m:e>
                              <m:r>
                                <a:rPr lang="en-US" sz="2200" b="0" i="1" smtClean="0">
                                  <a:latin typeface="Cambria Math" panose="02040503050406030204" pitchFamily="18" charset="0"/>
                                  <a:ea typeface="Cambria Math" panose="02040503050406030204" pitchFamily="18" charset="0"/>
                                </a:rPr>
                                <m:t>𝑑𝑟</m:t>
                              </m:r>
                            </m:e>
                          </m:acc>
                        </m:e>
                      </m:nary>
                      <m:r>
                        <a:rPr lang="en-US" sz="2200" b="0" i="1" smtClean="0">
                          <a:latin typeface="Cambria Math" panose="02040503050406030204" pitchFamily="18" charset="0"/>
                          <a:ea typeface="Cambria Math" panose="02040503050406030204" pitchFamily="18" charset="0"/>
                        </a:rPr>
                        <m:t>=</m:t>
                      </m:r>
                      <m:nary>
                        <m:naryPr>
                          <m:ctrlPr>
                            <a:rPr lang="en-US" sz="2200" b="0" i="1" smtClean="0">
                              <a:latin typeface="Cambria Math" panose="02040503050406030204" pitchFamily="18" charset="0"/>
                              <a:ea typeface="Cambria Math" panose="02040503050406030204" pitchFamily="18" charset="0"/>
                            </a:rPr>
                          </m:ctrlPr>
                        </m:naryPr>
                        <m:sub>
                          <m:r>
                            <m:rPr>
                              <m:brk m:alnAt="23"/>
                            </m:rPr>
                            <a:rPr lang="en-US" sz="2200" b="0" i="1" smtClean="0">
                              <a:latin typeface="Cambria Math" panose="02040503050406030204" pitchFamily="18" charset="0"/>
                              <a:ea typeface="Cambria Math" panose="02040503050406030204" pitchFamily="18" charset="0"/>
                            </a:rPr>
                            <m:t>𝑅</m:t>
                          </m:r>
                          <m:r>
                            <a:rPr lang="en-US" sz="2200" b="0" i="1" smtClean="0">
                              <a:latin typeface="Cambria Math" panose="02040503050406030204" pitchFamily="18" charset="0"/>
                              <a:ea typeface="Cambria Math" panose="02040503050406030204" pitchFamily="18" charset="0"/>
                            </a:rPr>
                            <m:t>2</m:t>
                          </m:r>
                        </m:sub>
                        <m:sup>
                          <m:r>
                            <a:rPr lang="en-US" sz="2200" b="0" i="1" smtClean="0">
                              <a:latin typeface="Cambria Math" panose="02040503050406030204" pitchFamily="18" charset="0"/>
                              <a:ea typeface="Cambria Math" panose="02040503050406030204" pitchFamily="18" charset="0"/>
                            </a:rPr>
                            <m:t>𝑅</m:t>
                          </m:r>
                          <m:r>
                            <a:rPr lang="en-US" sz="2200" b="0" i="1" smtClean="0">
                              <a:latin typeface="Cambria Math" panose="02040503050406030204" pitchFamily="18" charset="0"/>
                              <a:ea typeface="Cambria Math" panose="02040503050406030204" pitchFamily="18" charset="0"/>
                            </a:rPr>
                            <m:t>1</m:t>
                          </m:r>
                        </m:sup>
                        <m:e>
                          <m:acc>
                            <m:accPr>
                              <m:chr m:val="⃗"/>
                              <m:ctrlPr>
                                <a:rPr lang="en-US" sz="2200" b="0" i="1" smtClean="0">
                                  <a:latin typeface="Cambria Math" panose="02040503050406030204" pitchFamily="18" charset="0"/>
                                  <a:ea typeface="Cambria Math" panose="02040503050406030204" pitchFamily="18" charset="0"/>
                                </a:rPr>
                              </m:ctrlPr>
                            </m:accPr>
                            <m:e>
                              <m:r>
                                <a:rPr lang="en-US" sz="2200" b="0" i="1" smtClean="0">
                                  <a:latin typeface="Cambria Math" panose="02040503050406030204" pitchFamily="18" charset="0"/>
                                  <a:ea typeface="Cambria Math" panose="02040503050406030204" pitchFamily="18" charset="0"/>
                                </a:rPr>
                                <m:t>𝐸</m:t>
                              </m:r>
                              <m:r>
                                <a:rPr lang="en-US" sz="2200" b="0" i="1" smtClean="0">
                                  <a:latin typeface="Cambria Math" panose="02040503050406030204" pitchFamily="18" charset="0"/>
                                  <a:ea typeface="Cambria Math" panose="02040503050406030204" pitchFamily="18" charset="0"/>
                                </a:rPr>
                                <m:t>.</m:t>
                              </m:r>
                            </m:e>
                          </m:acc>
                          <m:acc>
                            <m:accPr>
                              <m:chr m:val="⃗"/>
                              <m:ctrlPr>
                                <a:rPr lang="el-GR" sz="2200" i="1" smtClean="0">
                                  <a:latin typeface="Cambria Math" panose="02040503050406030204" pitchFamily="18" charset="0"/>
                                  <a:ea typeface="Cambria Math" panose="02040503050406030204" pitchFamily="18" charset="0"/>
                                </a:rPr>
                              </m:ctrlPr>
                            </m:accPr>
                            <m:e>
                              <m:r>
                                <a:rPr lang="en-US" sz="2200" b="0" i="1" smtClean="0">
                                  <a:latin typeface="Cambria Math" panose="02040503050406030204" pitchFamily="18" charset="0"/>
                                  <a:ea typeface="Cambria Math" panose="02040503050406030204" pitchFamily="18" charset="0"/>
                                </a:rPr>
                                <m:t>𝑑𝑟</m:t>
                              </m:r>
                            </m:e>
                          </m:acc>
                        </m:e>
                      </m:nary>
                      <m:r>
                        <a:rPr lang="en-US" sz="2200" b="0" i="1" smtClean="0">
                          <a:latin typeface="Cambria Math" panose="02040503050406030204" pitchFamily="18" charset="0"/>
                          <a:ea typeface="Cambria Math" panose="02040503050406030204" pitchFamily="18" charset="0"/>
                        </a:rPr>
                        <m:t>=−</m:t>
                      </m:r>
                      <m:nary>
                        <m:naryPr>
                          <m:ctrlPr>
                            <a:rPr lang="en-US" sz="2200" b="0" i="1" smtClean="0">
                              <a:latin typeface="Cambria Math" panose="02040503050406030204" pitchFamily="18" charset="0"/>
                              <a:ea typeface="Cambria Math" panose="02040503050406030204" pitchFamily="18" charset="0"/>
                            </a:rPr>
                          </m:ctrlPr>
                        </m:naryPr>
                        <m:sub>
                          <m:r>
                            <m:rPr>
                              <m:brk m:alnAt="23"/>
                            </m:rPr>
                            <a:rPr lang="en-US" sz="2200" b="0" i="1" smtClean="0">
                              <a:latin typeface="Cambria Math" panose="02040503050406030204" pitchFamily="18" charset="0"/>
                              <a:ea typeface="Cambria Math" panose="02040503050406030204" pitchFamily="18" charset="0"/>
                            </a:rPr>
                            <m:t>𝑅</m:t>
                          </m:r>
                          <m:r>
                            <a:rPr lang="en-US" sz="2200" b="0" i="1" smtClean="0">
                              <a:latin typeface="Cambria Math" panose="02040503050406030204" pitchFamily="18" charset="0"/>
                              <a:ea typeface="Cambria Math" panose="02040503050406030204" pitchFamily="18" charset="0"/>
                            </a:rPr>
                            <m:t>2</m:t>
                          </m:r>
                        </m:sub>
                        <m:sup>
                          <m:r>
                            <a:rPr lang="en-US" sz="2200" b="0" i="1" smtClean="0">
                              <a:latin typeface="Cambria Math" panose="02040503050406030204" pitchFamily="18" charset="0"/>
                              <a:ea typeface="Cambria Math" panose="02040503050406030204" pitchFamily="18" charset="0"/>
                            </a:rPr>
                            <m:t>𝑅</m:t>
                          </m:r>
                          <m:r>
                            <a:rPr lang="en-US" sz="2200" b="0" i="1" smtClean="0">
                              <a:latin typeface="Cambria Math" panose="02040503050406030204" pitchFamily="18" charset="0"/>
                              <a:ea typeface="Cambria Math" panose="02040503050406030204" pitchFamily="18" charset="0"/>
                            </a:rPr>
                            <m:t>1</m:t>
                          </m:r>
                        </m:sup>
                        <m:e>
                          <m:r>
                            <a:rPr lang="en-US" sz="2200" b="0" i="1" smtClean="0">
                              <a:latin typeface="Cambria Math" panose="02040503050406030204" pitchFamily="18" charset="0"/>
                              <a:ea typeface="Cambria Math" panose="02040503050406030204" pitchFamily="18" charset="0"/>
                            </a:rPr>
                            <m:t>𝐸</m:t>
                          </m:r>
                          <m:r>
                            <a:rPr lang="en-US" sz="2200" b="0" i="1" smtClean="0">
                              <a:latin typeface="Cambria Math" panose="02040503050406030204" pitchFamily="18" charset="0"/>
                              <a:ea typeface="Cambria Math" panose="02040503050406030204" pitchFamily="18" charset="0"/>
                            </a:rPr>
                            <m:t> </m:t>
                          </m:r>
                          <m:r>
                            <a:rPr lang="en-US" sz="2200" b="0" i="1" smtClean="0">
                              <a:latin typeface="Cambria Math" panose="02040503050406030204" pitchFamily="18" charset="0"/>
                              <a:ea typeface="Cambria Math" panose="02040503050406030204" pitchFamily="18" charset="0"/>
                            </a:rPr>
                            <m:t>𝑑𝑟</m:t>
                          </m:r>
                        </m:e>
                      </m:nary>
                      <m:r>
                        <a:rPr lang="en-US" sz="2200" b="0" i="1" smtClean="0">
                          <a:latin typeface="Cambria Math" panose="02040503050406030204" pitchFamily="18" charset="0"/>
                          <a:ea typeface="Cambria Math" panose="02040503050406030204" pitchFamily="18" charset="0"/>
                        </a:rPr>
                        <m:t>=−</m:t>
                      </m:r>
                      <m:nary>
                        <m:naryPr>
                          <m:ctrlPr>
                            <a:rPr lang="en-US" sz="2200" b="0" i="1" smtClean="0">
                              <a:latin typeface="Cambria Math" panose="02040503050406030204" pitchFamily="18" charset="0"/>
                              <a:ea typeface="Cambria Math" panose="02040503050406030204" pitchFamily="18" charset="0"/>
                            </a:rPr>
                          </m:ctrlPr>
                        </m:naryPr>
                        <m:sub>
                          <m:r>
                            <m:rPr>
                              <m:brk m:alnAt="23"/>
                            </m:rPr>
                            <a:rPr lang="en-US" sz="2200" b="0" i="1" smtClean="0">
                              <a:latin typeface="Cambria Math" panose="02040503050406030204" pitchFamily="18" charset="0"/>
                              <a:ea typeface="Cambria Math" panose="02040503050406030204" pitchFamily="18" charset="0"/>
                            </a:rPr>
                            <m:t>𝑅</m:t>
                          </m:r>
                          <m:r>
                            <a:rPr lang="en-US" sz="2200" b="0" i="1" smtClean="0">
                              <a:latin typeface="Cambria Math" panose="02040503050406030204" pitchFamily="18" charset="0"/>
                              <a:ea typeface="Cambria Math" panose="02040503050406030204" pitchFamily="18" charset="0"/>
                            </a:rPr>
                            <m:t>2</m:t>
                          </m:r>
                        </m:sub>
                        <m:sup>
                          <m:r>
                            <a:rPr lang="en-US" sz="2200" b="0" i="1" smtClean="0">
                              <a:latin typeface="Cambria Math" panose="02040503050406030204" pitchFamily="18" charset="0"/>
                              <a:ea typeface="Cambria Math" panose="02040503050406030204" pitchFamily="18" charset="0"/>
                            </a:rPr>
                            <m:t>𝑅</m:t>
                          </m:r>
                          <m:r>
                            <a:rPr lang="en-US" sz="2200" b="0" i="1" smtClean="0">
                              <a:latin typeface="Cambria Math" panose="02040503050406030204" pitchFamily="18" charset="0"/>
                              <a:ea typeface="Cambria Math" panose="02040503050406030204" pitchFamily="18" charset="0"/>
                            </a:rPr>
                            <m:t>1</m:t>
                          </m:r>
                        </m:sup>
                        <m:e>
                          <m:r>
                            <a:rPr lang="en-US" sz="2200" b="0" i="1" smtClean="0">
                              <a:latin typeface="Cambria Math" panose="02040503050406030204" pitchFamily="18" charset="0"/>
                              <a:ea typeface="Cambria Math" panose="02040503050406030204" pitchFamily="18" charset="0"/>
                            </a:rPr>
                            <m:t>𝑑𝑟</m:t>
                          </m:r>
                          <m:f>
                            <m:fPr>
                              <m:ctrlPr>
                                <a:rPr lang="en-US" sz="2200" b="1" i="1" smtClean="0">
                                  <a:latin typeface="Cambria Math" panose="02040503050406030204" pitchFamily="18" charset="0"/>
                                  <a:ea typeface="Cambria Math" panose="02040503050406030204" pitchFamily="18" charset="0"/>
                                </a:rPr>
                              </m:ctrlPr>
                            </m:fPr>
                            <m:num>
                              <m:r>
                                <a:rPr lang="en-US" sz="2200" b="1" i="1" smtClean="0">
                                  <a:latin typeface="Cambria Math" panose="02040503050406030204" pitchFamily="18" charset="0"/>
                                  <a:ea typeface="Cambria Math" panose="02040503050406030204" pitchFamily="18" charset="0"/>
                                </a:rPr>
                                <m:t>𝝀</m:t>
                              </m:r>
                            </m:num>
                            <m:den>
                              <m:r>
                                <a:rPr lang="en-US" sz="2200" b="1" i="1" smtClean="0">
                                  <a:latin typeface="Cambria Math" panose="02040503050406030204" pitchFamily="18" charset="0"/>
                                  <a:ea typeface="Cambria Math" panose="02040503050406030204" pitchFamily="18" charset="0"/>
                                </a:rPr>
                                <m:t>𝟐</m:t>
                              </m:r>
                              <m:r>
                                <a:rPr lang="en-US" sz="2200" b="1" i="1" smtClean="0">
                                  <a:latin typeface="Cambria Math" panose="02040503050406030204" pitchFamily="18" charset="0"/>
                                  <a:ea typeface="Cambria Math" panose="02040503050406030204" pitchFamily="18" charset="0"/>
                                </a:rPr>
                                <m:t>𝝅</m:t>
                              </m:r>
                              <m:r>
                                <a:rPr lang="en-US" sz="2200" b="1" i="1" smtClean="0">
                                  <a:latin typeface="Cambria Math" panose="02040503050406030204" pitchFamily="18" charset="0"/>
                                  <a:ea typeface="Cambria Math" panose="02040503050406030204" pitchFamily="18" charset="0"/>
                                </a:rPr>
                                <m:t>𝒓</m:t>
                              </m:r>
                              <m:sSub>
                                <m:sSubPr>
                                  <m:ctrlPr>
                                    <a:rPr lang="en-US" sz="2200" b="1" i="1" smtClean="0">
                                      <a:latin typeface="Cambria Math" panose="02040503050406030204" pitchFamily="18" charset="0"/>
                                      <a:ea typeface="Cambria Math" panose="02040503050406030204" pitchFamily="18" charset="0"/>
                                    </a:rPr>
                                  </m:ctrlPr>
                                </m:sSubPr>
                                <m:e>
                                  <m:r>
                                    <a:rPr lang="en-US" sz="2200" b="1" i="1" smtClean="0">
                                      <a:latin typeface="Cambria Math" panose="02040503050406030204" pitchFamily="18" charset="0"/>
                                      <a:ea typeface="Cambria Math" panose="02040503050406030204" pitchFamily="18" charset="0"/>
                                    </a:rPr>
                                    <m:t>𝜺</m:t>
                                  </m:r>
                                </m:e>
                                <m:sub>
                                  <m:r>
                                    <a:rPr lang="en-US" sz="2200" b="1" i="1" smtClean="0">
                                      <a:latin typeface="Cambria Math" panose="02040503050406030204" pitchFamily="18" charset="0"/>
                                      <a:ea typeface="Cambria Math" panose="02040503050406030204" pitchFamily="18" charset="0"/>
                                    </a:rPr>
                                    <m:t>𝟎</m:t>
                                  </m:r>
                                  <m:r>
                                    <a:rPr lang="en-US" sz="2200" b="1" i="1" smtClean="0">
                                      <a:latin typeface="Cambria Math" panose="02040503050406030204" pitchFamily="18" charset="0"/>
                                      <a:ea typeface="Cambria Math" panose="02040503050406030204" pitchFamily="18" charset="0"/>
                                    </a:rPr>
                                    <m:t> </m:t>
                                  </m:r>
                                </m:sub>
                              </m:sSub>
                            </m:den>
                          </m:f>
                        </m:e>
                      </m:nary>
                      <m:r>
                        <a:rPr lang="en-US" sz="2200" b="0" i="1" smtClean="0">
                          <a:latin typeface="Cambria Math" panose="02040503050406030204" pitchFamily="18" charset="0"/>
                          <a:ea typeface="Cambria Math" panose="02040503050406030204" pitchFamily="18" charset="0"/>
                        </a:rPr>
                        <m:t>=</m:t>
                      </m:r>
                      <m:f>
                        <m:fPr>
                          <m:ctrlPr>
                            <a:rPr lang="en-US" sz="2200" b="1" i="1" smtClean="0">
                              <a:latin typeface="Cambria Math" panose="02040503050406030204" pitchFamily="18" charset="0"/>
                              <a:ea typeface="Cambria Math" panose="02040503050406030204" pitchFamily="18" charset="0"/>
                            </a:rPr>
                          </m:ctrlPr>
                        </m:fPr>
                        <m:num>
                          <m:r>
                            <a:rPr lang="en-US" sz="2200" b="1" i="1" smtClean="0">
                              <a:latin typeface="Cambria Math" panose="02040503050406030204" pitchFamily="18" charset="0"/>
                              <a:ea typeface="Cambria Math" panose="02040503050406030204" pitchFamily="18" charset="0"/>
                            </a:rPr>
                            <m:t>−</m:t>
                          </m:r>
                          <m:r>
                            <a:rPr lang="en-US" sz="2200" b="1" i="1" smtClean="0">
                              <a:latin typeface="Cambria Math" panose="02040503050406030204" pitchFamily="18" charset="0"/>
                              <a:ea typeface="Cambria Math" panose="02040503050406030204" pitchFamily="18" charset="0"/>
                            </a:rPr>
                            <m:t>𝝀</m:t>
                          </m:r>
                        </m:num>
                        <m:den>
                          <m:r>
                            <a:rPr lang="en-US" sz="2200" b="1" i="1" smtClean="0">
                              <a:latin typeface="Cambria Math" panose="02040503050406030204" pitchFamily="18" charset="0"/>
                              <a:ea typeface="Cambria Math" panose="02040503050406030204" pitchFamily="18" charset="0"/>
                            </a:rPr>
                            <m:t>𝟐</m:t>
                          </m:r>
                          <m:r>
                            <a:rPr lang="en-US" sz="2200" b="1" i="1" smtClean="0">
                              <a:latin typeface="Cambria Math" panose="02040503050406030204" pitchFamily="18" charset="0"/>
                              <a:ea typeface="Cambria Math" panose="02040503050406030204" pitchFamily="18" charset="0"/>
                            </a:rPr>
                            <m:t>𝝅</m:t>
                          </m:r>
                          <m:sSub>
                            <m:sSubPr>
                              <m:ctrlPr>
                                <a:rPr lang="en-US" sz="2200" b="1" i="1" smtClean="0">
                                  <a:latin typeface="Cambria Math" panose="02040503050406030204" pitchFamily="18" charset="0"/>
                                  <a:ea typeface="Cambria Math" panose="02040503050406030204" pitchFamily="18" charset="0"/>
                                </a:rPr>
                              </m:ctrlPr>
                            </m:sSubPr>
                            <m:e>
                              <m:r>
                                <a:rPr lang="en-US" sz="2200" b="1" i="1" smtClean="0">
                                  <a:latin typeface="Cambria Math" panose="02040503050406030204" pitchFamily="18" charset="0"/>
                                  <a:ea typeface="Cambria Math" panose="02040503050406030204" pitchFamily="18" charset="0"/>
                                </a:rPr>
                                <m:t>𝜺</m:t>
                              </m:r>
                            </m:e>
                            <m:sub>
                              <m:r>
                                <a:rPr lang="en-US" sz="2200" b="1" i="1" smtClean="0">
                                  <a:latin typeface="Cambria Math" panose="02040503050406030204" pitchFamily="18" charset="0"/>
                                  <a:ea typeface="Cambria Math" panose="02040503050406030204" pitchFamily="18" charset="0"/>
                                </a:rPr>
                                <m:t>𝟎</m:t>
                              </m:r>
                              <m:r>
                                <a:rPr lang="en-US" sz="2200" b="1" i="1" smtClean="0">
                                  <a:latin typeface="Cambria Math" panose="02040503050406030204" pitchFamily="18" charset="0"/>
                                  <a:ea typeface="Cambria Math" panose="02040503050406030204" pitchFamily="18" charset="0"/>
                                </a:rPr>
                                <m:t> </m:t>
                              </m:r>
                            </m:sub>
                          </m:sSub>
                        </m:den>
                      </m:f>
                      <m:nary>
                        <m:naryPr>
                          <m:ctrlPr>
                            <a:rPr lang="en-US" sz="2200" b="0" i="1" smtClean="0">
                              <a:latin typeface="Cambria Math" panose="02040503050406030204" pitchFamily="18" charset="0"/>
                              <a:ea typeface="Cambria Math" panose="02040503050406030204" pitchFamily="18" charset="0"/>
                            </a:rPr>
                          </m:ctrlPr>
                        </m:naryPr>
                        <m:sub>
                          <m:r>
                            <m:rPr>
                              <m:brk m:alnAt="23"/>
                            </m:rPr>
                            <a:rPr lang="en-US" sz="2200" b="0" i="1" smtClean="0">
                              <a:latin typeface="Cambria Math" panose="02040503050406030204" pitchFamily="18" charset="0"/>
                              <a:ea typeface="Cambria Math" panose="02040503050406030204" pitchFamily="18" charset="0"/>
                            </a:rPr>
                            <m:t>𝑅</m:t>
                          </m:r>
                          <m:r>
                            <a:rPr lang="en-US" sz="2200" b="0" i="1" smtClean="0">
                              <a:latin typeface="Cambria Math" panose="02040503050406030204" pitchFamily="18" charset="0"/>
                              <a:ea typeface="Cambria Math" panose="02040503050406030204" pitchFamily="18" charset="0"/>
                            </a:rPr>
                            <m:t>2</m:t>
                          </m:r>
                        </m:sub>
                        <m:sup>
                          <m:r>
                            <a:rPr lang="en-US" sz="2200" b="0" i="1" smtClean="0">
                              <a:latin typeface="Cambria Math" panose="02040503050406030204" pitchFamily="18" charset="0"/>
                              <a:ea typeface="Cambria Math" panose="02040503050406030204" pitchFamily="18" charset="0"/>
                            </a:rPr>
                            <m:t>𝑅</m:t>
                          </m:r>
                          <m:r>
                            <a:rPr lang="en-US" sz="2200" b="0" i="1" smtClean="0">
                              <a:latin typeface="Cambria Math" panose="02040503050406030204" pitchFamily="18" charset="0"/>
                              <a:ea typeface="Cambria Math" panose="02040503050406030204" pitchFamily="18" charset="0"/>
                            </a:rPr>
                            <m:t>1</m:t>
                          </m:r>
                        </m:sup>
                        <m:e>
                          <m:f>
                            <m:fPr>
                              <m:ctrlPr>
                                <a:rPr lang="en-US" sz="2200" b="1" i="1" smtClean="0">
                                  <a:latin typeface="Cambria Math" panose="02040503050406030204" pitchFamily="18" charset="0"/>
                                  <a:ea typeface="Cambria Math" panose="02040503050406030204" pitchFamily="18" charset="0"/>
                                </a:rPr>
                              </m:ctrlPr>
                            </m:fPr>
                            <m:num>
                              <m:r>
                                <a:rPr lang="en-US" sz="2200" b="1" i="1" smtClean="0">
                                  <a:latin typeface="Cambria Math" panose="02040503050406030204" pitchFamily="18" charset="0"/>
                                  <a:ea typeface="Cambria Math" panose="02040503050406030204" pitchFamily="18" charset="0"/>
                                </a:rPr>
                                <m:t>𝒅𝒓</m:t>
                              </m:r>
                            </m:num>
                            <m:den>
                              <m:r>
                                <a:rPr lang="en-US" sz="2200" b="1" i="1" smtClean="0">
                                  <a:latin typeface="Cambria Math" panose="02040503050406030204" pitchFamily="18" charset="0"/>
                                  <a:ea typeface="Cambria Math" panose="02040503050406030204" pitchFamily="18" charset="0"/>
                                </a:rPr>
                                <m:t>𝒓</m:t>
                              </m:r>
                            </m:den>
                          </m:f>
                        </m:e>
                      </m:nary>
                      <m:r>
                        <a:rPr lang="en-US" sz="2200" b="0" i="1" smtClean="0">
                          <a:latin typeface="Cambria Math" panose="02040503050406030204" pitchFamily="18" charset="0"/>
                          <a:ea typeface="Cambria Math" panose="02040503050406030204" pitchFamily="18" charset="0"/>
                        </a:rPr>
                        <m:t>=</m:t>
                      </m:r>
                      <m:f>
                        <m:fPr>
                          <m:ctrlPr>
                            <a:rPr lang="en-US" sz="2200" b="1" i="1" smtClean="0">
                              <a:latin typeface="Cambria Math" panose="02040503050406030204" pitchFamily="18" charset="0"/>
                              <a:ea typeface="Cambria Math" panose="02040503050406030204" pitchFamily="18" charset="0"/>
                            </a:rPr>
                          </m:ctrlPr>
                        </m:fPr>
                        <m:num>
                          <m:r>
                            <a:rPr lang="en-US" sz="2200" b="1" i="1" smtClean="0">
                              <a:latin typeface="Cambria Math" panose="02040503050406030204" pitchFamily="18" charset="0"/>
                              <a:ea typeface="Cambria Math" panose="02040503050406030204" pitchFamily="18" charset="0"/>
                            </a:rPr>
                            <m:t>𝝀</m:t>
                          </m:r>
                        </m:num>
                        <m:den>
                          <m:r>
                            <a:rPr lang="en-US" sz="2200" b="1" i="1" smtClean="0">
                              <a:latin typeface="Cambria Math" panose="02040503050406030204" pitchFamily="18" charset="0"/>
                              <a:ea typeface="Cambria Math" panose="02040503050406030204" pitchFamily="18" charset="0"/>
                            </a:rPr>
                            <m:t>𝟐</m:t>
                          </m:r>
                          <m:r>
                            <a:rPr lang="en-US" sz="2200" b="1" i="1" smtClean="0">
                              <a:latin typeface="Cambria Math" panose="02040503050406030204" pitchFamily="18" charset="0"/>
                              <a:ea typeface="Cambria Math" panose="02040503050406030204" pitchFamily="18" charset="0"/>
                            </a:rPr>
                            <m:t>𝝅</m:t>
                          </m:r>
                          <m:sSub>
                            <m:sSubPr>
                              <m:ctrlPr>
                                <a:rPr lang="en-US" sz="2200" b="1" i="1" smtClean="0">
                                  <a:latin typeface="Cambria Math" panose="02040503050406030204" pitchFamily="18" charset="0"/>
                                  <a:ea typeface="Cambria Math" panose="02040503050406030204" pitchFamily="18" charset="0"/>
                                </a:rPr>
                              </m:ctrlPr>
                            </m:sSubPr>
                            <m:e>
                              <m:r>
                                <a:rPr lang="en-US" sz="2200" b="1" i="1" smtClean="0">
                                  <a:latin typeface="Cambria Math" panose="02040503050406030204" pitchFamily="18" charset="0"/>
                                  <a:ea typeface="Cambria Math" panose="02040503050406030204" pitchFamily="18" charset="0"/>
                                </a:rPr>
                                <m:t>𝜺</m:t>
                              </m:r>
                            </m:e>
                            <m:sub>
                              <m:r>
                                <a:rPr lang="en-US" sz="2200" b="1" i="1" smtClean="0">
                                  <a:latin typeface="Cambria Math" panose="02040503050406030204" pitchFamily="18" charset="0"/>
                                  <a:ea typeface="Cambria Math" panose="02040503050406030204" pitchFamily="18" charset="0"/>
                                </a:rPr>
                                <m:t>𝟎</m:t>
                              </m:r>
                              <m:r>
                                <a:rPr lang="en-US" sz="2200" b="1" i="1" smtClean="0">
                                  <a:latin typeface="Cambria Math" panose="02040503050406030204" pitchFamily="18" charset="0"/>
                                  <a:ea typeface="Cambria Math" panose="02040503050406030204" pitchFamily="18" charset="0"/>
                                </a:rPr>
                                <m:t> </m:t>
                              </m:r>
                            </m:sub>
                          </m:sSub>
                        </m:den>
                      </m:f>
                      <m:r>
                        <a:rPr lang="en-US" sz="2200" b="1" i="1" smtClean="0">
                          <a:latin typeface="Cambria Math" panose="02040503050406030204" pitchFamily="18" charset="0"/>
                          <a:ea typeface="Cambria Math" panose="02040503050406030204" pitchFamily="18" charset="0"/>
                        </a:rPr>
                        <m:t>𝒍𝒏</m:t>
                      </m:r>
                      <m:r>
                        <a:rPr lang="en-US" sz="2200" b="1" i="1" smtClean="0">
                          <a:latin typeface="Cambria Math" panose="02040503050406030204" pitchFamily="18" charset="0"/>
                          <a:ea typeface="Cambria Math" panose="02040503050406030204" pitchFamily="18" charset="0"/>
                        </a:rPr>
                        <m:t>(</m:t>
                      </m:r>
                      <m:f>
                        <m:fPr>
                          <m:ctrlPr>
                            <a:rPr lang="en-US" sz="2200" b="1" i="1" smtClean="0">
                              <a:latin typeface="Cambria Math" panose="02040503050406030204" pitchFamily="18" charset="0"/>
                              <a:ea typeface="Cambria Math" panose="02040503050406030204" pitchFamily="18" charset="0"/>
                            </a:rPr>
                          </m:ctrlPr>
                        </m:fPr>
                        <m:num>
                          <m:r>
                            <a:rPr lang="en-US" sz="2200" b="1" i="1" smtClean="0">
                              <a:latin typeface="Cambria Math" panose="02040503050406030204" pitchFamily="18" charset="0"/>
                              <a:ea typeface="Cambria Math" panose="02040503050406030204" pitchFamily="18" charset="0"/>
                            </a:rPr>
                            <m:t>𝑹</m:t>
                          </m:r>
                          <m:r>
                            <a:rPr lang="en-US" sz="2200" b="1" i="1" smtClean="0">
                              <a:latin typeface="Cambria Math" panose="02040503050406030204" pitchFamily="18" charset="0"/>
                              <a:ea typeface="Cambria Math" panose="02040503050406030204" pitchFamily="18" charset="0"/>
                            </a:rPr>
                            <m:t>𝟐</m:t>
                          </m:r>
                        </m:num>
                        <m:den>
                          <m:r>
                            <a:rPr lang="en-US" sz="2200" b="1" i="1" smtClean="0">
                              <a:latin typeface="Cambria Math" panose="02040503050406030204" pitchFamily="18" charset="0"/>
                              <a:ea typeface="Cambria Math" panose="02040503050406030204" pitchFamily="18" charset="0"/>
                            </a:rPr>
                            <m:t>𝑹</m:t>
                          </m:r>
                          <m:r>
                            <a:rPr lang="en-US" sz="2200" b="1" i="1" smtClean="0">
                              <a:latin typeface="Cambria Math" panose="02040503050406030204" pitchFamily="18" charset="0"/>
                              <a:ea typeface="Cambria Math" panose="02040503050406030204" pitchFamily="18" charset="0"/>
                            </a:rPr>
                            <m:t>𝟏</m:t>
                          </m:r>
                        </m:den>
                      </m:f>
                      <m:r>
                        <a:rPr lang="en-US" sz="2200" b="1" i="1" smtClean="0">
                          <a:latin typeface="Cambria Math" panose="02040503050406030204" pitchFamily="18" charset="0"/>
                          <a:ea typeface="Cambria Math" panose="02040503050406030204" pitchFamily="18" charset="0"/>
                        </a:rPr>
                        <m:t>)</m:t>
                      </m:r>
                    </m:oMath>
                  </m:oMathPara>
                </a14:m>
                <a:endParaRPr lang="en-US" sz="2200" dirty="0"/>
              </a:p>
            </p:txBody>
          </p:sp>
        </mc:Choice>
        <mc:Fallback xmlns="">
          <p:sp>
            <p:nvSpPr>
              <p:cNvPr id="51" name="TextBox 50">
                <a:extLst>
                  <a:ext uri="{FF2B5EF4-FFF2-40B4-BE49-F238E27FC236}">
                    <a16:creationId xmlns:a16="http://schemas.microsoft.com/office/drawing/2014/main" id="{435A5FD3-4F73-4975-87EC-060EF256C664}"/>
                  </a:ext>
                </a:extLst>
              </p:cNvPr>
              <p:cNvSpPr txBox="1">
                <a:spLocks noRot="1" noChangeAspect="1" noMove="1" noResize="1" noEditPoints="1" noAdjustHandles="1" noChangeArrowheads="1" noChangeShapeType="1" noTextEdit="1"/>
              </p:cNvSpPr>
              <p:nvPr/>
            </p:nvSpPr>
            <p:spPr>
              <a:xfrm>
                <a:off x="-44361" y="5705787"/>
                <a:ext cx="11394080" cy="759375"/>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9023A2FB-DA08-45C5-82AF-3CE1947398A6}"/>
                  </a:ext>
                </a:extLst>
              </p:cNvPr>
              <p:cNvSpPr txBox="1"/>
              <p:nvPr/>
            </p:nvSpPr>
            <p:spPr>
              <a:xfrm>
                <a:off x="7384775" y="58278"/>
                <a:ext cx="2789097" cy="98039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sz="2200" i="1" smtClean="0">
                          <a:latin typeface="Cambria Math" panose="02040503050406030204" pitchFamily="18" charset="0"/>
                          <a:ea typeface="Cambria Math" panose="02040503050406030204" pitchFamily="18" charset="0"/>
                        </a:rPr>
                        <m:t>C</m:t>
                      </m:r>
                      <m:r>
                        <a:rPr lang="en-US" sz="2200" b="0" i="1" smtClean="0">
                          <a:latin typeface="Cambria Math" panose="02040503050406030204" pitchFamily="18" charset="0"/>
                          <a:ea typeface="Cambria Math" panose="02040503050406030204" pitchFamily="18" charset="0"/>
                        </a:rPr>
                        <m:t>=</m:t>
                      </m:r>
                      <m:f>
                        <m:fPr>
                          <m:ctrlPr>
                            <a:rPr lang="en-US" sz="2200" b="0" i="1" smtClean="0">
                              <a:latin typeface="Cambria Math" panose="02040503050406030204" pitchFamily="18" charset="0"/>
                              <a:ea typeface="Cambria Math" panose="02040503050406030204" pitchFamily="18" charset="0"/>
                            </a:rPr>
                          </m:ctrlPr>
                        </m:fPr>
                        <m:num>
                          <m:r>
                            <a:rPr lang="en-US" sz="2200" b="0" i="1" smtClean="0">
                              <a:latin typeface="Cambria Math" panose="02040503050406030204" pitchFamily="18" charset="0"/>
                              <a:ea typeface="Cambria Math" panose="02040503050406030204" pitchFamily="18" charset="0"/>
                            </a:rPr>
                            <m:t>𝑄</m:t>
                          </m:r>
                        </m:num>
                        <m:den>
                          <m:r>
                            <a:rPr lang="en-US" sz="2200" b="0" i="1" smtClean="0">
                              <a:latin typeface="Cambria Math" panose="02040503050406030204" pitchFamily="18" charset="0"/>
                              <a:ea typeface="Cambria Math" panose="02040503050406030204" pitchFamily="18" charset="0"/>
                            </a:rPr>
                            <m:t>𝑉</m:t>
                          </m:r>
                        </m:den>
                      </m:f>
                      <m:r>
                        <a:rPr lang="en-US" sz="2200" b="0" i="1" smtClean="0">
                          <a:latin typeface="Cambria Math" panose="02040503050406030204" pitchFamily="18" charset="0"/>
                          <a:ea typeface="Cambria Math" panose="02040503050406030204" pitchFamily="18" charset="0"/>
                        </a:rPr>
                        <m:t>=</m:t>
                      </m:r>
                      <m:f>
                        <m:fPr>
                          <m:ctrlPr>
                            <a:rPr lang="en-US" sz="2200" b="0" i="1" smtClean="0">
                              <a:latin typeface="Cambria Math" panose="02040503050406030204" pitchFamily="18" charset="0"/>
                              <a:ea typeface="Cambria Math" panose="02040503050406030204" pitchFamily="18" charset="0"/>
                            </a:rPr>
                          </m:ctrlPr>
                        </m:fPr>
                        <m:num>
                          <m:r>
                            <a:rPr lang="en-US" sz="2200" b="0" i="1" smtClean="0">
                              <a:latin typeface="Cambria Math" panose="02040503050406030204" pitchFamily="18" charset="0"/>
                              <a:ea typeface="Cambria Math" panose="02040503050406030204" pitchFamily="18" charset="0"/>
                            </a:rPr>
                            <m:t>𝜆</m:t>
                          </m:r>
                          <m:r>
                            <a:rPr lang="en-US" sz="2200" b="0" i="1" smtClean="0">
                              <a:latin typeface="Cambria Math" panose="02040503050406030204" pitchFamily="18" charset="0"/>
                              <a:ea typeface="Cambria Math" panose="02040503050406030204" pitchFamily="18" charset="0"/>
                            </a:rPr>
                            <m:t>𝐿</m:t>
                          </m:r>
                        </m:num>
                        <m:den>
                          <m:f>
                            <m:fPr>
                              <m:ctrlPr>
                                <a:rPr lang="en-US" sz="2200" b="0" i="1" smtClean="0">
                                  <a:latin typeface="Cambria Math" panose="02040503050406030204" pitchFamily="18" charset="0"/>
                                  <a:ea typeface="Cambria Math" panose="02040503050406030204" pitchFamily="18" charset="0"/>
                                </a:rPr>
                              </m:ctrlPr>
                            </m:fPr>
                            <m:num>
                              <m:r>
                                <a:rPr lang="en-US" sz="2200" b="0" i="1" smtClean="0">
                                  <a:latin typeface="Cambria Math" panose="02040503050406030204" pitchFamily="18" charset="0"/>
                                  <a:ea typeface="Cambria Math" panose="02040503050406030204" pitchFamily="18" charset="0"/>
                                </a:rPr>
                                <m:t>𝜆</m:t>
                              </m:r>
                            </m:num>
                            <m:den>
                              <m:r>
                                <a:rPr lang="en-US" sz="2200" b="0" i="1" smtClean="0">
                                  <a:latin typeface="Cambria Math" panose="02040503050406030204" pitchFamily="18" charset="0"/>
                                  <a:ea typeface="Cambria Math" panose="02040503050406030204" pitchFamily="18" charset="0"/>
                                </a:rPr>
                                <m:t>2</m:t>
                              </m:r>
                              <m:r>
                                <a:rPr lang="en-US" sz="2200" b="0" i="1" smtClean="0">
                                  <a:latin typeface="Cambria Math" panose="02040503050406030204" pitchFamily="18" charset="0"/>
                                  <a:ea typeface="Cambria Math" panose="02040503050406030204" pitchFamily="18" charset="0"/>
                                </a:rPr>
                                <m:t>𝜋</m:t>
                              </m:r>
                              <m:sSub>
                                <m:sSubPr>
                                  <m:ctrlPr>
                                    <a:rPr lang="en-US" sz="2200" b="0" i="1" smtClean="0">
                                      <a:latin typeface="Cambria Math" panose="02040503050406030204" pitchFamily="18" charset="0"/>
                                      <a:ea typeface="Cambria Math" panose="02040503050406030204" pitchFamily="18" charset="0"/>
                                    </a:rPr>
                                  </m:ctrlPr>
                                </m:sSubPr>
                                <m:e>
                                  <m:r>
                                    <a:rPr lang="en-US" sz="2200" b="0" i="1" smtClean="0">
                                      <a:latin typeface="Cambria Math" panose="02040503050406030204" pitchFamily="18" charset="0"/>
                                      <a:ea typeface="Cambria Math" panose="02040503050406030204" pitchFamily="18" charset="0"/>
                                    </a:rPr>
                                    <m:t>𝜀</m:t>
                                  </m:r>
                                </m:e>
                                <m:sub>
                                  <m:r>
                                    <a:rPr lang="en-US" sz="2200" b="0" i="1" smtClean="0">
                                      <a:latin typeface="Cambria Math" panose="02040503050406030204" pitchFamily="18" charset="0"/>
                                      <a:ea typeface="Cambria Math" panose="02040503050406030204" pitchFamily="18" charset="0"/>
                                    </a:rPr>
                                    <m:t>0  </m:t>
                                  </m:r>
                                </m:sub>
                              </m:sSub>
                            </m:den>
                          </m:f>
                          <m:r>
                            <a:rPr lang="en-US" sz="2200" b="0" i="1" smtClean="0">
                              <a:latin typeface="Cambria Math" panose="02040503050406030204" pitchFamily="18" charset="0"/>
                              <a:ea typeface="Cambria Math" panose="02040503050406030204" pitchFamily="18" charset="0"/>
                            </a:rPr>
                            <m:t>𝑙𝑛</m:t>
                          </m:r>
                          <m:d>
                            <m:dPr>
                              <m:ctrlPr>
                                <a:rPr lang="en-US" sz="2200" b="0" i="1" smtClean="0">
                                  <a:latin typeface="Cambria Math" panose="02040503050406030204" pitchFamily="18" charset="0"/>
                                  <a:ea typeface="Cambria Math" panose="02040503050406030204" pitchFamily="18" charset="0"/>
                                </a:rPr>
                              </m:ctrlPr>
                            </m:dPr>
                            <m:e>
                              <m:f>
                                <m:fPr>
                                  <m:ctrlPr>
                                    <a:rPr lang="en-US" sz="2200" b="0" i="1" smtClean="0">
                                      <a:latin typeface="Cambria Math" panose="02040503050406030204" pitchFamily="18" charset="0"/>
                                      <a:ea typeface="Cambria Math" panose="02040503050406030204" pitchFamily="18" charset="0"/>
                                    </a:rPr>
                                  </m:ctrlPr>
                                </m:fPr>
                                <m:num>
                                  <m:r>
                                    <a:rPr lang="en-US" sz="2200" b="0" i="1" smtClean="0">
                                      <a:latin typeface="Cambria Math" panose="02040503050406030204" pitchFamily="18" charset="0"/>
                                      <a:ea typeface="Cambria Math" panose="02040503050406030204" pitchFamily="18" charset="0"/>
                                    </a:rPr>
                                    <m:t>𝑅</m:t>
                                  </m:r>
                                  <m:r>
                                    <a:rPr lang="en-US" sz="2200" b="0" i="1" smtClean="0">
                                      <a:latin typeface="Cambria Math" panose="02040503050406030204" pitchFamily="18" charset="0"/>
                                      <a:ea typeface="Cambria Math" panose="02040503050406030204" pitchFamily="18" charset="0"/>
                                    </a:rPr>
                                    <m:t>2</m:t>
                                  </m:r>
                                </m:num>
                                <m:den>
                                  <m:r>
                                    <a:rPr lang="en-US" sz="2200" b="0" i="1" smtClean="0">
                                      <a:latin typeface="Cambria Math" panose="02040503050406030204" pitchFamily="18" charset="0"/>
                                      <a:ea typeface="Cambria Math" panose="02040503050406030204" pitchFamily="18" charset="0"/>
                                    </a:rPr>
                                    <m:t>𝑅</m:t>
                                  </m:r>
                                  <m:r>
                                    <a:rPr lang="en-US" sz="2200" b="0" i="1" smtClean="0">
                                      <a:latin typeface="Cambria Math" panose="02040503050406030204" pitchFamily="18" charset="0"/>
                                      <a:ea typeface="Cambria Math" panose="02040503050406030204" pitchFamily="18" charset="0"/>
                                    </a:rPr>
                                    <m:t>1</m:t>
                                  </m:r>
                                </m:den>
                              </m:f>
                            </m:e>
                          </m:d>
                        </m:den>
                      </m:f>
                    </m:oMath>
                  </m:oMathPara>
                </a14:m>
                <a:endParaRPr lang="en-US" sz="2200" dirty="0"/>
              </a:p>
            </p:txBody>
          </p:sp>
        </mc:Choice>
        <mc:Fallback xmlns="">
          <p:sp>
            <p:nvSpPr>
              <p:cNvPr id="52" name="TextBox 51">
                <a:extLst>
                  <a:ext uri="{FF2B5EF4-FFF2-40B4-BE49-F238E27FC236}">
                    <a16:creationId xmlns:a16="http://schemas.microsoft.com/office/drawing/2014/main" id="{9023A2FB-DA08-45C5-82AF-3CE1947398A6}"/>
                  </a:ext>
                </a:extLst>
              </p:cNvPr>
              <p:cNvSpPr txBox="1">
                <a:spLocks noRot="1" noChangeAspect="1" noMove="1" noResize="1" noEditPoints="1" noAdjustHandles="1" noChangeArrowheads="1" noChangeShapeType="1" noTextEdit="1"/>
              </p:cNvSpPr>
              <p:nvPr/>
            </p:nvSpPr>
            <p:spPr>
              <a:xfrm>
                <a:off x="7384775" y="58278"/>
                <a:ext cx="2789097" cy="980397"/>
              </a:xfrm>
              <a:prstGeom prst="rect">
                <a:avLst/>
              </a:prstGeom>
              <a:blipFill>
                <a:blip r:embed="rId7"/>
                <a:stretch>
                  <a:fillRect/>
                </a:stretch>
              </a:blipFill>
            </p:spPr>
            <p:txBody>
              <a:bodyPr/>
              <a:lstStyle/>
              <a:p>
                <a:r>
                  <a:rPr lang="en-US">
                    <a:noFill/>
                  </a:rPr>
                  <a:t> </a:t>
                </a:r>
              </a:p>
            </p:txBody>
          </p:sp>
        </mc:Fallback>
      </mc:AlternateContent>
      <p:sp>
        <p:nvSpPr>
          <p:cNvPr id="40" name="Rectangle 2">
            <a:extLst>
              <a:ext uri="{FF2B5EF4-FFF2-40B4-BE49-F238E27FC236}">
                <a16:creationId xmlns:a16="http://schemas.microsoft.com/office/drawing/2014/main" id="{45CB5C27-C333-4FED-B182-F11A619B04C9}"/>
              </a:ext>
            </a:extLst>
          </p:cNvPr>
          <p:cNvSpPr>
            <a:spLocks/>
          </p:cNvSpPr>
          <p:nvPr/>
        </p:nvSpPr>
        <p:spPr bwMode="auto">
          <a:xfrm>
            <a:off x="3467100" y="483877"/>
            <a:ext cx="4471236" cy="693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3314" tIns="0" rIns="43314" bIns="0" anchor="b"/>
          <a:lstStyle>
            <a:lvl1pPr>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742950" indent="-28575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algn="ctr" eaLnBrk="1" hangingPunct="1">
              <a:lnSpc>
                <a:spcPct val="100000"/>
              </a:lnSpc>
              <a:spcBef>
                <a:spcPct val="0"/>
              </a:spcBef>
              <a:buClrTx/>
              <a:buSzTx/>
              <a:buFontTx/>
              <a:buNone/>
            </a:pPr>
            <a:r>
              <a:rPr lang="es-MX" altLang="en-US" sz="3600" b="1" dirty="0">
                <a:solidFill>
                  <a:srgbClr val="990033"/>
                </a:solidFill>
                <a:latin typeface="Trebuchet MS" panose="020B0603020202020204" pitchFamily="34" charset="0"/>
              </a:rPr>
              <a:t>CAPACITANCIA</a:t>
            </a:r>
            <a:endParaRPr lang="es-ES" altLang="en-US" sz="3600" b="1" dirty="0">
              <a:solidFill>
                <a:srgbClr val="990033"/>
              </a:solidFill>
              <a:latin typeface="Trebuchet MS" panose="020B0603020202020204" pitchFamily="34" charset="0"/>
            </a:endParaRPr>
          </a:p>
        </p:txBody>
      </p:sp>
      <p:sp>
        <p:nvSpPr>
          <p:cNvPr id="43" name="2 Marcador de contenido">
            <a:extLst>
              <a:ext uri="{FF2B5EF4-FFF2-40B4-BE49-F238E27FC236}">
                <a16:creationId xmlns:a16="http://schemas.microsoft.com/office/drawing/2014/main" id="{942C86A6-F90A-4499-A031-5C25FEE52002}"/>
              </a:ext>
            </a:extLst>
          </p:cNvPr>
          <p:cNvSpPr txBox="1">
            <a:spLocks/>
          </p:cNvSpPr>
          <p:nvPr/>
        </p:nvSpPr>
        <p:spPr bwMode="auto">
          <a:xfrm>
            <a:off x="1973788" y="1095603"/>
            <a:ext cx="7163302" cy="554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742950" indent="-28575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a:lnSpc>
                <a:spcPct val="100000"/>
              </a:lnSpc>
              <a:spcBef>
                <a:spcPts val="568"/>
              </a:spcBef>
              <a:buClr>
                <a:schemeClr val="tx2"/>
              </a:buClr>
              <a:buSzPct val="73000"/>
              <a:buFont typeface="Arial" panose="020B0604020202020204" pitchFamily="34" charset="0"/>
              <a:buChar char="•"/>
            </a:pPr>
            <a:r>
              <a:rPr lang="es-ES" altLang="en-US" sz="2463" b="1" dirty="0">
                <a:latin typeface="Trebuchet MS" panose="020B0603020202020204" pitchFamily="34" charset="0"/>
              </a:rPr>
              <a:t>Para un condensador cilíndrico:</a:t>
            </a:r>
            <a:endParaRPr lang="es-ES" altLang="en-US" sz="2274" dirty="0">
              <a:solidFill>
                <a:schemeClr val="tx1"/>
              </a:solidFill>
              <a:latin typeface="Arial" panose="020B0604020202020204" pitchFamily="34" charset="0"/>
            </a:endParaRPr>
          </a:p>
        </p:txBody>
      </p:sp>
      <p:sp>
        <p:nvSpPr>
          <p:cNvPr id="44" name="Rectangle 2">
            <a:extLst>
              <a:ext uri="{FF2B5EF4-FFF2-40B4-BE49-F238E27FC236}">
                <a16:creationId xmlns:a16="http://schemas.microsoft.com/office/drawing/2014/main" id="{14B1B841-797B-4D6F-BC66-AB6DBDD3EAA0}"/>
              </a:ext>
            </a:extLst>
          </p:cNvPr>
          <p:cNvSpPr>
            <a:spLocks/>
          </p:cNvSpPr>
          <p:nvPr/>
        </p:nvSpPr>
        <p:spPr bwMode="auto">
          <a:xfrm>
            <a:off x="3467100" y="485527"/>
            <a:ext cx="4471236" cy="693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3314" tIns="0" rIns="43314" bIns="0" anchor="b"/>
          <a:lstStyle>
            <a:lvl1pPr>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742950" indent="-28575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algn="ctr" eaLnBrk="1" hangingPunct="1">
              <a:lnSpc>
                <a:spcPct val="100000"/>
              </a:lnSpc>
              <a:spcBef>
                <a:spcPct val="0"/>
              </a:spcBef>
              <a:buClrTx/>
              <a:buSzTx/>
              <a:buFontTx/>
              <a:buNone/>
            </a:pPr>
            <a:r>
              <a:rPr lang="es-MX" altLang="en-US" sz="3600" b="1" dirty="0">
                <a:solidFill>
                  <a:srgbClr val="990033"/>
                </a:solidFill>
                <a:latin typeface="Trebuchet MS" panose="020B0603020202020204" pitchFamily="34" charset="0"/>
              </a:rPr>
              <a:t>CAPACITANCIA</a:t>
            </a:r>
            <a:endParaRPr lang="es-ES" altLang="en-US" sz="3600" b="1" dirty="0">
              <a:solidFill>
                <a:srgbClr val="990033"/>
              </a:solidFill>
              <a:latin typeface="Trebuchet MS" panose="020B0603020202020204" pitchFamily="34" charset="0"/>
            </a:endParaRPr>
          </a:p>
        </p:txBody>
      </p:sp>
      <p:sp>
        <p:nvSpPr>
          <p:cNvPr id="45" name="2 Marcador de contenido">
            <a:extLst>
              <a:ext uri="{FF2B5EF4-FFF2-40B4-BE49-F238E27FC236}">
                <a16:creationId xmlns:a16="http://schemas.microsoft.com/office/drawing/2014/main" id="{7298A5B0-D49B-44FF-830A-7325031C10AA}"/>
              </a:ext>
            </a:extLst>
          </p:cNvPr>
          <p:cNvSpPr txBox="1">
            <a:spLocks/>
          </p:cNvSpPr>
          <p:nvPr/>
        </p:nvSpPr>
        <p:spPr bwMode="auto">
          <a:xfrm>
            <a:off x="1973788" y="1097253"/>
            <a:ext cx="7163302" cy="554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a:lnSpc>
                <a:spcPct val="97000"/>
              </a:lnSpc>
              <a:spcBef>
                <a:spcPts val="800"/>
              </a:spcBef>
              <a:buClr>
                <a:srgbClr val="000000"/>
              </a:buClr>
              <a:buSzPct val="100000"/>
              <a:buFont typeface="Times New Roman" panose="02020603050405020304" pitchFamily="18" charset="0"/>
              <a:buChar char="•"/>
              <a:defRPr sz="3200">
                <a:solidFill>
                  <a:srgbClr val="000000"/>
                </a:solidFill>
                <a:latin typeface="Times New Roman" panose="02020603050405020304" pitchFamily="18" charset="0"/>
              </a:defRPr>
            </a:lvl1pPr>
            <a:lvl2pPr marL="742950" indent="-285750">
              <a:lnSpc>
                <a:spcPct val="97000"/>
              </a:lnSpc>
              <a:spcBef>
                <a:spcPts val="700"/>
              </a:spcBef>
              <a:buClr>
                <a:srgbClr val="000000"/>
              </a:buClr>
              <a:buSzPct val="100000"/>
              <a:buFont typeface="Times New Roman" panose="02020603050405020304" pitchFamily="18" charset="0"/>
              <a:buChar char="–"/>
              <a:defRPr sz="2800">
                <a:solidFill>
                  <a:srgbClr val="000000"/>
                </a:solidFill>
                <a:latin typeface="Times New Roman" panose="02020603050405020304" pitchFamily="18" charset="0"/>
              </a:defRPr>
            </a:lvl2pPr>
            <a:lvl3pPr marL="1143000" indent="-228600">
              <a:lnSpc>
                <a:spcPct val="97000"/>
              </a:lnSpc>
              <a:spcBef>
                <a:spcPts val="600"/>
              </a:spcBef>
              <a:buClr>
                <a:srgbClr val="000000"/>
              </a:buClr>
              <a:buSzPct val="100000"/>
              <a:buFont typeface="Times New Roman" panose="02020603050405020304" pitchFamily="18" charset="0"/>
              <a:buChar char="•"/>
              <a:defRPr sz="2400">
                <a:solidFill>
                  <a:srgbClr val="000000"/>
                </a:solidFill>
                <a:latin typeface="Times New Roman" panose="02020603050405020304" pitchFamily="18" charset="0"/>
              </a:defRPr>
            </a:lvl3pPr>
            <a:lvl4pPr marL="16002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4pPr>
            <a:lvl5pPr marL="2057400" indent="-228600">
              <a:lnSpc>
                <a:spcPct val="97000"/>
              </a:lnSpc>
              <a:spcBef>
                <a:spcPts val="500"/>
              </a:spcBef>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5pPr>
            <a:lvl6pPr marL="25146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6pPr>
            <a:lvl7pPr marL="29718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7pPr>
            <a:lvl8pPr marL="34290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8pPr>
            <a:lvl9pPr marL="3886200" indent="-228600" eaLnBrk="0" fontAlgn="base" hangingPunct="0">
              <a:lnSpc>
                <a:spcPct val="97000"/>
              </a:lnSpc>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anose="02020603050405020304" pitchFamily="18" charset="0"/>
              </a:defRPr>
            </a:lvl9pPr>
          </a:lstStyle>
          <a:p>
            <a:pPr>
              <a:lnSpc>
                <a:spcPct val="100000"/>
              </a:lnSpc>
              <a:spcBef>
                <a:spcPts val="568"/>
              </a:spcBef>
              <a:buClr>
                <a:schemeClr val="tx2"/>
              </a:buClr>
              <a:buSzPct val="73000"/>
              <a:buFont typeface="Arial" panose="020B0604020202020204" pitchFamily="34" charset="0"/>
              <a:buChar char="•"/>
            </a:pPr>
            <a:r>
              <a:rPr lang="es-ES" altLang="en-US" sz="2463" b="1" dirty="0">
                <a:latin typeface="Trebuchet MS" panose="020B0603020202020204" pitchFamily="34" charset="0"/>
              </a:rPr>
              <a:t>Para un condensador cilíndrico:</a:t>
            </a:r>
            <a:endParaRPr lang="es-ES" altLang="en-US" sz="2274" dirty="0">
              <a:solidFill>
                <a:schemeClr val="tx1"/>
              </a:solidFill>
              <a:latin typeface="Arial" panose="020B0604020202020204" pitchFamily="34"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1775520" y="476673"/>
            <a:ext cx="8435280" cy="5649491"/>
          </a:xfrm>
        </p:spPr>
        <p:txBody>
          <a:bodyPr>
            <a:normAutofit/>
          </a:bodyPr>
          <a:lstStyle/>
          <a:p>
            <a:pPr marL="0" indent="0">
              <a:buNone/>
            </a:pPr>
            <a:r>
              <a:rPr lang="es-ES" sz="2000" dirty="0">
                <a:latin typeface="Verdana" pitchFamily="34" charset="0"/>
                <a:ea typeface="Verdana" pitchFamily="34" charset="0"/>
                <a:cs typeface="Verdana" pitchFamily="34" charset="0"/>
              </a:rPr>
              <a:t>- Estudiaremos el </a:t>
            </a:r>
            <a:r>
              <a:rPr lang="es-ES" sz="2000" b="1" i="1" dirty="0">
                <a:solidFill>
                  <a:srgbClr val="7030A0"/>
                </a:solidFill>
                <a:latin typeface="Verdana" pitchFamily="34" charset="0"/>
                <a:ea typeface="Verdana" pitchFamily="34" charset="0"/>
                <a:cs typeface="Verdana" pitchFamily="34" charset="0"/>
              </a:rPr>
              <a:t>condensador de placas planas paralelas</a:t>
            </a:r>
            <a:endParaRPr lang="es-CL" sz="2000" b="1" i="1" dirty="0">
              <a:solidFill>
                <a:srgbClr val="7030A0"/>
              </a:solidFill>
              <a:latin typeface="Verdana" pitchFamily="34" charset="0"/>
              <a:ea typeface="Verdana" pitchFamily="34" charset="0"/>
              <a:cs typeface="Verdana" pitchFamily="34" charset="0"/>
            </a:endParaRP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91744" y="1391994"/>
            <a:ext cx="3888432" cy="49194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6257252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9 Rectángulo"/>
          <p:cNvSpPr/>
          <p:nvPr/>
        </p:nvSpPr>
        <p:spPr>
          <a:xfrm>
            <a:off x="1703512" y="1052736"/>
            <a:ext cx="8784976" cy="1224136"/>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dirty="0"/>
          </a:p>
        </p:txBody>
      </p:sp>
      <p:sp>
        <p:nvSpPr>
          <p:cNvPr id="3" name="2 Marcador de contenido"/>
          <p:cNvSpPr>
            <a:spLocks noGrp="1"/>
          </p:cNvSpPr>
          <p:nvPr>
            <p:ph idx="1"/>
          </p:nvPr>
        </p:nvSpPr>
        <p:spPr>
          <a:xfrm>
            <a:off x="1919536" y="332656"/>
            <a:ext cx="8568952" cy="5976664"/>
          </a:xfrm>
        </p:spPr>
        <p:txBody>
          <a:bodyPr>
            <a:normAutofit/>
          </a:bodyPr>
          <a:lstStyle/>
          <a:p>
            <a:pPr marL="0" indent="0">
              <a:buNone/>
            </a:pPr>
            <a:r>
              <a:rPr lang="es-ES" sz="2200" b="1" dirty="0">
                <a:solidFill>
                  <a:srgbClr val="7030A0"/>
                </a:solidFill>
                <a:latin typeface="Verdana" pitchFamily="34" charset="0"/>
                <a:ea typeface="Verdana" pitchFamily="34" charset="0"/>
                <a:cs typeface="Verdana" pitchFamily="34" charset="0"/>
              </a:rPr>
              <a:t>EL DIELECTRICO</a:t>
            </a:r>
          </a:p>
          <a:p>
            <a:pPr marL="0" indent="0">
              <a:buNone/>
            </a:pPr>
            <a:endParaRPr lang="es-ES" sz="2200" dirty="0">
              <a:latin typeface="Verdana" pitchFamily="34" charset="0"/>
              <a:ea typeface="Verdana" pitchFamily="34" charset="0"/>
              <a:cs typeface="Verdana" pitchFamily="34" charset="0"/>
            </a:endParaRPr>
          </a:p>
          <a:p>
            <a:pPr algn="just">
              <a:buFont typeface="Wingdings" pitchFamily="2" charset="2"/>
              <a:buChar char="§"/>
            </a:pPr>
            <a:r>
              <a:rPr lang="es-ES" sz="2200" dirty="0">
                <a:latin typeface="Verdana" pitchFamily="34" charset="0"/>
                <a:ea typeface="Verdana" pitchFamily="34" charset="0"/>
                <a:cs typeface="Verdana" pitchFamily="34" charset="0"/>
              </a:rPr>
              <a:t>Material no conductor (aislante), que en un condensador se ubica entre las placas. </a:t>
            </a:r>
            <a:r>
              <a:rPr lang="es-ES" sz="2200" i="1" dirty="0">
                <a:latin typeface="Verdana" pitchFamily="34" charset="0"/>
                <a:ea typeface="Verdana" pitchFamily="34" charset="0"/>
                <a:cs typeface="Verdana" pitchFamily="34" charset="0"/>
              </a:rPr>
              <a:t>¿Cuáles son sus funciones?</a:t>
            </a:r>
          </a:p>
          <a:p>
            <a:pPr marL="0" indent="0" algn="just">
              <a:buNone/>
            </a:pPr>
            <a:endParaRPr lang="es-ES" sz="2200" dirty="0">
              <a:latin typeface="Verdana" pitchFamily="34" charset="0"/>
              <a:ea typeface="Verdana" pitchFamily="34" charset="0"/>
              <a:cs typeface="Verdana" pitchFamily="34" charset="0"/>
            </a:endParaRPr>
          </a:p>
          <a:p>
            <a:pPr marL="0" indent="0" algn="just">
              <a:buNone/>
            </a:pPr>
            <a:endParaRPr lang="es-CL" sz="2200" dirty="0">
              <a:latin typeface="Verdana" pitchFamily="34" charset="0"/>
              <a:ea typeface="Verdana" pitchFamily="34" charset="0"/>
              <a:cs typeface="Verdana" pitchFamily="34" charset="0"/>
            </a:endParaRPr>
          </a:p>
        </p:txBody>
      </p:sp>
      <p:graphicFrame>
        <p:nvGraphicFramePr>
          <p:cNvPr id="2" name="1 Tabla"/>
          <p:cNvGraphicFramePr>
            <a:graphicFrameLocks noGrp="1"/>
          </p:cNvGraphicFramePr>
          <p:nvPr>
            <p:extLst>
              <p:ext uri="{D42A27DB-BD31-4B8C-83A1-F6EECF244321}">
                <p14:modId xmlns:p14="http://schemas.microsoft.com/office/powerpoint/2010/main" val="1770944301"/>
              </p:ext>
            </p:extLst>
          </p:nvPr>
        </p:nvGraphicFramePr>
        <p:xfrm>
          <a:off x="1811524" y="2564905"/>
          <a:ext cx="8568952" cy="3788627"/>
        </p:xfrm>
        <a:graphic>
          <a:graphicData uri="http://schemas.openxmlformats.org/drawingml/2006/table">
            <a:tbl>
              <a:tblPr firstRow="1" bandRow="1">
                <a:tableStyleId>{69CF1AB2-1976-4502-BF36-3FF5EA218861}</a:tableStyleId>
              </a:tblPr>
              <a:tblGrid>
                <a:gridCol w="8568952">
                  <a:extLst>
                    <a:ext uri="{9D8B030D-6E8A-4147-A177-3AD203B41FA5}">
                      <a16:colId xmlns:a16="http://schemas.microsoft.com/office/drawing/2014/main" val="20000"/>
                    </a:ext>
                  </a:extLst>
                </a:gridCol>
              </a:tblGrid>
              <a:tr h="720080">
                <a:tc>
                  <a:txBody>
                    <a:bodyPr/>
                    <a:lstStyle/>
                    <a:p>
                      <a:pPr marL="342900" indent="-342900" algn="just">
                        <a:buFont typeface="Arial" pitchFamily="34" charset="0"/>
                        <a:buChar char="•"/>
                      </a:pPr>
                      <a:r>
                        <a:rPr lang="es-ES" sz="2000" b="1" i="0" dirty="0">
                          <a:latin typeface="Verdana" pitchFamily="34" charset="0"/>
                          <a:ea typeface="Verdana" pitchFamily="34" charset="0"/>
                          <a:cs typeface="Verdana" pitchFamily="34" charset="0"/>
                        </a:rPr>
                        <a:t>Aumentar</a:t>
                      </a:r>
                      <a:r>
                        <a:rPr lang="es-ES" sz="2000" b="1" i="0" baseline="0" dirty="0">
                          <a:latin typeface="Verdana" pitchFamily="34" charset="0"/>
                          <a:ea typeface="Verdana" pitchFamily="34" charset="0"/>
                          <a:cs typeface="Verdana" pitchFamily="34" charset="0"/>
                        </a:rPr>
                        <a:t> la capacidad del condensador</a:t>
                      </a:r>
                      <a:endParaRPr lang="es-CL" sz="2000" b="1" i="0" dirty="0">
                        <a:latin typeface="Verdana" pitchFamily="34" charset="0"/>
                        <a:ea typeface="Verdana" pitchFamily="34" charset="0"/>
                        <a:cs typeface="Verdana" pitchFamily="34" charset="0"/>
                      </a:endParaRPr>
                    </a:p>
                  </a:txBody>
                  <a:tcPr/>
                </a:tc>
                <a:extLst>
                  <a:ext uri="{0D108BD9-81ED-4DB2-BD59-A6C34878D82A}">
                    <a16:rowId xmlns:a16="http://schemas.microsoft.com/office/drawing/2014/main" val="10000"/>
                  </a:ext>
                </a:extLst>
              </a:tr>
              <a:tr h="908307">
                <a:tc>
                  <a:txBody>
                    <a:bodyPr/>
                    <a:lstStyle/>
                    <a:p>
                      <a:pPr marL="0" indent="0" algn="just">
                        <a:buFont typeface="Arial" pitchFamily="34" charset="0"/>
                        <a:buNone/>
                      </a:pPr>
                      <a:endParaRPr lang="es-CL" sz="2000" b="1" i="1" dirty="0">
                        <a:latin typeface="Verdana" pitchFamily="34" charset="0"/>
                        <a:ea typeface="Verdana" pitchFamily="34" charset="0"/>
                        <a:cs typeface="Verdana" pitchFamily="34" charset="0"/>
                      </a:endParaRPr>
                    </a:p>
                  </a:txBody>
                  <a:tcPr/>
                </a:tc>
                <a:extLst>
                  <a:ext uri="{0D108BD9-81ED-4DB2-BD59-A6C34878D82A}">
                    <a16:rowId xmlns:a16="http://schemas.microsoft.com/office/drawing/2014/main" val="10001"/>
                  </a:ext>
                </a:extLst>
              </a:tr>
              <a:tr h="1251933">
                <a:tc>
                  <a:txBody>
                    <a:bodyPr/>
                    <a:lstStyle/>
                    <a:p>
                      <a:pPr marL="342900" indent="-342900" algn="just">
                        <a:buFont typeface="Arial" pitchFamily="34" charset="0"/>
                        <a:buChar char="•"/>
                      </a:pPr>
                      <a:r>
                        <a:rPr lang="es-ES" sz="2000" b="1" dirty="0">
                          <a:latin typeface="Verdana" pitchFamily="34" charset="0"/>
                          <a:ea typeface="Verdana" pitchFamily="34" charset="0"/>
                          <a:cs typeface="Verdana" pitchFamily="34" charset="0"/>
                        </a:rPr>
                        <a:t>Permite aumentar el voltaje entre las placas</a:t>
                      </a:r>
                      <a:r>
                        <a:rPr lang="es-ES" sz="2000" b="1" baseline="0" dirty="0">
                          <a:latin typeface="Verdana" pitchFamily="34" charset="0"/>
                          <a:ea typeface="Verdana" pitchFamily="34" charset="0"/>
                          <a:cs typeface="Verdana" pitchFamily="34" charset="0"/>
                        </a:rPr>
                        <a:t>, sin que el material se ionice permitiendo la conducción de cargas a través de él</a:t>
                      </a:r>
                      <a:endParaRPr lang="es-CL" sz="2000" b="1" dirty="0">
                        <a:latin typeface="Verdana" pitchFamily="34" charset="0"/>
                        <a:ea typeface="Verdana" pitchFamily="34" charset="0"/>
                        <a:cs typeface="Verdana" pitchFamily="34" charset="0"/>
                      </a:endParaRPr>
                    </a:p>
                  </a:txBody>
                  <a:tcPr/>
                </a:tc>
                <a:extLst>
                  <a:ext uri="{0D108BD9-81ED-4DB2-BD59-A6C34878D82A}">
                    <a16:rowId xmlns:a16="http://schemas.microsoft.com/office/drawing/2014/main" val="10002"/>
                  </a:ext>
                </a:extLst>
              </a:tr>
              <a:tr h="908307">
                <a:tc>
                  <a:txBody>
                    <a:bodyPr/>
                    <a:lstStyle/>
                    <a:p>
                      <a:pPr marL="342900" indent="-342900" algn="just">
                        <a:buFont typeface="Arial" pitchFamily="34" charset="0"/>
                        <a:buChar char="•"/>
                      </a:pPr>
                      <a:r>
                        <a:rPr lang="es-ES" sz="2000" b="1" dirty="0">
                          <a:latin typeface="Verdana" pitchFamily="34" charset="0"/>
                          <a:ea typeface="Verdana" pitchFamily="34" charset="0"/>
                          <a:cs typeface="Verdana" pitchFamily="34" charset="0"/>
                        </a:rPr>
                        <a:t>Proporciona</a:t>
                      </a:r>
                      <a:r>
                        <a:rPr lang="es-ES" sz="2000" b="1" baseline="0" dirty="0">
                          <a:latin typeface="Verdana" pitchFamily="34" charset="0"/>
                          <a:ea typeface="Verdana" pitchFamily="34" charset="0"/>
                          <a:cs typeface="Verdana" pitchFamily="34" charset="0"/>
                        </a:rPr>
                        <a:t> mayor resistencia mecánica</a:t>
                      </a:r>
                      <a:endParaRPr lang="es-CL" sz="2000" b="1" dirty="0">
                        <a:latin typeface="Verdana" pitchFamily="34" charset="0"/>
                        <a:ea typeface="Verdana" pitchFamily="34" charset="0"/>
                        <a:cs typeface="Verdana" pitchFamily="34" charset="0"/>
                      </a:endParaRP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16118389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Slide Number Placeholder 3">
            <a:extLst>
              <a:ext uri="{FF2B5EF4-FFF2-40B4-BE49-F238E27FC236}">
                <a16:creationId xmlns:a16="http://schemas.microsoft.com/office/drawing/2014/main" id="{19DDF24E-794D-4FBF-AFAE-90B65C3C867F}"/>
              </a:ext>
            </a:extLst>
          </p:cNvPr>
          <p:cNvSpPr>
            <a:spLocks noGrp="1"/>
          </p:cNvSpPr>
          <p:nvPr>
            <p:ph type="sldNum" sz="quarter" idx="12"/>
          </p:nvPr>
        </p:nvSpPr>
        <p:spPr/>
        <p:txBody>
          <a:bodyPr/>
          <a:lstStyle/>
          <a:p>
            <a:pPr eaLnBrk="0" fontAlgn="base" hangingPunct="0">
              <a:spcBef>
                <a:spcPct val="0"/>
              </a:spcBef>
              <a:spcAft>
                <a:spcPct val="0"/>
              </a:spcAft>
            </a:pPr>
            <a:fld id="{61619E7E-67BB-417B-9C35-292E8E4A52A9}" type="slidenum">
              <a:rPr lang="en-US" altLang="en-US">
                <a:solidFill>
                  <a:srgbClr val="FFFFFF"/>
                </a:solidFill>
                <a:latin typeface="Times New Roman" panose="02020603050405020304" pitchFamily="18" charset="0"/>
              </a:rPr>
              <a:pPr eaLnBrk="0" fontAlgn="base" hangingPunct="0">
                <a:spcBef>
                  <a:spcPct val="0"/>
                </a:spcBef>
                <a:spcAft>
                  <a:spcPct val="0"/>
                </a:spcAft>
              </a:pPr>
              <a:t>30</a:t>
            </a:fld>
            <a:endParaRPr lang="en-US" altLang="en-US">
              <a:solidFill>
                <a:srgbClr val="FFFFFF"/>
              </a:solidFill>
              <a:latin typeface="Times New Roman" panose="02020603050405020304" pitchFamily="18" charset="0"/>
            </a:endParaRPr>
          </a:p>
        </p:txBody>
      </p:sp>
      <p:pic>
        <p:nvPicPr>
          <p:cNvPr id="34818" name="Picture 1026">
            <a:extLst>
              <a:ext uri="{FF2B5EF4-FFF2-40B4-BE49-F238E27FC236}">
                <a16:creationId xmlns:a16="http://schemas.microsoft.com/office/drawing/2014/main" id="{3E9A76A6-3894-42C2-8DB3-A62333F0695F}"/>
              </a:ext>
            </a:extLst>
          </p:cNvPr>
          <p:cNvPicPr>
            <a:picLocks noChangeAspect="1" noChangeArrowheads="1"/>
          </p:cNvPicPr>
          <p:nvPr/>
        </p:nvPicPr>
        <p:blipFill>
          <a:blip r:embed="rId2" r:link="rId3">
            <a:extLst>
              <a:ext uri="{28A0092B-C50C-407E-A947-70E740481C1C}">
                <a14:useLocalDpi xmlns:a14="http://schemas.microsoft.com/office/drawing/2010/main" val="0"/>
              </a:ext>
            </a:extLst>
          </a:blip>
          <a:srcRect/>
          <a:stretch>
            <a:fillRect/>
          </a:stretch>
        </p:blipFill>
        <p:spPr bwMode="auto">
          <a:xfrm>
            <a:off x="1981200" y="1046164"/>
            <a:ext cx="8305800" cy="5546725"/>
          </a:xfrm>
          <a:prstGeom prst="rect">
            <a:avLst/>
          </a:prstGeom>
          <a:noFill/>
          <a:extLst>
            <a:ext uri="{909E8E84-426E-40DD-AFC4-6F175D3DCCD1}">
              <a14:hiddenFill xmlns:a14="http://schemas.microsoft.com/office/drawing/2010/main">
                <a:solidFill>
                  <a:srgbClr val="FFFFFF"/>
                </a:solidFill>
              </a14:hiddenFill>
            </a:ext>
          </a:extLst>
        </p:spPr>
      </p:pic>
      <p:sp>
        <p:nvSpPr>
          <p:cNvPr id="34819" name="Rectangle 1027">
            <a:extLst>
              <a:ext uri="{FF2B5EF4-FFF2-40B4-BE49-F238E27FC236}">
                <a16:creationId xmlns:a16="http://schemas.microsoft.com/office/drawing/2014/main" id="{664481BD-1B55-4927-BDA6-86C418CE49E2}"/>
              </a:ext>
            </a:extLst>
          </p:cNvPr>
          <p:cNvSpPr>
            <a:spLocks noChangeArrowheads="1"/>
          </p:cNvSpPr>
          <p:nvPr/>
        </p:nvSpPr>
        <p:spPr bwMode="auto">
          <a:xfrm>
            <a:off x="1992313" y="404813"/>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ctr">
              <a:defRPr sz="4400">
                <a:solidFill>
                  <a:schemeClr val="tx2"/>
                </a:solidFill>
                <a:latin typeface="Times New Roman" panose="02020603050405020304" pitchFamily="18" charset="0"/>
              </a:defRPr>
            </a:lvl1pPr>
            <a:lvl2pPr algn="ctr">
              <a:defRPr sz="4400">
                <a:solidFill>
                  <a:schemeClr val="tx2"/>
                </a:solidFill>
                <a:latin typeface="Times New Roman" panose="02020603050405020304" pitchFamily="18" charset="0"/>
              </a:defRPr>
            </a:lvl2pPr>
            <a:lvl3pPr algn="ctr">
              <a:defRPr sz="4400">
                <a:solidFill>
                  <a:schemeClr val="tx2"/>
                </a:solidFill>
                <a:latin typeface="Times New Roman" panose="02020603050405020304" pitchFamily="18" charset="0"/>
              </a:defRPr>
            </a:lvl3pPr>
            <a:lvl4pPr algn="ctr">
              <a:defRPr sz="4400">
                <a:solidFill>
                  <a:schemeClr val="tx2"/>
                </a:solidFill>
                <a:latin typeface="Times New Roman" panose="02020603050405020304" pitchFamily="18" charset="0"/>
              </a:defRPr>
            </a:lvl4pPr>
            <a:lvl5pPr algn="ctr">
              <a:defRPr sz="4400">
                <a:solidFill>
                  <a:schemeClr val="tx2"/>
                </a:solidFill>
                <a:latin typeface="Times New Roman" panose="02020603050405020304" pitchFamily="18" charset="0"/>
              </a:defRPr>
            </a:lvl5pPr>
            <a:lvl6pPr marL="457200" algn="ctr" eaLnBrk="0" fontAlgn="base" hangingPunct="0">
              <a:spcBef>
                <a:spcPct val="0"/>
              </a:spcBef>
              <a:spcAft>
                <a:spcPct val="0"/>
              </a:spcAft>
              <a:defRPr sz="4400">
                <a:solidFill>
                  <a:schemeClr val="tx2"/>
                </a:solidFill>
                <a:latin typeface="Times New Roman" panose="02020603050405020304" pitchFamily="18" charset="0"/>
              </a:defRPr>
            </a:lvl6pPr>
            <a:lvl7pPr marL="914400" algn="ctr" eaLnBrk="0" fontAlgn="base" hangingPunct="0">
              <a:spcBef>
                <a:spcPct val="0"/>
              </a:spcBef>
              <a:spcAft>
                <a:spcPct val="0"/>
              </a:spcAft>
              <a:defRPr sz="4400">
                <a:solidFill>
                  <a:schemeClr val="tx2"/>
                </a:solidFill>
                <a:latin typeface="Times New Roman" panose="02020603050405020304" pitchFamily="18" charset="0"/>
              </a:defRPr>
            </a:lvl7pPr>
            <a:lvl8pPr marL="1371600" algn="ctr" eaLnBrk="0" fontAlgn="base" hangingPunct="0">
              <a:spcBef>
                <a:spcPct val="0"/>
              </a:spcBef>
              <a:spcAft>
                <a:spcPct val="0"/>
              </a:spcAft>
              <a:defRPr sz="4400">
                <a:solidFill>
                  <a:schemeClr val="tx2"/>
                </a:solidFill>
                <a:latin typeface="Times New Roman" panose="02020603050405020304" pitchFamily="18" charset="0"/>
              </a:defRPr>
            </a:lvl8pPr>
            <a:lvl9pPr marL="1828800" algn="ctr" eaLnBrk="0" fontAlgn="base" hangingPunct="0">
              <a:spcBef>
                <a:spcPct val="0"/>
              </a:spcBef>
              <a:spcAft>
                <a:spcPct val="0"/>
              </a:spcAft>
              <a:defRPr sz="4400">
                <a:solidFill>
                  <a:schemeClr val="tx2"/>
                </a:solidFill>
                <a:latin typeface="Times New Roman" panose="02020603050405020304" pitchFamily="18" charset="0"/>
              </a:defRPr>
            </a:lvl9pPr>
          </a:lstStyle>
          <a:p>
            <a:pPr eaLnBrk="0" fontAlgn="base" hangingPunct="0">
              <a:spcBef>
                <a:spcPct val="0"/>
              </a:spcBef>
              <a:spcAft>
                <a:spcPct val="0"/>
              </a:spcAft>
            </a:pPr>
            <a:r>
              <a:rPr lang="es-ES_tradnl" altLang="en-US">
                <a:solidFill>
                  <a:srgbClr val="0000FF"/>
                </a:solidFill>
              </a:rPr>
              <a:t>Dieléctrico en un campo eléctrico</a:t>
            </a:r>
            <a:endParaRPr lang="es-ES_tradnl" altLang="en-US">
              <a:solidFill>
                <a:srgbClr val="FFFF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4819"/>
                                        </p:tgtEl>
                                        <p:attrNameLst>
                                          <p:attrName>style.visibility</p:attrName>
                                        </p:attrNameLst>
                                      </p:cBhvr>
                                      <p:to>
                                        <p:strVal val="visible"/>
                                      </p:to>
                                    </p:set>
                                    <p:anim calcmode="lin" valueType="num">
                                      <p:cBhvr additive="base">
                                        <p:cTn id="7" dur="500" fill="hold"/>
                                        <p:tgtEl>
                                          <p:spTgt spid="34819"/>
                                        </p:tgtEl>
                                        <p:attrNameLst>
                                          <p:attrName>ppt_x</p:attrName>
                                        </p:attrNameLst>
                                      </p:cBhvr>
                                      <p:tavLst>
                                        <p:tav tm="0">
                                          <p:val>
                                            <p:strVal val="0-#ppt_w/2"/>
                                          </p:val>
                                        </p:tav>
                                        <p:tav tm="100000">
                                          <p:val>
                                            <p:strVal val="#ppt_x"/>
                                          </p:val>
                                        </p:tav>
                                      </p:tavLst>
                                    </p:anim>
                                    <p:anim calcmode="lin" valueType="num">
                                      <p:cBhvr additive="base">
                                        <p:cTn id="8" dur="500" fill="hold"/>
                                        <p:tgtEl>
                                          <p:spTgt spid="34819"/>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2" presetClass="entr" presetSubtype="8" fill="hold" nodeType="afterEffect">
                                  <p:stCondLst>
                                    <p:cond delay="0"/>
                                  </p:stCondLst>
                                  <p:childTnLst>
                                    <p:set>
                                      <p:cBhvr>
                                        <p:cTn id="11" dur="1" fill="hold">
                                          <p:stCondLst>
                                            <p:cond delay="0"/>
                                          </p:stCondLst>
                                        </p:cTn>
                                        <p:tgtEl>
                                          <p:spTgt spid="34818"/>
                                        </p:tgtEl>
                                        <p:attrNameLst>
                                          <p:attrName>style.visibility</p:attrName>
                                        </p:attrNameLst>
                                      </p:cBhvr>
                                      <p:to>
                                        <p:strVal val="visible"/>
                                      </p:to>
                                    </p:set>
                                    <p:anim calcmode="lin" valueType="num">
                                      <p:cBhvr additive="base">
                                        <p:cTn id="12" dur="500" fill="hold"/>
                                        <p:tgtEl>
                                          <p:spTgt spid="34818"/>
                                        </p:tgtEl>
                                        <p:attrNameLst>
                                          <p:attrName>ppt_x</p:attrName>
                                        </p:attrNameLst>
                                      </p:cBhvr>
                                      <p:tavLst>
                                        <p:tav tm="0">
                                          <p:val>
                                            <p:strVal val="0-#ppt_w/2"/>
                                          </p:val>
                                        </p:tav>
                                        <p:tav tm="100000">
                                          <p:val>
                                            <p:strVal val="#ppt_x"/>
                                          </p:val>
                                        </p:tav>
                                      </p:tavLst>
                                    </p:anim>
                                    <p:anim calcmode="lin" valueType="num">
                                      <p:cBhvr additive="base">
                                        <p:cTn id="13" dur="500" fill="hold"/>
                                        <p:tgtEl>
                                          <p:spTgt spid="3481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9" grpId="0"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3">
            <a:extLst>
              <a:ext uri="{FF2B5EF4-FFF2-40B4-BE49-F238E27FC236}">
                <a16:creationId xmlns:a16="http://schemas.microsoft.com/office/drawing/2014/main" id="{5CDA5016-2BC0-4CB9-B6D9-E8A19CC1061F}"/>
              </a:ext>
            </a:extLst>
          </p:cNvPr>
          <p:cNvSpPr>
            <a:spLocks noGrp="1"/>
          </p:cNvSpPr>
          <p:nvPr>
            <p:ph type="sldNum" sz="quarter" idx="12"/>
          </p:nvPr>
        </p:nvSpPr>
        <p:spPr/>
        <p:txBody>
          <a:bodyPr/>
          <a:lstStyle/>
          <a:p>
            <a:pPr eaLnBrk="0" fontAlgn="base" hangingPunct="0">
              <a:spcBef>
                <a:spcPct val="0"/>
              </a:spcBef>
              <a:spcAft>
                <a:spcPct val="0"/>
              </a:spcAft>
            </a:pPr>
            <a:fld id="{9190AC4C-008F-4C86-98D5-FC8711241F78}" type="slidenum">
              <a:rPr lang="en-US" altLang="en-US">
                <a:solidFill>
                  <a:srgbClr val="FFFFFF"/>
                </a:solidFill>
                <a:latin typeface="Times New Roman" panose="02020603050405020304" pitchFamily="18" charset="0"/>
              </a:rPr>
              <a:pPr eaLnBrk="0" fontAlgn="base" hangingPunct="0">
                <a:spcBef>
                  <a:spcPct val="0"/>
                </a:spcBef>
                <a:spcAft>
                  <a:spcPct val="0"/>
                </a:spcAft>
              </a:pPr>
              <a:t>31</a:t>
            </a:fld>
            <a:endParaRPr lang="en-US" altLang="en-US">
              <a:solidFill>
                <a:srgbClr val="FFFFFF"/>
              </a:solidFill>
              <a:latin typeface="Times New Roman" panose="02020603050405020304" pitchFamily="18" charset="0"/>
            </a:endParaRPr>
          </a:p>
        </p:txBody>
      </p:sp>
      <p:pic>
        <p:nvPicPr>
          <p:cNvPr id="33794" name="Picture 1026">
            <a:extLst>
              <a:ext uri="{FF2B5EF4-FFF2-40B4-BE49-F238E27FC236}">
                <a16:creationId xmlns:a16="http://schemas.microsoft.com/office/drawing/2014/main" id="{AB1BD6A4-3746-4A0E-91F0-E270DE76DE58}"/>
              </a:ext>
            </a:extLst>
          </p:cNvPr>
          <p:cNvPicPr>
            <a:picLocks noChangeAspect="1" noChangeArrowheads="1"/>
          </p:cNvPicPr>
          <p:nvPr/>
        </p:nvPicPr>
        <p:blipFill>
          <a:blip r:embed="rId2" r:link="rId3">
            <a:extLst>
              <a:ext uri="{28A0092B-C50C-407E-A947-70E740481C1C}">
                <a14:useLocalDpi xmlns:a14="http://schemas.microsoft.com/office/drawing/2010/main" val="0"/>
              </a:ext>
            </a:extLst>
          </a:blip>
          <a:srcRect/>
          <a:stretch>
            <a:fillRect/>
          </a:stretch>
        </p:blipFill>
        <p:spPr bwMode="auto">
          <a:xfrm>
            <a:off x="2362200" y="1447800"/>
            <a:ext cx="8305800" cy="5094288"/>
          </a:xfrm>
          <a:prstGeom prst="rect">
            <a:avLst/>
          </a:prstGeom>
          <a:noFill/>
          <a:extLst>
            <a:ext uri="{909E8E84-426E-40DD-AFC4-6F175D3DCCD1}">
              <a14:hiddenFill xmlns:a14="http://schemas.microsoft.com/office/drawing/2010/main">
                <a:solidFill>
                  <a:srgbClr val="FFFFFF"/>
                </a:solidFill>
              </a14:hiddenFill>
            </a:ext>
          </a:extLst>
        </p:spPr>
      </p:pic>
      <p:sp>
        <p:nvSpPr>
          <p:cNvPr id="33795" name="Rectangle 1027">
            <a:extLst>
              <a:ext uri="{FF2B5EF4-FFF2-40B4-BE49-F238E27FC236}">
                <a16:creationId xmlns:a16="http://schemas.microsoft.com/office/drawing/2014/main" id="{1A0EB43E-7108-4C3C-934D-FD5DE3C3D580}"/>
              </a:ext>
            </a:extLst>
          </p:cNvPr>
          <p:cNvSpPr>
            <a:spLocks noChangeArrowheads="1"/>
          </p:cNvSpPr>
          <p:nvPr/>
        </p:nvSpPr>
        <p:spPr bwMode="auto">
          <a:xfrm>
            <a:off x="2057400" y="3048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ctr">
              <a:defRPr sz="4400">
                <a:solidFill>
                  <a:schemeClr val="tx2"/>
                </a:solidFill>
                <a:latin typeface="Times New Roman" panose="02020603050405020304" pitchFamily="18" charset="0"/>
              </a:defRPr>
            </a:lvl1pPr>
            <a:lvl2pPr algn="ctr">
              <a:defRPr sz="4400">
                <a:solidFill>
                  <a:schemeClr val="tx2"/>
                </a:solidFill>
                <a:latin typeface="Times New Roman" panose="02020603050405020304" pitchFamily="18" charset="0"/>
              </a:defRPr>
            </a:lvl2pPr>
            <a:lvl3pPr algn="ctr">
              <a:defRPr sz="4400">
                <a:solidFill>
                  <a:schemeClr val="tx2"/>
                </a:solidFill>
                <a:latin typeface="Times New Roman" panose="02020603050405020304" pitchFamily="18" charset="0"/>
              </a:defRPr>
            </a:lvl3pPr>
            <a:lvl4pPr algn="ctr">
              <a:defRPr sz="4400">
                <a:solidFill>
                  <a:schemeClr val="tx2"/>
                </a:solidFill>
                <a:latin typeface="Times New Roman" panose="02020603050405020304" pitchFamily="18" charset="0"/>
              </a:defRPr>
            </a:lvl4pPr>
            <a:lvl5pPr algn="ctr">
              <a:defRPr sz="4400">
                <a:solidFill>
                  <a:schemeClr val="tx2"/>
                </a:solidFill>
                <a:latin typeface="Times New Roman" panose="02020603050405020304" pitchFamily="18" charset="0"/>
              </a:defRPr>
            </a:lvl5pPr>
            <a:lvl6pPr marL="457200" algn="ctr" eaLnBrk="0" fontAlgn="base" hangingPunct="0">
              <a:spcBef>
                <a:spcPct val="0"/>
              </a:spcBef>
              <a:spcAft>
                <a:spcPct val="0"/>
              </a:spcAft>
              <a:defRPr sz="4400">
                <a:solidFill>
                  <a:schemeClr val="tx2"/>
                </a:solidFill>
                <a:latin typeface="Times New Roman" panose="02020603050405020304" pitchFamily="18" charset="0"/>
              </a:defRPr>
            </a:lvl6pPr>
            <a:lvl7pPr marL="914400" algn="ctr" eaLnBrk="0" fontAlgn="base" hangingPunct="0">
              <a:spcBef>
                <a:spcPct val="0"/>
              </a:spcBef>
              <a:spcAft>
                <a:spcPct val="0"/>
              </a:spcAft>
              <a:defRPr sz="4400">
                <a:solidFill>
                  <a:schemeClr val="tx2"/>
                </a:solidFill>
                <a:latin typeface="Times New Roman" panose="02020603050405020304" pitchFamily="18" charset="0"/>
              </a:defRPr>
            </a:lvl7pPr>
            <a:lvl8pPr marL="1371600" algn="ctr" eaLnBrk="0" fontAlgn="base" hangingPunct="0">
              <a:spcBef>
                <a:spcPct val="0"/>
              </a:spcBef>
              <a:spcAft>
                <a:spcPct val="0"/>
              </a:spcAft>
              <a:defRPr sz="4400">
                <a:solidFill>
                  <a:schemeClr val="tx2"/>
                </a:solidFill>
                <a:latin typeface="Times New Roman" panose="02020603050405020304" pitchFamily="18" charset="0"/>
              </a:defRPr>
            </a:lvl8pPr>
            <a:lvl9pPr marL="1828800" algn="ctr" eaLnBrk="0" fontAlgn="base" hangingPunct="0">
              <a:spcBef>
                <a:spcPct val="0"/>
              </a:spcBef>
              <a:spcAft>
                <a:spcPct val="0"/>
              </a:spcAft>
              <a:defRPr sz="4400">
                <a:solidFill>
                  <a:schemeClr val="tx2"/>
                </a:solidFill>
                <a:latin typeface="Times New Roman" panose="02020603050405020304" pitchFamily="18" charset="0"/>
              </a:defRPr>
            </a:lvl9pPr>
          </a:lstStyle>
          <a:p>
            <a:pPr eaLnBrk="0" fontAlgn="base" hangingPunct="0">
              <a:spcBef>
                <a:spcPct val="0"/>
              </a:spcBef>
              <a:spcAft>
                <a:spcPct val="0"/>
              </a:spcAft>
            </a:pPr>
            <a:r>
              <a:rPr lang="es-ES_tradnl" altLang="en-US">
                <a:solidFill>
                  <a:srgbClr val="0000FF"/>
                </a:solidFill>
              </a:rPr>
              <a:t>Polarización del dieléctrico</a:t>
            </a:r>
            <a:endParaRPr lang="es-ES_tradnl" altLang="en-US">
              <a:solidFill>
                <a:srgbClr val="FFFF00"/>
              </a:solidFill>
            </a:endParaRPr>
          </a:p>
        </p:txBody>
      </p:sp>
    </p:spTree>
    <p:extLst>
      <p:ext uri="{BB962C8B-B14F-4D97-AF65-F5344CB8AC3E}">
        <p14:creationId xmlns:p14="http://schemas.microsoft.com/office/powerpoint/2010/main" val="403484980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3795"/>
                                        </p:tgtEl>
                                        <p:attrNameLst>
                                          <p:attrName>style.visibility</p:attrName>
                                        </p:attrNameLst>
                                      </p:cBhvr>
                                      <p:to>
                                        <p:strVal val="visible"/>
                                      </p:to>
                                    </p:set>
                                    <p:anim calcmode="lin" valueType="num">
                                      <p:cBhvr additive="base">
                                        <p:cTn id="7" dur="500" fill="hold"/>
                                        <p:tgtEl>
                                          <p:spTgt spid="33795"/>
                                        </p:tgtEl>
                                        <p:attrNameLst>
                                          <p:attrName>ppt_x</p:attrName>
                                        </p:attrNameLst>
                                      </p:cBhvr>
                                      <p:tavLst>
                                        <p:tav tm="0">
                                          <p:val>
                                            <p:strVal val="0-#ppt_w/2"/>
                                          </p:val>
                                        </p:tav>
                                        <p:tav tm="100000">
                                          <p:val>
                                            <p:strVal val="#ppt_x"/>
                                          </p:val>
                                        </p:tav>
                                      </p:tavLst>
                                    </p:anim>
                                    <p:anim calcmode="lin" valueType="num">
                                      <p:cBhvr additive="base">
                                        <p:cTn id="8" dur="500" fill="hold"/>
                                        <p:tgtEl>
                                          <p:spTgt spid="3379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5" grpId="0" autoUpdateAnimBg="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CuadroTexto"/>
          <p:cNvSpPr txBox="1"/>
          <p:nvPr/>
        </p:nvSpPr>
        <p:spPr>
          <a:xfrm>
            <a:off x="1458144" y="595660"/>
            <a:ext cx="7920880" cy="1107996"/>
          </a:xfrm>
          <a:prstGeom prst="rect">
            <a:avLst/>
          </a:prstGeom>
          <a:solidFill>
            <a:schemeClr val="accent4">
              <a:lumMod val="20000"/>
              <a:lumOff val="80000"/>
            </a:schemeClr>
          </a:solidFill>
        </p:spPr>
        <p:txBody>
          <a:bodyPr wrap="square" rtlCol="0">
            <a:spAutoFit/>
          </a:bodyPr>
          <a:lstStyle/>
          <a:p>
            <a:pPr algn="just"/>
            <a:r>
              <a:rPr lang="es-ES" sz="2200" dirty="0">
                <a:latin typeface="Verdana" pitchFamily="34" charset="0"/>
                <a:ea typeface="Verdana" pitchFamily="34" charset="0"/>
                <a:cs typeface="Verdana" pitchFamily="34" charset="0"/>
              </a:rPr>
              <a:t>Al colocar un dieléctrico entre las placas la capacidad del condensador aumenta en un factor </a:t>
            </a:r>
            <a:r>
              <a:rPr lang="es-ES" sz="2200" b="1" i="1" dirty="0">
                <a:latin typeface="Verdana" pitchFamily="34" charset="0"/>
                <a:ea typeface="Verdana" pitchFamily="34" charset="0"/>
                <a:cs typeface="Verdana" pitchFamily="34" charset="0"/>
              </a:rPr>
              <a:t>k</a:t>
            </a:r>
            <a:r>
              <a:rPr lang="es-ES" sz="2200" dirty="0">
                <a:latin typeface="Verdana" pitchFamily="34" charset="0"/>
                <a:ea typeface="Verdana" pitchFamily="34" charset="0"/>
                <a:cs typeface="Verdana" pitchFamily="34" charset="0"/>
              </a:rPr>
              <a:t> conocido como constante dieléctrica</a:t>
            </a:r>
            <a:endParaRPr lang="es-CL" sz="2200" dirty="0">
              <a:latin typeface="Verdana" pitchFamily="34" charset="0"/>
              <a:ea typeface="Verdana" pitchFamily="34" charset="0"/>
              <a:cs typeface="Verdana" pitchFamily="34" charset="0"/>
            </a:endParaRPr>
          </a:p>
        </p:txBody>
      </p:sp>
      <mc:AlternateContent xmlns:mc="http://schemas.openxmlformats.org/markup-compatibility/2006" xmlns:a14="http://schemas.microsoft.com/office/drawing/2010/main">
        <mc:Choice Requires="a14">
          <p:sp>
            <p:nvSpPr>
              <p:cNvPr id="5" name="4 Objeto"/>
              <p:cNvSpPr txBox="1"/>
              <p:nvPr/>
            </p:nvSpPr>
            <p:spPr bwMode="auto">
              <a:xfrm>
                <a:off x="2916336" y="4371556"/>
                <a:ext cx="2298700" cy="1107996"/>
              </a:xfrm>
              <a:prstGeom prst="rect">
                <a:avLst/>
              </a:prstGeom>
              <a:solidFill>
                <a:srgbClr val="CCFFFF"/>
              </a:solidFill>
              <a:ln>
                <a:noFill/>
              </a:ln>
            </p:spPr>
            <p:txBody>
              <a:bodyPr>
                <a:normAutofit/>
              </a:bodyPr>
              <a:lstStyle/>
              <a:p>
                <a:pPr/>
                <a14:m>
                  <m:oMathPara xmlns:m="http://schemas.openxmlformats.org/officeDocument/2006/math">
                    <m:oMathParaPr>
                      <m:jc m:val="left"/>
                    </m:oMathParaPr>
                    <m:oMath xmlns:m="http://schemas.openxmlformats.org/officeDocument/2006/math">
                      <m:r>
                        <m:rPr>
                          <m:nor/>
                        </m:rPr>
                        <a:rPr lang="en-US" sz="3200" b="1" i="0">
                          <a:solidFill>
                            <a:srgbClr val="000000"/>
                          </a:solidFill>
                          <a:latin typeface="Cambria Math" panose="02040503050406030204" pitchFamily="18" charset="0"/>
                        </a:rPr>
                        <m:t>C</m:t>
                      </m:r>
                      <m:r>
                        <m:rPr>
                          <m:nor/>
                        </m:rPr>
                        <a:rPr lang="en-US" sz="3200" b="1" i="0">
                          <a:solidFill>
                            <a:srgbClr val="000000"/>
                          </a:solidFill>
                          <a:latin typeface="Cambria Math" panose="02040503050406030204" pitchFamily="18" charset="0"/>
                        </a:rPr>
                        <m:t>=</m:t>
                      </m:r>
                      <m:r>
                        <m:rPr>
                          <m:nor/>
                        </m:rPr>
                        <a:rPr lang="en-US" sz="3200" b="1" i="0">
                          <a:solidFill>
                            <a:srgbClr val="000000"/>
                          </a:solidFill>
                          <a:latin typeface="Cambria Math" panose="02040503050406030204" pitchFamily="18" charset="0"/>
                        </a:rPr>
                        <m:t>k</m:t>
                      </m:r>
                      <m:r>
                        <m:rPr>
                          <m:nor/>
                        </m:rPr>
                        <a:rPr lang="en-US" sz="3200" b="1" i="0">
                          <a:solidFill>
                            <a:srgbClr val="000000"/>
                          </a:solidFill>
                          <a:latin typeface="Cambria Math" panose="02040503050406030204" pitchFamily="18" charset="0"/>
                        </a:rPr>
                        <m:t> </m:t>
                      </m:r>
                      <m:d>
                        <m:dPr>
                          <m:ctrlPr>
                            <a:rPr lang="en-US" sz="3200" b="1" i="1">
                              <a:solidFill>
                                <a:srgbClr val="000000"/>
                              </a:solidFill>
                              <a:latin typeface="Cambria Math" panose="02040503050406030204" pitchFamily="18" charset="0"/>
                            </a:rPr>
                          </m:ctrlPr>
                        </m:dPr>
                        <m:e>
                          <m:f>
                            <m:fPr>
                              <m:ctrlPr>
                                <a:rPr lang="en-US" sz="3200" b="1" i="1">
                                  <a:solidFill>
                                    <a:srgbClr val="000000"/>
                                  </a:solidFill>
                                  <a:latin typeface="Cambria Math" panose="02040503050406030204" pitchFamily="18" charset="0"/>
                                </a:rPr>
                              </m:ctrlPr>
                            </m:fPr>
                            <m:num>
                              <m:sSub>
                                <m:sSubPr>
                                  <m:ctrlPr>
                                    <a:rPr lang="en-US" sz="3200" b="1" i="1">
                                      <a:solidFill>
                                        <a:srgbClr val="000000"/>
                                      </a:solidFill>
                                      <a:latin typeface="Cambria Math" panose="02040503050406030204" pitchFamily="18" charset="0"/>
                                    </a:rPr>
                                  </m:ctrlPr>
                                </m:sSubPr>
                                <m:e>
                                  <m:r>
                                    <a:rPr lang="en-US" sz="3200" b="1" i="0">
                                      <a:solidFill>
                                        <a:srgbClr val="000000"/>
                                      </a:solidFill>
                                      <a:latin typeface="Cambria Math" panose="02040503050406030204" pitchFamily="18" charset="0"/>
                                    </a:rPr>
                                    <m:t>𝛆</m:t>
                                  </m:r>
                                </m:e>
                                <m:sub>
                                  <m:r>
                                    <a:rPr lang="en-US" sz="3200" b="1" i="1">
                                      <a:solidFill>
                                        <a:srgbClr val="000000"/>
                                      </a:solidFill>
                                      <a:latin typeface="Cambria Math" panose="02040503050406030204" pitchFamily="18" charset="0"/>
                                    </a:rPr>
                                    <m:t>𝟎</m:t>
                                  </m:r>
                                </m:sub>
                              </m:sSub>
                              <m:r>
                                <a:rPr lang="en-US" sz="3200" b="1" i="0">
                                  <a:solidFill>
                                    <a:srgbClr val="000000"/>
                                  </a:solidFill>
                                  <a:latin typeface="Cambria Math" panose="02040503050406030204" pitchFamily="18" charset="0"/>
                                </a:rPr>
                                <m:t> </m:t>
                              </m:r>
                              <m:r>
                                <a:rPr lang="en-US" sz="3200" b="1" i="0">
                                  <a:solidFill>
                                    <a:srgbClr val="000000"/>
                                  </a:solidFill>
                                  <a:latin typeface="Cambria Math" panose="02040503050406030204" pitchFamily="18" charset="0"/>
                                </a:rPr>
                                <m:t>𝐀</m:t>
                              </m:r>
                            </m:num>
                            <m:den>
                              <m:r>
                                <a:rPr lang="en-US" sz="3200" b="1" i="0">
                                  <a:solidFill>
                                    <a:srgbClr val="000000"/>
                                  </a:solidFill>
                                  <a:latin typeface="Cambria Math" panose="02040503050406030204" pitchFamily="18" charset="0"/>
                                </a:rPr>
                                <m:t>𝐝</m:t>
                              </m:r>
                            </m:den>
                          </m:f>
                        </m:e>
                      </m:d>
                    </m:oMath>
                  </m:oMathPara>
                </a14:m>
                <a:endParaRPr lang="en-US" sz="3200" b="1" dirty="0"/>
              </a:p>
            </p:txBody>
          </p:sp>
        </mc:Choice>
        <mc:Fallback xmlns="">
          <p:sp>
            <p:nvSpPr>
              <p:cNvPr id="5" name="4 Objeto"/>
              <p:cNvSpPr txBox="1">
                <a:spLocks noRot="1" noChangeAspect="1" noMove="1" noResize="1" noEditPoints="1" noAdjustHandles="1" noChangeArrowheads="1" noChangeShapeType="1" noTextEdit="1"/>
              </p:cNvSpPr>
              <p:nvPr/>
            </p:nvSpPr>
            <p:spPr bwMode="auto">
              <a:xfrm>
                <a:off x="2916336" y="4371556"/>
                <a:ext cx="2298700" cy="1107996"/>
              </a:xfrm>
              <a:prstGeom prst="rect">
                <a:avLst/>
              </a:prstGeom>
              <a:blipFill>
                <a:blip r:embed="rId2"/>
                <a:stretch>
                  <a:fillRect/>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C0AFC402-6F95-4128-9348-79681B20DB8C}"/>
                  </a:ext>
                </a:extLst>
              </p:cNvPr>
              <p:cNvSpPr txBox="1"/>
              <p:nvPr/>
            </p:nvSpPr>
            <p:spPr>
              <a:xfrm>
                <a:off x="380896" y="1926535"/>
                <a:ext cx="9142311" cy="75937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l-GR" sz="2200" b="0" i="1" smtClean="0">
                          <a:latin typeface="Cambria Math" panose="02040503050406030204" pitchFamily="18" charset="0"/>
                          <a:ea typeface="Cambria Math" panose="02040503050406030204" pitchFamily="18" charset="0"/>
                        </a:rPr>
                        <m:t>Δ</m:t>
                      </m:r>
                      <m:r>
                        <a:rPr lang="en-US" sz="2200" b="0" i="1" smtClean="0">
                          <a:latin typeface="Cambria Math" panose="02040503050406030204" pitchFamily="18" charset="0"/>
                          <a:ea typeface="Cambria Math" panose="02040503050406030204" pitchFamily="18" charset="0"/>
                        </a:rPr>
                        <m:t>𝑉</m:t>
                      </m:r>
                      <m:r>
                        <a:rPr lang="en-US" sz="2200" b="0" i="1" smtClean="0">
                          <a:latin typeface="Cambria Math" panose="02040503050406030204" pitchFamily="18" charset="0"/>
                          <a:ea typeface="Cambria Math" panose="02040503050406030204" pitchFamily="18" charset="0"/>
                        </a:rPr>
                        <m:t>=−</m:t>
                      </m:r>
                      <m:nary>
                        <m:naryPr>
                          <m:ctrlPr>
                            <a:rPr lang="en-US" sz="2200" b="0" i="1" smtClean="0">
                              <a:latin typeface="Cambria Math" panose="02040503050406030204" pitchFamily="18" charset="0"/>
                              <a:ea typeface="Cambria Math" panose="02040503050406030204" pitchFamily="18" charset="0"/>
                            </a:rPr>
                          </m:ctrlPr>
                        </m:naryPr>
                        <m:sub>
                          <m:r>
                            <m:rPr>
                              <m:brk m:alnAt="23"/>
                            </m:rPr>
                            <a:rPr lang="en-US" sz="2200" b="0" i="1" smtClean="0">
                              <a:latin typeface="Cambria Math" panose="02040503050406030204" pitchFamily="18" charset="0"/>
                              <a:ea typeface="Cambria Math" panose="02040503050406030204" pitchFamily="18" charset="0"/>
                            </a:rPr>
                            <m:t>𝑅</m:t>
                          </m:r>
                          <m:r>
                            <a:rPr lang="en-US" sz="2200" b="0" i="1" smtClean="0">
                              <a:latin typeface="Cambria Math" panose="02040503050406030204" pitchFamily="18" charset="0"/>
                              <a:ea typeface="Cambria Math" panose="02040503050406030204" pitchFamily="18" charset="0"/>
                            </a:rPr>
                            <m:t>1</m:t>
                          </m:r>
                        </m:sub>
                        <m:sup>
                          <m:r>
                            <a:rPr lang="en-US" sz="2200" b="0" i="1" smtClean="0">
                              <a:latin typeface="Cambria Math" panose="02040503050406030204" pitchFamily="18" charset="0"/>
                              <a:ea typeface="Cambria Math" panose="02040503050406030204" pitchFamily="18" charset="0"/>
                            </a:rPr>
                            <m:t>𝑅</m:t>
                          </m:r>
                          <m:r>
                            <a:rPr lang="en-US" sz="2200" b="0" i="1" smtClean="0">
                              <a:latin typeface="Cambria Math" panose="02040503050406030204" pitchFamily="18" charset="0"/>
                              <a:ea typeface="Cambria Math" panose="02040503050406030204" pitchFamily="18" charset="0"/>
                            </a:rPr>
                            <m:t>2</m:t>
                          </m:r>
                        </m:sup>
                        <m:e>
                          <m:acc>
                            <m:accPr>
                              <m:chr m:val="⃗"/>
                              <m:ctrlPr>
                                <a:rPr lang="en-US" sz="2200" b="0" i="1" smtClean="0">
                                  <a:latin typeface="Cambria Math" panose="02040503050406030204" pitchFamily="18" charset="0"/>
                                  <a:ea typeface="Cambria Math" panose="02040503050406030204" pitchFamily="18" charset="0"/>
                                </a:rPr>
                              </m:ctrlPr>
                            </m:accPr>
                            <m:e>
                              <m:sSub>
                                <m:sSubPr>
                                  <m:ctrlPr>
                                    <a:rPr lang="en-US" sz="2200" b="0" i="1" smtClean="0">
                                      <a:latin typeface="Cambria Math" panose="02040503050406030204" pitchFamily="18" charset="0"/>
                                      <a:ea typeface="Cambria Math" panose="02040503050406030204" pitchFamily="18" charset="0"/>
                                    </a:rPr>
                                  </m:ctrlPr>
                                </m:sSubPr>
                                <m:e>
                                  <m:r>
                                    <a:rPr lang="en-US" sz="2200" b="0" i="1" smtClean="0">
                                      <a:latin typeface="Cambria Math" panose="02040503050406030204" pitchFamily="18" charset="0"/>
                                      <a:ea typeface="Cambria Math" panose="02040503050406030204" pitchFamily="18" charset="0"/>
                                    </a:rPr>
                                    <m:t>𝐸</m:t>
                                  </m:r>
                                </m:e>
                                <m:sub>
                                  <m:r>
                                    <a:rPr lang="en-US" sz="2200" b="0" i="1" smtClean="0">
                                      <a:latin typeface="Cambria Math" panose="02040503050406030204" pitchFamily="18" charset="0"/>
                                      <a:ea typeface="Cambria Math" panose="02040503050406030204" pitchFamily="18" charset="0"/>
                                    </a:rPr>
                                    <m:t>𝑁𝑒𝑡𝑜</m:t>
                                  </m:r>
                                </m:sub>
                              </m:sSub>
                              <m:r>
                                <a:rPr lang="en-US" sz="2200" b="0" i="1" smtClean="0">
                                  <a:latin typeface="Cambria Math" panose="02040503050406030204" pitchFamily="18" charset="0"/>
                                  <a:ea typeface="Cambria Math" panose="02040503050406030204" pitchFamily="18" charset="0"/>
                                </a:rPr>
                                <m:t>.</m:t>
                              </m:r>
                            </m:e>
                          </m:acc>
                          <m:acc>
                            <m:accPr>
                              <m:chr m:val="⃗"/>
                              <m:ctrlPr>
                                <a:rPr lang="el-GR" sz="2200" i="1" smtClean="0">
                                  <a:latin typeface="Cambria Math" panose="02040503050406030204" pitchFamily="18" charset="0"/>
                                  <a:ea typeface="Cambria Math" panose="02040503050406030204" pitchFamily="18" charset="0"/>
                                </a:rPr>
                              </m:ctrlPr>
                            </m:accPr>
                            <m:e>
                              <m:r>
                                <a:rPr lang="en-US" sz="2200" b="0" i="1" smtClean="0">
                                  <a:latin typeface="Cambria Math" panose="02040503050406030204" pitchFamily="18" charset="0"/>
                                  <a:ea typeface="Cambria Math" panose="02040503050406030204" pitchFamily="18" charset="0"/>
                                </a:rPr>
                                <m:t>𝑑𝑟</m:t>
                              </m:r>
                            </m:e>
                          </m:acc>
                        </m:e>
                      </m:nary>
                      <m:r>
                        <a:rPr lang="en-US" sz="2200" b="0" i="1" smtClean="0">
                          <a:latin typeface="Cambria Math" panose="02040503050406030204" pitchFamily="18" charset="0"/>
                          <a:ea typeface="Cambria Math" panose="02040503050406030204" pitchFamily="18" charset="0"/>
                        </a:rPr>
                        <m:t>=</m:t>
                      </m:r>
                      <m:nary>
                        <m:naryPr>
                          <m:ctrlPr>
                            <a:rPr lang="en-US" sz="2200" b="0" i="1" smtClean="0">
                              <a:latin typeface="Cambria Math" panose="02040503050406030204" pitchFamily="18" charset="0"/>
                              <a:ea typeface="Cambria Math" panose="02040503050406030204" pitchFamily="18" charset="0"/>
                            </a:rPr>
                          </m:ctrlPr>
                        </m:naryPr>
                        <m:sub>
                          <m:r>
                            <m:rPr>
                              <m:brk m:alnAt="23"/>
                            </m:rPr>
                            <a:rPr lang="en-US" sz="2200" b="0" i="1" smtClean="0">
                              <a:latin typeface="Cambria Math" panose="02040503050406030204" pitchFamily="18" charset="0"/>
                              <a:ea typeface="Cambria Math" panose="02040503050406030204" pitchFamily="18" charset="0"/>
                            </a:rPr>
                            <m:t>𝑅</m:t>
                          </m:r>
                          <m:r>
                            <a:rPr lang="en-US" sz="2200" b="0" i="1" smtClean="0">
                              <a:latin typeface="Cambria Math" panose="02040503050406030204" pitchFamily="18" charset="0"/>
                              <a:ea typeface="Cambria Math" panose="02040503050406030204" pitchFamily="18" charset="0"/>
                            </a:rPr>
                            <m:t>2</m:t>
                          </m:r>
                        </m:sub>
                        <m:sup>
                          <m:r>
                            <a:rPr lang="en-US" sz="2200" b="0" i="1" smtClean="0">
                              <a:latin typeface="Cambria Math" panose="02040503050406030204" pitchFamily="18" charset="0"/>
                              <a:ea typeface="Cambria Math" panose="02040503050406030204" pitchFamily="18" charset="0"/>
                            </a:rPr>
                            <m:t>𝑅</m:t>
                          </m:r>
                          <m:r>
                            <a:rPr lang="en-US" sz="2200" b="0" i="1" smtClean="0">
                              <a:latin typeface="Cambria Math" panose="02040503050406030204" pitchFamily="18" charset="0"/>
                              <a:ea typeface="Cambria Math" panose="02040503050406030204" pitchFamily="18" charset="0"/>
                            </a:rPr>
                            <m:t>1</m:t>
                          </m:r>
                        </m:sup>
                        <m:e>
                          <m:sSub>
                            <m:sSubPr>
                              <m:ctrlPr>
                                <a:rPr lang="en-US" sz="2200" b="0" i="1" smtClean="0">
                                  <a:latin typeface="Cambria Math" panose="02040503050406030204" pitchFamily="18" charset="0"/>
                                  <a:ea typeface="Cambria Math" panose="02040503050406030204" pitchFamily="18" charset="0"/>
                                </a:rPr>
                              </m:ctrlPr>
                            </m:sSubPr>
                            <m:e>
                              <m:r>
                                <a:rPr lang="en-US" sz="2200" b="0" i="1" smtClean="0">
                                  <a:latin typeface="Cambria Math" panose="02040503050406030204" pitchFamily="18" charset="0"/>
                                  <a:ea typeface="Cambria Math" panose="02040503050406030204" pitchFamily="18" charset="0"/>
                                </a:rPr>
                                <m:t>(</m:t>
                              </m:r>
                              <m:r>
                                <a:rPr lang="en-US" sz="2200" b="0" i="1" smtClean="0">
                                  <a:latin typeface="Cambria Math" panose="02040503050406030204" pitchFamily="18" charset="0"/>
                                  <a:ea typeface="Cambria Math" panose="02040503050406030204" pitchFamily="18" charset="0"/>
                                </a:rPr>
                                <m:t>𝐸</m:t>
                              </m:r>
                            </m:e>
                            <m:sub>
                              <m:r>
                                <a:rPr lang="en-US" sz="2200" b="0" i="1" smtClean="0">
                                  <a:latin typeface="Cambria Math" panose="02040503050406030204" pitchFamily="18" charset="0"/>
                                  <a:ea typeface="Cambria Math" panose="02040503050406030204" pitchFamily="18" charset="0"/>
                                </a:rPr>
                                <m:t>0</m:t>
                              </m:r>
                            </m:sub>
                          </m:sSub>
                          <m:r>
                            <a:rPr lang="en-US" sz="2200" b="0" i="1" smtClean="0">
                              <a:latin typeface="Cambria Math" panose="02040503050406030204" pitchFamily="18" charset="0"/>
                              <a:ea typeface="Cambria Math" panose="02040503050406030204" pitchFamily="18" charset="0"/>
                            </a:rPr>
                            <m:t>−</m:t>
                          </m:r>
                          <m:sSub>
                            <m:sSubPr>
                              <m:ctrlPr>
                                <a:rPr lang="en-US" sz="2200" b="0" i="1" smtClean="0">
                                  <a:latin typeface="Cambria Math" panose="02040503050406030204" pitchFamily="18" charset="0"/>
                                  <a:ea typeface="Cambria Math" panose="02040503050406030204" pitchFamily="18" charset="0"/>
                                </a:rPr>
                              </m:ctrlPr>
                            </m:sSubPr>
                            <m:e>
                              <m:r>
                                <a:rPr lang="en-US" sz="2200" b="0" i="1" smtClean="0">
                                  <a:latin typeface="Cambria Math" panose="02040503050406030204" pitchFamily="18" charset="0"/>
                                  <a:ea typeface="Cambria Math" panose="02040503050406030204" pitchFamily="18" charset="0"/>
                                </a:rPr>
                                <m:t>𝐸</m:t>
                              </m:r>
                            </m:e>
                            <m:sub>
                              <m:r>
                                <a:rPr lang="en-US" sz="2200" b="0" i="1" smtClean="0">
                                  <a:latin typeface="Cambria Math" panose="02040503050406030204" pitchFamily="18" charset="0"/>
                                  <a:ea typeface="Cambria Math" panose="02040503050406030204" pitchFamily="18" charset="0"/>
                                </a:rPr>
                                <m:t>𝐷</m:t>
                              </m:r>
                            </m:sub>
                          </m:sSub>
                          <m:r>
                            <a:rPr lang="en-US" sz="2200" b="0" i="1" smtClean="0">
                              <a:latin typeface="Cambria Math" panose="02040503050406030204" pitchFamily="18" charset="0"/>
                              <a:ea typeface="Cambria Math" panose="02040503050406030204" pitchFamily="18" charset="0"/>
                            </a:rPr>
                            <m:t>) </m:t>
                          </m:r>
                          <m:r>
                            <a:rPr lang="en-US" sz="2200" b="0" i="1" smtClean="0">
                              <a:latin typeface="Cambria Math" panose="02040503050406030204" pitchFamily="18" charset="0"/>
                              <a:ea typeface="Cambria Math" panose="02040503050406030204" pitchFamily="18" charset="0"/>
                            </a:rPr>
                            <m:t>𝑑𝑟</m:t>
                          </m:r>
                        </m:e>
                      </m:nary>
                      <m:r>
                        <a:rPr lang="en-US" sz="2200" b="0" i="1" smtClean="0">
                          <a:latin typeface="Cambria Math" panose="02040503050406030204" pitchFamily="18" charset="0"/>
                          <a:ea typeface="Cambria Math" panose="02040503050406030204" pitchFamily="18" charset="0"/>
                        </a:rPr>
                        <m:t>=</m:t>
                      </m:r>
                      <m:nary>
                        <m:naryPr>
                          <m:ctrlPr>
                            <a:rPr lang="en-US" sz="2200" i="1" smtClean="0">
                              <a:latin typeface="Cambria Math" panose="02040503050406030204" pitchFamily="18" charset="0"/>
                              <a:ea typeface="Cambria Math" panose="02040503050406030204" pitchFamily="18" charset="0"/>
                            </a:rPr>
                          </m:ctrlPr>
                        </m:naryPr>
                        <m:sub>
                          <m:r>
                            <m:rPr>
                              <m:brk m:alnAt="23"/>
                            </m:rPr>
                            <a:rPr lang="en-US" sz="2200" b="0" i="1" smtClean="0">
                              <a:latin typeface="Cambria Math" panose="02040503050406030204" pitchFamily="18" charset="0"/>
                              <a:ea typeface="Cambria Math" panose="02040503050406030204" pitchFamily="18" charset="0"/>
                            </a:rPr>
                            <m:t>𝑅</m:t>
                          </m:r>
                          <m:r>
                            <a:rPr lang="en-US" sz="2200" b="0" i="1" smtClean="0">
                              <a:latin typeface="Cambria Math" panose="02040503050406030204" pitchFamily="18" charset="0"/>
                              <a:ea typeface="Cambria Math" panose="02040503050406030204" pitchFamily="18" charset="0"/>
                            </a:rPr>
                            <m:t>2</m:t>
                          </m:r>
                        </m:sub>
                        <m:sup>
                          <m:r>
                            <a:rPr lang="en-US" sz="2200" b="0" i="1" smtClean="0">
                              <a:latin typeface="Cambria Math" panose="02040503050406030204" pitchFamily="18" charset="0"/>
                              <a:ea typeface="Cambria Math" panose="02040503050406030204" pitchFamily="18" charset="0"/>
                            </a:rPr>
                            <m:t>𝑅</m:t>
                          </m:r>
                          <m:r>
                            <a:rPr lang="en-US" sz="2200" b="0" i="1" smtClean="0">
                              <a:latin typeface="Cambria Math" panose="02040503050406030204" pitchFamily="18" charset="0"/>
                              <a:ea typeface="Cambria Math" panose="02040503050406030204" pitchFamily="18" charset="0"/>
                            </a:rPr>
                            <m:t>1</m:t>
                          </m:r>
                        </m:sup>
                        <m:e>
                          <m:r>
                            <a:rPr lang="en-US" sz="2200" b="0" i="1" smtClean="0">
                              <a:latin typeface="Cambria Math" panose="02040503050406030204" pitchFamily="18" charset="0"/>
                              <a:ea typeface="Cambria Math" panose="02040503050406030204" pitchFamily="18" charset="0"/>
                            </a:rPr>
                            <m:t>𝑑𝑟</m:t>
                          </m:r>
                          <m:f>
                            <m:fPr>
                              <m:ctrlPr>
                                <a:rPr lang="en-US" sz="2200" b="0" i="1" smtClean="0">
                                  <a:latin typeface="Cambria Math" panose="02040503050406030204" pitchFamily="18" charset="0"/>
                                  <a:ea typeface="Cambria Math" panose="02040503050406030204" pitchFamily="18" charset="0"/>
                                </a:rPr>
                              </m:ctrlPr>
                            </m:fPr>
                            <m:num>
                              <m:sSub>
                                <m:sSubPr>
                                  <m:ctrlPr>
                                    <a:rPr lang="en-US" sz="2200" i="1">
                                      <a:latin typeface="Cambria Math" panose="02040503050406030204" pitchFamily="18" charset="0"/>
                                      <a:ea typeface="Cambria Math" panose="02040503050406030204" pitchFamily="18" charset="0"/>
                                    </a:rPr>
                                  </m:ctrlPr>
                                </m:sSubPr>
                                <m:e>
                                  <m:r>
                                    <a:rPr lang="en-US" sz="2200" i="1">
                                      <a:latin typeface="Cambria Math" panose="02040503050406030204" pitchFamily="18" charset="0"/>
                                      <a:ea typeface="Cambria Math" panose="02040503050406030204" pitchFamily="18" charset="0"/>
                                    </a:rPr>
                                    <m:t>𝐸</m:t>
                                  </m:r>
                                </m:e>
                                <m:sub>
                                  <m:r>
                                    <a:rPr lang="en-US" sz="2200" i="1">
                                      <a:latin typeface="Cambria Math" panose="02040503050406030204" pitchFamily="18" charset="0"/>
                                      <a:ea typeface="Cambria Math" panose="02040503050406030204" pitchFamily="18" charset="0"/>
                                    </a:rPr>
                                    <m:t>0</m:t>
                                  </m:r>
                                </m:sub>
                              </m:sSub>
                            </m:num>
                            <m:den>
                              <m:r>
                                <a:rPr lang="en-US" sz="2200" b="0" i="1" smtClean="0">
                                  <a:latin typeface="Cambria Math" panose="02040503050406030204" pitchFamily="18" charset="0"/>
                                  <a:ea typeface="Cambria Math" panose="02040503050406030204" pitchFamily="18" charset="0"/>
                                </a:rPr>
                                <m:t>𝐾</m:t>
                              </m:r>
                            </m:den>
                          </m:f>
                        </m:e>
                      </m:nary>
                      <m:r>
                        <a:rPr lang="en-US" sz="2200" b="0" i="1" smtClean="0">
                          <a:latin typeface="Cambria Math" panose="02040503050406030204" pitchFamily="18" charset="0"/>
                          <a:ea typeface="Cambria Math" panose="02040503050406030204" pitchFamily="18" charset="0"/>
                        </a:rPr>
                        <m:t>=</m:t>
                      </m:r>
                      <m:f>
                        <m:fPr>
                          <m:ctrlPr>
                            <a:rPr lang="en-US" sz="2200" b="0" i="1" smtClean="0">
                              <a:latin typeface="Cambria Math" panose="02040503050406030204" pitchFamily="18" charset="0"/>
                              <a:ea typeface="Cambria Math" panose="02040503050406030204" pitchFamily="18" charset="0"/>
                            </a:rPr>
                          </m:ctrlPr>
                        </m:fPr>
                        <m:num>
                          <m:r>
                            <a:rPr lang="en-US" sz="2200" b="0" i="1" smtClean="0">
                              <a:latin typeface="Cambria Math" panose="02040503050406030204" pitchFamily="18" charset="0"/>
                              <a:ea typeface="Cambria Math" panose="02040503050406030204" pitchFamily="18" charset="0"/>
                            </a:rPr>
                            <m:t>1</m:t>
                          </m:r>
                        </m:num>
                        <m:den>
                          <m:r>
                            <a:rPr lang="en-US" sz="2200" b="0" i="1" smtClean="0">
                              <a:latin typeface="Cambria Math" panose="02040503050406030204" pitchFamily="18" charset="0"/>
                              <a:ea typeface="Cambria Math" panose="02040503050406030204" pitchFamily="18" charset="0"/>
                            </a:rPr>
                            <m:t>𝐾</m:t>
                          </m:r>
                        </m:den>
                      </m:f>
                      <m:nary>
                        <m:naryPr>
                          <m:ctrlPr>
                            <a:rPr lang="en-US" sz="2200" i="1">
                              <a:latin typeface="Cambria Math" panose="02040503050406030204" pitchFamily="18" charset="0"/>
                              <a:ea typeface="Cambria Math" panose="02040503050406030204" pitchFamily="18" charset="0"/>
                            </a:rPr>
                          </m:ctrlPr>
                        </m:naryPr>
                        <m:sub>
                          <m:r>
                            <m:rPr>
                              <m:brk m:alnAt="23"/>
                            </m:rPr>
                            <a:rPr lang="en-US" sz="2200" i="1">
                              <a:latin typeface="Cambria Math" panose="02040503050406030204" pitchFamily="18" charset="0"/>
                              <a:ea typeface="Cambria Math" panose="02040503050406030204" pitchFamily="18" charset="0"/>
                            </a:rPr>
                            <m:t>𝑅</m:t>
                          </m:r>
                          <m:r>
                            <a:rPr lang="en-US" sz="2200" i="1">
                              <a:latin typeface="Cambria Math" panose="02040503050406030204" pitchFamily="18" charset="0"/>
                              <a:ea typeface="Cambria Math" panose="02040503050406030204" pitchFamily="18" charset="0"/>
                            </a:rPr>
                            <m:t>2</m:t>
                          </m:r>
                        </m:sub>
                        <m:sup>
                          <m:r>
                            <a:rPr lang="en-US" sz="2200" i="1">
                              <a:latin typeface="Cambria Math" panose="02040503050406030204" pitchFamily="18" charset="0"/>
                              <a:ea typeface="Cambria Math" panose="02040503050406030204" pitchFamily="18" charset="0"/>
                            </a:rPr>
                            <m:t>𝑅</m:t>
                          </m:r>
                          <m:r>
                            <a:rPr lang="en-US" sz="2200" i="1">
                              <a:latin typeface="Cambria Math" panose="02040503050406030204" pitchFamily="18" charset="0"/>
                              <a:ea typeface="Cambria Math" panose="02040503050406030204" pitchFamily="18" charset="0"/>
                            </a:rPr>
                            <m:t>1</m:t>
                          </m:r>
                        </m:sup>
                        <m:e>
                          <m:r>
                            <a:rPr lang="en-US" sz="2200" i="1">
                              <a:latin typeface="Cambria Math" panose="02040503050406030204" pitchFamily="18" charset="0"/>
                              <a:ea typeface="Cambria Math" panose="02040503050406030204" pitchFamily="18" charset="0"/>
                            </a:rPr>
                            <m:t>𝑑𝑟</m:t>
                          </m:r>
                          <m:sSub>
                            <m:sSubPr>
                              <m:ctrlPr>
                                <a:rPr lang="en-US" sz="2200" i="1">
                                  <a:latin typeface="Cambria Math" panose="02040503050406030204" pitchFamily="18" charset="0"/>
                                  <a:ea typeface="Cambria Math" panose="02040503050406030204" pitchFamily="18" charset="0"/>
                                </a:rPr>
                              </m:ctrlPr>
                            </m:sSubPr>
                            <m:e>
                              <m:r>
                                <a:rPr lang="en-US" sz="2200" i="1">
                                  <a:latin typeface="Cambria Math" panose="02040503050406030204" pitchFamily="18" charset="0"/>
                                  <a:ea typeface="Cambria Math" panose="02040503050406030204" pitchFamily="18" charset="0"/>
                                </a:rPr>
                                <m:t>𝐸</m:t>
                              </m:r>
                            </m:e>
                            <m:sub>
                              <m:r>
                                <a:rPr lang="en-US" sz="2200" i="1">
                                  <a:latin typeface="Cambria Math" panose="02040503050406030204" pitchFamily="18" charset="0"/>
                                  <a:ea typeface="Cambria Math" panose="02040503050406030204" pitchFamily="18" charset="0"/>
                                </a:rPr>
                                <m:t>0</m:t>
                              </m:r>
                            </m:sub>
                          </m:sSub>
                        </m:e>
                      </m:nary>
                      <m:r>
                        <a:rPr lang="en-US" sz="2200" b="0" i="1" smtClean="0">
                          <a:latin typeface="Cambria Math" panose="02040503050406030204" pitchFamily="18" charset="0"/>
                          <a:ea typeface="Cambria Math" panose="02040503050406030204" pitchFamily="18" charset="0"/>
                        </a:rPr>
                        <m:t>=</m:t>
                      </m:r>
                      <m:f>
                        <m:fPr>
                          <m:ctrlPr>
                            <a:rPr lang="en-US" sz="2200" b="0" i="1" smtClean="0">
                              <a:latin typeface="Cambria Math" panose="02040503050406030204" pitchFamily="18" charset="0"/>
                              <a:ea typeface="Cambria Math" panose="02040503050406030204" pitchFamily="18" charset="0"/>
                            </a:rPr>
                          </m:ctrlPr>
                        </m:fPr>
                        <m:num>
                          <m:r>
                            <a:rPr lang="en-US" sz="2200" b="0" i="1" smtClean="0">
                              <a:latin typeface="Cambria Math" panose="02040503050406030204" pitchFamily="18" charset="0"/>
                              <a:ea typeface="Cambria Math" panose="02040503050406030204" pitchFamily="18" charset="0"/>
                            </a:rPr>
                            <m:t>𝑉𝑜</m:t>
                          </m:r>
                        </m:num>
                        <m:den>
                          <m:r>
                            <a:rPr lang="en-US" sz="2200" b="0" i="1" smtClean="0">
                              <a:latin typeface="Cambria Math" panose="02040503050406030204" pitchFamily="18" charset="0"/>
                              <a:ea typeface="Cambria Math" panose="02040503050406030204" pitchFamily="18" charset="0"/>
                            </a:rPr>
                            <m:t>𝐾</m:t>
                          </m:r>
                        </m:den>
                      </m:f>
                    </m:oMath>
                  </m:oMathPara>
                </a14:m>
                <a:endParaRPr lang="en-US" sz="2200" dirty="0"/>
              </a:p>
            </p:txBody>
          </p:sp>
        </mc:Choice>
        <mc:Fallback xmlns="">
          <p:sp>
            <p:nvSpPr>
              <p:cNvPr id="6" name="TextBox 5">
                <a:extLst>
                  <a:ext uri="{FF2B5EF4-FFF2-40B4-BE49-F238E27FC236}">
                    <a16:creationId xmlns:a16="http://schemas.microsoft.com/office/drawing/2014/main" id="{C0AFC402-6F95-4128-9348-79681B20DB8C}"/>
                  </a:ext>
                </a:extLst>
              </p:cNvPr>
              <p:cNvSpPr txBox="1">
                <a:spLocks noRot="1" noChangeAspect="1" noMove="1" noResize="1" noEditPoints="1" noAdjustHandles="1" noChangeArrowheads="1" noChangeShapeType="1" noTextEdit="1"/>
              </p:cNvSpPr>
              <p:nvPr/>
            </p:nvSpPr>
            <p:spPr>
              <a:xfrm>
                <a:off x="380896" y="1926535"/>
                <a:ext cx="9142311" cy="759375"/>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169CED84-8824-4FBB-A2C8-D7524C417EB9}"/>
                  </a:ext>
                </a:extLst>
              </p:cNvPr>
              <p:cNvSpPr txBox="1"/>
              <p:nvPr/>
            </p:nvSpPr>
            <p:spPr>
              <a:xfrm>
                <a:off x="1977432" y="3389302"/>
                <a:ext cx="6475207"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nor/>
                        </m:rPr>
                        <a:rPr lang="en-US" sz="2800" b="1" i="0" smtClean="0">
                          <a:solidFill>
                            <a:srgbClr val="000000"/>
                          </a:solidFill>
                          <a:latin typeface="Cambria Math" panose="02040503050406030204" pitchFamily="18" charset="0"/>
                        </a:rPr>
                        <m:t>C</m:t>
                      </m:r>
                      <m:r>
                        <m:rPr>
                          <m:nor/>
                        </m:rPr>
                        <a:rPr lang="en-US" sz="2800" b="1" i="0" smtClean="0">
                          <a:solidFill>
                            <a:srgbClr val="000000"/>
                          </a:solidFill>
                          <a:latin typeface="Cambria Math" panose="02040503050406030204" pitchFamily="18" charset="0"/>
                        </a:rPr>
                        <m:t>=</m:t>
                      </m:r>
                      <m:r>
                        <m:rPr>
                          <m:nor/>
                        </m:rPr>
                        <a:rPr lang="en-US" sz="2800" b="1" i="0" smtClean="0">
                          <a:solidFill>
                            <a:srgbClr val="000000"/>
                          </a:solidFill>
                          <a:latin typeface="Cambria Math" panose="02040503050406030204" pitchFamily="18" charset="0"/>
                        </a:rPr>
                        <m:t>Q</m:t>
                      </m:r>
                      <m:r>
                        <m:rPr>
                          <m:nor/>
                        </m:rPr>
                        <a:rPr lang="en-US" sz="2800" b="1" i="0" smtClean="0">
                          <a:solidFill>
                            <a:srgbClr val="000000"/>
                          </a:solidFill>
                          <a:latin typeface="Cambria Math" panose="02040503050406030204" pitchFamily="18" charset="0"/>
                        </a:rPr>
                        <m:t> / </m:t>
                      </m:r>
                      <m:sSub>
                        <m:sSubPr>
                          <m:ctrlPr>
                            <a:rPr lang="en-US" sz="2800" b="1" i="1" smtClean="0">
                              <a:solidFill>
                                <a:srgbClr val="000000"/>
                              </a:solidFill>
                              <a:latin typeface="Cambria Math" panose="02040503050406030204" pitchFamily="18" charset="0"/>
                            </a:rPr>
                          </m:ctrlPr>
                        </m:sSubPr>
                        <m:e>
                          <m:r>
                            <a:rPr lang="en-US" sz="2800" b="1" i="1" smtClean="0">
                              <a:solidFill>
                                <a:srgbClr val="000000"/>
                              </a:solidFill>
                              <a:latin typeface="Cambria Math" panose="02040503050406030204" pitchFamily="18" charset="0"/>
                            </a:rPr>
                            <m:t>𝑽</m:t>
                          </m:r>
                        </m:e>
                        <m:sub>
                          <m:r>
                            <a:rPr lang="en-US" sz="2800" b="1" i="1" smtClean="0">
                              <a:solidFill>
                                <a:srgbClr val="000000"/>
                              </a:solidFill>
                              <a:latin typeface="Cambria Math" panose="02040503050406030204" pitchFamily="18" charset="0"/>
                            </a:rPr>
                            <m:t>𝑲</m:t>
                          </m:r>
                          <m:r>
                            <a:rPr lang="en-US" sz="2800" b="1" i="1" smtClean="0">
                              <a:solidFill>
                                <a:srgbClr val="000000"/>
                              </a:solidFill>
                              <a:latin typeface="Cambria Math" panose="02040503050406030204" pitchFamily="18" charset="0"/>
                            </a:rPr>
                            <m:t> </m:t>
                          </m:r>
                        </m:sub>
                      </m:sSub>
                      <m:r>
                        <m:rPr>
                          <m:nor/>
                        </m:rPr>
                        <a:rPr lang="en-US" sz="2800" b="1" i="0" smtClean="0">
                          <a:solidFill>
                            <a:srgbClr val="000000"/>
                          </a:solidFill>
                          <a:latin typeface="Cambria Math" panose="02040503050406030204" pitchFamily="18" charset="0"/>
                        </a:rPr>
                        <m:t> = </m:t>
                      </m:r>
                      <m:r>
                        <m:rPr>
                          <m:nor/>
                        </m:rPr>
                        <a:rPr lang="en-US" sz="2800" b="1" i="0" smtClean="0">
                          <a:solidFill>
                            <a:srgbClr val="000000"/>
                          </a:solidFill>
                          <a:latin typeface="Cambria Math" panose="02040503050406030204" pitchFamily="18" charset="0"/>
                        </a:rPr>
                        <m:t>Q</m:t>
                      </m:r>
                      <m:r>
                        <m:rPr>
                          <m:nor/>
                        </m:rPr>
                        <a:rPr lang="en-US" sz="2800" b="1" i="0" smtClean="0">
                          <a:solidFill>
                            <a:srgbClr val="000000"/>
                          </a:solidFill>
                          <a:latin typeface="Cambria Math" panose="02040503050406030204" pitchFamily="18" charset="0"/>
                        </a:rPr>
                        <m:t>/(</m:t>
                      </m:r>
                      <m:r>
                        <m:rPr>
                          <m:nor/>
                        </m:rPr>
                        <a:rPr lang="en-US" sz="2800" b="1" i="0" smtClean="0">
                          <a:solidFill>
                            <a:srgbClr val="000000"/>
                          </a:solidFill>
                          <a:latin typeface="Cambria Math" panose="02040503050406030204" pitchFamily="18" charset="0"/>
                        </a:rPr>
                        <m:t>Vo</m:t>
                      </m:r>
                      <m:r>
                        <m:rPr>
                          <m:nor/>
                        </m:rPr>
                        <a:rPr lang="en-US" sz="2800" b="1" i="0" smtClean="0">
                          <a:solidFill>
                            <a:srgbClr val="000000"/>
                          </a:solidFill>
                          <a:latin typeface="Cambria Math" panose="02040503050406030204" pitchFamily="18" charset="0"/>
                        </a:rPr>
                        <m:t>/</m:t>
                      </m:r>
                      <m:r>
                        <m:rPr>
                          <m:nor/>
                        </m:rPr>
                        <a:rPr lang="en-US" sz="2800" b="1" i="0" smtClean="0">
                          <a:solidFill>
                            <a:srgbClr val="000000"/>
                          </a:solidFill>
                          <a:latin typeface="Cambria Math" panose="02040503050406030204" pitchFamily="18" charset="0"/>
                        </a:rPr>
                        <m:t>K</m:t>
                      </m:r>
                      <m:r>
                        <m:rPr>
                          <m:nor/>
                        </m:rPr>
                        <a:rPr lang="en-US" sz="2800" b="1" i="0" smtClean="0">
                          <a:solidFill>
                            <a:srgbClr val="000000"/>
                          </a:solidFill>
                          <a:latin typeface="Cambria Math" panose="02040503050406030204" pitchFamily="18" charset="0"/>
                        </a:rPr>
                        <m:t> ) = </m:t>
                      </m:r>
                      <m:r>
                        <m:rPr>
                          <m:nor/>
                        </m:rPr>
                        <a:rPr lang="en-US" sz="2800" b="1" i="0" smtClean="0">
                          <a:solidFill>
                            <a:srgbClr val="000000"/>
                          </a:solidFill>
                          <a:latin typeface="Cambria Math" panose="02040503050406030204" pitchFamily="18" charset="0"/>
                        </a:rPr>
                        <m:t>K</m:t>
                      </m:r>
                      <m:r>
                        <m:rPr>
                          <m:nor/>
                        </m:rPr>
                        <a:rPr lang="en-US" sz="2800" b="1" i="0" smtClean="0">
                          <a:solidFill>
                            <a:srgbClr val="000000"/>
                          </a:solidFill>
                          <a:latin typeface="Cambria Math" panose="02040503050406030204" pitchFamily="18" charset="0"/>
                        </a:rPr>
                        <m:t> (</m:t>
                      </m:r>
                      <m:r>
                        <m:rPr>
                          <m:nor/>
                        </m:rPr>
                        <a:rPr lang="en-US" sz="2800" b="1" i="0" smtClean="0">
                          <a:solidFill>
                            <a:srgbClr val="000000"/>
                          </a:solidFill>
                          <a:latin typeface="Cambria Math" panose="02040503050406030204" pitchFamily="18" charset="0"/>
                        </a:rPr>
                        <m:t>Q</m:t>
                      </m:r>
                      <m:r>
                        <m:rPr>
                          <m:nor/>
                        </m:rPr>
                        <a:rPr lang="en-US" sz="2800" b="1" i="0" smtClean="0">
                          <a:solidFill>
                            <a:srgbClr val="000000"/>
                          </a:solidFill>
                          <a:latin typeface="Cambria Math" panose="02040503050406030204" pitchFamily="18" charset="0"/>
                        </a:rPr>
                        <m:t>/</m:t>
                      </m:r>
                      <m:r>
                        <m:rPr>
                          <m:nor/>
                        </m:rPr>
                        <a:rPr lang="en-US" sz="2800" b="1" i="0" smtClean="0">
                          <a:solidFill>
                            <a:srgbClr val="000000"/>
                          </a:solidFill>
                          <a:latin typeface="Cambria Math" panose="02040503050406030204" pitchFamily="18" charset="0"/>
                        </a:rPr>
                        <m:t>V</m:t>
                      </m:r>
                      <m:r>
                        <m:rPr>
                          <m:nor/>
                        </m:rPr>
                        <a:rPr lang="en-US" sz="2800" b="1" i="0" smtClean="0">
                          <a:solidFill>
                            <a:srgbClr val="000000"/>
                          </a:solidFill>
                          <a:latin typeface="Cambria Math" panose="02040503050406030204" pitchFamily="18" charset="0"/>
                        </a:rPr>
                        <m:t>) = </m:t>
                      </m:r>
                      <m:r>
                        <m:rPr>
                          <m:nor/>
                        </m:rPr>
                        <a:rPr lang="en-US" sz="2800" b="1" i="0" smtClean="0">
                          <a:solidFill>
                            <a:srgbClr val="000000"/>
                          </a:solidFill>
                          <a:latin typeface="Cambria Math" panose="02040503050406030204" pitchFamily="18" charset="0"/>
                        </a:rPr>
                        <m:t>K</m:t>
                      </m:r>
                      <m:r>
                        <m:rPr>
                          <m:nor/>
                        </m:rPr>
                        <a:rPr lang="en-US" sz="2800" b="1" i="0" smtClean="0">
                          <a:solidFill>
                            <a:srgbClr val="000000"/>
                          </a:solidFill>
                          <a:latin typeface="Cambria Math" panose="02040503050406030204" pitchFamily="18" charset="0"/>
                        </a:rPr>
                        <m:t> </m:t>
                      </m:r>
                      <m:r>
                        <m:rPr>
                          <m:nor/>
                        </m:rPr>
                        <a:rPr lang="en-US" sz="2800" b="1" i="0" smtClean="0">
                          <a:solidFill>
                            <a:srgbClr val="000000"/>
                          </a:solidFill>
                          <a:latin typeface="Cambria Math" panose="02040503050406030204" pitchFamily="18" charset="0"/>
                        </a:rPr>
                        <m:t>Co</m:t>
                      </m:r>
                    </m:oMath>
                  </m:oMathPara>
                </a14:m>
                <a:endParaRPr lang="en-US" sz="2800" b="1" dirty="0"/>
              </a:p>
            </p:txBody>
          </p:sp>
        </mc:Choice>
        <mc:Fallback xmlns="">
          <p:sp>
            <p:nvSpPr>
              <p:cNvPr id="8" name="TextBox 7">
                <a:extLst>
                  <a:ext uri="{FF2B5EF4-FFF2-40B4-BE49-F238E27FC236}">
                    <a16:creationId xmlns:a16="http://schemas.microsoft.com/office/drawing/2014/main" id="{169CED84-8824-4FBB-A2C8-D7524C417EB9}"/>
                  </a:ext>
                </a:extLst>
              </p:cNvPr>
              <p:cNvSpPr txBox="1">
                <a:spLocks noRot="1" noChangeAspect="1" noMove="1" noResize="1" noEditPoints="1" noAdjustHandles="1" noChangeArrowheads="1" noChangeShapeType="1" noTextEdit="1"/>
              </p:cNvSpPr>
              <p:nvPr/>
            </p:nvSpPr>
            <p:spPr>
              <a:xfrm>
                <a:off x="1977432" y="3389302"/>
                <a:ext cx="6475207" cy="523220"/>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19219502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1847528" y="476673"/>
            <a:ext cx="8363272" cy="5649491"/>
          </a:xfrm>
        </p:spPr>
        <p:txBody>
          <a:bodyPr>
            <a:normAutofit/>
          </a:bodyPr>
          <a:lstStyle/>
          <a:p>
            <a:pPr marL="0" indent="0">
              <a:buNone/>
            </a:pPr>
            <a:r>
              <a:rPr lang="es-ES" sz="2400" b="1" dirty="0">
                <a:solidFill>
                  <a:srgbClr val="7030A0"/>
                </a:solidFill>
                <a:latin typeface="Verdana" pitchFamily="34" charset="0"/>
                <a:ea typeface="Verdana" pitchFamily="34" charset="0"/>
                <a:cs typeface="Verdana" pitchFamily="34" charset="0"/>
              </a:rPr>
              <a:t>TABLA DE CONSTANTES DIELECTRICAS</a:t>
            </a:r>
          </a:p>
          <a:p>
            <a:pPr marL="0" indent="0">
              <a:buNone/>
            </a:pPr>
            <a:endParaRPr lang="es-ES" sz="2400" dirty="0">
              <a:latin typeface="Verdana" pitchFamily="34" charset="0"/>
              <a:ea typeface="Verdana" pitchFamily="34" charset="0"/>
              <a:cs typeface="Verdana" pitchFamily="34" charset="0"/>
            </a:endParaRPr>
          </a:p>
          <a:p>
            <a:pPr marL="0" indent="0">
              <a:buNone/>
            </a:pPr>
            <a:endParaRPr lang="es-CL" sz="2400" dirty="0">
              <a:latin typeface="Verdana" pitchFamily="34" charset="0"/>
              <a:ea typeface="Verdana" pitchFamily="34" charset="0"/>
              <a:cs typeface="Verdana" pitchFamily="34" charset="0"/>
            </a:endParaRPr>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31604" y="1196752"/>
            <a:ext cx="7128792" cy="5184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9674159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1981200" y="404665"/>
            <a:ext cx="8229600" cy="5721499"/>
          </a:xfrm>
        </p:spPr>
        <p:txBody>
          <a:bodyPr>
            <a:normAutofit/>
          </a:bodyPr>
          <a:lstStyle/>
          <a:p>
            <a:pPr marL="0" indent="0">
              <a:buNone/>
            </a:pPr>
            <a:r>
              <a:rPr lang="es-ES" sz="2400" b="1" dirty="0">
                <a:solidFill>
                  <a:srgbClr val="00B050"/>
                </a:solidFill>
                <a:latin typeface="Verdana" pitchFamily="34" charset="0"/>
                <a:ea typeface="Verdana" pitchFamily="34" charset="0"/>
                <a:cs typeface="Verdana" pitchFamily="34" charset="0"/>
              </a:rPr>
              <a:t>EJEMPLOS</a:t>
            </a:r>
          </a:p>
          <a:p>
            <a:pPr marL="0" indent="0">
              <a:buNone/>
            </a:pPr>
            <a:endParaRPr lang="es-ES" sz="2400" dirty="0">
              <a:latin typeface="Verdana" pitchFamily="34" charset="0"/>
              <a:ea typeface="Verdana" pitchFamily="34" charset="0"/>
              <a:cs typeface="Verdana" pitchFamily="34" charset="0"/>
            </a:endParaRPr>
          </a:p>
          <a:p>
            <a:pPr marL="457200" indent="-457200" algn="just">
              <a:buAutoNum type="arabicParenR"/>
            </a:pPr>
            <a:r>
              <a:rPr lang="es-ES" sz="2400" dirty="0">
                <a:latin typeface="Verdana" pitchFamily="34" charset="0"/>
                <a:ea typeface="Verdana" pitchFamily="34" charset="0"/>
                <a:cs typeface="Verdana" pitchFamily="34" charset="0"/>
              </a:rPr>
              <a:t>Las placas paralelas de un condensador tienen 35 cm</a:t>
            </a:r>
            <a:r>
              <a:rPr lang="es-ES" sz="2400" baseline="30000" dirty="0">
                <a:latin typeface="Verdana" pitchFamily="34" charset="0"/>
                <a:ea typeface="Verdana" pitchFamily="34" charset="0"/>
                <a:cs typeface="Verdana" pitchFamily="34" charset="0"/>
              </a:rPr>
              <a:t>2</a:t>
            </a:r>
            <a:r>
              <a:rPr lang="es-ES" sz="2400" dirty="0">
                <a:latin typeface="Verdana" pitchFamily="34" charset="0"/>
                <a:ea typeface="Verdana" pitchFamily="34" charset="0"/>
                <a:cs typeface="Verdana" pitchFamily="34" charset="0"/>
              </a:rPr>
              <a:t> de área y están separadas, con aire, una distancia de 2,5 mm</a:t>
            </a:r>
          </a:p>
          <a:p>
            <a:pPr marL="0" indent="0" algn="just">
              <a:buNone/>
            </a:pPr>
            <a:endParaRPr lang="es-CL" sz="2400" dirty="0">
              <a:latin typeface="Verdana" pitchFamily="34" charset="0"/>
              <a:ea typeface="Verdana" pitchFamily="34" charset="0"/>
              <a:cs typeface="Verdana" pitchFamily="34" charset="0"/>
            </a:endParaRPr>
          </a:p>
          <a:p>
            <a:pPr marL="457200" indent="-457200" algn="just">
              <a:buAutoNum type="alphaLcParenR"/>
            </a:pPr>
            <a:r>
              <a:rPr lang="es-ES" sz="2400" dirty="0">
                <a:latin typeface="Verdana" pitchFamily="34" charset="0"/>
                <a:ea typeface="Verdana" pitchFamily="34" charset="0"/>
                <a:cs typeface="Verdana" pitchFamily="34" charset="0"/>
              </a:rPr>
              <a:t>¿Cuál es su capacidad?</a:t>
            </a:r>
          </a:p>
          <a:p>
            <a:pPr marL="457200" indent="-457200" algn="just">
              <a:buAutoNum type="alphaLcParenR"/>
            </a:pPr>
            <a:r>
              <a:rPr lang="es-ES" sz="2400" dirty="0">
                <a:latin typeface="Verdana" pitchFamily="34" charset="0"/>
                <a:ea typeface="Verdana" pitchFamily="34" charset="0"/>
                <a:cs typeface="Verdana" pitchFamily="34" charset="0"/>
              </a:rPr>
              <a:t>¿Qué carga tienen las placas cuando se conecta a una fuente de 10 Volt?</a:t>
            </a:r>
          </a:p>
        </p:txBody>
      </p:sp>
    </p:spTree>
    <p:extLst>
      <p:ext uri="{BB962C8B-B14F-4D97-AF65-F5344CB8AC3E}">
        <p14:creationId xmlns:p14="http://schemas.microsoft.com/office/powerpoint/2010/main" val="69509509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180939A4-FE6F-48ED-911D-0CDB353DF177}"/>
              </a:ext>
            </a:extLst>
          </p:cNvPr>
          <p:cNvSpPr>
            <a:spLocks/>
          </p:cNvSpPr>
          <p:nvPr/>
        </p:nvSpPr>
        <p:spPr bwMode="auto">
          <a:xfrm>
            <a:off x="3321050" y="320675"/>
            <a:ext cx="4719638" cy="731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5720" tIns="0" rIns="45720" bIns="0" anchor="b"/>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s-MX" altLang="en-US" sz="3800" b="1">
                <a:solidFill>
                  <a:srgbClr val="990033"/>
                </a:solidFill>
                <a:latin typeface="Trebuchet MS" panose="020B0603020202020204" pitchFamily="34" charset="0"/>
              </a:rPr>
              <a:t>CAPACITANCIA</a:t>
            </a:r>
            <a:endParaRPr lang="es-ES" altLang="en-US" sz="3800" b="1">
              <a:solidFill>
                <a:srgbClr val="990033"/>
              </a:solidFill>
              <a:latin typeface="Trebuchet MS" panose="020B0603020202020204" pitchFamily="34" charset="0"/>
            </a:endParaRPr>
          </a:p>
        </p:txBody>
      </p:sp>
      <p:sp>
        <p:nvSpPr>
          <p:cNvPr id="18435" name="2 Marcador de contenido">
            <a:extLst>
              <a:ext uri="{FF2B5EF4-FFF2-40B4-BE49-F238E27FC236}">
                <a16:creationId xmlns:a16="http://schemas.microsoft.com/office/drawing/2014/main" id="{6A32F444-DE1B-46D1-A254-2ED3E911AB1E}"/>
              </a:ext>
            </a:extLst>
          </p:cNvPr>
          <p:cNvSpPr txBox="1">
            <a:spLocks/>
          </p:cNvSpPr>
          <p:nvPr/>
        </p:nvSpPr>
        <p:spPr bwMode="auto">
          <a:xfrm>
            <a:off x="1774826" y="1677988"/>
            <a:ext cx="7561263" cy="1174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ts val="600"/>
              </a:spcBef>
              <a:buClr>
                <a:schemeClr val="tx2"/>
              </a:buClr>
              <a:buSzPct val="73000"/>
              <a:buFont typeface="Arial" panose="020B0604020202020204" pitchFamily="34" charset="0"/>
              <a:buChar char="•"/>
            </a:pPr>
            <a:r>
              <a:rPr lang="es-ES" altLang="en-US" sz="2600" b="1">
                <a:solidFill>
                  <a:srgbClr val="000000"/>
                </a:solidFill>
                <a:latin typeface="Trebuchet MS" panose="020B0603020202020204" pitchFamily="34" charset="0"/>
              </a:rPr>
              <a:t>Capacitores en paralelo:</a:t>
            </a:r>
            <a:endParaRPr lang="es-ES" altLang="en-US" sz="2400"/>
          </a:p>
        </p:txBody>
      </p:sp>
      <p:sp>
        <p:nvSpPr>
          <p:cNvPr id="18436" name="Line 10">
            <a:extLst>
              <a:ext uri="{FF2B5EF4-FFF2-40B4-BE49-F238E27FC236}">
                <a16:creationId xmlns:a16="http://schemas.microsoft.com/office/drawing/2014/main" id="{23CACBE4-EF1E-46A2-9A48-8408D78791A5}"/>
              </a:ext>
            </a:extLst>
          </p:cNvPr>
          <p:cNvSpPr>
            <a:spLocks noChangeShapeType="1"/>
          </p:cNvSpPr>
          <p:nvPr/>
        </p:nvSpPr>
        <p:spPr bwMode="auto">
          <a:xfrm>
            <a:off x="3719513" y="4868864"/>
            <a:ext cx="0" cy="1006475"/>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37" name="Line 11">
            <a:extLst>
              <a:ext uri="{FF2B5EF4-FFF2-40B4-BE49-F238E27FC236}">
                <a16:creationId xmlns:a16="http://schemas.microsoft.com/office/drawing/2014/main" id="{80F40EF6-25C1-4B05-904D-9EF2A973B475}"/>
              </a:ext>
            </a:extLst>
          </p:cNvPr>
          <p:cNvSpPr>
            <a:spLocks noChangeShapeType="1"/>
          </p:cNvSpPr>
          <p:nvPr/>
        </p:nvSpPr>
        <p:spPr bwMode="auto">
          <a:xfrm>
            <a:off x="3719513" y="2708275"/>
            <a:ext cx="0" cy="129540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38" name="Line 14">
            <a:extLst>
              <a:ext uri="{FF2B5EF4-FFF2-40B4-BE49-F238E27FC236}">
                <a16:creationId xmlns:a16="http://schemas.microsoft.com/office/drawing/2014/main" id="{77B98D99-0AB9-4E42-BAE4-95AF5ADD6E87}"/>
              </a:ext>
            </a:extLst>
          </p:cNvPr>
          <p:cNvSpPr>
            <a:spLocks noChangeShapeType="1"/>
          </p:cNvSpPr>
          <p:nvPr/>
        </p:nvSpPr>
        <p:spPr bwMode="auto">
          <a:xfrm>
            <a:off x="3719513" y="5875338"/>
            <a:ext cx="4392612"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39" name="Line 15">
            <a:extLst>
              <a:ext uri="{FF2B5EF4-FFF2-40B4-BE49-F238E27FC236}">
                <a16:creationId xmlns:a16="http://schemas.microsoft.com/office/drawing/2014/main" id="{2F0A21E1-8771-480B-B4FC-CE1753D1078B}"/>
              </a:ext>
            </a:extLst>
          </p:cNvPr>
          <p:cNvSpPr>
            <a:spLocks noChangeShapeType="1"/>
          </p:cNvSpPr>
          <p:nvPr/>
        </p:nvSpPr>
        <p:spPr bwMode="auto">
          <a:xfrm>
            <a:off x="3719513" y="2708275"/>
            <a:ext cx="4392612"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40" name="Rectangle 4">
            <a:extLst>
              <a:ext uri="{FF2B5EF4-FFF2-40B4-BE49-F238E27FC236}">
                <a16:creationId xmlns:a16="http://schemas.microsoft.com/office/drawing/2014/main" id="{6EC692C7-C285-4869-9EA8-5A4C5DAE9681}"/>
              </a:ext>
            </a:extLst>
          </p:cNvPr>
          <p:cNvSpPr>
            <a:spLocks noChangeArrowheads="1"/>
          </p:cNvSpPr>
          <p:nvPr/>
        </p:nvSpPr>
        <p:spPr bwMode="auto">
          <a:xfrm>
            <a:off x="7175500" y="4041776"/>
            <a:ext cx="1873250" cy="144463"/>
          </a:xfrm>
          <a:prstGeom prst="rect">
            <a:avLst/>
          </a:prstGeom>
          <a:solidFill>
            <a:srgbClr val="CC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s-MX" altLang="en-US"/>
          </a:p>
        </p:txBody>
      </p:sp>
      <p:sp>
        <p:nvSpPr>
          <p:cNvPr id="18441" name="Text Box 5">
            <a:extLst>
              <a:ext uri="{FF2B5EF4-FFF2-40B4-BE49-F238E27FC236}">
                <a16:creationId xmlns:a16="http://schemas.microsoft.com/office/drawing/2014/main" id="{A6B5C438-F409-4852-AD17-C7D94D71389B}"/>
              </a:ext>
            </a:extLst>
          </p:cNvPr>
          <p:cNvSpPr txBox="1">
            <a:spLocks noChangeArrowheads="1"/>
          </p:cNvSpPr>
          <p:nvPr/>
        </p:nvSpPr>
        <p:spPr bwMode="auto">
          <a:xfrm>
            <a:off x="7175500" y="3929064"/>
            <a:ext cx="2520950"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s-MX" altLang="en-US">
                <a:solidFill>
                  <a:schemeClr val="tx2"/>
                </a:solidFill>
              </a:rPr>
              <a:t>+  +  +  +  +  +  +  </a:t>
            </a:r>
          </a:p>
        </p:txBody>
      </p:sp>
      <p:sp>
        <p:nvSpPr>
          <p:cNvPr id="18442" name="Rectangle 6">
            <a:extLst>
              <a:ext uri="{FF2B5EF4-FFF2-40B4-BE49-F238E27FC236}">
                <a16:creationId xmlns:a16="http://schemas.microsoft.com/office/drawing/2014/main" id="{BB77BDDB-BEEA-4E3E-B8AD-D8308AC721FA}"/>
              </a:ext>
            </a:extLst>
          </p:cNvPr>
          <p:cNvSpPr>
            <a:spLocks noChangeArrowheads="1"/>
          </p:cNvSpPr>
          <p:nvPr/>
        </p:nvSpPr>
        <p:spPr bwMode="auto">
          <a:xfrm>
            <a:off x="7175500" y="4437063"/>
            <a:ext cx="1873250" cy="144462"/>
          </a:xfrm>
          <a:prstGeom prst="rect">
            <a:avLst/>
          </a:prstGeom>
          <a:solidFill>
            <a:srgbClr val="CC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s-MX" altLang="en-US"/>
          </a:p>
        </p:txBody>
      </p:sp>
      <p:sp>
        <p:nvSpPr>
          <p:cNvPr id="18443" name="Text Box 7">
            <a:extLst>
              <a:ext uri="{FF2B5EF4-FFF2-40B4-BE49-F238E27FC236}">
                <a16:creationId xmlns:a16="http://schemas.microsoft.com/office/drawing/2014/main" id="{3F28C589-5514-4E7F-9D3E-61C18CB5E5D6}"/>
              </a:ext>
            </a:extLst>
          </p:cNvPr>
          <p:cNvSpPr txBox="1">
            <a:spLocks noChangeArrowheads="1"/>
          </p:cNvSpPr>
          <p:nvPr/>
        </p:nvSpPr>
        <p:spPr bwMode="auto">
          <a:xfrm>
            <a:off x="7192964" y="4221163"/>
            <a:ext cx="1855787"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s-MX" altLang="en-US" sz="2400">
                <a:solidFill>
                  <a:schemeClr val="tx2"/>
                </a:solidFill>
              </a:rPr>
              <a:t>- -  -  -  -  -  -  </a:t>
            </a:r>
          </a:p>
        </p:txBody>
      </p:sp>
      <p:sp>
        <p:nvSpPr>
          <p:cNvPr id="18444" name="Line 10">
            <a:extLst>
              <a:ext uri="{FF2B5EF4-FFF2-40B4-BE49-F238E27FC236}">
                <a16:creationId xmlns:a16="http://schemas.microsoft.com/office/drawing/2014/main" id="{89763234-1766-44C1-B772-19403A2CDF7A}"/>
              </a:ext>
            </a:extLst>
          </p:cNvPr>
          <p:cNvSpPr>
            <a:spLocks noChangeShapeType="1"/>
          </p:cNvSpPr>
          <p:nvPr/>
        </p:nvSpPr>
        <p:spPr bwMode="auto">
          <a:xfrm>
            <a:off x="8112125" y="4579939"/>
            <a:ext cx="0" cy="1296987"/>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45" name="Line 11">
            <a:extLst>
              <a:ext uri="{FF2B5EF4-FFF2-40B4-BE49-F238E27FC236}">
                <a16:creationId xmlns:a16="http://schemas.microsoft.com/office/drawing/2014/main" id="{F1DFDEBE-E692-4461-9C93-3ECD3BB22104}"/>
              </a:ext>
            </a:extLst>
          </p:cNvPr>
          <p:cNvSpPr>
            <a:spLocks noChangeShapeType="1"/>
          </p:cNvSpPr>
          <p:nvPr/>
        </p:nvSpPr>
        <p:spPr bwMode="auto">
          <a:xfrm flipH="1">
            <a:off x="8112125" y="2708275"/>
            <a:ext cx="0" cy="133350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46" name="Rectangle 4">
            <a:extLst>
              <a:ext uri="{FF2B5EF4-FFF2-40B4-BE49-F238E27FC236}">
                <a16:creationId xmlns:a16="http://schemas.microsoft.com/office/drawing/2014/main" id="{3999468C-5B68-407B-B265-0B6C3A38302C}"/>
              </a:ext>
            </a:extLst>
          </p:cNvPr>
          <p:cNvSpPr>
            <a:spLocks noChangeArrowheads="1"/>
          </p:cNvSpPr>
          <p:nvPr/>
        </p:nvSpPr>
        <p:spPr bwMode="auto">
          <a:xfrm>
            <a:off x="4943475" y="4041776"/>
            <a:ext cx="1873250" cy="144463"/>
          </a:xfrm>
          <a:prstGeom prst="rect">
            <a:avLst/>
          </a:prstGeom>
          <a:solidFill>
            <a:srgbClr val="CC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s-MX" altLang="en-US"/>
          </a:p>
        </p:txBody>
      </p:sp>
      <p:sp>
        <p:nvSpPr>
          <p:cNvPr id="18447" name="Text Box 5">
            <a:extLst>
              <a:ext uri="{FF2B5EF4-FFF2-40B4-BE49-F238E27FC236}">
                <a16:creationId xmlns:a16="http://schemas.microsoft.com/office/drawing/2014/main" id="{83CA0448-93D2-4FD6-BC1E-6EBFDE22E06A}"/>
              </a:ext>
            </a:extLst>
          </p:cNvPr>
          <p:cNvSpPr txBox="1">
            <a:spLocks noChangeArrowheads="1"/>
          </p:cNvSpPr>
          <p:nvPr/>
        </p:nvSpPr>
        <p:spPr bwMode="auto">
          <a:xfrm>
            <a:off x="4943475" y="3929064"/>
            <a:ext cx="2520950"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s-MX" altLang="en-US">
                <a:solidFill>
                  <a:schemeClr val="tx2"/>
                </a:solidFill>
              </a:rPr>
              <a:t>+  +  +  +  +  +  +  </a:t>
            </a:r>
          </a:p>
        </p:txBody>
      </p:sp>
      <p:sp>
        <p:nvSpPr>
          <p:cNvPr id="18448" name="Rectangle 6">
            <a:extLst>
              <a:ext uri="{FF2B5EF4-FFF2-40B4-BE49-F238E27FC236}">
                <a16:creationId xmlns:a16="http://schemas.microsoft.com/office/drawing/2014/main" id="{3668CBBA-775E-4141-BAC5-F1858986B36B}"/>
              </a:ext>
            </a:extLst>
          </p:cNvPr>
          <p:cNvSpPr>
            <a:spLocks noChangeArrowheads="1"/>
          </p:cNvSpPr>
          <p:nvPr/>
        </p:nvSpPr>
        <p:spPr bwMode="auto">
          <a:xfrm>
            <a:off x="4943475" y="4438651"/>
            <a:ext cx="1873250" cy="142875"/>
          </a:xfrm>
          <a:prstGeom prst="rect">
            <a:avLst/>
          </a:prstGeom>
          <a:solidFill>
            <a:srgbClr val="CC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s-MX" altLang="en-US"/>
          </a:p>
        </p:txBody>
      </p:sp>
      <p:sp>
        <p:nvSpPr>
          <p:cNvPr id="18449" name="Text Box 7">
            <a:extLst>
              <a:ext uri="{FF2B5EF4-FFF2-40B4-BE49-F238E27FC236}">
                <a16:creationId xmlns:a16="http://schemas.microsoft.com/office/drawing/2014/main" id="{ADFCA11E-7E30-4E8E-82E2-741BB805D01C}"/>
              </a:ext>
            </a:extLst>
          </p:cNvPr>
          <p:cNvSpPr txBox="1">
            <a:spLocks noChangeArrowheads="1"/>
          </p:cNvSpPr>
          <p:nvPr/>
        </p:nvSpPr>
        <p:spPr bwMode="auto">
          <a:xfrm>
            <a:off x="4959351" y="4221163"/>
            <a:ext cx="1857375"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s-MX" altLang="en-US" sz="2400">
                <a:solidFill>
                  <a:schemeClr val="tx2"/>
                </a:solidFill>
              </a:rPr>
              <a:t>- -  -  -  -  -  -  </a:t>
            </a:r>
          </a:p>
        </p:txBody>
      </p:sp>
      <p:sp>
        <p:nvSpPr>
          <p:cNvPr id="18450" name="Line 10">
            <a:extLst>
              <a:ext uri="{FF2B5EF4-FFF2-40B4-BE49-F238E27FC236}">
                <a16:creationId xmlns:a16="http://schemas.microsoft.com/office/drawing/2014/main" id="{F161180E-C8BE-414D-992D-25741F487F66}"/>
              </a:ext>
            </a:extLst>
          </p:cNvPr>
          <p:cNvSpPr>
            <a:spLocks noChangeShapeType="1"/>
          </p:cNvSpPr>
          <p:nvPr/>
        </p:nvSpPr>
        <p:spPr bwMode="auto">
          <a:xfrm>
            <a:off x="5880100" y="4579939"/>
            <a:ext cx="0" cy="1296987"/>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51" name="Line 11">
            <a:extLst>
              <a:ext uri="{FF2B5EF4-FFF2-40B4-BE49-F238E27FC236}">
                <a16:creationId xmlns:a16="http://schemas.microsoft.com/office/drawing/2014/main" id="{026503F6-4AAF-49FC-AA7F-69281DC3DA8C}"/>
              </a:ext>
            </a:extLst>
          </p:cNvPr>
          <p:cNvSpPr>
            <a:spLocks noChangeShapeType="1"/>
          </p:cNvSpPr>
          <p:nvPr/>
        </p:nvSpPr>
        <p:spPr bwMode="auto">
          <a:xfrm flipH="1">
            <a:off x="5880100" y="2708275"/>
            <a:ext cx="0" cy="133350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52" name="2 Marcador de contenido">
            <a:extLst>
              <a:ext uri="{FF2B5EF4-FFF2-40B4-BE49-F238E27FC236}">
                <a16:creationId xmlns:a16="http://schemas.microsoft.com/office/drawing/2014/main" id="{2684BDBE-C8E6-43D9-A842-8BC50DFA48DB}"/>
              </a:ext>
            </a:extLst>
          </p:cNvPr>
          <p:cNvSpPr>
            <a:spLocks/>
          </p:cNvSpPr>
          <p:nvPr/>
        </p:nvSpPr>
        <p:spPr bwMode="auto">
          <a:xfrm>
            <a:off x="6203951" y="3176588"/>
            <a:ext cx="212407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defRPr>
            </a:lvl1pPr>
            <a:lvl2pPr marL="520700" indent="-22860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lvl="1">
              <a:spcBef>
                <a:spcPts val="500"/>
              </a:spcBef>
              <a:buClr>
                <a:srgbClr val="F9B639"/>
              </a:buClr>
              <a:buSzPct val="80000"/>
            </a:pPr>
            <a:r>
              <a:rPr lang="es-MX" altLang="en-US" sz="2400" b="1">
                <a:solidFill>
                  <a:srgbClr val="4D4D4D"/>
                </a:solidFill>
                <a:latin typeface="Comic Sans MS" panose="030F0702030302020204" pitchFamily="66" charset="0"/>
              </a:rPr>
              <a:t>Q</a:t>
            </a:r>
            <a:r>
              <a:rPr lang="es-MX" altLang="en-US" sz="2800" b="1" baseline="-30000">
                <a:solidFill>
                  <a:srgbClr val="4D4D4D"/>
                </a:solidFill>
                <a:latin typeface="Comic Sans MS" panose="030F0702030302020204" pitchFamily="66" charset="0"/>
                <a:cs typeface="Times New Roman" panose="02020603050405020304" pitchFamily="18" charset="0"/>
              </a:rPr>
              <a:t>2</a:t>
            </a:r>
            <a:r>
              <a:rPr lang="es-ES" altLang="en-US" sz="2600" b="1">
                <a:solidFill>
                  <a:srgbClr val="4D4D4D"/>
                </a:solidFill>
                <a:latin typeface="Symbol" panose="05050102010706020507" pitchFamily="18" charset="2"/>
              </a:rPr>
              <a:t> </a:t>
            </a:r>
            <a:r>
              <a:rPr lang="es-MX" altLang="en-US" sz="2400" b="1">
                <a:solidFill>
                  <a:srgbClr val="4D4D4D"/>
                </a:solidFill>
                <a:latin typeface="Comic Sans MS" panose="030F0702030302020204" pitchFamily="66" charset="0"/>
              </a:rPr>
              <a:t>= C</a:t>
            </a:r>
            <a:r>
              <a:rPr lang="es-MX" altLang="en-US" sz="2400" b="1" baseline="-30000">
                <a:solidFill>
                  <a:srgbClr val="4D4D4D"/>
                </a:solidFill>
                <a:latin typeface="Comic Sans MS" panose="030F0702030302020204" pitchFamily="66" charset="0"/>
                <a:cs typeface="Times New Roman" panose="02020603050405020304" pitchFamily="18" charset="0"/>
              </a:rPr>
              <a:t>2</a:t>
            </a:r>
            <a:r>
              <a:rPr lang="es-MX" altLang="en-US" sz="2400" b="1">
                <a:solidFill>
                  <a:srgbClr val="4D4D4D"/>
                </a:solidFill>
                <a:latin typeface="Comic Sans MS" panose="030F0702030302020204" pitchFamily="66" charset="0"/>
              </a:rPr>
              <a:t> </a:t>
            </a:r>
            <a:r>
              <a:rPr lang="es-ES" altLang="en-US" sz="2600" b="1">
                <a:solidFill>
                  <a:srgbClr val="4D4D4D"/>
                </a:solidFill>
                <a:latin typeface="Comic Sans MS" panose="030F0702030302020204" pitchFamily="66" charset="0"/>
              </a:rPr>
              <a:t>V</a:t>
            </a:r>
            <a:r>
              <a:rPr lang="es-MX" altLang="en-US" sz="2400" b="1">
                <a:solidFill>
                  <a:srgbClr val="4D4D4D"/>
                </a:solidFill>
                <a:latin typeface="Comic Sans MS" panose="030F0702030302020204" pitchFamily="66" charset="0"/>
              </a:rPr>
              <a:t> </a:t>
            </a:r>
            <a:endParaRPr lang="es-ES" altLang="en-US" sz="2400" b="1">
              <a:solidFill>
                <a:srgbClr val="4D4D4D"/>
              </a:solidFill>
              <a:latin typeface="Comic Sans MS" panose="030F0702030302020204" pitchFamily="66" charset="0"/>
            </a:endParaRPr>
          </a:p>
        </p:txBody>
      </p:sp>
      <p:sp>
        <p:nvSpPr>
          <p:cNvPr id="18453" name="2 Marcador de contenido">
            <a:extLst>
              <a:ext uri="{FF2B5EF4-FFF2-40B4-BE49-F238E27FC236}">
                <a16:creationId xmlns:a16="http://schemas.microsoft.com/office/drawing/2014/main" id="{B5DB5BB3-2CF7-467C-A396-7DC453AFA7B3}"/>
              </a:ext>
            </a:extLst>
          </p:cNvPr>
          <p:cNvSpPr>
            <a:spLocks/>
          </p:cNvSpPr>
          <p:nvPr/>
        </p:nvSpPr>
        <p:spPr bwMode="auto">
          <a:xfrm>
            <a:off x="3971926" y="3213100"/>
            <a:ext cx="212407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defRPr>
            </a:lvl1pPr>
            <a:lvl2pPr marL="520700" indent="-22860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lvl="1">
              <a:spcBef>
                <a:spcPts val="500"/>
              </a:spcBef>
              <a:buClr>
                <a:srgbClr val="F9B639"/>
              </a:buClr>
              <a:buSzPct val="80000"/>
            </a:pPr>
            <a:r>
              <a:rPr lang="es-MX" altLang="en-US" sz="2400" b="1">
                <a:solidFill>
                  <a:srgbClr val="4D4D4D"/>
                </a:solidFill>
                <a:latin typeface="Comic Sans MS" panose="030F0702030302020204" pitchFamily="66" charset="0"/>
              </a:rPr>
              <a:t>Q</a:t>
            </a:r>
            <a:r>
              <a:rPr lang="es-MX" altLang="en-US" sz="2800" b="1" baseline="-30000">
                <a:solidFill>
                  <a:srgbClr val="4D4D4D"/>
                </a:solidFill>
                <a:latin typeface="Comic Sans MS" panose="030F0702030302020204" pitchFamily="66" charset="0"/>
                <a:cs typeface="Times New Roman" panose="02020603050405020304" pitchFamily="18" charset="0"/>
              </a:rPr>
              <a:t>1</a:t>
            </a:r>
            <a:r>
              <a:rPr lang="es-ES" altLang="en-US" sz="2600" b="1">
                <a:solidFill>
                  <a:srgbClr val="4D4D4D"/>
                </a:solidFill>
                <a:latin typeface="Symbol" panose="05050102010706020507" pitchFamily="18" charset="2"/>
              </a:rPr>
              <a:t> </a:t>
            </a:r>
            <a:r>
              <a:rPr lang="es-MX" altLang="en-US" sz="2400" b="1">
                <a:solidFill>
                  <a:srgbClr val="4D4D4D"/>
                </a:solidFill>
                <a:latin typeface="Comic Sans MS" panose="030F0702030302020204" pitchFamily="66" charset="0"/>
              </a:rPr>
              <a:t>= C</a:t>
            </a:r>
            <a:r>
              <a:rPr lang="es-MX" altLang="en-US" sz="2400" b="1" baseline="-30000">
                <a:solidFill>
                  <a:srgbClr val="4D4D4D"/>
                </a:solidFill>
                <a:latin typeface="Comic Sans MS" panose="030F0702030302020204" pitchFamily="66" charset="0"/>
                <a:cs typeface="Times New Roman" panose="02020603050405020304" pitchFamily="18" charset="0"/>
              </a:rPr>
              <a:t>1</a:t>
            </a:r>
            <a:r>
              <a:rPr lang="es-MX" altLang="en-US" sz="2400" b="1">
                <a:solidFill>
                  <a:srgbClr val="4D4D4D"/>
                </a:solidFill>
                <a:latin typeface="Comic Sans MS" panose="030F0702030302020204" pitchFamily="66" charset="0"/>
              </a:rPr>
              <a:t> </a:t>
            </a:r>
            <a:r>
              <a:rPr lang="es-ES" altLang="en-US" sz="2600" b="1">
                <a:solidFill>
                  <a:srgbClr val="4D4D4D"/>
                </a:solidFill>
                <a:latin typeface="Comic Sans MS" panose="030F0702030302020204" pitchFamily="66" charset="0"/>
              </a:rPr>
              <a:t>V</a:t>
            </a:r>
            <a:r>
              <a:rPr lang="es-MX" altLang="en-US" sz="2400" b="1">
                <a:solidFill>
                  <a:srgbClr val="4D4D4D"/>
                </a:solidFill>
                <a:latin typeface="Comic Sans MS" panose="030F0702030302020204" pitchFamily="66" charset="0"/>
              </a:rPr>
              <a:t> </a:t>
            </a:r>
            <a:endParaRPr lang="es-ES" altLang="en-US" sz="2400" b="1">
              <a:solidFill>
                <a:srgbClr val="4D4D4D"/>
              </a:solidFill>
              <a:latin typeface="Comic Sans MS" panose="030F0702030302020204" pitchFamily="66" charset="0"/>
            </a:endParaRPr>
          </a:p>
        </p:txBody>
      </p:sp>
      <p:sp>
        <p:nvSpPr>
          <p:cNvPr id="18454" name="Rectangle 10">
            <a:extLst>
              <a:ext uri="{FF2B5EF4-FFF2-40B4-BE49-F238E27FC236}">
                <a16:creationId xmlns:a16="http://schemas.microsoft.com/office/drawing/2014/main" id="{8CDF9EB2-973D-4F42-8198-E57DB56435E5}"/>
              </a:ext>
            </a:extLst>
          </p:cNvPr>
          <p:cNvSpPr>
            <a:spLocks noChangeArrowheads="1"/>
          </p:cNvSpPr>
          <p:nvPr/>
        </p:nvSpPr>
        <p:spPr bwMode="auto">
          <a:xfrm>
            <a:off x="3503613" y="4111626"/>
            <a:ext cx="431800" cy="720725"/>
          </a:xfrm>
          <a:prstGeom prst="rect">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s-MX" altLang="en-US"/>
          </a:p>
        </p:txBody>
      </p:sp>
      <p:sp>
        <p:nvSpPr>
          <p:cNvPr id="18455" name="Rectangle 11">
            <a:extLst>
              <a:ext uri="{FF2B5EF4-FFF2-40B4-BE49-F238E27FC236}">
                <a16:creationId xmlns:a16="http://schemas.microsoft.com/office/drawing/2014/main" id="{4D7E341C-C243-4330-AAB1-229E10A04BDA}"/>
              </a:ext>
            </a:extLst>
          </p:cNvPr>
          <p:cNvSpPr>
            <a:spLocks noChangeArrowheads="1"/>
          </p:cNvSpPr>
          <p:nvPr/>
        </p:nvSpPr>
        <p:spPr bwMode="auto">
          <a:xfrm>
            <a:off x="3648075" y="4003675"/>
            <a:ext cx="215900" cy="107950"/>
          </a:xfrm>
          <a:prstGeom prst="rect">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s-MX" altLang="en-US"/>
          </a:p>
        </p:txBody>
      </p:sp>
      <p:sp>
        <p:nvSpPr>
          <p:cNvPr id="18456" name="Text Box 18">
            <a:extLst>
              <a:ext uri="{FF2B5EF4-FFF2-40B4-BE49-F238E27FC236}">
                <a16:creationId xmlns:a16="http://schemas.microsoft.com/office/drawing/2014/main" id="{161371FE-2354-47B0-9935-2D3071995E0D}"/>
              </a:ext>
            </a:extLst>
          </p:cNvPr>
          <p:cNvSpPr txBox="1">
            <a:spLocks noChangeArrowheads="1"/>
          </p:cNvSpPr>
          <p:nvPr/>
        </p:nvSpPr>
        <p:spPr bwMode="auto">
          <a:xfrm>
            <a:off x="3648076" y="3886200"/>
            <a:ext cx="358775"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s-MX" altLang="en-US">
                <a:solidFill>
                  <a:schemeClr val="tx2"/>
                </a:solidFill>
              </a:rPr>
              <a:t>+</a:t>
            </a:r>
          </a:p>
        </p:txBody>
      </p:sp>
      <p:sp>
        <p:nvSpPr>
          <p:cNvPr id="18457" name="Text Box 19">
            <a:extLst>
              <a:ext uri="{FF2B5EF4-FFF2-40B4-BE49-F238E27FC236}">
                <a16:creationId xmlns:a16="http://schemas.microsoft.com/office/drawing/2014/main" id="{E15311D3-1D45-4DEC-ACF4-1D7AA9398A1D}"/>
              </a:ext>
            </a:extLst>
          </p:cNvPr>
          <p:cNvSpPr txBox="1">
            <a:spLocks noChangeArrowheads="1"/>
          </p:cNvSpPr>
          <p:nvPr/>
        </p:nvSpPr>
        <p:spPr bwMode="auto">
          <a:xfrm>
            <a:off x="3648076" y="4545014"/>
            <a:ext cx="36036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s-MX" altLang="en-US" sz="2000" b="1">
                <a:solidFill>
                  <a:schemeClr val="tx2"/>
                </a:solidFill>
              </a:rPr>
              <a:t>-</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230A19BB-5600-4369-94A1-45B2B71335D4}"/>
              </a:ext>
            </a:extLst>
          </p:cNvPr>
          <p:cNvSpPr>
            <a:spLocks/>
          </p:cNvSpPr>
          <p:nvPr/>
        </p:nvSpPr>
        <p:spPr bwMode="auto">
          <a:xfrm>
            <a:off x="3321050" y="320675"/>
            <a:ext cx="4719638" cy="731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5720" tIns="0" rIns="45720" bIns="0" anchor="b"/>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s-MX" altLang="en-US" sz="3800" b="1">
                <a:solidFill>
                  <a:srgbClr val="990033"/>
                </a:solidFill>
                <a:latin typeface="Trebuchet MS" panose="020B0603020202020204" pitchFamily="34" charset="0"/>
              </a:rPr>
              <a:t>CAPACITANCIA</a:t>
            </a:r>
            <a:endParaRPr lang="es-ES" altLang="en-US" sz="3800" b="1">
              <a:solidFill>
                <a:srgbClr val="990033"/>
              </a:solidFill>
              <a:latin typeface="Trebuchet MS" panose="020B0603020202020204" pitchFamily="34" charset="0"/>
            </a:endParaRPr>
          </a:p>
        </p:txBody>
      </p:sp>
      <p:sp>
        <p:nvSpPr>
          <p:cNvPr id="19459" name="2 Marcador de contenido">
            <a:extLst>
              <a:ext uri="{FF2B5EF4-FFF2-40B4-BE49-F238E27FC236}">
                <a16:creationId xmlns:a16="http://schemas.microsoft.com/office/drawing/2014/main" id="{15694FDA-F1C8-46BB-B381-FC0354462FDF}"/>
              </a:ext>
            </a:extLst>
          </p:cNvPr>
          <p:cNvSpPr txBox="1">
            <a:spLocks/>
          </p:cNvSpPr>
          <p:nvPr/>
        </p:nvSpPr>
        <p:spPr bwMode="auto">
          <a:xfrm>
            <a:off x="1774826" y="1677988"/>
            <a:ext cx="7561263" cy="1174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ts val="600"/>
              </a:spcBef>
              <a:buClr>
                <a:schemeClr val="tx2"/>
              </a:buClr>
              <a:buSzPct val="73000"/>
              <a:buFont typeface="Arial" panose="020B0604020202020204" pitchFamily="34" charset="0"/>
              <a:buChar char="•"/>
            </a:pPr>
            <a:r>
              <a:rPr lang="es-ES" altLang="en-US" sz="2600" b="1">
                <a:solidFill>
                  <a:srgbClr val="000000"/>
                </a:solidFill>
                <a:latin typeface="Trebuchet MS" panose="020B0603020202020204" pitchFamily="34" charset="0"/>
              </a:rPr>
              <a:t>Capacitores en paralelo:</a:t>
            </a:r>
            <a:endParaRPr lang="es-ES" altLang="en-US" sz="2400"/>
          </a:p>
        </p:txBody>
      </p:sp>
      <p:sp>
        <p:nvSpPr>
          <p:cNvPr id="19460" name="Line 10">
            <a:extLst>
              <a:ext uri="{FF2B5EF4-FFF2-40B4-BE49-F238E27FC236}">
                <a16:creationId xmlns:a16="http://schemas.microsoft.com/office/drawing/2014/main" id="{9ABD3C8C-0C24-4110-A503-C9ACECA21EEC}"/>
              </a:ext>
            </a:extLst>
          </p:cNvPr>
          <p:cNvSpPr>
            <a:spLocks noChangeShapeType="1"/>
          </p:cNvSpPr>
          <p:nvPr/>
        </p:nvSpPr>
        <p:spPr bwMode="auto">
          <a:xfrm>
            <a:off x="4583113" y="3789364"/>
            <a:ext cx="0" cy="841375"/>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461" name="Line 11">
            <a:extLst>
              <a:ext uri="{FF2B5EF4-FFF2-40B4-BE49-F238E27FC236}">
                <a16:creationId xmlns:a16="http://schemas.microsoft.com/office/drawing/2014/main" id="{6316F6A6-2A7F-4C6F-8BF3-CF317F76CE8F}"/>
              </a:ext>
            </a:extLst>
          </p:cNvPr>
          <p:cNvSpPr>
            <a:spLocks noChangeShapeType="1"/>
          </p:cNvSpPr>
          <p:nvPr/>
        </p:nvSpPr>
        <p:spPr bwMode="auto">
          <a:xfrm>
            <a:off x="4583113" y="2708276"/>
            <a:ext cx="0" cy="936625"/>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462" name="Line 14">
            <a:extLst>
              <a:ext uri="{FF2B5EF4-FFF2-40B4-BE49-F238E27FC236}">
                <a16:creationId xmlns:a16="http://schemas.microsoft.com/office/drawing/2014/main" id="{653C89C6-2108-4450-963F-C2804863376F}"/>
              </a:ext>
            </a:extLst>
          </p:cNvPr>
          <p:cNvSpPr>
            <a:spLocks noChangeShapeType="1"/>
          </p:cNvSpPr>
          <p:nvPr/>
        </p:nvSpPr>
        <p:spPr bwMode="auto">
          <a:xfrm flipV="1">
            <a:off x="4583114" y="4638675"/>
            <a:ext cx="2592387"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463" name="Line 15">
            <a:extLst>
              <a:ext uri="{FF2B5EF4-FFF2-40B4-BE49-F238E27FC236}">
                <a16:creationId xmlns:a16="http://schemas.microsoft.com/office/drawing/2014/main" id="{63EA66BA-CB6F-44A3-B595-4690EA4966AB}"/>
              </a:ext>
            </a:extLst>
          </p:cNvPr>
          <p:cNvSpPr>
            <a:spLocks noChangeShapeType="1"/>
          </p:cNvSpPr>
          <p:nvPr/>
        </p:nvSpPr>
        <p:spPr bwMode="auto">
          <a:xfrm flipV="1">
            <a:off x="4583114" y="2708275"/>
            <a:ext cx="2592387"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464" name="Line 10">
            <a:extLst>
              <a:ext uri="{FF2B5EF4-FFF2-40B4-BE49-F238E27FC236}">
                <a16:creationId xmlns:a16="http://schemas.microsoft.com/office/drawing/2014/main" id="{B856365C-7E40-4419-85CC-1BEC65ADC4B2}"/>
              </a:ext>
            </a:extLst>
          </p:cNvPr>
          <p:cNvSpPr>
            <a:spLocks noChangeShapeType="1"/>
          </p:cNvSpPr>
          <p:nvPr/>
        </p:nvSpPr>
        <p:spPr bwMode="auto">
          <a:xfrm>
            <a:off x="7175500" y="3789363"/>
            <a:ext cx="0" cy="849312"/>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465" name="Line 11">
            <a:extLst>
              <a:ext uri="{FF2B5EF4-FFF2-40B4-BE49-F238E27FC236}">
                <a16:creationId xmlns:a16="http://schemas.microsoft.com/office/drawing/2014/main" id="{817FD633-F84D-495B-8322-CB378CCB8F78}"/>
              </a:ext>
            </a:extLst>
          </p:cNvPr>
          <p:cNvSpPr>
            <a:spLocks noChangeShapeType="1"/>
          </p:cNvSpPr>
          <p:nvPr/>
        </p:nvSpPr>
        <p:spPr bwMode="auto">
          <a:xfrm flipH="1">
            <a:off x="7175500" y="2708276"/>
            <a:ext cx="0" cy="936625"/>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466" name="Line 10">
            <a:extLst>
              <a:ext uri="{FF2B5EF4-FFF2-40B4-BE49-F238E27FC236}">
                <a16:creationId xmlns:a16="http://schemas.microsoft.com/office/drawing/2014/main" id="{4FF3DA7B-4369-4A1E-BDA8-616A1BE7CA85}"/>
              </a:ext>
            </a:extLst>
          </p:cNvPr>
          <p:cNvSpPr>
            <a:spLocks noChangeShapeType="1"/>
          </p:cNvSpPr>
          <p:nvPr/>
        </p:nvSpPr>
        <p:spPr bwMode="auto">
          <a:xfrm>
            <a:off x="5880100" y="3789364"/>
            <a:ext cx="0" cy="866775"/>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467" name="Line 11">
            <a:extLst>
              <a:ext uri="{FF2B5EF4-FFF2-40B4-BE49-F238E27FC236}">
                <a16:creationId xmlns:a16="http://schemas.microsoft.com/office/drawing/2014/main" id="{7B9047D2-0E4C-4755-8825-29B86F7890A8}"/>
              </a:ext>
            </a:extLst>
          </p:cNvPr>
          <p:cNvSpPr>
            <a:spLocks noChangeShapeType="1"/>
          </p:cNvSpPr>
          <p:nvPr/>
        </p:nvSpPr>
        <p:spPr bwMode="auto">
          <a:xfrm flipH="1">
            <a:off x="5880100" y="2708276"/>
            <a:ext cx="0" cy="936625"/>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468" name="2 Marcador de contenido">
            <a:extLst>
              <a:ext uri="{FF2B5EF4-FFF2-40B4-BE49-F238E27FC236}">
                <a16:creationId xmlns:a16="http://schemas.microsoft.com/office/drawing/2014/main" id="{CA386971-D162-4069-881E-BDAFDED51CDA}"/>
              </a:ext>
            </a:extLst>
          </p:cNvPr>
          <p:cNvSpPr>
            <a:spLocks/>
          </p:cNvSpPr>
          <p:nvPr/>
        </p:nvSpPr>
        <p:spPr bwMode="auto">
          <a:xfrm>
            <a:off x="2063750" y="5805488"/>
            <a:ext cx="7056438"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defRPr>
            </a:lvl1pPr>
            <a:lvl2pPr marL="520700" indent="-22860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lvl="1">
              <a:spcBef>
                <a:spcPts val="500"/>
              </a:spcBef>
              <a:buClr>
                <a:srgbClr val="F9B639"/>
              </a:buClr>
              <a:buSzPct val="80000"/>
            </a:pPr>
            <a:r>
              <a:rPr lang="es-MX" altLang="en-US" sz="2400" b="1">
                <a:solidFill>
                  <a:srgbClr val="4D4D4D"/>
                </a:solidFill>
                <a:latin typeface="Comic Sans MS" panose="030F0702030302020204" pitchFamily="66" charset="0"/>
              </a:rPr>
              <a:t>C</a:t>
            </a:r>
            <a:r>
              <a:rPr lang="es-MX" altLang="en-US" sz="2800" b="1" baseline="-30000">
                <a:solidFill>
                  <a:srgbClr val="4D4D4D"/>
                </a:solidFill>
                <a:latin typeface="Comic Sans MS" panose="030F0702030302020204" pitchFamily="66" charset="0"/>
                <a:cs typeface="Times New Roman" panose="02020603050405020304" pitchFamily="18" charset="0"/>
              </a:rPr>
              <a:t>eq</a:t>
            </a:r>
            <a:r>
              <a:rPr lang="es-ES" altLang="en-US" sz="2600" b="1">
                <a:solidFill>
                  <a:srgbClr val="4D4D4D"/>
                </a:solidFill>
                <a:latin typeface="Symbol" panose="05050102010706020507" pitchFamily="18" charset="2"/>
              </a:rPr>
              <a:t> </a:t>
            </a:r>
            <a:r>
              <a:rPr lang="es-MX" altLang="en-US" sz="2400" b="1">
                <a:solidFill>
                  <a:srgbClr val="4D4D4D"/>
                </a:solidFill>
                <a:latin typeface="Comic Sans MS" panose="030F0702030302020204" pitchFamily="66" charset="0"/>
              </a:rPr>
              <a:t>=     =</a:t>
            </a:r>
            <a:r>
              <a:rPr lang="es-ES" altLang="en-US" sz="2600" b="1">
                <a:solidFill>
                  <a:srgbClr val="4D4D4D"/>
                </a:solidFill>
                <a:latin typeface="Comic Sans MS" panose="030F0702030302020204" pitchFamily="66" charset="0"/>
              </a:rPr>
              <a:t>           =    +    =</a:t>
            </a:r>
            <a:r>
              <a:rPr lang="es-MX" altLang="en-US" sz="2400" b="1">
                <a:solidFill>
                  <a:srgbClr val="4D4D4D"/>
                </a:solidFill>
                <a:latin typeface="Comic Sans MS" panose="030F0702030302020204" pitchFamily="66" charset="0"/>
              </a:rPr>
              <a:t> C</a:t>
            </a:r>
            <a:r>
              <a:rPr lang="es-MX" altLang="en-US" sz="2400" b="1" baseline="-30000">
                <a:solidFill>
                  <a:srgbClr val="4D4D4D"/>
                </a:solidFill>
                <a:latin typeface="Comic Sans MS" panose="030F0702030302020204" pitchFamily="66" charset="0"/>
                <a:cs typeface="Times New Roman" panose="02020603050405020304" pitchFamily="18" charset="0"/>
              </a:rPr>
              <a:t>1</a:t>
            </a:r>
            <a:r>
              <a:rPr lang="es-MX" altLang="en-US" sz="2400" b="1">
                <a:solidFill>
                  <a:srgbClr val="4D4D4D"/>
                </a:solidFill>
                <a:latin typeface="Comic Sans MS" panose="030F0702030302020204" pitchFamily="66" charset="0"/>
              </a:rPr>
              <a:t> + C</a:t>
            </a:r>
            <a:r>
              <a:rPr lang="es-MX" altLang="en-US" sz="2400" b="1" baseline="-30000">
                <a:solidFill>
                  <a:srgbClr val="4D4D4D"/>
                </a:solidFill>
                <a:latin typeface="Comic Sans MS" panose="030F0702030302020204" pitchFamily="66" charset="0"/>
                <a:cs typeface="Times New Roman" panose="02020603050405020304" pitchFamily="18" charset="0"/>
              </a:rPr>
              <a:t>2</a:t>
            </a:r>
            <a:r>
              <a:rPr lang="es-MX" altLang="en-US" sz="2400" b="1">
                <a:solidFill>
                  <a:srgbClr val="4D4D4D"/>
                </a:solidFill>
                <a:latin typeface="Comic Sans MS" panose="030F0702030302020204" pitchFamily="66" charset="0"/>
              </a:rPr>
              <a:t> </a:t>
            </a:r>
            <a:endParaRPr lang="es-ES" altLang="en-US" sz="2400" b="1">
              <a:solidFill>
                <a:srgbClr val="4D4D4D"/>
              </a:solidFill>
              <a:latin typeface="Comic Sans MS" panose="030F0702030302020204" pitchFamily="66" charset="0"/>
            </a:endParaRPr>
          </a:p>
        </p:txBody>
      </p:sp>
      <p:sp>
        <p:nvSpPr>
          <p:cNvPr id="19469" name="2 Marcador de contenido">
            <a:extLst>
              <a:ext uri="{FF2B5EF4-FFF2-40B4-BE49-F238E27FC236}">
                <a16:creationId xmlns:a16="http://schemas.microsoft.com/office/drawing/2014/main" id="{6FC121E9-AD7D-46F7-958B-96AB4B328E55}"/>
              </a:ext>
            </a:extLst>
          </p:cNvPr>
          <p:cNvSpPr>
            <a:spLocks/>
          </p:cNvSpPr>
          <p:nvPr/>
        </p:nvSpPr>
        <p:spPr bwMode="auto">
          <a:xfrm>
            <a:off x="2063750" y="5013325"/>
            <a:ext cx="782955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defRPr>
            </a:lvl1pPr>
            <a:lvl2pPr marL="520700" indent="-22860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lvl="1">
              <a:spcBef>
                <a:spcPts val="500"/>
              </a:spcBef>
              <a:buClr>
                <a:srgbClr val="F9B639"/>
              </a:buClr>
              <a:buSzPct val="80000"/>
            </a:pPr>
            <a:r>
              <a:rPr lang="es-MX" altLang="en-US" sz="2400" b="1">
                <a:solidFill>
                  <a:srgbClr val="4D4D4D"/>
                </a:solidFill>
                <a:latin typeface="Comic Sans MS" panose="030F0702030302020204" pitchFamily="66" charset="0"/>
              </a:rPr>
              <a:t>Q</a:t>
            </a:r>
            <a:r>
              <a:rPr lang="es-ES" altLang="en-US" sz="2600" b="1">
                <a:solidFill>
                  <a:srgbClr val="4D4D4D"/>
                </a:solidFill>
                <a:latin typeface="Symbol" panose="05050102010706020507" pitchFamily="18" charset="2"/>
              </a:rPr>
              <a:t> </a:t>
            </a:r>
            <a:r>
              <a:rPr lang="es-MX" altLang="en-US" sz="2400" b="1">
                <a:solidFill>
                  <a:srgbClr val="4D4D4D"/>
                </a:solidFill>
                <a:latin typeface="Comic Sans MS" panose="030F0702030302020204" pitchFamily="66" charset="0"/>
              </a:rPr>
              <a:t>= Q</a:t>
            </a:r>
            <a:r>
              <a:rPr lang="es-MX" altLang="en-US" sz="2400" b="1" baseline="-30000">
                <a:solidFill>
                  <a:srgbClr val="4D4D4D"/>
                </a:solidFill>
                <a:latin typeface="Comic Sans MS" panose="030F0702030302020204" pitchFamily="66" charset="0"/>
                <a:cs typeface="Times New Roman" panose="02020603050405020304" pitchFamily="18" charset="0"/>
              </a:rPr>
              <a:t>1</a:t>
            </a:r>
            <a:r>
              <a:rPr lang="es-MX" altLang="en-US" sz="2400" b="1">
                <a:solidFill>
                  <a:srgbClr val="4D4D4D"/>
                </a:solidFill>
                <a:latin typeface="Comic Sans MS" panose="030F0702030302020204" pitchFamily="66" charset="0"/>
              </a:rPr>
              <a:t> + Q</a:t>
            </a:r>
            <a:r>
              <a:rPr lang="es-MX" altLang="en-US" sz="2400" b="1" baseline="-30000">
                <a:solidFill>
                  <a:srgbClr val="4D4D4D"/>
                </a:solidFill>
                <a:latin typeface="Comic Sans MS" panose="030F0702030302020204" pitchFamily="66" charset="0"/>
                <a:cs typeface="Times New Roman" panose="02020603050405020304" pitchFamily="18" charset="0"/>
              </a:rPr>
              <a:t>2</a:t>
            </a:r>
            <a:r>
              <a:rPr lang="es-MX" altLang="en-US" sz="2400" b="1">
                <a:solidFill>
                  <a:srgbClr val="4D4D4D"/>
                </a:solidFill>
                <a:latin typeface="Comic Sans MS" panose="030F0702030302020204" pitchFamily="66" charset="0"/>
              </a:rPr>
              <a:t> = C</a:t>
            </a:r>
            <a:r>
              <a:rPr lang="es-MX" altLang="en-US" sz="2400" b="1" baseline="-30000">
                <a:solidFill>
                  <a:srgbClr val="4D4D4D"/>
                </a:solidFill>
                <a:latin typeface="Comic Sans MS" panose="030F0702030302020204" pitchFamily="66" charset="0"/>
                <a:cs typeface="Times New Roman" panose="02020603050405020304" pitchFamily="18" charset="0"/>
              </a:rPr>
              <a:t>1</a:t>
            </a:r>
            <a:r>
              <a:rPr lang="es-MX" altLang="en-US" sz="2400" b="1">
                <a:solidFill>
                  <a:srgbClr val="4D4D4D"/>
                </a:solidFill>
                <a:latin typeface="Comic Sans MS" panose="030F0702030302020204" pitchFamily="66" charset="0"/>
              </a:rPr>
              <a:t> </a:t>
            </a:r>
            <a:r>
              <a:rPr lang="es-ES" altLang="en-US" sz="2600" b="1">
                <a:solidFill>
                  <a:srgbClr val="4D4D4D"/>
                </a:solidFill>
                <a:latin typeface="Comic Sans MS" panose="030F0702030302020204" pitchFamily="66" charset="0"/>
              </a:rPr>
              <a:t>V</a:t>
            </a:r>
            <a:r>
              <a:rPr lang="es-MX" altLang="en-US" sz="2400" b="1">
                <a:solidFill>
                  <a:srgbClr val="4D4D4D"/>
                </a:solidFill>
                <a:latin typeface="Comic Sans MS" panose="030F0702030302020204" pitchFamily="66" charset="0"/>
              </a:rPr>
              <a:t> + C</a:t>
            </a:r>
            <a:r>
              <a:rPr lang="es-MX" altLang="en-US" sz="2400" b="1" baseline="-30000">
                <a:solidFill>
                  <a:srgbClr val="4D4D4D"/>
                </a:solidFill>
                <a:latin typeface="Comic Sans MS" panose="030F0702030302020204" pitchFamily="66" charset="0"/>
                <a:cs typeface="Times New Roman" panose="02020603050405020304" pitchFamily="18" charset="0"/>
              </a:rPr>
              <a:t>2</a:t>
            </a:r>
            <a:r>
              <a:rPr lang="es-MX" altLang="en-US" sz="2400" b="1">
                <a:solidFill>
                  <a:srgbClr val="4D4D4D"/>
                </a:solidFill>
                <a:latin typeface="Comic Sans MS" panose="030F0702030302020204" pitchFamily="66" charset="0"/>
              </a:rPr>
              <a:t> </a:t>
            </a:r>
            <a:r>
              <a:rPr lang="es-ES" altLang="en-US" sz="2600" b="1">
                <a:solidFill>
                  <a:srgbClr val="4D4D4D"/>
                </a:solidFill>
                <a:latin typeface="Comic Sans MS" panose="030F0702030302020204" pitchFamily="66" charset="0"/>
              </a:rPr>
              <a:t>V =</a:t>
            </a:r>
            <a:r>
              <a:rPr lang="es-MX" altLang="en-US" sz="2400" b="1">
                <a:solidFill>
                  <a:srgbClr val="4D4D4D"/>
                </a:solidFill>
                <a:latin typeface="Comic Sans MS" panose="030F0702030302020204" pitchFamily="66" charset="0"/>
              </a:rPr>
              <a:t> (C</a:t>
            </a:r>
            <a:r>
              <a:rPr lang="es-MX" altLang="en-US" sz="2400" b="1" baseline="-30000">
                <a:solidFill>
                  <a:srgbClr val="4D4D4D"/>
                </a:solidFill>
                <a:latin typeface="Comic Sans MS" panose="030F0702030302020204" pitchFamily="66" charset="0"/>
                <a:cs typeface="Times New Roman" panose="02020603050405020304" pitchFamily="18" charset="0"/>
              </a:rPr>
              <a:t>1</a:t>
            </a:r>
            <a:r>
              <a:rPr lang="es-MX" altLang="en-US" sz="2400" b="1">
                <a:solidFill>
                  <a:srgbClr val="4D4D4D"/>
                </a:solidFill>
                <a:latin typeface="Comic Sans MS" panose="030F0702030302020204" pitchFamily="66" charset="0"/>
              </a:rPr>
              <a:t> + C</a:t>
            </a:r>
            <a:r>
              <a:rPr lang="es-MX" altLang="en-US" sz="2400" b="1" baseline="-30000">
                <a:solidFill>
                  <a:srgbClr val="4D4D4D"/>
                </a:solidFill>
                <a:latin typeface="Comic Sans MS" panose="030F0702030302020204" pitchFamily="66" charset="0"/>
                <a:cs typeface="Times New Roman" panose="02020603050405020304" pitchFamily="18" charset="0"/>
              </a:rPr>
              <a:t>2</a:t>
            </a:r>
            <a:r>
              <a:rPr lang="es-MX" altLang="en-US" sz="2400" b="1">
                <a:solidFill>
                  <a:srgbClr val="4D4D4D"/>
                </a:solidFill>
                <a:latin typeface="Comic Sans MS" panose="030F0702030302020204" pitchFamily="66" charset="0"/>
              </a:rPr>
              <a:t>) </a:t>
            </a:r>
            <a:r>
              <a:rPr lang="es-ES" altLang="en-US" sz="2600" b="1">
                <a:solidFill>
                  <a:srgbClr val="4D4D4D"/>
                </a:solidFill>
                <a:latin typeface="Comic Sans MS" panose="030F0702030302020204" pitchFamily="66" charset="0"/>
              </a:rPr>
              <a:t>V </a:t>
            </a:r>
            <a:r>
              <a:rPr lang="es-MX" altLang="en-US" sz="2400" b="1">
                <a:solidFill>
                  <a:srgbClr val="4D4D4D"/>
                </a:solidFill>
                <a:latin typeface="Comic Sans MS" panose="030F0702030302020204" pitchFamily="66" charset="0"/>
              </a:rPr>
              <a:t> </a:t>
            </a:r>
            <a:endParaRPr lang="es-ES" altLang="en-US" sz="2400" b="1">
              <a:solidFill>
                <a:srgbClr val="4D4D4D"/>
              </a:solidFill>
              <a:latin typeface="Comic Sans MS" panose="030F0702030302020204" pitchFamily="66" charset="0"/>
            </a:endParaRPr>
          </a:p>
        </p:txBody>
      </p:sp>
      <p:cxnSp>
        <p:nvCxnSpPr>
          <p:cNvPr id="33" name="32 Conector recto">
            <a:extLst>
              <a:ext uri="{FF2B5EF4-FFF2-40B4-BE49-F238E27FC236}">
                <a16:creationId xmlns:a16="http://schemas.microsoft.com/office/drawing/2014/main" id="{DB5A598B-3BDB-4E8A-8DC8-2B767C07CB6E}"/>
              </a:ext>
            </a:extLst>
          </p:cNvPr>
          <p:cNvCxnSpPr/>
          <p:nvPr/>
        </p:nvCxnSpPr>
        <p:spPr>
          <a:xfrm>
            <a:off x="5591175" y="3644900"/>
            <a:ext cx="541338"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33 Conector recto">
            <a:extLst>
              <a:ext uri="{FF2B5EF4-FFF2-40B4-BE49-F238E27FC236}">
                <a16:creationId xmlns:a16="http://schemas.microsoft.com/office/drawing/2014/main" id="{745C1FC6-7722-47C3-B53B-8370A0B113A4}"/>
              </a:ext>
            </a:extLst>
          </p:cNvPr>
          <p:cNvCxnSpPr/>
          <p:nvPr/>
        </p:nvCxnSpPr>
        <p:spPr>
          <a:xfrm>
            <a:off x="5591175" y="3797300"/>
            <a:ext cx="541338"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34 Conector recto">
            <a:extLst>
              <a:ext uri="{FF2B5EF4-FFF2-40B4-BE49-F238E27FC236}">
                <a16:creationId xmlns:a16="http://schemas.microsoft.com/office/drawing/2014/main" id="{58A7D5DE-9626-4E54-BA78-333BE6A9B6E9}"/>
              </a:ext>
            </a:extLst>
          </p:cNvPr>
          <p:cNvCxnSpPr/>
          <p:nvPr/>
        </p:nvCxnSpPr>
        <p:spPr>
          <a:xfrm>
            <a:off x="4278313" y="3644900"/>
            <a:ext cx="66516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35 Conector recto">
            <a:extLst>
              <a:ext uri="{FF2B5EF4-FFF2-40B4-BE49-F238E27FC236}">
                <a16:creationId xmlns:a16="http://schemas.microsoft.com/office/drawing/2014/main" id="{E43EC078-01CA-4FC7-9A24-E4A55C06DE52}"/>
              </a:ext>
            </a:extLst>
          </p:cNvPr>
          <p:cNvCxnSpPr/>
          <p:nvPr/>
        </p:nvCxnSpPr>
        <p:spPr>
          <a:xfrm>
            <a:off x="4403726" y="3797300"/>
            <a:ext cx="449263"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41 Conector recto">
            <a:extLst>
              <a:ext uri="{FF2B5EF4-FFF2-40B4-BE49-F238E27FC236}">
                <a16:creationId xmlns:a16="http://schemas.microsoft.com/office/drawing/2014/main" id="{D4805999-6DEF-4B89-96A2-6597461ED0D5}"/>
              </a:ext>
            </a:extLst>
          </p:cNvPr>
          <p:cNvCxnSpPr/>
          <p:nvPr/>
        </p:nvCxnSpPr>
        <p:spPr>
          <a:xfrm>
            <a:off x="6923088" y="3644900"/>
            <a:ext cx="539750"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42 Conector recto">
            <a:extLst>
              <a:ext uri="{FF2B5EF4-FFF2-40B4-BE49-F238E27FC236}">
                <a16:creationId xmlns:a16="http://schemas.microsoft.com/office/drawing/2014/main" id="{F4AF7DA0-8C0F-4980-9AB5-13F175EDA938}"/>
              </a:ext>
            </a:extLst>
          </p:cNvPr>
          <p:cNvCxnSpPr/>
          <p:nvPr/>
        </p:nvCxnSpPr>
        <p:spPr>
          <a:xfrm>
            <a:off x="6923089" y="3797300"/>
            <a:ext cx="541337"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
        <p:nvSpPr>
          <p:cNvPr id="19476" name="2 Marcador de contenido">
            <a:extLst>
              <a:ext uri="{FF2B5EF4-FFF2-40B4-BE49-F238E27FC236}">
                <a16:creationId xmlns:a16="http://schemas.microsoft.com/office/drawing/2014/main" id="{E9CB6D17-A91B-4D50-B12C-A0C925F2D360}"/>
              </a:ext>
            </a:extLst>
          </p:cNvPr>
          <p:cNvSpPr>
            <a:spLocks/>
          </p:cNvSpPr>
          <p:nvPr/>
        </p:nvSpPr>
        <p:spPr bwMode="auto">
          <a:xfrm>
            <a:off x="4008439" y="5661026"/>
            <a:ext cx="1800225" cy="48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ts val="600"/>
              </a:spcBef>
              <a:buClr>
                <a:schemeClr val="tx2"/>
              </a:buClr>
              <a:buSzPct val="73000"/>
            </a:pPr>
            <a:r>
              <a:rPr lang="es-MX" altLang="en-US" sz="2600" b="1">
                <a:solidFill>
                  <a:srgbClr val="4D4D4D"/>
                </a:solidFill>
                <a:latin typeface="Comic Sans MS" panose="030F0702030302020204" pitchFamily="66" charset="0"/>
              </a:rPr>
              <a:t> </a:t>
            </a:r>
            <a:r>
              <a:rPr lang="es-MX" altLang="en-US" sz="2400" b="1">
                <a:solidFill>
                  <a:srgbClr val="4D4D4D"/>
                </a:solidFill>
                <a:latin typeface="Comic Sans MS" panose="030F0702030302020204" pitchFamily="66" charset="0"/>
              </a:rPr>
              <a:t>Q</a:t>
            </a:r>
            <a:r>
              <a:rPr lang="es-MX" altLang="en-US" sz="2400" b="1" baseline="-30000">
                <a:solidFill>
                  <a:srgbClr val="4D4D4D"/>
                </a:solidFill>
                <a:latin typeface="Comic Sans MS" panose="030F0702030302020204" pitchFamily="66" charset="0"/>
                <a:cs typeface="Times New Roman" panose="02020603050405020304" pitchFamily="18" charset="0"/>
              </a:rPr>
              <a:t>1 + </a:t>
            </a:r>
            <a:r>
              <a:rPr lang="es-MX" altLang="en-US" sz="2600" b="1">
                <a:solidFill>
                  <a:srgbClr val="4D4D4D"/>
                </a:solidFill>
                <a:latin typeface="Comic Sans MS" panose="030F0702030302020204" pitchFamily="66" charset="0"/>
              </a:rPr>
              <a:t>Q</a:t>
            </a:r>
            <a:r>
              <a:rPr lang="es-MX" altLang="en-US" sz="2800" b="1" baseline="-30000">
                <a:solidFill>
                  <a:srgbClr val="4D4D4D"/>
                </a:solidFill>
                <a:latin typeface="Comic Sans MS" panose="030F0702030302020204" pitchFamily="66" charset="0"/>
                <a:cs typeface="Times New Roman" panose="02020603050405020304" pitchFamily="18" charset="0"/>
              </a:rPr>
              <a:t>2</a:t>
            </a:r>
            <a:r>
              <a:rPr lang="es-MX" altLang="en-US" sz="2600" b="1">
                <a:solidFill>
                  <a:srgbClr val="4D4D4D"/>
                </a:solidFill>
                <a:latin typeface="Comic Sans MS" panose="030F0702030302020204" pitchFamily="66" charset="0"/>
              </a:rPr>
              <a:t> </a:t>
            </a:r>
            <a:r>
              <a:rPr lang="es-MX" altLang="en-US" sz="2400" b="1">
                <a:solidFill>
                  <a:srgbClr val="4D4D4D"/>
                </a:solidFill>
                <a:latin typeface="Comic Sans MS" panose="030F0702030302020204" pitchFamily="66" charset="0"/>
              </a:rPr>
              <a:t> </a:t>
            </a:r>
          </a:p>
        </p:txBody>
      </p:sp>
      <p:cxnSp>
        <p:nvCxnSpPr>
          <p:cNvPr id="48" name="38 Conector recto">
            <a:extLst>
              <a:ext uri="{FF2B5EF4-FFF2-40B4-BE49-F238E27FC236}">
                <a16:creationId xmlns:a16="http://schemas.microsoft.com/office/drawing/2014/main" id="{5899391B-9415-4A16-B126-4238B0F09437}"/>
              </a:ext>
            </a:extLst>
          </p:cNvPr>
          <p:cNvCxnSpPr/>
          <p:nvPr/>
        </p:nvCxnSpPr>
        <p:spPr bwMode="auto">
          <a:xfrm flipV="1">
            <a:off x="4171950" y="6091239"/>
            <a:ext cx="1277938" cy="1587"/>
          </a:xfrm>
          <a:prstGeom prst="line">
            <a:avLst/>
          </a:prstGeom>
        </p:spPr>
        <p:style>
          <a:lnRef idx="1">
            <a:schemeClr val="accent1"/>
          </a:lnRef>
          <a:fillRef idx="0">
            <a:schemeClr val="accent1"/>
          </a:fillRef>
          <a:effectRef idx="0">
            <a:schemeClr val="accent1"/>
          </a:effectRef>
          <a:fontRef idx="minor">
            <a:schemeClr val="tx1"/>
          </a:fontRef>
        </p:style>
      </p:cxnSp>
      <p:sp>
        <p:nvSpPr>
          <p:cNvPr id="19478" name="2 Marcador de contenido">
            <a:extLst>
              <a:ext uri="{FF2B5EF4-FFF2-40B4-BE49-F238E27FC236}">
                <a16:creationId xmlns:a16="http://schemas.microsoft.com/office/drawing/2014/main" id="{69D3A008-89F1-4060-A03A-6BDA76823316}"/>
              </a:ext>
            </a:extLst>
          </p:cNvPr>
          <p:cNvSpPr>
            <a:spLocks/>
          </p:cNvSpPr>
          <p:nvPr/>
        </p:nvSpPr>
        <p:spPr bwMode="auto">
          <a:xfrm>
            <a:off x="4640263" y="6091239"/>
            <a:ext cx="520700"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ts val="600"/>
              </a:spcBef>
              <a:buClr>
                <a:schemeClr val="tx2"/>
              </a:buClr>
              <a:buSzPct val="73000"/>
            </a:pPr>
            <a:r>
              <a:rPr lang="es-MX" altLang="en-US" sz="2600" b="1">
                <a:solidFill>
                  <a:srgbClr val="4D4D4D"/>
                </a:solidFill>
                <a:latin typeface="Comic Sans MS" panose="030F0702030302020204" pitchFamily="66" charset="0"/>
              </a:rPr>
              <a:t>V</a:t>
            </a:r>
          </a:p>
        </p:txBody>
      </p:sp>
      <p:sp>
        <p:nvSpPr>
          <p:cNvPr id="19479" name="2 Marcador de contenido">
            <a:extLst>
              <a:ext uri="{FF2B5EF4-FFF2-40B4-BE49-F238E27FC236}">
                <a16:creationId xmlns:a16="http://schemas.microsoft.com/office/drawing/2014/main" id="{D9CA5976-CEF6-4C94-9383-3D3E7400FF21}"/>
              </a:ext>
            </a:extLst>
          </p:cNvPr>
          <p:cNvSpPr>
            <a:spLocks/>
          </p:cNvSpPr>
          <p:nvPr/>
        </p:nvSpPr>
        <p:spPr bwMode="auto">
          <a:xfrm>
            <a:off x="3000376" y="5661026"/>
            <a:ext cx="936625"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ts val="600"/>
              </a:spcBef>
              <a:buClr>
                <a:schemeClr val="tx2"/>
              </a:buClr>
              <a:buSzPct val="73000"/>
            </a:pPr>
            <a:r>
              <a:rPr lang="es-MX" altLang="en-US" sz="2600" b="1">
                <a:solidFill>
                  <a:srgbClr val="4D4D4D"/>
                </a:solidFill>
                <a:latin typeface="Comic Sans MS" panose="030F0702030302020204" pitchFamily="66" charset="0"/>
              </a:rPr>
              <a:t> Q</a:t>
            </a:r>
            <a:r>
              <a:rPr lang="es-MX" altLang="en-US" sz="2400" b="1">
                <a:solidFill>
                  <a:srgbClr val="4D4D4D"/>
                </a:solidFill>
                <a:latin typeface="Comic Sans MS" panose="030F0702030302020204" pitchFamily="66" charset="0"/>
              </a:rPr>
              <a:t> </a:t>
            </a:r>
          </a:p>
        </p:txBody>
      </p:sp>
      <p:cxnSp>
        <p:nvCxnSpPr>
          <p:cNvPr id="51" name="38 Conector recto">
            <a:extLst>
              <a:ext uri="{FF2B5EF4-FFF2-40B4-BE49-F238E27FC236}">
                <a16:creationId xmlns:a16="http://schemas.microsoft.com/office/drawing/2014/main" id="{AD7EF0F8-D422-4D80-BDBF-13616423E8A1}"/>
              </a:ext>
            </a:extLst>
          </p:cNvPr>
          <p:cNvCxnSpPr/>
          <p:nvPr/>
        </p:nvCxnSpPr>
        <p:spPr bwMode="auto">
          <a:xfrm>
            <a:off x="3163888" y="6092825"/>
            <a:ext cx="431800" cy="1588"/>
          </a:xfrm>
          <a:prstGeom prst="line">
            <a:avLst/>
          </a:prstGeom>
        </p:spPr>
        <p:style>
          <a:lnRef idx="1">
            <a:schemeClr val="accent1"/>
          </a:lnRef>
          <a:fillRef idx="0">
            <a:schemeClr val="accent1"/>
          </a:fillRef>
          <a:effectRef idx="0">
            <a:schemeClr val="accent1"/>
          </a:effectRef>
          <a:fontRef idx="minor">
            <a:schemeClr val="tx1"/>
          </a:fontRef>
        </p:style>
      </p:cxnSp>
      <p:sp>
        <p:nvSpPr>
          <p:cNvPr id="19481" name="2 Marcador de contenido">
            <a:extLst>
              <a:ext uri="{FF2B5EF4-FFF2-40B4-BE49-F238E27FC236}">
                <a16:creationId xmlns:a16="http://schemas.microsoft.com/office/drawing/2014/main" id="{B4BB6A27-643E-4185-A33F-07D7C874646E}"/>
              </a:ext>
            </a:extLst>
          </p:cNvPr>
          <p:cNvSpPr>
            <a:spLocks/>
          </p:cNvSpPr>
          <p:nvPr/>
        </p:nvSpPr>
        <p:spPr bwMode="auto">
          <a:xfrm>
            <a:off x="3200400" y="6091239"/>
            <a:ext cx="520700"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ts val="600"/>
              </a:spcBef>
              <a:buClr>
                <a:schemeClr val="tx2"/>
              </a:buClr>
              <a:buSzPct val="73000"/>
            </a:pPr>
            <a:r>
              <a:rPr lang="es-MX" altLang="en-US" sz="2600" b="1">
                <a:solidFill>
                  <a:srgbClr val="4D4D4D"/>
                </a:solidFill>
                <a:latin typeface="Comic Sans MS" panose="030F0702030302020204" pitchFamily="66" charset="0"/>
              </a:rPr>
              <a:t>V</a:t>
            </a:r>
          </a:p>
        </p:txBody>
      </p:sp>
      <p:sp>
        <p:nvSpPr>
          <p:cNvPr id="19482" name="2 Marcador de contenido">
            <a:extLst>
              <a:ext uri="{FF2B5EF4-FFF2-40B4-BE49-F238E27FC236}">
                <a16:creationId xmlns:a16="http://schemas.microsoft.com/office/drawing/2014/main" id="{9A883C2D-2F4E-4985-BF1A-C8ACBFC76839}"/>
              </a:ext>
            </a:extLst>
          </p:cNvPr>
          <p:cNvSpPr>
            <a:spLocks/>
          </p:cNvSpPr>
          <p:nvPr/>
        </p:nvSpPr>
        <p:spPr bwMode="auto">
          <a:xfrm>
            <a:off x="5519739" y="5661026"/>
            <a:ext cx="936625"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ts val="600"/>
              </a:spcBef>
              <a:buClr>
                <a:schemeClr val="tx2"/>
              </a:buClr>
              <a:buSzPct val="73000"/>
            </a:pPr>
            <a:r>
              <a:rPr lang="es-MX" altLang="en-US" sz="2600" b="1">
                <a:solidFill>
                  <a:srgbClr val="4D4D4D"/>
                </a:solidFill>
                <a:latin typeface="Comic Sans MS" panose="030F0702030302020204" pitchFamily="66" charset="0"/>
              </a:rPr>
              <a:t> Q</a:t>
            </a:r>
            <a:r>
              <a:rPr lang="es-MX" altLang="en-US" sz="2400" b="1" baseline="-30000">
                <a:solidFill>
                  <a:srgbClr val="4D4D4D"/>
                </a:solidFill>
                <a:latin typeface="Comic Sans MS" panose="030F0702030302020204" pitchFamily="66" charset="0"/>
                <a:cs typeface="Times New Roman" panose="02020603050405020304" pitchFamily="18" charset="0"/>
              </a:rPr>
              <a:t>1</a:t>
            </a:r>
            <a:r>
              <a:rPr lang="es-MX" altLang="en-US" sz="2400" b="1">
                <a:solidFill>
                  <a:srgbClr val="4D4D4D"/>
                </a:solidFill>
                <a:latin typeface="Comic Sans MS" panose="030F0702030302020204" pitchFamily="66" charset="0"/>
              </a:rPr>
              <a:t> </a:t>
            </a:r>
          </a:p>
        </p:txBody>
      </p:sp>
      <p:cxnSp>
        <p:nvCxnSpPr>
          <p:cNvPr id="56" name="38 Conector recto">
            <a:extLst>
              <a:ext uri="{FF2B5EF4-FFF2-40B4-BE49-F238E27FC236}">
                <a16:creationId xmlns:a16="http://schemas.microsoft.com/office/drawing/2014/main" id="{644C99A3-E4CB-4332-A328-D56FABFB12E7}"/>
              </a:ext>
            </a:extLst>
          </p:cNvPr>
          <p:cNvCxnSpPr/>
          <p:nvPr/>
        </p:nvCxnSpPr>
        <p:spPr bwMode="auto">
          <a:xfrm>
            <a:off x="5754688" y="6092825"/>
            <a:ext cx="431800" cy="1588"/>
          </a:xfrm>
          <a:prstGeom prst="line">
            <a:avLst/>
          </a:prstGeom>
        </p:spPr>
        <p:style>
          <a:lnRef idx="1">
            <a:schemeClr val="accent1"/>
          </a:lnRef>
          <a:fillRef idx="0">
            <a:schemeClr val="accent1"/>
          </a:fillRef>
          <a:effectRef idx="0">
            <a:schemeClr val="accent1"/>
          </a:effectRef>
          <a:fontRef idx="minor">
            <a:schemeClr val="tx1"/>
          </a:fontRef>
        </p:style>
      </p:cxnSp>
      <p:sp>
        <p:nvSpPr>
          <p:cNvPr id="19484" name="2 Marcador de contenido">
            <a:extLst>
              <a:ext uri="{FF2B5EF4-FFF2-40B4-BE49-F238E27FC236}">
                <a16:creationId xmlns:a16="http://schemas.microsoft.com/office/drawing/2014/main" id="{6FCAB2E6-7ADD-4316-969F-7B958BDEAC75}"/>
              </a:ext>
            </a:extLst>
          </p:cNvPr>
          <p:cNvSpPr>
            <a:spLocks/>
          </p:cNvSpPr>
          <p:nvPr/>
        </p:nvSpPr>
        <p:spPr bwMode="auto">
          <a:xfrm>
            <a:off x="5791200" y="6091239"/>
            <a:ext cx="520700"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ts val="600"/>
              </a:spcBef>
              <a:buClr>
                <a:schemeClr val="tx2"/>
              </a:buClr>
              <a:buSzPct val="73000"/>
            </a:pPr>
            <a:r>
              <a:rPr lang="es-MX" altLang="en-US" sz="2600" b="1">
                <a:solidFill>
                  <a:srgbClr val="4D4D4D"/>
                </a:solidFill>
                <a:latin typeface="Comic Sans MS" panose="030F0702030302020204" pitchFamily="66" charset="0"/>
              </a:rPr>
              <a:t>V</a:t>
            </a:r>
          </a:p>
        </p:txBody>
      </p:sp>
      <p:sp>
        <p:nvSpPr>
          <p:cNvPr id="19485" name="2 Marcador de contenido">
            <a:extLst>
              <a:ext uri="{FF2B5EF4-FFF2-40B4-BE49-F238E27FC236}">
                <a16:creationId xmlns:a16="http://schemas.microsoft.com/office/drawing/2014/main" id="{20BE7DBA-4159-420D-9C16-7A5AC6B1499D}"/>
              </a:ext>
            </a:extLst>
          </p:cNvPr>
          <p:cNvSpPr>
            <a:spLocks/>
          </p:cNvSpPr>
          <p:nvPr/>
        </p:nvSpPr>
        <p:spPr bwMode="auto">
          <a:xfrm>
            <a:off x="6311901" y="5661026"/>
            <a:ext cx="936625"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ts val="600"/>
              </a:spcBef>
              <a:buClr>
                <a:schemeClr val="tx2"/>
              </a:buClr>
              <a:buSzPct val="73000"/>
            </a:pPr>
            <a:r>
              <a:rPr lang="es-MX" altLang="en-US" sz="2600" b="1">
                <a:solidFill>
                  <a:srgbClr val="4D4D4D"/>
                </a:solidFill>
                <a:latin typeface="Comic Sans MS" panose="030F0702030302020204" pitchFamily="66" charset="0"/>
              </a:rPr>
              <a:t> Q</a:t>
            </a:r>
            <a:r>
              <a:rPr lang="es-MX" altLang="en-US" sz="2400" b="1" baseline="-30000">
                <a:solidFill>
                  <a:srgbClr val="4D4D4D"/>
                </a:solidFill>
                <a:latin typeface="Comic Sans MS" panose="030F0702030302020204" pitchFamily="66" charset="0"/>
                <a:cs typeface="Times New Roman" panose="02020603050405020304" pitchFamily="18" charset="0"/>
              </a:rPr>
              <a:t>2</a:t>
            </a:r>
            <a:r>
              <a:rPr lang="es-MX" altLang="en-US" sz="2400" b="1">
                <a:solidFill>
                  <a:srgbClr val="4D4D4D"/>
                </a:solidFill>
                <a:latin typeface="Comic Sans MS" panose="030F0702030302020204" pitchFamily="66" charset="0"/>
              </a:rPr>
              <a:t> </a:t>
            </a:r>
          </a:p>
        </p:txBody>
      </p:sp>
      <p:cxnSp>
        <p:nvCxnSpPr>
          <p:cNvPr id="59" name="38 Conector recto">
            <a:extLst>
              <a:ext uri="{FF2B5EF4-FFF2-40B4-BE49-F238E27FC236}">
                <a16:creationId xmlns:a16="http://schemas.microsoft.com/office/drawing/2014/main" id="{92F97F9C-603F-472F-BBE2-165126356D30}"/>
              </a:ext>
            </a:extLst>
          </p:cNvPr>
          <p:cNvCxnSpPr/>
          <p:nvPr/>
        </p:nvCxnSpPr>
        <p:spPr bwMode="auto">
          <a:xfrm>
            <a:off x="6546850" y="6092825"/>
            <a:ext cx="431800" cy="1588"/>
          </a:xfrm>
          <a:prstGeom prst="line">
            <a:avLst/>
          </a:prstGeom>
        </p:spPr>
        <p:style>
          <a:lnRef idx="1">
            <a:schemeClr val="accent1"/>
          </a:lnRef>
          <a:fillRef idx="0">
            <a:schemeClr val="accent1"/>
          </a:fillRef>
          <a:effectRef idx="0">
            <a:schemeClr val="accent1"/>
          </a:effectRef>
          <a:fontRef idx="minor">
            <a:schemeClr val="tx1"/>
          </a:fontRef>
        </p:style>
      </p:cxnSp>
      <p:sp>
        <p:nvSpPr>
          <p:cNvPr id="19487" name="2 Marcador de contenido">
            <a:extLst>
              <a:ext uri="{FF2B5EF4-FFF2-40B4-BE49-F238E27FC236}">
                <a16:creationId xmlns:a16="http://schemas.microsoft.com/office/drawing/2014/main" id="{557A928C-3A2A-49C9-A6B2-C6B7005CD4A1}"/>
              </a:ext>
            </a:extLst>
          </p:cNvPr>
          <p:cNvSpPr>
            <a:spLocks/>
          </p:cNvSpPr>
          <p:nvPr/>
        </p:nvSpPr>
        <p:spPr bwMode="auto">
          <a:xfrm>
            <a:off x="6583363" y="6091239"/>
            <a:ext cx="520700"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ts val="600"/>
              </a:spcBef>
              <a:buClr>
                <a:schemeClr val="tx2"/>
              </a:buClr>
              <a:buSzPct val="73000"/>
            </a:pPr>
            <a:r>
              <a:rPr lang="es-MX" altLang="en-US" sz="2600" b="1">
                <a:solidFill>
                  <a:srgbClr val="4D4D4D"/>
                </a:solidFill>
                <a:latin typeface="Comic Sans MS" panose="030F0702030302020204" pitchFamily="66" charset="0"/>
              </a:rPr>
              <a:t>V</a:t>
            </a:r>
          </a:p>
        </p:txBody>
      </p:sp>
      <p:sp>
        <p:nvSpPr>
          <p:cNvPr id="19488" name="2 Marcador de contenido">
            <a:extLst>
              <a:ext uri="{FF2B5EF4-FFF2-40B4-BE49-F238E27FC236}">
                <a16:creationId xmlns:a16="http://schemas.microsoft.com/office/drawing/2014/main" id="{30312EAA-26D1-4CD9-9E10-B9344862E607}"/>
              </a:ext>
            </a:extLst>
          </p:cNvPr>
          <p:cNvSpPr>
            <a:spLocks/>
          </p:cNvSpPr>
          <p:nvPr/>
        </p:nvSpPr>
        <p:spPr bwMode="auto">
          <a:xfrm>
            <a:off x="5041900" y="3141664"/>
            <a:ext cx="838200" cy="57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defRPr>
            </a:lvl1pPr>
            <a:lvl2pPr marL="520700" indent="-22860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lvl="1">
              <a:spcBef>
                <a:spcPts val="500"/>
              </a:spcBef>
              <a:buClr>
                <a:srgbClr val="F9B639"/>
              </a:buClr>
              <a:buSzPct val="80000"/>
            </a:pPr>
            <a:r>
              <a:rPr lang="es-MX" altLang="en-US" sz="2400" b="1">
                <a:solidFill>
                  <a:srgbClr val="4D4D4D"/>
                </a:solidFill>
                <a:latin typeface="Comic Sans MS" panose="030F0702030302020204" pitchFamily="66" charset="0"/>
              </a:rPr>
              <a:t>C</a:t>
            </a:r>
            <a:r>
              <a:rPr lang="es-MX" altLang="en-US" sz="2400" b="1" baseline="-30000">
                <a:solidFill>
                  <a:srgbClr val="4D4D4D"/>
                </a:solidFill>
                <a:latin typeface="Comic Sans MS" panose="030F0702030302020204" pitchFamily="66" charset="0"/>
                <a:cs typeface="Times New Roman" panose="02020603050405020304" pitchFamily="18" charset="0"/>
              </a:rPr>
              <a:t>1</a:t>
            </a:r>
            <a:r>
              <a:rPr lang="es-MX" altLang="en-US" sz="2400" b="1">
                <a:solidFill>
                  <a:srgbClr val="4D4D4D"/>
                </a:solidFill>
                <a:latin typeface="Comic Sans MS" panose="030F0702030302020204" pitchFamily="66" charset="0"/>
              </a:rPr>
              <a:t> </a:t>
            </a:r>
            <a:endParaRPr lang="es-ES" altLang="en-US" sz="2400" b="1">
              <a:solidFill>
                <a:srgbClr val="4D4D4D"/>
              </a:solidFill>
              <a:latin typeface="Comic Sans MS" panose="030F0702030302020204" pitchFamily="66" charset="0"/>
            </a:endParaRPr>
          </a:p>
        </p:txBody>
      </p:sp>
      <p:sp>
        <p:nvSpPr>
          <p:cNvPr id="19489" name="2 Marcador de contenido">
            <a:extLst>
              <a:ext uri="{FF2B5EF4-FFF2-40B4-BE49-F238E27FC236}">
                <a16:creationId xmlns:a16="http://schemas.microsoft.com/office/drawing/2014/main" id="{ECDF8F1D-278E-4C4F-90B6-AEC4EBA171A5}"/>
              </a:ext>
            </a:extLst>
          </p:cNvPr>
          <p:cNvSpPr>
            <a:spLocks/>
          </p:cNvSpPr>
          <p:nvPr/>
        </p:nvSpPr>
        <p:spPr bwMode="auto">
          <a:xfrm>
            <a:off x="6337300" y="3141664"/>
            <a:ext cx="838200" cy="57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defRPr>
            </a:lvl1pPr>
            <a:lvl2pPr marL="520700" indent="-22860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lvl="1">
              <a:spcBef>
                <a:spcPts val="500"/>
              </a:spcBef>
              <a:buClr>
                <a:srgbClr val="F9B639"/>
              </a:buClr>
              <a:buSzPct val="80000"/>
            </a:pPr>
            <a:r>
              <a:rPr lang="es-MX" altLang="en-US" sz="2400" b="1">
                <a:solidFill>
                  <a:srgbClr val="4D4D4D"/>
                </a:solidFill>
                <a:latin typeface="Comic Sans MS" panose="030F0702030302020204" pitchFamily="66" charset="0"/>
              </a:rPr>
              <a:t>C</a:t>
            </a:r>
            <a:r>
              <a:rPr lang="es-MX" altLang="en-US" sz="2400" b="1" baseline="-30000">
                <a:solidFill>
                  <a:srgbClr val="4D4D4D"/>
                </a:solidFill>
                <a:latin typeface="Comic Sans MS" panose="030F0702030302020204" pitchFamily="66" charset="0"/>
                <a:cs typeface="Times New Roman" panose="02020603050405020304" pitchFamily="18" charset="0"/>
              </a:rPr>
              <a:t>2</a:t>
            </a:r>
            <a:r>
              <a:rPr lang="es-MX" altLang="en-US" sz="2400" b="1">
                <a:solidFill>
                  <a:srgbClr val="4D4D4D"/>
                </a:solidFill>
                <a:latin typeface="Comic Sans MS" panose="030F0702030302020204" pitchFamily="66" charset="0"/>
              </a:rPr>
              <a:t> </a:t>
            </a:r>
            <a:endParaRPr lang="es-ES" altLang="en-US" sz="2400" b="1">
              <a:solidFill>
                <a:srgbClr val="4D4D4D"/>
              </a:solidFill>
              <a:latin typeface="Comic Sans MS" panose="030F0702030302020204" pitchFamily="66" charset="0"/>
            </a:endParaRPr>
          </a:p>
        </p:txBody>
      </p:sp>
      <p:sp>
        <p:nvSpPr>
          <p:cNvPr id="19490" name="2 Marcador de contenido">
            <a:extLst>
              <a:ext uri="{FF2B5EF4-FFF2-40B4-BE49-F238E27FC236}">
                <a16:creationId xmlns:a16="http://schemas.microsoft.com/office/drawing/2014/main" id="{34331B3E-3263-4849-8245-A304B8775EC9}"/>
              </a:ext>
            </a:extLst>
          </p:cNvPr>
          <p:cNvSpPr>
            <a:spLocks/>
          </p:cNvSpPr>
          <p:nvPr/>
        </p:nvSpPr>
        <p:spPr bwMode="auto">
          <a:xfrm>
            <a:off x="3719513" y="3141664"/>
            <a:ext cx="838200" cy="57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defRPr>
            </a:lvl1pPr>
            <a:lvl2pPr marL="520700" indent="-22860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lvl="1">
              <a:spcBef>
                <a:spcPts val="500"/>
              </a:spcBef>
              <a:buClr>
                <a:srgbClr val="F9B639"/>
              </a:buClr>
              <a:buSzPct val="80000"/>
            </a:pPr>
            <a:r>
              <a:rPr lang="es-MX" altLang="en-US" sz="2400" b="1">
                <a:solidFill>
                  <a:srgbClr val="4D4D4D"/>
                </a:solidFill>
                <a:latin typeface="Comic Sans MS" panose="030F0702030302020204" pitchFamily="66" charset="0"/>
              </a:rPr>
              <a:t>V </a:t>
            </a:r>
            <a:endParaRPr lang="es-ES" altLang="en-US" sz="2400" b="1">
              <a:solidFill>
                <a:srgbClr val="4D4D4D"/>
              </a:solidFill>
              <a:latin typeface="Comic Sans MS" panose="030F0702030302020204" pitchFamily="66"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D28E2C13-5105-49D6-A201-DEFB2F23C89C}"/>
              </a:ext>
            </a:extLst>
          </p:cNvPr>
          <p:cNvSpPr>
            <a:spLocks/>
          </p:cNvSpPr>
          <p:nvPr/>
        </p:nvSpPr>
        <p:spPr bwMode="auto">
          <a:xfrm>
            <a:off x="3321050" y="320675"/>
            <a:ext cx="4719638" cy="731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5720" tIns="0" rIns="45720" bIns="0" anchor="b"/>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s-MX" altLang="en-US" sz="3800" b="1">
                <a:solidFill>
                  <a:srgbClr val="990033"/>
                </a:solidFill>
                <a:latin typeface="Trebuchet MS" panose="020B0603020202020204" pitchFamily="34" charset="0"/>
              </a:rPr>
              <a:t>CAPACITANCIA</a:t>
            </a:r>
            <a:endParaRPr lang="es-ES" altLang="en-US" sz="3800" b="1">
              <a:solidFill>
                <a:srgbClr val="990033"/>
              </a:solidFill>
              <a:latin typeface="Trebuchet MS" panose="020B0603020202020204" pitchFamily="34" charset="0"/>
            </a:endParaRPr>
          </a:p>
        </p:txBody>
      </p:sp>
      <p:sp>
        <p:nvSpPr>
          <p:cNvPr id="20483" name="2 Marcador de contenido">
            <a:extLst>
              <a:ext uri="{FF2B5EF4-FFF2-40B4-BE49-F238E27FC236}">
                <a16:creationId xmlns:a16="http://schemas.microsoft.com/office/drawing/2014/main" id="{C6FE7425-6496-4CDF-87D4-6F64EC0473FC}"/>
              </a:ext>
            </a:extLst>
          </p:cNvPr>
          <p:cNvSpPr txBox="1">
            <a:spLocks/>
          </p:cNvSpPr>
          <p:nvPr/>
        </p:nvSpPr>
        <p:spPr bwMode="auto">
          <a:xfrm>
            <a:off x="1774826" y="1677988"/>
            <a:ext cx="7561263" cy="1174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ts val="600"/>
              </a:spcBef>
              <a:buClr>
                <a:schemeClr val="tx2"/>
              </a:buClr>
              <a:buSzPct val="73000"/>
              <a:buFont typeface="Arial" panose="020B0604020202020204" pitchFamily="34" charset="0"/>
              <a:buChar char="•"/>
            </a:pPr>
            <a:r>
              <a:rPr lang="es-ES" altLang="en-US" sz="2600" b="1">
                <a:solidFill>
                  <a:srgbClr val="000000"/>
                </a:solidFill>
                <a:latin typeface="Trebuchet MS" panose="020B0603020202020204" pitchFamily="34" charset="0"/>
              </a:rPr>
              <a:t>Capacitores en serie:</a:t>
            </a:r>
            <a:endParaRPr lang="es-ES" altLang="en-US" sz="2400"/>
          </a:p>
        </p:txBody>
      </p:sp>
      <p:sp>
        <p:nvSpPr>
          <p:cNvPr id="20484" name="Rectangle 4">
            <a:extLst>
              <a:ext uri="{FF2B5EF4-FFF2-40B4-BE49-F238E27FC236}">
                <a16:creationId xmlns:a16="http://schemas.microsoft.com/office/drawing/2014/main" id="{4F3711E4-6830-440C-88F0-F0F225A2FC37}"/>
              </a:ext>
            </a:extLst>
          </p:cNvPr>
          <p:cNvSpPr>
            <a:spLocks noChangeArrowheads="1"/>
          </p:cNvSpPr>
          <p:nvPr/>
        </p:nvSpPr>
        <p:spPr bwMode="auto">
          <a:xfrm rot="5400000">
            <a:off x="3432176" y="3789363"/>
            <a:ext cx="2592387" cy="287338"/>
          </a:xfrm>
          <a:prstGeom prst="rect">
            <a:avLst/>
          </a:prstGeom>
          <a:solidFill>
            <a:srgbClr val="CC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s-MX" altLang="en-US"/>
          </a:p>
        </p:txBody>
      </p:sp>
      <p:sp>
        <p:nvSpPr>
          <p:cNvPr id="20485" name="Text Box 5">
            <a:extLst>
              <a:ext uri="{FF2B5EF4-FFF2-40B4-BE49-F238E27FC236}">
                <a16:creationId xmlns:a16="http://schemas.microsoft.com/office/drawing/2014/main" id="{B8B40A25-E5D0-469B-94A1-7160AA11058B}"/>
              </a:ext>
            </a:extLst>
          </p:cNvPr>
          <p:cNvSpPr txBox="1">
            <a:spLocks noChangeArrowheads="1"/>
          </p:cNvSpPr>
          <p:nvPr/>
        </p:nvSpPr>
        <p:spPr bwMode="auto">
          <a:xfrm rot="5400000">
            <a:off x="3341688" y="3735388"/>
            <a:ext cx="27368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s-MX" altLang="en-US" sz="2000">
                <a:solidFill>
                  <a:schemeClr val="tx2"/>
                </a:solidFill>
              </a:rPr>
              <a:t>+  +  +  +  +  +  +  +  +  </a:t>
            </a:r>
          </a:p>
        </p:txBody>
      </p:sp>
      <p:sp>
        <p:nvSpPr>
          <p:cNvPr id="20486" name="Rectangle 6">
            <a:extLst>
              <a:ext uri="{FF2B5EF4-FFF2-40B4-BE49-F238E27FC236}">
                <a16:creationId xmlns:a16="http://schemas.microsoft.com/office/drawing/2014/main" id="{D6C85EB9-2FF8-48A3-A7AF-B37AC7DE9B3F}"/>
              </a:ext>
            </a:extLst>
          </p:cNvPr>
          <p:cNvSpPr>
            <a:spLocks noChangeArrowheads="1"/>
          </p:cNvSpPr>
          <p:nvPr/>
        </p:nvSpPr>
        <p:spPr bwMode="auto">
          <a:xfrm rot="5400000">
            <a:off x="2782889" y="3789364"/>
            <a:ext cx="2592387" cy="287337"/>
          </a:xfrm>
          <a:prstGeom prst="rect">
            <a:avLst/>
          </a:prstGeom>
          <a:solidFill>
            <a:srgbClr val="CC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s-MX" altLang="en-US"/>
          </a:p>
        </p:txBody>
      </p:sp>
      <p:sp>
        <p:nvSpPr>
          <p:cNvPr id="19472" name="Text Box 7">
            <a:extLst>
              <a:ext uri="{FF2B5EF4-FFF2-40B4-BE49-F238E27FC236}">
                <a16:creationId xmlns:a16="http://schemas.microsoft.com/office/drawing/2014/main" id="{7B32CC53-D2FD-489A-8ABC-13ED3ED599A3}"/>
              </a:ext>
            </a:extLst>
          </p:cNvPr>
          <p:cNvSpPr txBox="1">
            <a:spLocks noChangeArrowheads="1"/>
          </p:cNvSpPr>
          <p:nvPr/>
        </p:nvSpPr>
        <p:spPr bwMode="auto">
          <a:xfrm>
            <a:off x="3935414" y="2582863"/>
            <a:ext cx="325437" cy="2678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s-MX" sz="2400" spc="-300" dirty="0">
                <a:solidFill>
                  <a:schemeClr val="tx2"/>
                </a:solidFill>
              </a:rPr>
              <a:t>-</a:t>
            </a:r>
          </a:p>
          <a:p>
            <a:pPr eaLnBrk="1" hangingPunct="1">
              <a:defRPr/>
            </a:pPr>
            <a:r>
              <a:rPr lang="es-MX" sz="2400" spc="-300" dirty="0">
                <a:solidFill>
                  <a:schemeClr val="tx2"/>
                </a:solidFill>
              </a:rPr>
              <a:t>-  </a:t>
            </a:r>
          </a:p>
          <a:p>
            <a:pPr eaLnBrk="1" hangingPunct="1">
              <a:defRPr/>
            </a:pPr>
            <a:r>
              <a:rPr lang="es-MX" sz="2400" spc="-300" dirty="0">
                <a:solidFill>
                  <a:schemeClr val="tx2"/>
                </a:solidFill>
              </a:rPr>
              <a:t>- </a:t>
            </a:r>
          </a:p>
          <a:p>
            <a:pPr eaLnBrk="1" hangingPunct="1">
              <a:defRPr/>
            </a:pPr>
            <a:r>
              <a:rPr lang="es-MX" sz="2400" spc="-300" dirty="0">
                <a:solidFill>
                  <a:schemeClr val="tx2"/>
                </a:solidFill>
              </a:rPr>
              <a:t>- </a:t>
            </a:r>
          </a:p>
          <a:p>
            <a:pPr eaLnBrk="1" hangingPunct="1">
              <a:defRPr/>
            </a:pPr>
            <a:r>
              <a:rPr lang="es-MX" sz="2400" spc="-300" dirty="0">
                <a:solidFill>
                  <a:schemeClr val="tx2"/>
                </a:solidFill>
              </a:rPr>
              <a:t>-  </a:t>
            </a:r>
          </a:p>
          <a:p>
            <a:pPr eaLnBrk="1" hangingPunct="1">
              <a:defRPr/>
            </a:pPr>
            <a:r>
              <a:rPr lang="es-MX" sz="2400" spc="-300" dirty="0">
                <a:solidFill>
                  <a:schemeClr val="tx2"/>
                </a:solidFill>
              </a:rPr>
              <a:t>-  </a:t>
            </a:r>
          </a:p>
          <a:p>
            <a:pPr eaLnBrk="1" hangingPunct="1">
              <a:defRPr/>
            </a:pPr>
            <a:r>
              <a:rPr lang="es-MX" sz="2400" spc="-300" dirty="0">
                <a:solidFill>
                  <a:schemeClr val="tx2"/>
                </a:solidFill>
              </a:rPr>
              <a:t>- </a:t>
            </a:r>
          </a:p>
        </p:txBody>
      </p:sp>
      <p:sp>
        <p:nvSpPr>
          <p:cNvPr id="20488" name="Line 14">
            <a:extLst>
              <a:ext uri="{FF2B5EF4-FFF2-40B4-BE49-F238E27FC236}">
                <a16:creationId xmlns:a16="http://schemas.microsoft.com/office/drawing/2014/main" id="{76A20650-DE04-4F29-9817-BEFF43DF3903}"/>
              </a:ext>
            </a:extLst>
          </p:cNvPr>
          <p:cNvSpPr>
            <a:spLocks noChangeShapeType="1"/>
          </p:cNvSpPr>
          <p:nvPr/>
        </p:nvSpPr>
        <p:spPr bwMode="auto">
          <a:xfrm>
            <a:off x="2279651" y="3933825"/>
            <a:ext cx="1655763"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0489" name="Line 14">
            <a:extLst>
              <a:ext uri="{FF2B5EF4-FFF2-40B4-BE49-F238E27FC236}">
                <a16:creationId xmlns:a16="http://schemas.microsoft.com/office/drawing/2014/main" id="{A334A051-C335-4498-ADC0-CD3DDFC5284C}"/>
              </a:ext>
            </a:extLst>
          </p:cNvPr>
          <p:cNvSpPr>
            <a:spLocks noChangeShapeType="1"/>
          </p:cNvSpPr>
          <p:nvPr/>
        </p:nvSpPr>
        <p:spPr bwMode="auto">
          <a:xfrm>
            <a:off x="7391400" y="3933825"/>
            <a:ext cx="1657350"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0490" name="Line 14">
            <a:extLst>
              <a:ext uri="{FF2B5EF4-FFF2-40B4-BE49-F238E27FC236}">
                <a16:creationId xmlns:a16="http://schemas.microsoft.com/office/drawing/2014/main" id="{4C1E4A39-D96E-464F-B7E3-508912675ED6}"/>
              </a:ext>
            </a:extLst>
          </p:cNvPr>
          <p:cNvSpPr>
            <a:spLocks noChangeShapeType="1"/>
          </p:cNvSpPr>
          <p:nvPr/>
        </p:nvSpPr>
        <p:spPr bwMode="auto">
          <a:xfrm>
            <a:off x="4872038" y="3933825"/>
            <a:ext cx="1655762"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0491" name="Rectangle 4">
            <a:extLst>
              <a:ext uri="{FF2B5EF4-FFF2-40B4-BE49-F238E27FC236}">
                <a16:creationId xmlns:a16="http://schemas.microsoft.com/office/drawing/2014/main" id="{10CB9CC4-97F7-4B15-B123-350D958AF8CF}"/>
              </a:ext>
            </a:extLst>
          </p:cNvPr>
          <p:cNvSpPr>
            <a:spLocks noChangeArrowheads="1"/>
          </p:cNvSpPr>
          <p:nvPr/>
        </p:nvSpPr>
        <p:spPr bwMode="auto">
          <a:xfrm rot="5400000">
            <a:off x="5988051" y="3789363"/>
            <a:ext cx="2592387" cy="287338"/>
          </a:xfrm>
          <a:prstGeom prst="rect">
            <a:avLst/>
          </a:prstGeom>
          <a:solidFill>
            <a:srgbClr val="CC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s-MX" altLang="en-US"/>
          </a:p>
        </p:txBody>
      </p:sp>
      <p:sp>
        <p:nvSpPr>
          <p:cNvPr id="20492" name="Text Box 5">
            <a:extLst>
              <a:ext uri="{FF2B5EF4-FFF2-40B4-BE49-F238E27FC236}">
                <a16:creationId xmlns:a16="http://schemas.microsoft.com/office/drawing/2014/main" id="{F98AC265-399F-49B1-A88F-5CECE9DED040}"/>
              </a:ext>
            </a:extLst>
          </p:cNvPr>
          <p:cNvSpPr txBox="1">
            <a:spLocks noChangeArrowheads="1"/>
          </p:cNvSpPr>
          <p:nvPr/>
        </p:nvSpPr>
        <p:spPr bwMode="auto">
          <a:xfrm rot="5400000">
            <a:off x="5897563" y="3735388"/>
            <a:ext cx="27368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s-MX" altLang="en-US" sz="2000">
                <a:solidFill>
                  <a:schemeClr val="tx2"/>
                </a:solidFill>
              </a:rPr>
              <a:t>+  +  +  +  +  +  +  +  +  </a:t>
            </a:r>
          </a:p>
        </p:txBody>
      </p:sp>
      <p:sp>
        <p:nvSpPr>
          <p:cNvPr id="20493" name="Rectangle 6">
            <a:extLst>
              <a:ext uri="{FF2B5EF4-FFF2-40B4-BE49-F238E27FC236}">
                <a16:creationId xmlns:a16="http://schemas.microsoft.com/office/drawing/2014/main" id="{A3234AD0-760F-45DB-BD4F-8A6346D20935}"/>
              </a:ext>
            </a:extLst>
          </p:cNvPr>
          <p:cNvSpPr>
            <a:spLocks noChangeArrowheads="1"/>
          </p:cNvSpPr>
          <p:nvPr/>
        </p:nvSpPr>
        <p:spPr bwMode="auto">
          <a:xfrm rot="5400000">
            <a:off x="5338764" y="3789364"/>
            <a:ext cx="2592387" cy="287337"/>
          </a:xfrm>
          <a:prstGeom prst="rect">
            <a:avLst/>
          </a:prstGeom>
          <a:solidFill>
            <a:srgbClr val="CC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s-MX" altLang="en-US"/>
          </a:p>
        </p:txBody>
      </p:sp>
      <p:sp>
        <p:nvSpPr>
          <p:cNvPr id="26" name="Text Box 7">
            <a:extLst>
              <a:ext uri="{FF2B5EF4-FFF2-40B4-BE49-F238E27FC236}">
                <a16:creationId xmlns:a16="http://schemas.microsoft.com/office/drawing/2014/main" id="{D92ED1C3-8E08-4C84-B7DC-34D4E9B322BA}"/>
              </a:ext>
            </a:extLst>
          </p:cNvPr>
          <p:cNvSpPr txBox="1">
            <a:spLocks noChangeArrowheads="1"/>
          </p:cNvSpPr>
          <p:nvPr/>
        </p:nvSpPr>
        <p:spPr bwMode="auto">
          <a:xfrm>
            <a:off x="6491288" y="2582863"/>
            <a:ext cx="323850" cy="2678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s-MX" sz="2400" spc="-300" dirty="0">
                <a:solidFill>
                  <a:schemeClr val="tx2"/>
                </a:solidFill>
              </a:rPr>
              <a:t>-</a:t>
            </a:r>
          </a:p>
          <a:p>
            <a:pPr eaLnBrk="1" hangingPunct="1">
              <a:defRPr/>
            </a:pPr>
            <a:r>
              <a:rPr lang="es-MX" sz="2400" spc="-300" dirty="0">
                <a:solidFill>
                  <a:schemeClr val="tx2"/>
                </a:solidFill>
              </a:rPr>
              <a:t>-  </a:t>
            </a:r>
          </a:p>
          <a:p>
            <a:pPr eaLnBrk="1" hangingPunct="1">
              <a:defRPr/>
            </a:pPr>
            <a:r>
              <a:rPr lang="es-MX" sz="2400" spc="-300" dirty="0">
                <a:solidFill>
                  <a:schemeClr val="tx2"/>
                </a:solidFill>
              </a:rPr>
              <a:t>- </a:t>
            </a:r>
          </a:p>
          <a:p>
            <a:pPr eaLnBrk="1" hangingPunct="1">
              <a:defRPr/>
            </a:pPr>
            <a:r>
              <a:rPr lang="es-MX" sz="2400" spc="-300" dirty="0">
                <a:solidFill>
                  <a:schemeClr val="tx2"/>
                </a:solidFill>
              </a:rPr>
              <a:t>- </a:t>
            </a:r>
          </a:p>
          <a:p>
            <a:pPr eaLnBrk="1" hangingPunct="1">
              <a:defRPr/>
            </a:pPr>
            <a:r>
              <a:rPr lang="es-MX" sz="2400" spc="-300" dirty="0">
                <a:solidFill>
                  <a:schemeClr val="tx2"/>
                </a:solidFill>
              </a:rPr>
              <a:t>-  </a:t>
            </a:r>
          </a:p>
          <a:p>
            <a:pPr eaLnBrk="1" hangingPunct="1">
              <a:defRPr/>
            </a:pPr>
            <a:r>
              <a:rPr lang="es-MX" sz="2400" spc="-300" dirty="0">
                <a:solidFill>
                  <a:schemeClr val="tx2"/>
                </a:solidFill>
              </a:rPr>
              <a:t>-  </a:t>
            </a:r>
          </a:p>
          <a:p>
            <a:pPr eaLnBrk="1" hangingPunct="1">
              <a:defRPr/>
            </a:pPr>
            <a:r>
              <a:rPr lang="es-MX" sz="2400" spc="-300" dirty="0">
                <a:solidFill>
                  <a:schemeClr val="tx2"/>
                </a:solidFill>
              </a:rPr>
              <a:t>- </a:t>
            </a:r>
          </a:p>
        </p:txBody>
      </p:sp>
      <p:sp>
        <p:nvSpPr>
          <p:cNvPr id="20495" name="2 Marcador de contenido">
            <a:extLst>
              <a:ext uri="{FF2B5EF4-FFF2-40B4-BE49-F238E27FC236}">
                <a16:creationId xmlns:a16="http://schemas.microsoft.com/office/drawing/2014/main" id="{7D4CBA59-CD01-4CB9-AD96-248F09655699}"/>
              </a:ext>
            </a:extLst>
          </p:cNvPr>
          <p:cNvSpPr>
            <a:spLocks/>
          </p:cNvSpPr>
          <p:nvPr/>
        </p:nvSpPr>
        <p:spPr bwMode="auto">
          <a:xfrm>
            <a:off x="3935413" y="5229226"/>
            <a:ext cx="838200"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defRPr>
            </a:lvl1pPr>
            <a:lvl2pPr marL="520700" indent="-22860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lvl="1">
              <a:spcBef>
                <a:spcPts val="500"/>
              </a:spcBef>
              <a:buClr>
                <a:srgbClr val="F9B639"/>
              </a:buClr>
              <a:buSzPct val="80000"/>
            </a:pPr>
            <a:r>
              <a:rPr lang="es-MX" altLang="en-US" sz="2400" b="1">
                <a:solidFill>
                  <a:srgbClr val="4D4D4D"/>
                </a:solidFill>
                <a:latin typeface="Comic Sans MS" panose="030F0702030302020204" pitchFamily="66" charset="0"/>
              </a:rPr>
              <a:t>C</a:t>
            </a:r>
            <a:r>
              <a:rPr lang="es-MX" altLang="en-US" sz="2400" b="1" baseline="-30000">
                <a:solidFill>
                  <a:srgbClr val="4D4D4D"/>
                </a:solidFill>
                <a:latin typeface="Comic Sans MS" panose="030F0702030302020204" pitchFamily="66" charset="0"/>
                <a:cs typeface="Times New Roman" panose="02020603050405020304" pitchFamily="18" charset="0"/>
              </a:rPr>
              <a:t>1</a:t>
            </a:r>
            <a:r>
              <a:rPr lang="es-MX" altLang="en-US" sz="2400" b="1">
                <a:solidFill>
                  <a:srgbClr val="4D4D4D"/>
                </a:solidFill>
                <a:latin typeface="Comic Sans MS" panose="030F0702030302020204" pitchFamily="66" charset="0"/>
              </a:rPr>
              <a:t> </a:t>
            </a:r>
            <a:endParaRPr lang="es-ES" altLang="en-US" sz="2400" b="1">
              <a:solidFill>
                <a:srgbClr val="4D4D4D"/>
              </a:solidFill>
              <a:latin typeface="Comic Sans MS" panose="030F0702030302020204" pitchFamily="66" charset="0"/>
            </a:endParaRPr>
          </a:p>
        </p:txBody>
      </p:sp>
      <p:sp>
        <p:nvSpPr>
          <p:cNvPr id="20496" name="2 Marcador de contenido">
            <a:extLst>
              <a:ext uri="{FF2B5EF4-FFF2-40B4-BE49-F238E27FC236}">
                <a16:creationId xmlns:a16="http://schemas.microsoft.com/office/drawing/2014/main" id="{2E7F487B-9A82-4D96-9EA7-8336185BCB02}"/>
              </a:ext>
            </a:extLst>
          </p:cNvPr>
          <p:cNvSpPr>
            <a:spLocks/>
          </p:cNvSpPr>
          <p:nvPr/>
        </p:nvSpPr>
        <p:spPr bwMode="auto">
          <a:xfrm>
            <a:off x="6481763" y="5229226"/>
            <a:ext cx="838200"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defRPr>
            </a:lvl1pPr>
            <a:lvl2pPr marL="520700" indent="-22860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lvl="1">
              <a:spcBef>
                <a:spcPts val="500"/>
              </a:spcBef>
              <a:buClr>
                <a:srgbClr val="F9B639"/>
              </a:buClr>
              <a:buSzPct val="80000"/>
            </a:pPr>
            <a:r>
              <a:rPr lang="es-MX" altLang="en-US" sz="2400" b="1">
                <a:solidFill>
                  <a:srgbClr val="4D4D4D"/>
                </a:solidFill>
                <a:latin typeface="Comic Sans MS" panose="030F0702030302020204" pitchFamily="66" charset="0"/>
              </a:rPr>
              <a:t>C</a:t>
            </a:r>
            <a:r>
              <a:rPr lang="es-MX" altLang="en-US" sz="2400" b="1" baseline="-30000">
                <a:solidFill>
                  <a:srgbClr val="4D4D4D"/>
                </a:solidFill>
                <a:latin typeface="Comic Sans MS" panose="030F0702030302020204" pitchFamily="66" charset="0"/>
                <a:cs typeface="Times New Roman" panose="02020603050405020304" pitchFamily="18" charset="0"/>
              </a:rPr>
              <a:t>2</a:t>
            </a:r>
            <a:r>
              <a:rPr lang="es-MX" altLang="en-US" sz="2400" b="1">
                <a:solidFill>
                  <a:srgbClr val="4D4D4D"/>
                </a:solidFill>
                <a:latin typeface="Comic Sans MS" panose="030F0702030302020204" pitchFamily="66" charset="0"/>
              </a:rPr>
              <a:t> </a:t>
            </a:r>
            <a:endParaRPr lang="es-ES" altLang="en-US" sz="2400" b="1">
              <a:solidFill>
                <a:srgbClr val="4D4D4D"/>
              </a:solidFill>
              <a:latin typeface="Comic Sans MS" panose="030F0702030302020204" pitchFamily="66" charset="0"/>
            </a:endParaRPr>
          </a:p>
        </p:txBody>
      </p:sp>
      <p:sp>
        <p:nvSpPr>
          <p:cNvPr id="20497" name="2 Marcador de contenido">
            <a:extLst>
              <a:ext uri="{FF2B5EF4-FFF2-40B4-BE49-F238E27FC236}">
                <a16:creationId xmlns:a16="http://schemas.microsoft.com/office/drawing/2014/main" id="{9505EEF6-96DA-4967-A9C1-E03194BE5012}"/>
              </a:ext>
            </a:extLst>
          </p:cNvPr>
          <p:cNvSpPr>
            <a:spLocks/>
          </p:cNvSpPr>
          <p:nvPr/>
        </p:nvSpPr>
        <p:spPr bwMode="auto">
          <a:xfrm>
            <a:off x="1774825" y="4076701"/>
            <a:ext cx="838200"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defRPr>
            </a:lvl1pPr>
            <a:lvl2pPr marL="520700" indent="-22860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lvl="1">
              <a:spcBef>
                <a:spcPts val="500"/>
              </a:spcBef>
              <a:buClr>
                <a:srgbClr val="F9B639"/>
              </a:buClr>
              <a:buSzPct val="80000"/>
            </a:pPr>
            <a:r>
              <a:rPr lang="es-MX" altLang="en-US" sz="2400" b="1">
                <a:solidFill>
                  <a:srgbClr val="4D4D4D"/>
                </a:solidFill>
                <a:latin typeface="Comic Sans MS" panose="030F0702030302020204" pitchFamily="66" charset="0"/>
              </a:rPr>
              <a:t>V</a:t>
            </a:r>
            <a:r>
              <a:rPr lang="es-MX" altLang="en-US" sz="2400" b="1" baseline="-30000">
                <a:solidFill>
                  <a:srgbClr val="4D4D4D"/>
                </a:solidFill>
                <a:latin typeface="Comic Sans MS" panose="030F0702030302020204" pitchFamily="66" charset="0"/>
                <a:cs typeface="Times New Roman" panose="02020603050405020304" pitchFamily="18" charset="0"/>
              </a:rPr>
              <a:t>a</a:t>
            </a:r>
            <a:r>
              <a:rPr lang="es-MX" altLang="en-US" sz="2400" b="1">
                <a:solidFill>
                  <a:srgbClr val="4D4D4D"/>
                </a:solidFill>
                <a:latin typeface="Comic Sans MS" panose="030F0702030302020204" pitchFamily="66" charset="0"/>
              </a:rPr>
              <a:t> </a:t>
            </a:r>
            <a:endParaRPr lang="es-ES" altLang="en-US" sz="2400" b="1">
              <a:solidFill>
                <a:srgbClr val="4D4D4D"/>
              </a:solidFill>
              <a:latin typeface="Comic Sans MS" panose="030F0702030302020204" pitchFamily="66" charset="0"/>
            </a:endParaRPr>
          </a:p>
        </p:txBody>
      </p:sp>
      <p:sp>
        <p:nvSpPr>
          <p:cNvPr id="20498" name="2 Marcador de contenido">
            <a:extLst>
              <a:ext uri="{FF2B5EF4-FFF2-40B4-BE49-F238E27FC236}">
                <a16:creationId xmlns:a16="http://schemas.microsoft.com/office/drawing/2014/main" id="{D390A151-3237-45AB-993E-453A78BE0886}"/>
              </a:ext>
            </a:extLst>
          </p:cNvPr>
          <p:cNvSpPr>
            <a:spLocks/>
          </p:cNvSpPr>
          <p:nvPr/>
        </p:nvSpPr>
        <p:spPr bwMode="auto">
          <a:xfrm>
            <a:off x="5087938" y="4076701"/>
            <a:ext cx="1008062"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defRPr>
            </a:lvl1pPr>
            <a:lvl2pPr marL="520700" indent="-22860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lvl="1">
              <a:spcBef>
                <a:spcPts val="500"/>
              </a:spcBef>
              <a:buClr>
                <a:srgbClr val="F9B639"/>
              </a:buClr>
              <a:buSzPct val="80000"/>
            </a:pPr>
            <a:r>
              <a:rPr lang="es-MX" altLang="en-US" sz="2400" b="1">
                <a:solidFill>
                  <a:srgbClr val="4D4D4D"/>
                </a:solidFill>
                <a:latin typeface="Comic Sans MS" panose="030F0702030302020204" pitchFamily="66" charset="0"/>
              </a:rPr>
              <a:t>V</a:t>
            </a:r>
            <a:r>
              <a:rPr lang="es-MX" altLang="en-US" sz="2400" b="1" baseline="-30000">
                <a:solidFill>
                  <a:srgbClr val="4D4D4D"/>
                </a:solidFill>
                <a:latin typeface="Comic Sans MS" panose="030F0702030302020204" pitchFamily="66" charset="0"/>
                <a:cs typeface="Times New Roman" panose="02020603050405020304" pitchFamily="18" charset="0"/>
              </a:rPr>
              <a:t>m</a:t>
            </a:r>
            <a:r>
              <a:rPr lang="es-MX" altLang="en-US" sz="2400" b="1">
                <a:solidFill>
                  <a:srgbClr val="4D4D4D"/>
                </a:solidFill>
                <a:latin typeface="Comic Sans MS" panose="030F0702030302020204" pitchFamily="66" charset="0"/>
              </a:rPr>
              <a:t> </a:t>
            </a:r>
            <a:endParaRPr lang="es-ES" altLang="en-US" sz="2400" b="1">
              <a:solidFill>
                <a:srgbClr val="4D4D4D"/>
              </a:solidFill>
              <a:latin typeface="Comic Sans MS" panose="030F0702030302020204" pitchFamily="66" charset="0"/>
            </a:endParaRPr>
          </a:p>
        </p:txBody>
      </p:sp>
      <p:sp>
        <p:nvSpPr>
          <p:cNvPr id="20499" name="2 Marcador de contenido">
            <a:extLst>
              <a:ext uri="{FF2B5EF4-FFF2-40B4-BE49-F238E27FC236}">
                <a16:creationId xmlns:a16="http://schemas.microsoft.com/office/drawing/2014/main" id="{2123D984-1FFC-4E46-985D-A2D3007E70D8}"/>
              </a:ext>
            </a:extLst>
          </p:cNvPr>
          <p:cNvSpPr>
            <a:spLocks/>
          </p:cNvSpPr>
          <p:nvPr/>
        </p:nvSpPr>
        <p:spPr bwMode="auto">
          <a:xfrm>
            <a:off x="8570913" y="4076701"/>
            <a:ext cx="838200"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defRPr>
            </a:lvl1pPr>
            <a:lvl2pPr marL="520700" indent="-22860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lvl="1">
              <a:spcBef>
                <a:spcPts val="500"/>
              </a:spcBef>
              <a:buClr>
                <a:srgbClr val="F9B639"/>
              </a:buClr>
              <a:buSzPct val="80000"/>
            </a:pPr>
            <a:r>
              <a:rPr lang="es-MX" altLang="en-US" sz="2400" b="1">
                <a:solidFill>
                  <a:srgbClr val="4D4D4D"/>
                </a:solidFill>
                <a:latin typeface="Comic Sans MS" panose="030F0702030302020204" pitchFamily="66" charset="0"/>
              </a:rPr>
              <a:t>V</a:t>
            </a:r>
            <a:r>
              <a:rPr lang="es-MX" altLang="en-US" sz="2400" b="1" baseline="-30000">
                <a:solidFill>
                  <a:srgbClr val="4D4D4D"/>
                </a:solidFill>
                <a:latin typeface="Comic Sans MS" panose="030F0702030302020204" pitchFamily="66" charset="0"/>
                <a:cs typeface="Times New Roman" panose="02020603050405020304" pitchFamily="18" charset="0"/>
              </a:rPr>
              <a:t>b</a:t>
            </a:r>
            <a:r>
              <a:rPr lang="es-MX" altLang="en-US" sz="2400" b="1">
                <a:solidFill>
                  <a:srgbClr val="4D4D4D"/>
                </a:solidFill>
                <a:latin typeface="Comic Sans MS" panose="030F0702030302020204" pitchFamily="66" charset="0"/>
              </a:rPr>
              <a:t> </a:t>
            </a:r>
            <a:endParaRPr lang="es-ES" altLang="en-US" sz="2400" b="1">
              <a:solidFill>
                <a:srgbClr val="4D4D4D"/>
              </a:solidFill>
              <a:latin typeface="Comic Sans MS" panose="030F0702030302020204" pitchFamily="66" charset="0"/>
            </a:endParaRPr>
          </a:p>
        </p:txBody>
      </p:sp>
      <p:sp>
        <p:nvSpPr>
          <p:cNvPr id="37" name="36 Elipse">
            <a:extLst>
              <a:ext uri="{FF2B5EF4-FFF2-40B4-BE49-F238E27FC236}">
                <a16:creationId xmlns:a16="http://schemas.microsoft.com/office/drawing/2014/main" id="{5862FFCE-B039-41AB-BA53-954880C81731}"/>
              </a:ext>
            </a:extLst>
          </p:cNvPr>
          <p:cNvSpPr/>
          <p:nvPr/>
        </p:nvSpPr>
        <p:spPr>
          <a:xfrm flipH="1">
            <a:off x="5591175" y="3860800"/>
            <a:ext cx="109538" cy="10795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MX"/>
          </a:p>
        </p:txBody>
      </p:sp>
      <p:sp>
        <p:nvSpPr>
          <p:cNvPr id="38" name="37 Elipse">
            <a:extLst>
              <a:ext uri="{FF2B5EF4-FFF2-40B4-BE49-F238E27FC236}">
                <a16:creationId xmlns:a16="http://schemas.microsoft.com/office/drawing/2014/main" id="{6375A11A-6847-4F54-9A51-9CB796717C7A}"/>
              </a:ext>
            </a:extLst>
          </p:cNvPr>
          <p:cNvSpPr/>
          <p:nvPr/>
        </p:nvSpPr>
        <p:spPr>
          <a:xfrm flipH="1">
            <a:off x="2279650" y="3860800"/>
            <a:ext cx="107950" cy="10795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MX"/>
          </a:p>
        </p:txBody>
      </p:sp>
      <p:sp>
        <p:nvSpPr>
          <p:cNvPr id="39" name="38 Elipse">
            <a:extLst>
              <a:ext uri="{FF2B5EF4-FFF2-40B4-BE49-F238E27FC236}">
                <a16:creationId xmlns:a16="http://schemas.microsoft.com/office/drawing/2014/main" id="{5BB9064D-674B-4AD2-8D9F-A90BD1472359}"/>
              </a:ext>
            </a:extLst>
          </p:cNvPr>
          <p:cNvSpPr/>
          <p:nvPr/>
        </p:nvSpPr>
        <p:spPr>
          <a:xfrm flipH="1">
            <a:off x="9048750" y="3860800"/>
            <a:ext cx="107950" cy="10795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MX"/>
          </a:p>
        </p:txBody>
      </p:sp>
      <p:sp>
        <p:nvSpPr>
          <p:cNvPr id="20503" name="2 Marcador de contenido">
            <a:extLst>
              <a:ext uri="{FF2B5EF4-FFF2-40B4-BE49-F238E27FC236}">
                <a16:creationId xmlns:a16="http://schemas.microsoft.com/office/drawing/2014/main" id="{D3080EC9-42C6-46B3-8A7B-F4A7F1DC29A3}"/>
              </a:ext>
            </a:extLst>
          </p:cNvPr>
          <p:cNvSpPr>
            <a:spLocks/>
          </p:cNvSpPr>
          <p:nvPr/>
        </p:nvSpPr>
        <p:spPr bwMode="auto">
          <a:xfrm>
            <a:off x="1847850" y="3429001"/>
            <a:ext cx="838200"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defRPr>
            </a:lvl1pPr>
            <a:lvl2pPr marL="520700" indent="-22860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lvl="1">
              <a:spcBef>
                <a:spcPts val="500"/>
              </a:spcBef>
              <a:buClr>
                <a:srgbClr val="F9B639"/>
              </a:buClr>
              <a:buSzPct val="80000"/>
            </a:pPr>
            <a:r>
              <a:rPr lang="es-MX" altLang="en-US" sz="2400" b="1">
                <a:solidFill>
                  <a:srgbClr val="4D4D4D"/>
                </a:solidFill>
                <a:latin typeface="Comic Sans MS" panose="030F0702030302020204" pitchFamily="66" charset="0"/>
              </a:rPr>
              <a:t>a </a:t>
            </a:r>
            <a:endParaRPr lang="es-ES" altLang="en-US" sz="2400" b="1">
              <a:solidFill>
                <a:srgbClr val="4D4D4D"/>
              </a:solidFill>
              <a:latin typeface="Comic Sans MS" panose="030F0702030302020204" pitchFamily="66" charset="0"/>
            </a:endParaRPr>
          </a:p>
        </p:txBody>
      </p:sp>
      <p:sp>
        <p:nvSpPr>
          <p:cNvPr id="20504" name="2 Marcador de contenido">
            <a:extLst>
              <a:ext uri="{FF2B5EF4-FFF2-40B4-BE49-F238E27FC236}">
                <a16:creationId xmlns:a16="http://schemas.microsoft.com/office/drawing/2014/main" id="{55D53E3D-C130-412F-93D2-F800FCB9B7B7}"/>
              </a:ext>
            </a:extLst>
          </p:cNvPr>
          <p:cNvSpPr>
            <a:spLocks/>
          </p:cNvSpPr>
          <p:nvPr/>
        </p:nvSpPr>
        <p:spPr bwMode="auto">
          <a:xfrm>
            <a:off x="8642350" y="3429001"/>
            <a:ext cx="838200"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defRPr>
            </a:lvl1pPr>
            <a:lvl2pPr marL="520700" indent="-22860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lvl="1">
              <a:spcBef>
                <a:spcPts val="500"/>
              </a:spcBef>
              <a:buClr>
                <a:srgbClr val="F9B639"/>
              </a:buClr>
              <a:buSzPct val="80000"/>
            </a:pPr>
            <a:r>
              <a:rPr lang="es-MX" altLang="en-US" sz="2400" b="1">
                <a:solidFill>
                  <a:srgbClr val="4D4D4D"/>
                </a:solidFill>
                <a:latin typeface="Comic Sans MS" panose="030F0702030302020204" pitchFamily="66" charset="0"/>
              </a:rPr>
              <a:t>b </a:t>
            </a:r>
            <a:endParaRPr lang="es-ES" altLang="en-US" sz="2400" b="1">
              <a:solidFill>
                <a:srgbClr val="4D4D4D"/>
              </a:solidFill>
              <a:latin typeface="Comic Sans MS" panose="030F0702030302020204" pitchFamily="66" charset="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0BAEA0FD-1384-4F67-A31A-9696E56F9946}"/>
              </a:ext>
            </a:extLst>
          </p:cNvPr>
          <p:cNvSpPr>
            <a:spLocks/>
          </p:cNvSpPr>
          <p:nvPr/>
        </p:nvSpPr>
        <p:spPr bwMode="auto">
          <a:xfrm>
            <a:off x="3321050" y="320675"/>
            <a:ext cx="4719638" cy="731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5720" tIns="0" rIns="45720" bIns="0" anchor="b"/>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s-MX" altLang="en-US" sz="3800" b="1">
                <a:solidFill>
                  <a:srgbClr val="990033"/>
                </a:solidFill>
                <a:latin typeface="Trebuchet MS" panose="020B0603020202020204" pitchFamily="34" charset="0"/>
              </a:rPr>
              <a:t>CAPACITANCIA</a:t>
            </a:r>
            <a:endParaRPr lang="es-ES" altLang="en-US" sz="3800" b="1">
              <a:solidFill>
                <a:srgbClr val="990033"/>
              </a:solidFill>
              <a:latin typeface="Trebuchet MS" panose="020B0603020202020204" pitchFamily="34" charset="0"/>
            </a:endParaRPr>
          </a:p>
        </p:txBody>
      </p:sp>
      <p:sp>
        <p:nvSpPr>
          <p:cNvPr id="21507" name="2 Marcador de contenido">
            <a:extLst>
              <a:ext uri="{FF2B5EF4-FFF2-40B4-BE49-F238E27FC236}">
                <a16:creationId xmlns:a16="http://schemas.microsoft.com/office/drawing/2014/main" id="{BCEC1133-898D-4684-B23A-EDED5BBECF58}"/>
              </a:ext>
            </a:extLst>
          </p:cNvPr>
          <p:cNvSpPr txBox="1">
            <a:spLocks/>
          </p:cNvSpPr>
          <p:nvPr/>
        </p:nvSpPr>
        <p:spPr bwMode="auto">
          <a:xfrm>
            <a:off x="1774826" y="1677989"/>
            <a:ext cx="4105275"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ts val="600"/>
              </a:spcBef>
              <a:buClr>
                <a:schemeClr val="tx2"/>
              </a:buClr>
              <a:buSzPct val="73000"/>
              <a:buFont typeface="Arial" panose="020B0604020202020204" pitchFamily="34" charset="0"/>
              <a:buChar char="•"/>
            </a:pPr>
            <a:r>
              <a:rPr lang="es-ES" altLang="en-US" sz="2600" b="1">
                <a:solidFill>
                  <a:srgbClr val="000000"/>
                </a:solidFill>
                <a:latin typeface="Trebuchet MS" panose="020B0603020202020204" pitchFamily="34" charset="0"/>
              </a:rPr>
              <a:t>Capacitores en serie:</a:t>
            </a:r>
            <a:endParaRPr lang="es-ES" altLang="en-US" sz="2400"/>
          </a:p>
        </p:txBody>
      </p:sp>
      <p:sp>
        <p:nvSpPr>
          <p:cNvPr id="21508" name="Line 14">
            <a:extLst>
              <a:ext uri="{FF2B5EF4-FFF2-40B4-BE49-F238E27FC236}">
                <a16:creationId xmlns:a16="http://schemas.microsoft.com/office/drawing/2014/main" id="{F2C1217F-5F3B-4137-BF23-1571495A9BF4}"/>
              </a:ext>
            </a:extLst>
          </p:cNvPr>
          <p:cNvSpPr>
            <a:spLocks noChangeShapeType="1"/>
          </p:cNvSpPr>
          <p:nvPr/>
        </p:nvSpPr>
        <p:spPr bwMode="auto">
          <a:xfrm>
            <a:off x="3971925" y="2924175"/>
            <a:ext cx="971550"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509" name="Line 14">
            <a:extLst>
              <a:ext uri="{FF2B5EF4-FFF2-40B4-BE49-F238E27FC236}">
                <a16:creationId xmlns:a16="http://schemas.microsoft.com/office/drawing/2014/main" id="{214048ED-7731-49D0-8E38-4D6D83951511}"/>
              </a:ext>
            </a:extLst>
          </p:cNvPr>
          <p:cNvSpPr>
            <a:spLocks noChangeShapeType="1"/>
          </p:cNvSpPr>
          <p:nvPr/>
        </p:nvSpPr>
        <p:spPr bwMode="auto">
          <a:xfrm>
            <a:off x="6456364" y="2924175"/>
            <a:ext cx="954087"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510" name="Line 14">
            <a:extLst>
              <a:ext uri="{FF2B5EF4-FFF2-40B4-BE49-F238E27FC236}">
                <a16:creationId xmlns:a16="http://schemas.microsoft.com/office/drawing/2014/main" id="{D4A905D0-9487-4AC0-BB7A-5DA53340062A}"/>
              </a:ext>
            </a:extLst>
          </p:cNvPr>
          <p:cNvSpPr>
            <a:spLocks noChangeShapeType="1"/>
          </p:cNvSpPr>
          <p:nvPr/>
        </p:nvSpPr>
        <p:spPr bwMode="auto">
          <a:xfrm flipV="1">
            <a:off x="5087938" y="2906713"/>
            <a:ext cx="1223962"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511" name="2 Marcador de contenido">
            <a:extLst>
              <a:ext uri="{FF2B5EF4-FFF2-40B4-BE49-F238E27FC236}">
                <a16:creationId xmlns:a16="http://schemas.microsoft.com/office/drawing/2014/main" id="{F488DE29-5065-4030-B8C0-9F59B1C7F700}"/>
              </a:ext>
            </a:extLst>
          </p:cNvPr>
          <p:cNvSpPr>
            <a:spLocks/>
          </p:cNvSpPr>
          <p:nvPr/>
        </p:nvSpPr>
        <p:spPr bwMode="auto">
          <a:xfrm>
            <a:off x="4537075" y="3429001"/>
            <a:ext cx="838200"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defRPr>
            </a:lvl1pPr>
            <a:lvl2pPr marL="520700" indent="-22860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lvl="1">
              <a:spcBef>
                <a:spcPts val="500"/>
              </a:spcBef>
              <a:buClr>
                <a:srgbClr val="F9B639"/>
              </a:buClr>
              <a:buSzPct val="80000"/>
            </a:pPr>
            <a:r>
              <a:rPr lang="es-MX" altLang="en-US" sz="2400" b="1">
                <a:solidFill>
                  <a:srgbClr val="4D4D4D"/>
                </a:solidFill>
                <a:latin typeface="Comic Sans MS" panose="030F0702030302020204" pitchFamily="66" charset="0"/>
              </a:rPr>
              <a:t>C</a:t>
            </a:r>
            <a:r>
              <a:rPr lang="es-MX" altLang="en-US" sz="2400" b="1" baseline="-30000">
                <a:solidFill>
                  <a:srgbClr val="4D4D4D"/>
                </a:solidFill>
                <a:latin typeface="Comic Sans MS" panose="030F0702030302020204" pitchFamily="66" charset="0"/>
                <a:cs typeface="Times New Roman" panose="02020603050405020304" pitchFamily="18" charset="0"/>
              </a:rPr>
              <a:t>1</a:t>
            </a:r>
            <a:r>
              <a:rPr lang="es-MX" altLang="en-US" sz="2400" b="1">
                <a:solidFill>
                  <a:srgbClr val="4D4D4D"/>
                </a:solidFill>
                <a:latin typeface="Comic Sans MS" panose="030F0702030302020204" pitchFamily="66" charset="0"/>
              </a:rPr>
              <a:t> </a:t>
            </a:r>
            <a:endParaRPr lang="es-ES" altLang="en-US" sz="2400" b="1">
              <a:solidFill>
                <a:srgbClr val="4D4D4D"/>
              </a:solidFill>
              <a:latin typeface="Comic Sans MS" panose="030F0702030302020204" pitchFamily="66" charset="0"/>
            </a:endParaRPr>
          </a:p>
        </p:txBody>
      </p:sp>
      <p:sp>
        <p:nvSpPr>
          <p:cNvPr id="21512" name="2 Marcador de contenido">
            <a:extLst>
              <a:ext uri="{FF2B5EF4-FFF2-40B4-BE49-F238E27FC236}">
                <a16:creationId xmlns:a16="http://schemas.microsoft.com/office/drawing/2014/main" id="{E8E0A7C8-B2AE-49EE-A076-E99327C35FBD}"/>
              </a:ext>
            </a:extLst>
          </p:cNvPr>
          <p:cNvSpPr>
            <a:spLocks/>
          </p:cNvSpPr>
          <p:nvPr/>
        </p:nvSpPr>
        <p:spPr bwMode="auto">
          <a:xfrm>
            <a:off x="5880100" y="3429001"/>
            <a:ext cx="838200"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defRPr>
            </a:lvl1pPr>
            <a:lvl2pPr marL="520700" indent="-22860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lvl="1">
              <a:spcBef>
                <a:spcPts val="500"/>
              </a:spcBef>
              <a:buClr>
                <a:srgbClr val="F9B639"/>
              </a:buClr>
              <a:buSzPct val="80000"/>
            </a:pPr>
            <a:r>
              <a:rPr lang="es-MX" altLang="en-US" sz="2400" b="1">
                <a:solidFill>
                  <a:srgbClr val="4D4D4D"/>
                </a:solidFill>
                <a:latin typeface="Comic Sans MS" panose="030F0702030302020204" pitchFamily="66" charset="0"/>
              </a:rPr>
              <a:t>C</a:t>
            </a:r>
            <a:r>
              <a:rPr lang="es-MX" altLang="en-US" sz="2400" b="1" baseline="-30000">
                <a:solidFill>
                  <a:srgbClr val="4D4D4D"/>
                </a:solidFill>
                <a:latin typeface="Comic Sans MS" panose="030F0702030302020204" pitchFamily="66" charset="0"/>
                <a:cs typeface="Times New Roman" panose="02020603050405020304" pitchFamily="18" charset="0"/>
              </a:rPr>
              <a:t>2</a:t>
            </a:r>
            <a:r>
              <a:rPr lang="es-MX" altLang="en-US" sz="2400" b="1">
                <a:solidFill>
                  <a:srgbClr val="4D4D4D"/>
                </a:solidFill>
                <a:latin typeface="Comic Sans MS" panose="030F0702030302020204" pitchFamily="66" charset="0"/>
              </a:rPr>
              <a:t> </a:t>
            </a:r>
            <a:endParaRPr lang="es-ES" altLang="en-US" sz="2400" b="1">
              <a:solidFill>
                <a:srgbClr val="4D4D4D"/>
              </a:solidFill>
              <a:latin typeface="Comic Sans MS" panose="030F0702030302020204" pitchFamily="66" charset="0"/>
            </a:endParaRPr>
          </a:p>
        </p:txBody>
      </p:sp>
      <p:sp>
        <p:nvSpPr>
          <p:cNvPr id="21513" name="2 Marcador de contenido">
            <a:extLst>
              <a:ext uri="{FF2B5EF4-FFF2-40B4-BE49-F238E27FC236}">
                <a16:creationId xmlns:a16="http://schemas.microsoft.com/office/drawing/2014/main" id="{3BD121AE-88F3-4175-84FA-E9901CB1816A}"/>
              </a:ext>
            </a:extLst>
          </p:cNvPr>
          <p:cNvSpPr>
            <a:spLocks/>
          </p:cNvSpPr>
          <p:nvPr/>
        </p:nvSpPr>
        <p:spPr bwMode="auto">
          <a:xfrm>
            <a:off x="3457575" y="3068638"/>
            <a:ext cx="838200"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defRPr>
            </a:lvl1pPr>
            <a:lvl2pPr marL="520700" indent="-22860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lvl="1">
              <a:spcBef>
                <a:spcPts val="500"/>
              </a:spcBef>
              <a:buClr>
                <a:srgbClr val="F9B639"/>
              </a:buClr>
              <a:buSzPct val="80000"/>
            </a:pPr>
            <a:r>
              <a:rPr lang="es-MX" altLang="en-US" sz="2400" b="1">
                <a:solidFill>
                  <a:srgbClr val="4D4D4D"/>
                </a:solidFill>
                <a:latin typeface="Comic Sans MS" panose="030F0702030302020204" pitchFamily="66" charset="0"/>
              </a:rPr>
              <a:t>V</a:t>
            </a:r>
            <a:r>
              <a:rPr lang="es-MX" altLang="en-US" sz="2400" b="1" baseline="-30000">
                <a:solidFill>
                  <a:srgbClr val="4D4D4D"/>
                </a:solidFill>
                <a:latin typeface="Comic Sans MS" panose="030F0702030302020204" pitchFamily="66" charset="0"/>
                <a:cs typeface="Times New Roman" panose="02020603050405020304" pitchFamily="18" charset="0"/>
              </a:rPr>
              <a:t>a</a:t>
            </a:r>
            <a:r>
              <a:rPr lang="es-MX" altLang="en-US" sz="2400" b="1">
                <a:solidFill>
                  <a:srgbClr val="4D4D4D"/>
                </a:solidFill>
                <a:latin typeface="Comic Sans MS" panose="030F0702030302020204" pitchFamily="66" charset="0"/>
              </a:rPr>
              <a:t> </a:t>
            </a:r>
            <a:endParaRPr lang="es-ES" altLang="en-US" sz="2400" b="1">
              <a:solidFill>
                <a:srgbClr val="4D4D4D"/>
              </a:solidFill>
              <a:latin typeface="Comic Sans MS" panose="030F0702030302020204" pitchFamily="66" charset="0"/>
            </a:endParaRPr>
          </a:p>
        </p:txBody>
      </p:sp>
      <p:sp>
        <p:nvSpPr>
          <p:cNvPr id="21514" name="2 Marcador de contenido">
            <a:extLst>
              <a:ext uri="{FF2B5EF4-FFF2-40B4-BE49-F238E27FC236}">
                <a16:creationId xmlns:a16="http://schemas.microsoft.com/office/drawing/2014/main" id="{0031144F-6C81-418A-A7B1-F1AB18364BE4}"/>
              </a:ext>
            </a:extLst>
          </p:cNvPr>
          <p:cNvSpPr>
            <a:spLocks/>
          </p:cNvSpPr>
          <p:nvPr/>
        </p:nvSpPr>
        <p:spPr bwMode="auto">
          <a:xfrm>
            <a:off x="5087938" y="3141664"/>
            <a:ext cx="1008062" cy="57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defRPr>
            </a:lvl1pPr>
            <a:lvl2pPr marL="520700" indent="-22860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lvl="1">
              <a:spcBef>
                <a:spcPts val="500"/>
              </a:spcBef>
              <a:buClr>
                <a:srgbClr val="F9B639"/>
              </a:buClr>
              <a:buSzPct val="80000"/>
            </a:pPr>
            <a:r>
              <a:rPr lang="es-MX" altLang="en-US" sz="2400" b="1">
                <a:solidFill>
                  <a:srgbClr val="4D4D4D"/>
                </a:solidFill>
                <a:latin typeface="Comic Sans MS" panose="030F0702030302020204" pitchFamily="66" charset="0"/>
              </a:rPr>
              <a:t>V</a:t>
            </a:r>
            <a:r>
              <a:rPr lang="es-MX" altLang="en-US" sz="2400" b="1" baseline="-30000">
                <a:solidFill>
                  <a:srgbClr val="4D4D4D"/>
                </a:solidFill>
                <a:latin typeface="Comic Sans MS" panose="030F0702030302020204" pitchFamily="66" charset="0"/>
                <a:cs typeface="Times New Roman" panose="02020603050405020304" pitchFamily="18" charset="0"/>
              </a:rPr>
              <a:t>m</a:t>
            </a:r>
            <a:r>
              <a:rPr lang="es-MX" altLang="en-US" sz="2400" b="1">
                <a:solidFill>
                  <a:srgbClr val="4D4D4D"/>
                </a:solidFill>
                <a:latin typeface="Comic Sans MS" panose="030F0702030302020204" pitchFamily="66" charset="0"/>
              </a:rPr>
              <a:t> </a:t>
            </a:r>
            <a:endParaRPr lang="es-ES" altLang="en-US" sz="2400" b="1">
              <a:solidFill>
                <a:srgbClr val="4D4D4D"/>
              </a:solidFill>
              <a:latin typeface="Comic Sans MS" panose="030F0702030302020204" pitchFamily="66" charset="0"/>
            </a:endParaRPr>
          </a:p>
        </p:txBody>
      </p:sp>
      <p:sp>
        <p:nvSpPr>
          <p:cNvPr id="21515" name="2 Marcador de contenido">
            <a:extLst>
              <a:ext uri="{FF2B5EF4-FFF2-40B4-BE49-F238E27FC236}">
                <a16:creationId xmlns:a16="http://schemas.microsoft.com/office/drawing/2014/main" id="{8E46BF9E-093F-4160-9943-D58DF336F81F}"/>
              </a:ext>
            </a:extLst>
          </p:cNvPr>
          <p:cNvSpPr>
            <a:spLocks/>
          </p:cNvSpPr>
          <p:nvPr/>
        </p:nvSpPr>
        <p:spPr bwMode="auto">
          <a:xfrm>
            <a:off x="6888163" y="3068638"/>
            <a:ext cx="838200"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defRPr>
            </a:lvl1pPr>
            <a:lvl2pPr marL="520700" indent="-22860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lvl="1">
              <a:spcBef>
                <a:spcPts val="500"/>
              </a:spcBef>
              <a:buClr>
                <a:srgbClr val="F9B639"/>
              </a:buClr>
              <a:buSzPct val="80000"/>
            </a:pPr>
            <a:r>
              <a:rPr lang="es-MX" altLang="en-US" sz="2400" b="1">
                <a:solidFill>
                  <a:srgbClr val="4D4D4D"/>
                </a:solidFill>
                <a:latin typeface="Comic Sans MS" panose="030F0702030302020204" pitchFamily="66" charset="0"/>
              </a:rPr>
              <a:t>V</a:t>
            </a:r>
            <a:r>
              <a:rPr lang="es-MX" altLang="en-US" sz="2400" b="1" baseline="-30000">
                <a:solidFill>
                  <a:srgbClr val="4D4D4D"/>
                </a:solidFill>
                <a:latin typeface="Comic Sans MS" panose="030F0702030302020204" pitchFamily="66" charset="0"/>
                <a:cs typeface="Times New Roman" panose="02020603050405020304" pitchFamily="18" charset="0"/>
              </a:rPr>
              <a:t>b</a:t>
            </a:r>
            <a:r>
              <a:rPr lang="es-MX" altLang="en-US" sz="2400" b="1">
                <a:solidFill>
                  <a:srgbClr val="4D4D4D"/>
                </a:solidFill>
                <a:latin typeface="Comic Sans MS" panose="030F0702030302020204" pitchFamily="66" charset="0"/>
              </a:rPr>
              <a:t> </a:t>
            </a:r>
            <a:endParaRPr lang="es-ES" altLang="en-US" sz="2400" b="1">
              <a:solidFill>
                <a:srgbClr val="4D4D4D"/>
              </a:solidFill>
              <a:latin typeface="Comic Sans MS" panose="030F0702030302020204" pitchFamily="66" charset="0"/>
            </a:endParaRPr>
          </a:p>
        </p:txBody>
      </p:sp>
      <p:sp>
        <p:nvSpPr>
          <p:cNvPr id="37" name="36 Elipse">
            <a:extLst>
              <a:ext uri="{FF2B5EF4-FFF2-40B4-BE49-F238E27FC236}">
                <a16:creationId xmlns:a16="http://schemas.microsoft.com/office/drawing/2014/main" id="{125CEEBB-38EC-4E49-B18E-E89F344FDC54}"/>
              </a:ext>
            </a:extLst>
          </p:cNvPr>
          <p:cNvSpPr/>
          <p:nvPr/>
        </p:nvSpPr>
        <p:spPr>
          <a:xfrm flipH="1">
            <a:off x="5591175" y="2852738"/>
            <a:ext cx="109538" cy="10795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MX"/>
          </a:p>
        </p:txBody>
      </p:sp>
      <p:sp>
        <p:nvSpPr>
          <p:cNvPr id="38" name="37 Elipse">
            <a:extLst>
              <a:ext uri="{FF2B5EF4-FFF2-40B4-BE49-F238E27FC236}">
                <a16:creationId xmlns:a16="http://schemas.microsoft.com/office/drawing/2014/main" id="{66E28C0D-5558-42ED-BE5B-C94446EFFC27}"/>
              </a:ext>
            </a:extLst>
          </p:cNvPr>
          <p:cNvSpPr/>
          <p:nvPr/>
        </p:nvSpPr>
        <p:spPr>
          <a:xfrm flipH="1">
            <a:off x="3863975" y="2852738"/>
            <a:ext cx="107950" cy="10795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MX"/>
          </a:p>
        </p:txBody>
      </p:sp>
      <p:sp>
        <p:nvSpPr>
          <p:cNvPr id="39" name="38 Elipse">
            <a:extLst>
              <a:ext uri="{FF2B5EF4-FFF2-40B4-BE49-F238E27FC236}">
                <a16:creationId xmlns:a16="http://schemas.microsoft.com/office/drawing/2014/main" id="{71312010-3E3C-4A79-831D-B8B524EE4BDF}"/>
              </a:ext>
            </a:extLst>
          </p:cNvPr>
          <p:cNvSpPr/>
          <p:nvPr/>
        </p:nvSpPr>
        <p:spPr>
          <a:xfrm flipH="1">
            <a:off x="7356475" y="2852738"/>
            <a:ext cx="107950" cy="10795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MX"/>
          </a:p>
        </p:txBody>
      </p:sp>
      <p:sp>
        <p:nvSpPr>
          <p:cNvPr id="21519" name="2 Marcador de contenido">
            <a:extLst>
              <a:ext uri="{FF2B5EF4-FFF2-40B4-BE49-F238E27FC236}">
                <a16:creationId xmlns:a16="http://schemas.microsoft.com/office/drawing/2014/main" id="{AB73648C-C27C-484A-B62E-C8D88106E7F6}"/>
              </a:ext>
            </a:extLst>
          </p:cNvPr>
          <p:cNvSpPr>
            <a:spLocks/>
          </p:cNvSpPr>
          <p:nvPr/>
        </p:nvSpPr>
        <p:spPr bwMode="auto">
          <a:xfrm>
            <a:off x="3503613" y="2420938"/>
            <a:ext cx="838200"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defRPr>
            </a:lvl1pPr>
            <a:lvl2pPr marL="520700" indent="-22860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lvl="1">
              <a:spcBef>
                <a:spcPts val="500"/>
              </a:spcBef>
              <a:buClr>
                <a:srgbClr val="F9B639"/>
              </a:buClr>
              <a:buSzPct val="80000"/>
            </a:pPr>
            <a:r>
              <a:rPr lang="es-MX" altLang="en-US" sz="2400" b="1">
                <a:solidFill>
                  <a:srgbClr val="4D4D4D"/>
                </a:solidFill>
                <a:latin typeface="Comic Sans MS" panose="030F0702030302020204" pitchFamily="66" charset="0"/>
              </a:rPr>
              <a:t>a </a:t>
            </a:r>
            <a:endParaRPr lang="es-ES" altLang="en-US" sz="2400" b="1">
              <a:solidFill>
                <a:srgbClr val="4D4D4D"/>
              </a:solidFill>
              <a:latin typeface="Comic Sans MS" panose="030F0702030302020204" pitchFamily="66" charset="0"/>
            </a:endParaRPr>
          </a:p>
        </p:txBody>
      </p:sp>
      <p:sp>
        <p:nvSpPr>
          <p:cNvPr id="21520" name="2 Marcador de contenido">
            <a:extLst>
              <a:ext uri="{FF2B5EF4-FFF2-40B4-BE49-F238E27FC236}">
                <a16:creationId xmlns:a16="http://schemas.microsoft.com/office/drawing/2014/main" id="{CDE3A811-230E-45B1-BCAA-0FEBF1D9E405}"/>
              </a:ext>
            </a:extLst>
          </p:cNvPr>
          <p:cNvSpPr>
            <a:spLocks/>
          </p:cNvSpPr>
          <p:nvPr/>
        </p:nvSpPr>
        <p:spPr bwMode="auto">
          <a:xfrm>
            <a:off x="6816725" y="2420938"/>
            <a:ext cx="838200"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defRPr>
            </a:lvl1pPr>
            <a:lvl2pPr marL="520700" indent="-22860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lvl="1">
              <a:spcBef>
                <a:spcPts val="500"/>
              </a:spcBef>
              <a:buClr>
                <a:srgbClr val="F9B639"/>
              </a:buClr>
              <a:buSzPct val="80000"/>
            </a:pPr>
            <a:r>
              <a:rPr lang="es-MX" altLang="en-US" sz="2400" b="1">
                <a:solidFill>
                  <a:srgbClr val="4D4D4D"/>
                </a:solidFill>
                <a:latin typeface="Comic Sans MS" panose="030F0702030302020204" pitchFamily="66" charset="0"/>
              </a:rPr>
              <a:t>b </a:t>
            </a:r>
            <a:endParaRPr lang="es-ES" altLang="en-US" sz="2400" b="1">
              <a:solidFill>
                <a:srgbClr val="4D4D4D"/>
              </a:solidFill>
              <a:latin typeface="Comic Sans MS" panose="030F0702030302020204" pitchFamily="66" charset="0"/>
            </a:endParaRPr>
          </a:p>
        </p:txBody>
      </p:sp>
      <p:grpSp>
        <p:nvGrpSpPr>
          <p:cNvPr id="21521" name="1 Grupo">
            <a:extLst>
              <a:ext uri="{FF2B5EF4-FFF2-40B4-BE49-F238E27FC236}">
                <a16:creationId xmlns:a16="http://schemas.microsoft.com/office/drawing/2014/main" id="{100A2873-69F7-4CE8-9BAB-529F356376A6}"/>
              </a:ext>
            </a:extLst>
          </p:cNvPr>
          <p:cNvGrpSpPr>
            <a:grpSpLocks/>
          </p:cNvGrpSpPr>
          <p:nvPr/>
        </p:nvGrpSpPr>
        <p:grpSpPr bwMode="auto">
          <a:xfrm rot="5400000">
            <a:off x="6117432" y="2866232"/>
            <a:ext cx="541337" cy="152400"/>
            <a:chOff x="5399608" y="3212976"/>
            <a:chExt cx="540544" cy="152400"/>
          </a:xfrm>
        </p:grpSpPr>
        <p:cxnSp>
          <p:nvCxnSpPr>
            <p:cNvPr id="27" name="26 Conector recto">
              <a:extLst>
                <a:ext uri="{FF2B5EF4-FFF2-40B4-BE49-F238E27FC236}">
                  <a16:creationId xmlns:a16="http://schemas.microsoft.com/office/drawing/2014/main" id="{2B690DC0-55D6-4A93-8922-714BC5904AFD}"/>
                </a:ext>
              </a:extLst>
            </p:cNvPr>
            <p:cNvCxnSpPr/>
            <p:nvPr/>
          </p:nvCxnSpPr>
          <p:spPr>
            <a:xfrm>
              <a:off x="5399608" y="3212976"/>
              <a:ext cx="540544"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27 Conector recto">
              <a:extLst>
                <a:ext uri="{FF2B5EF4-FFF2-40B4-BE49-F238E27FC236}">
                  <a16:creationId xmlns:a16="http://schemas.microsoft.com/office/drawing/2014/main" id="{89CF8473-59CA-4F25-98E4-65A264E9485A}"/>
                </a:ext>
              </a:extLst>
            </p:cNvPr>
            <p:cNvCxnSpPr/>
            <p:nvPr/>
          </p:nvCxnSpPr>
          <p:spPr>
            <a:xfrm>
              <a:off x="5399608" y="3365376"/>
              <a:ext cx="540544"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1522" name="28 Grupo">
            <a:extLst>
              <a:ext uri="{FF2B5EF4-FFF2-40B4-BE49-F238E27FC236}">
                <a16:creationId xmlns:a16="http://schemas.microsoft.com/office/drawing/2014/main" id="{E625BCD5-725E-4E74-AB92-84D70555CD46}"/>
              </a:ext>
            </a:extLst>
          </p:cNvPr>
          <p:cNvGrpSpPr>
            <a:grpSpLocks/>
          </p:cNvGrpSpPr>
          <p:nvPr/>
        </p:nvGrpSpPr>
        <p:grpSpPr bwMode="auto">
          <a:xfrm rot="5400000">
            <a:off x="4741070" y="2866232"/>
            <a:ext cx="541337" cy="152400"/>
            <a:chOff x="5399608" y="3212976"/>
            <a:chExt cx="540544" cy="152400"/>
          </a:xfrm>
        </p:grpSpPr>
        <p:cxnSp>
          <p:nvCxnSpPr>
            <p:cNvPr id="35" name="34 Conector recto">
              <a:extLst>
                <a:ext uri="{FF2B5EF4-FFF2-40B4-BE49-F238E27FC236}">
                  <a16:creationId xmlns:a16="http://schemas.microsoft.com/office/drawing/2014/main" id="{AF4A3E46-05EA-4C16-994A-6E6095A0A6DB}"/>
                </a:ext>
              </a:extLst>
            </p:cNvPr>
            <p:cNvCxnSpPr/>
            <p:nvPr/>
          </p:nvCxnSpPr>
          <p:spPr>
            <a:xfrm>
              <a:off x="5399608" y="3212976"/>
              <a:ext cx="540544"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35 Conector recto">
              <a:extLst>
                <a:ext uri="{FF2B5EF4-FFF2-40B4-BE49-F238E27FC236}">
                  <a16:creationId xmlns:a16="http://schemas.microsoft.com/office/drawing/2014/main" id="{E0D60BAA-DFE0-4AA1-90A7-32B863D81342}"/>
                </a:ext>
              </a:extLst>
            </p:cNvPr>
            <p:cNvCxnSpPr/>
            <p:nvPr/>
          </p:nvCxnSpPr>
          <p:spPr>
            <a:xfrm>
              <a:off x="5399608" y="3365376"/>
              <a:ext cx="540544"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1523" name="2 Marcador de contenido">
            <a:extLst>
              <a:ext uri="{FF2B5EF4-FFF2-40B4-BE49-F238E27FC236}">
                <a16:creationId xmlns:a16="http://schemas.microsoft.com/office/drawing/2014/main" id="{88BFA95E-063E-4B41-9370-BB1D3F756872}"/>
              </a:ext>
            </a:extLst>
          </p:cNvPr>
          <p:cNvSpPr>
            <a:spLocks/>
          </p:cNvSpPr>
          <p:nvPr/>
        </p:nvSpPr>
        <p:spPr bwMode="auto">
          <a:xfrm>
            <a:off x="3863975" y="4221163"/>
            <a:ext cx="1785938"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defRPr>
            </a:lvl1pPr>
            <a:lvl2pPr marL="520700" indent="-22860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lvl="1">
              <a:spcBef>
                <a:spcPts val="500"/>
              </a:spcBef>
              <a:buClr>
                <a:srgbClr val="F9B639"/>
              </a:buClr>
              <a:buSzPct val="80000"/>
            </a:pPr>
            <a:r>
              <a:rPr lang="es-MX" altLang="en-US" sz="2400" b="1">
                <a:solidFill>
                  <a:srgbClr val="4D4D4D"/>
                </a:solidFill>
                <a:latin typeface="Comic Sans MS" panose="030F0702030302020204" pitchFamily="66" charset="0"/>
              </a:rPr>
              <a:t>V</a:t>
            </a:r>
            <a:r>
              <a:rPr lang="es-MX" altLang="en-US" sz="2800" b="1" baseline="-30000">
                <a:solidFill>
                  <a:srgbClr val="4D4D4D"/>
                </a:solidFill>
                <a:latin typeface="Comic Sans MS" panose="030F0702030302020204" pitchFamily="66" charset="0"/>
                <a:cs typeface="Times New Roman" panose="02020603050405020304" pitchFamily="18" charset="0"/>
              </a:rPr>
              <a:t>1</a:t>
            </a:r>
            <a:r>
              <a:rPr lang="es-ES" altLang="en-US" sz="2600" b="1">
                <a:solidFill>
                  <a:srgbClr val="4D4D4D"/>
                </a:solidFill>
                <a:latin typeface="Symbol" panose="05050102010706020507" pitchFamily="18" charset="2"/>
              </a:rPr>
              <a:t> </a:t>
            </a:r>
            <a:r>
              <a:rPr lang="es-MX" altLang="en-US" sz="2400" b="1">
                <a:solidFill>
                  <a:srgbClr val="4D4D4D"/>
                </a:solidFill>
                <a:latin typeface="Comic Sans MS" panose="030F0702030302020204" pitchFamily="66" charset="0"/>
              </a:rPr>
              <a:t>=</a:t>
            </a:r>
            <a:endParaRPr lang="es-ES" altLang="en-US" sz="2400" b="1">
              <a:solidFill>
                <a:srgbClr val="4D4D4D"/>
              </a:solidFill>
              <a:latin typeface="Comic Sans MS" panose="030F0702030302020204" pitchFamily="66" charset="0"/>
            </a:endParaRPr>
          </a:p>
        </p:txBody>
      </p:sp>
      <p:sp>
        <p:nvSpPr>
          <p:cNvPr id="21524" name="2 Marcador de contenido">
            <a:extLst>
              <a:ext uri="{FF2B5EF4-FFF2-40B4-BE49-F238E27FC236}">
                <a16:creationId xmlns:a16="http://schemas.microsoft.com/office/drawing/2014/main" id="{7BC5491B-C514-4F8E-8462-6A98090FEB70}"/>
              </a:ext>
            </a:extLst>
          </p:cNvPr>
          <p:cNvSpPr>
            <a:spLocks/>
          </p:cNvSpPr>
          <p:nvPr/>
        </p:nvSpPr>
        <p:spPr bwMode="auto">
          <a:xfrm>
            <a:off x="4799014" y="4076701"/>
            <a:ext cx="936625"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ts val="600"/>
              </a:spcBef>
              <a:buClr>
                <a:schemeClr val="tx2"/>
              </a:buClr>
              <a:buSzPct val="73000"/>
            </a:pPr>
            <a:r>
              <a:rPr lang="es-MX" altLang="en-US" sz="2600" b="1">
                <a:solidFill>
                  <a:srgbClr val="4D4D4D"/>
                </a:solidFill>
                <a:latin typeface="Comic Sans MS" panose="030F0702030302020204" pitchFamily="66" charset="0"/>
              </a:rPr>
              <a:t> Q</a:t>
            </a:r>
            <a:r>
              <a:rPr lang="es-MX" altLang="en-US" sz="2400" b="1">
                <a:solidFill>
                  <a:srgbClr val="4D4D4D"/>
                </a:solidFill>
                <a:latin typeface="Comic Sans MS" panose="030F0702030302020204" pitchFamily="66" charset="0"/>
              </a:rPr>
              <a:t> </a:t>
            </a:r>
          </a:p>
        </p:txBody>
      </p:sp>
      <p:cxnSp>
        <p:nvCxnSpPr>
          <p:cNvPr id="49" name="38 Conector recto">
            <a:extLst>
              <a:ext uri="{FF2B5EF4-FFF2-40B4-BE49-F238E27FC236}">
                <a16:creationId xmlns:a16="http://schemas.microsoft.com/office/drawing/2014/main" id="{710E8475-8EF9-42B1-AB2F-F9D2EF86D704}"/>
              </a:ext>
            </a:extLst>
          </p:cNvPr>
          <p:cNvCxnSpPr/>
          <p:nvPr/>
        </p:nvCxnSpPr>
        <p:spPr bwMode="auto">
          <a:xfrm>
            <a:off x="4962525" y="4508500"/>
            <a:ext cx="431800" cy="1588"/>
          </a:xfrm>
          <a:prstGeom prst="line">
            <a:avLst/>
          </a:prstGeom>
        </p:spPr>
        <p:style>
          <a:lnRef idx="1">
            <a:schemeClr val="accent1"/>
          </a:lnRef>
          <a:fillRef idx="0">
            <a:schemeClr val="accent1"/>
          </a:fillRef>
          <a:effectRef idx="0">
            <a:schemeClr val="accent1"/>
          </a:effectRef>
          <a:fontRef idx="minor">
            <a:schemeClr val="tx1"/>
          </a:fontRef>
        </p:style>
      </p:cxnSp>
      <p:sp>
        <p:nvSpPr>
          <p:cNvPr id="21526" name="2 Marcador de contenido">
            <a:extLst>
              <a:ext uri="{FF2B5EF4-FFF2-40B4-BE49-F238E27FC236}">
                <a16:creationId xmlns:a16="http://schemas.microsoft.com/office/drawing/2014/main" id="{F2A4BEB1-B9A4-44A0-9BE3-F05DA821AE8B}"/>
              </a:ext>
            </a:extLst>
          </p:cNvPr>
          <p:cNvSpPr>
            <a:spLocks/>
          </p:cNvSpPr>
          <p:nvPr/>
        </p:nvSpPr>
        <p:spPr bwMode="auto">
          <a:xfrm>
            <a:off x="4999038" y="4506914"/>
            <a:ext cx="520700"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ts val="600"/>
              </a:spcBef>
              <a:buClr>
                <a:schemeClr val="tx2"/>
              </a:buClr>
              <a:buSzPct val="73000"/>
            </a:pPr>
            <a:r>
              <a:rPr lang="es-MX" altLang="en-US" sz="2600" b="1">
                <a:solidFill>
                  <a:srgbClr val="4D4D4D"/>
                </a:solidFill>
                <a:latin typeface="Comic Sans MS" panose="030F0702030302020204" pitchFamily="66" charset="0"/>
              </a:rPr>
              <a:t>C</a:t>
            </a:r>
            <a:r>
              <a:rPr lang="es-MX" altLang="en-US" sz="2400" b="1" baseline="-30000">
                <a:solidFill>
                  <a:srgbClr val="4D4D4D"/>
                </a:solidFill>
                <a:latin typeface="Comic Sans MS" panose="030F0702030302020204" pitchFamily="66" charset="0"/>
                <a:cs typeface="Times New Roman" panose="02020603050405020304" pitchFamily="18" charset="0"/>
              </a:rPr>
              <a:t>1</a:t>
            </a:r>
            <a:endParaRPr lang="es-MX" altLang="en-US" sz="2600" b="1">
              <a:solidFill>
                <a:srgbClr val="4D4D4D"/>
              </a:solidFill>
              <a:latin typeface="Comic Sans MS" panose="030F0702030302020204" pitchFamily="66" charset="0"/>
            </a:endParaRPr>
          </a:p>
        </p:txBody>
      </p:sp>
      <p:sp>
        <p:nvSpPr>
          <p:cNvPr id="21527" name="2 Marcador de contenido">
            <a:extLst>
              <a:ext uri="{FF2B5EF4-FFF2-40B4-BE49-F238E27FC236}">
                <a16:creationId xmlns:a16="http://schemas.microsoft.com/office/drawing/2014/main" id="{177B20DC-548B-482D-8D02-B2FD6FDE39EB}"/>
              </a:ext>
            </a:extLst>
          </p:cNvPr>
          <p:cNvSpPr>
            <a:spLocks/>
          </p:cNvSpPr>
          <p:nvPr/>
        </p:nvSpPr>
        <p:spPr bwMode="auto">
          <a:xfrm>
            <a:off x="5664200" y="4221163"/>
            <a:ext cx="1785938"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defRPr>
            </a:lvl1pPr>
            <a:lvl2pPr marL="520700" indent="-22860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lvl="1">
              <a:spcBef>
                <a:spcPts val="500"/>
              </a:spcBef>
              <a:buClr>
                <a:srgbClr val="F9B639"/>
              </a:buClr>
              <a:buSzPct val="80000"/>
            </a:pPr>
            <a:r>
              <a:rPr lang="es-MX" altLang="en-US" sz="2400" b="1">
                <a:solidFill>
                  <a:srgbClr val="4D4D4D"/>
                </a:solidFill>
                <a:latin typeface="Comic Sans MS" panose="030F0702030302020204" pitchFamily="66" charset="0"/>
              </a:rPr>
              <a:t>V</a:t>
            </a:r>
            <a:r>
              <a:rPr lang="es-MX" altLang="en-US" sz="2800" b="1" baseline="-30000">
                <a:solidFill>
                  <a:srgbClr val="4D4D4D"/>
                </a:solidFill>
                <a:latin typeface="Comic Sans MS" panose="030F0702030302020204" pitchFamily="66" charset="0"/>
                <a:cs typeface="Times New Roman" panose="02020603050405020304" pitchFamily="18" charset="0"/>
              </a:rPr>
              <a:t>2</a:t>
            </a:r>
            <a:r>
              <a:rPr lang="es-ES" altLang="en-US" sz="2600" b="1">
                <a:solidFill>
                  <a:srgbClr val="4D4D4D"/>
                </a:solidFill>
                <a:latin typeface="Symbol" panose="05050102010706020507" pitchFamily="18" charset="2"/>
              </a:rPr>
              <a:t> </a:t>
            </a:r>
            <a:r>
              <a:rPr lang="es-MX" altLang="en-US" sz="2400" b="1">
                <a:solidFill>
                  <a:srgbClr val="4D4D4D"/>
                </a:solidFill>
                <a:latin typeface="Comic Sans MS" panose="030F0702030302020204" pitchFamily="66" charset="0"/>
              </a:rPr>
              <a:t>=</a:t>
            </a:r>
            <a:endParaRPr lang="es-ES" altLang="en-US" sz="2400" b="1">
              <a:solidFill>
                <a:srgbClr val="4D4D4D"/>
              </a:solidFill>
              <a:latin typeface="Comic Sans MS" panose="030F0702030302020204" pitchFamily="66" charset="0"/>
            </a:endParaRPr>
          </a:p>
        </p:txBody>
      </p:sp>
      <p:sp>
        <p:nvSpPr>
          <p:cNvPr id="21528" name="2 Marcador de contenido">
            <a:extLst>
              <a:ext uri="{FF2B5EF4-FFF2-40B4-BE49-F238E27FC236}">
                <a16:creationId xmlns:a16="http://schemas.microsoft.com/office/drawing/2014/main" id="{B0F5B2D9-E1FB-48AA-9B60-77C01E700119}"/>
              </a:ext>
            </a:extLst>
          </p:cNvPr>
          <p:cNvSpPr>
            <a:spLocks/>
          </p:cNvSpPr>
          <p:nvPr/>
        </p:nvSpPr>
        <p:spPr bwMode="auto">
          <a:xfrm>
            <a:off x="6599239" y="4078288"/>
            <a:ext cx="936625"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ts val="600"/>
              </a:spcBef>
              <a:buClr>
                <a:schemeClr val="tx2"/>
              </a:buClr>
              <a:buSzPct val="73000"/>
            </a:pPr>
            <a:r>
              <a:rPr lang="es-MX" altLang="en-US" sz="2600" b="1">
                <a:solidFill>
                  <a:srgbClr val="4D4D4D"/>
                </a:solidFill>
                <a:latin typeface="Comic Sans MS" panose="030F0702030302020204" pitchFamily="66" charset="0"/>
              </a:rPr>
              <a:t> Q</a:t>
            </a:r>
            <a:r>
              <a:rPr lang="es-MX" altLang="en-US" sz="2400" b="1">
                <a:solidFill>
                  <a:srgbClr val="4D4D4D"/>
                </a:solidFill>
                <a:latin typeface="Comic Sans MS" panose="030F0702030302020204" pitchFamily="66" charset="0"/>
              </a:rPr>
              <a:t> </a:t>
            </a:r>
          </a:p>
        </p:txBody>
      </p:sp>
      <p:cxnSp>
        <p:nvCxnSpPr>
          <p:cNvPr id="59" name="38 Conector recto">
            <a:extLst>
              <a:ext uri="{FF2B5EF4-FFF2-40B4-BE49-F238E27FC236}">
                <a16:creationId xmlns:a16="http://schemas.microsoft.com/office/drawing/2014/main" id="{365B4653-C19A-4C2D-930E-2A4C204F09C1}"/>
              </a:ext>
            </a:extLst>
          </p:cNvPr>
          <p:cNvCxnSpPr/>
          <p:nvPr/>
        </p:nvCxnSpPr>
        <p:spPr bwMode="auto">
          <a:xfrm>
            <a:off x="6762750" y="4510089"/>
            <a:ext cx="431800" cy="1587"/>
          </a:xfrm>
          <a:prstGeom prst="line">
            <a:avLst/>
          </a:prstGeom>
        </p:spPr>
        <p:style>
          <a:lnRef idx="1">
            <a:schemeClr val="accent1"/>
          </a:lnRef>
          <a:fillRef idx="0">
            <a:schemeClr val="accent1"/>
          </a:fillRef>
          <a:effectRef idx="0">
            <a:schemeClr val="accent1"/>
          </a:effectRef>
          <a:fontRef idx="minor">
            <a:schemeClr val="tx1"/>
          </a:fontRef>
        </p:style>
      </p:cxnSp>
      <p:sp>
        <p:nvSpPr>
          <p:cNvPr id="21530" name="2 Marcador de contenido">
            <a:extLst>
              <a:ext uri="{FF2B5EF4-FFF2-40B4-BE49-F238E27FC236}">
                <a16:creationId xmlns:a16="http://schemas.microsoft.com/office/drawing/2014/main" id="{D0666140-DE1A-4D65-B77F-C63D404472AF}"/>
              </a:ext>
            </a:extLst>
          </p:cNvPr>
          <p:cNvSpPr>
            <a:spLocks/>
          </p:cNvSpPr>
          <p:nvPr/>
        </p:nvSpPr>
        <p:spPr bwMode="auto">
          <a:xfrm>
            <a:off x="6799263" y="4508501"/>
            <a:ext cx="520700"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ts val="600"/>
              </a:spcBef>
              <a:buClr>
                <a:schemeClr val="tx2"/>
              </a:buClr>
              <a:buSzPct val="73000"/>
            </a:pPr>
            <a:r>
              <a:rPr lang="es-MX" altLang="en-US" sz="2600" b="1">
                <a:solidFill>
                  <a:srgbClr val="4D4D4D"/>
                </a:solidFill>
                <a:latin typeface="Comic Sans MS" panose="030F0702030302020204" pitchFamily="66" charset="0"/>
              </a:rPr>
              <a:t>C</a:t>
            </a:r>
            <a:r>
              <a:rPr lang="es-MX" altLang="en-US" sz="2400" b="1" baseline="-30000">
                <a:solidFill>
                  <a:srgbClr val="4D4D4D"/>
                </a:solidFill>
                <a:latin typeface="Comic Sans MS" panose="030F0702030302020204" pitchFamily="66" charset="0"/>
                <a:cs typeface="Times New Roman" panose="02020603050405020304" pitchFamily="18" charset="0"/>
              </a:rPr>
              <a:t>2</a:t>
            </a:r>
            <a:endParaRPr lang="es-MX" altLang="en-US" sz="2600" b="1">
              <a:solidFill>
                <a:srgbClr val="4D4D4D"/>
              </a:solidFill>
              <a:latin typeface="Comic Sans MS" panose="030F0702030302020204" pitchFamily="66" charset="0"/>
            </a:endParaRPr>
          </a:p>
        </p:txBody>
      </p:sp>
      <p:sp>
        <p:nvSpPr>
          <p:cNvPr id="21531" name="2 Marcador de contenido">
            <a:extLst>
              <a:ext uri="{FF2B5EF4-FFF2-40B4-BE49-F238E27FC236}">
                <a16:creationId xmlns:a16="http://schemas.microsoft.com/office/drawing/2014/main" id="{17B4F723-FD05-4D85-9FB1-FC98361B272B}"/>
              </a:ext>
            </a:extLst>
          </p:cNvPr>
          <p:cNvSpPr>
            <a:spLocks/>
          </p:cNvSpPr>
          <p:nvPr/>
        </p:nvSpPr>
        <p:spPr bwMode="auto">
          <a:xfrm>
            <a:off x="2640014" y="5373689"/>
            <a:ext cx="6264275" cy="649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defRPr>
            </a:lvl1pPr>
            <a:lvl2pPr marL="520700" indent="-22860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lvl="1">
              <a:spcBef>
                <a:spcPts val="500"/>
              </a:spcBef>
              <a:buClr>
                <a:srgbClr val="F9B639"/>
              </a:buClr>
              <a:buSzPct val="80000"/>
            </a:pPr>
            <a:r>
              <a:rPr lang="es-MX" altLang="en-US" sz="2400" b="1">
                <a:solidFill>
                  <a:srgbClr val="4D4D4D"/>
                </a:solidFill>
                <a:latin typeface="Comic Sans MS" panose="030F0702030302020204" pitchFamily="66" charset="0"/>
              </a:rPr>
              <a:t>V= </a:t>
            </a:r>
            <a:r>
              <a:rPr lang="es-ES" altLang="en-US" sz="2600" b="1">
                <a:solidFill>
                  <a:srgbClr val="4D4D4D"/>
                </a:solidFill>
                <a:latin typeface="Symbol" panose="05050102010706020507" pitchFamily="18" charset="2"/>
              </a:rPr>
              <a:t>D</a:t>
            </a:r>
            <a:r>
              <a:rPr lang="es-ES" altLang="en-US" sz="2600" b="1">
                <a:solidFill>
                  <a:srgbClr val="4D4D4D"/>
                </a:solidFill>
                <a:latin typeface="Comic Sans MS" panose="030F0702030302020204" pitchFamily="66" charset="0"/>
              </a:rPr>
              <a:t>V</a:t>
            </a:r>
            <a:r>
              <a:rPr lang="es-MX" altLang="en-US" sz="2400" b="1">
                <a:solidFill>
                  <a:srgbClr val="4D4D4D"/>
                </a:solidFill>
                <a:latin typeface="Comic Sans MS" panose="030F0702030302020204" pitchFamily="66" charset="0"/>
              </a:rPr>
              <a:t> = V</a:t>
            </a:r>
            <a:r>
              <a:rPr lang="es-MX" altLang="en-US" sz="2300" b="1" baseline="-30000">
                <a:solidFill>
                  <a:srgbClr val="4D4D4D"/>
                </a:solidFill>
                <a:latin typeface="Comic Sans MS" panose="030F0702030302020204" pitchFamily="66" charset="0"/>
                <a:cs typeface="Times New Roman" panose="02020603050405020304" pitchFamily="18" charset="0"/>
              </a:rPr>
              <a:t>a</a:t>
            </a:r>
            <a:r>
              <a:rPr lang="es-MX" altLang="en-US" sz="2400" b="1" baseline="-30000">
                <a:solidFill>
                  <a:srgbClr val="4D4D4D"/>
                </a:solidFill>
                <a:latin typeface="Comic Sans MS" panose="030F0702030302020204" pitchFamily="66" charset="0"/>
                <a:cs typeface="Times New Roman" panose="02020603050405020304" pitchFamily="18" charset="0"/>
              </a:rPr>
              <a:t> </a:t>
            </a:r>
            <a:r>
              <a:rPr lang="es-MX" altLang="en-US" sz="2400" b="1">
                <a:solidFill>
                  <a:srgbClr val="4D4D4D"/>
                </a:solidFill>
                <a:latin typeface="Comic Sans MS" panose="030F0702030302020204" pitchFamily="66" charset="0"/>
              </a:rPr>
              <a:t>- V</a:t>
            </a:r>
            <a:r>
              <a:rPr lang="es-MX" altLang="en-US" sz="2300" b="1" baseline="-30000">
                <a:solidFill>
                  <a:srgbClr val="4D4D4D"/>
                </a:solidFill>
                <a:latin typeface="Comic Sans MS" panose="030F0702030302020204" pitchFamily="66" charset="0"/>
                <a:cs typeface="Times New Roman" panose="02020603050405020304" pitchFamily="18" charset="0"/>
              </a:rPr>
              <a:t>b</a:t>
            </a:r>
            <a:r>
              <a:rPr lang="es-MX" altLang="en-US" sz="2400" b="1">
                <a:solidFill>
                  <a:srgbClr val="4D4D4D"/>
                </a:solidFill>
                <a:latin typeface="Comic Sans MS" panose="030F0702030302020204" pitchFamily="66" charset="0"/>
              </a:rPr>
              <a:t> = V</a:t>
            </a:r>
            <a:r>
              <a:rPr lang="es-MX" altLang="en-US" sz="2300" b="1" baseline="-30000">
                <a:solidFill>
                  <a:srgbClr val="4D4D4D"/>
                </a:solidFill>
                <a:latin typeface="Comic Sans MS" panose="030F0702030302020204" pitchFamily="66" charset="0"/>
                <a:cs typeface="Times New Roman" panose="02020603050405020304" pitchFamily="18" charset="0"/>
              </a:rPr>
              <a:t>1</a:t>
            </a:r>
            <a:r>
              <a:rPr lang="es-MX" altLang="en-US" sz="2400" b="1" baseline="-30000">
                <a:solidFill>
                  <a:srgbClr val="4D4D4D"/>
                </a:solidFill>
                <a:latin typeface="Comic Sans MS" panose="030F0702030302020204" pitchFamily="66" charset="0"/>
                <a:cs typeface="Times New Roman" panose="02020603050405020304" pitchFamily="18" charset="0"/>
              </a:rPr>
              <a:t> </a:t>
            </a:r>
            <a:r>
              <a:rPr lang="es-MX" altLang="en-US" sz="2400" b="1">
                <a:solidFill>
                  <a:srgbClr val="4D4D4D"/>
                </a:solidFill>
                <a:latin typeface="Comic Sans MS" panose="030F0702030302020204" pitchFamily="66" charset="0"/>
              </a:rPr>
              <a:t>+ V</a:t>
            </a:r>
            <a:r>
              <a:rPr lang="es-MX" altLang="en-US" sz="2300" b="1" baseline="-30000">
                <a:solidFill>
                  <a:srgbClr val="4D4D4D"/>
                </a:solidFill>
                <a:latin typeface="Comic Sans MS" panose="030F0702030302020204" pitchFamily="66" charset="0"/>
                <a:cs typeface="Times New Roman" panose="02020603050405020304" pitchFamily="18" charset="0"/>
              </a:rPr>
              <a:t>2</a:t>
            </a:r>
            <a:r>
              <a:rPr lang="es-MX" altLang="en-US" sz="2400" b="1">
                <a:solidFill>
                  <a:srgbClr val="4D4D4D"/>
                </a:solidFill>
                <a:latin typeface="Comic Sans MS" panose="030F0702030302020204" pitchFamily="66" charset="0"/>
              </a:rPr>
              <a:t> =     +</a:t>
            </a:r>
            <a:endParaRPr lang="es-ES" altLang="en-US" sz="2300" b="1">
              <a:solidFill>
                <a:srgbClr val="4D4D4D"/>
              </a:solidFill>
              <a:latin typeface="Comic Sans MS" panose="030F0702030302020204" pitchFamily="66" charset="0"/>
            </a:endParaRPr>
          </a:p>
          <a:p>
            <a:pPr lvl="1">
              <a:spcBef>
                <a:spcPts val="500"/>
              </a:spcBef>
              <a:buClr>
                <a:srgbClr val="F9B639"/>
              </a:buClr>
              <a:buSzPct val="80000"/>
            </a:pPr>
            <a:endParaRPr lang="es-ES" altLang="en-US" sz="2300" b="1">
              <a:solidFill>
                <a:srgbClr val="4D4D4D"/>
              </a:solidFill>
              <a:latin typeface="Comic Sans MS" panose="030F0702030302020204" pitchFamily="66" charset="0"/>
            </a:endParaRPr>
          </a:p>
        </p:txBody>
      </p:sp>
      <p:sp>
        <p:nvSpPr>
          <p:cNvPr id="21532" name="2 Marcador de contenido">
            <a:extLst>
              <a:ext uri="{FF2B5EF4-FFF2-40B4-BE49-F238E27FC236}">
                <a16:creationId xmlns:a16="http://schemas.microsoft.com/office/drawing/2014/main" id="{F68B1BB8-9A3C-4F2C-AF63-3584330595D8}"/>
              </a:ext>
            </a:extLst>
          </p:cNvPr>
          <p:cNvSpPr>
            <a:spLocks/>
          </p:cNvSpPr>
          <p:nvPr/>
        </p:nvSpPr>
        <p:spPr bwMode="auto">
          <a:xfrm>
            <a:off x="7183439" y="5230813"/>
            <a:ext cx="936625"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ts val="600"/>
              </a:spcBef>
              <a:buClr>
                <a:schemeClr val="tx2"/>
              </a:buClr>
              <a:buSzPct val="73000"/>
            </a:pPr>
            <a:r>
              <a:rPr lang="es-MX" altLang="en-US" sz="2600" b="1">
                <a:solidFill>
                  <a:srgbClr val="4D4D4D"/>
                </a:solidFill>
                <a:latin typeface="Comic Sans MS" panose="030F0702030302020204" pitchFamily="66" charset="0"/>
              </a:rPr>
              <a:t> Q</a:t>
            </a:r>
            <a:r>
              <a:rPr lang="es-MX" altLang="en-US" sz="2400" b="1">
                <a:solidFill>
                  <a:srgbClr val="4D4D4D"/>
                </a:solidFill>
                <a:latin typeface="Comic Sans MS" panose="030F0702030302020204" pitchFamily="66" charset="0"/>
              </a:rPr>
              <a:t> </a:t>
            </a:r>
          </a:p>
        </p:txBody>
      </p:sp>
      <p:cxnSp>
        <p:nvCxnSpPr>
          <p:cNvPr id="63" name="38 Conector recto">
            <a:extLst>
              <a:ext uri="{FF2B5EF4-FFF2-40B4-BE49-F238E27FC236}">
                <a16:creationId xmlns:a16="http://schemas.microsoft.com/office/drawing/2014/main" id="{F1E2CD3D-DA7A-4EDB-A757-510A6CD577A4}"/>
              </a:ext>
            </a:extLst>
          </p:cNvPr>
          <p:cNvCxnSpPr/>
          <p:nvPr/>
        </p:nvCxnSpPr>
        <p:spPr bwMode="auto">
          <a:xfrm>
            <a:off x="7346950" y="5662614"/>
            <a:ext cx="431800" cy="1587"/>
          </a:xfrm>
          <a:prstGeom prst="line">
            <a:avLst/>
          </a:prstGeom>
        </p:spPr>
        <p:style>
          <a:lnRef idx="1">
            <a:schemeClr val="accent1"/>
          </a:lnRef>
          <a:fillRef idx="0">
            <a:schemeClr val="accent1"/>
          </a:fillRef>
          <a:effectRef idx="0">
            <a:schemeClr val="accent1"/>
          </a:effectRef>
          <a:fontRef idx="minor">
            <a:schemeClr val="tx1"/>
          </a:fontRef>
        </p:style>
      </p:cxnSp>
      <p:sp>
        <p:nvSpPr>
          <p:cNvPr id="21534" name="2 Marcador de contenido">
            <a:extLst>
              <a:ext uri="{FF2B5EF4-FFF2-40B4-BE49-F238E27FC236}">
                <a16:creationId xmlns:a16="http://schemas.microsoft.com/office/drawing/2014/main" id="{D13FFCE0-A596-42DE-BEB8-F66ADD75F636}"/>
              </a:ext>
            </a:extLst>
          </p:cNvPr>
          <p:cNvSpPr>
            <a:spLocks/>
          </p:cNvSpPr>
          <p:nvPr/>
        </p:nvSpPr>
        <p:spPr bwMode="auto">
          <a:xfrm>
            <a:off x="7383463" y="5661026"/>
            <a:ext cx="520700"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ts val="600"/>
              </a:spcBef>
              <a:buClr>
                <a:schemeClr val="tx2"/>
              </a:buClr>
              <a:buSzPct val="73000"/>
            </a:pPr>
            <a:r>
              <a:rPr lang="es-MX" altLang="en-US" sz="2600" b="1">
                <a:solidFill>
                  <a:srgbClr val="4D4D4D"/>
                </a:solidFill>
                <a:latin typeface="Comic Sans MS" panose="030F0702030302020204" pitchFamily="66" charset="0"/>
              </a:rPr>
              <a:t>C</a:t>
            </a:r>
            <a:r>
              <a:rPr lang="es-MX" altLang="en-US" sz="2400" b="1" baseline="-30000">
                <a:solidFill>
                  <a:srgbClr val="4D4D4D"/>
                </a:solidFill>
                <a:latin typeface="Comic Sans MS" panose="030F0702030302020204" pitchFamily="66" charset="0"/>
                <a:cs typeface="Times New Roman" panose="02020603050405020304" pitchFamily="18" charset="0"/>
              </a:rPr>
              <a:t>1</a:t>
            </a:r>
            <a:endParaRPr lang="es-MX" altLang="en-US" sz="2600" b="1">
              <a:solidFill>
                <a:srgbClr val="4D4D4D"/>
              </a:solidFill>
              <a:latin typeface="Comic Sans MS" panose="030F0702030302020204" pitchFamily="66" charset="0"/>
            </a:endParaRPr>
          </a:p>
        </p:txBody>
      </p:sp>
      <p:sp>
        <p:nvSpPr>
          <p:cNvPr id="21535" name="2 Marcador de contenido">
            <a:extLst>
              <a:ext uri="{FF2B5EF4-FFF2-40B4-BE49-F238E27FC236}">
                <a16:creationId xmlns:a16="http://schemas.microsoft.com/office/drawing/2014/main" id="{20D4D111-1666-426D-8CA1-059F8CF84C48}"/>
              </a:ext>
            </a:extLst>
          </p:cNvPr>
          <p:cNvSpPr>
            <a:spLocks/>
          </p:cNvSpPr>
          <p:nvPr/>
        </p:nvSpPr>
        <p:spPr bwMode="auto">
          <a:xfrm>
            <a:off x="8039101" y="5230813"/>
            <a:ext cx="936625"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ts val="600"/>
              </a:spcBef>
              <a:buClr>
                <a:schemeClr val="tx2"/>
              </a:buClr>
              <a:buSzPct val="73000"/>
            </a:pPr>
            <a:r>
              <a:rPr lang="es-MX" altLang="en-US" sz="2600" b="1">
                <a:solidFill>
                  <a:srgbClr val="4D4D4D"/>
                </a:solidFill>
                <a:latin typeface="Comic Sans MS" panose="030F0702030302020204" pitchFamily="66" charset="0"/>
              </a:rPr>
              <a:t> Q</a:t>
            </a:r>
            <a:r>
              <a:rPr lang="es-MX" altLang="en-US" sz="2400" b="1">
                <a:solidFill>
                  <a:srgbClr val="4D4D4D"/>
                </a:solidFill>
                <a:latin typeface="Comic Sans MS" panose="030F0702030302020204" pitchFamily="66" charset="0"/>
              </a:rPr>
              <a:t> </a:t>
            </a:r>
          </a:p>
        </p:txBody>
      </p:sp>
      <p:cxnSp>
        <p:nvCxnSpPr>
          <p:cNvPr id="66" name="38 Conector recto">
            <a:extLst>
              <a:ext uri="{FF2B5EF4-FFF2-40B4-BE49-F238E27FC236}">
                <a16:creationId xmlns:a16="http://schemas.microsoft.com/office/drawing/2014/main" id="{1C23F8FF-2F37-4CB1-B9A7-03334C0019B8}"/>
              </a:ext>
            </a:extLst>
          </p:cNvPr>
          <p:cNvCxnSpPr/>
          <p:nvPr/>
        </p:nvCxnSpPr>
        <p:spPr bwMode="auto">
          <a:xfrm>
            <a:off x="8202613" y="5662614"/>
            <a:ext cx="431800" cy="1587"/>
          </a:xfrm>
          <a:prstGeom prst="line">
            <a:avLst/>
          </a:prstGeom>
        </p:spPr>
        <p:style>
          <a:lnRef idx="1">
            <a:schemeClr val="accent1"/>
          </a:lnRef>
          <a:fillRef idx="0">
            <a:schemeClr val="accent1"/>
          </a:fillRef>
          <a:effectRef idx="0">
            <a:schemeClr val="accent1"/>
          </a:effectRef>
          <a:fontRef idx="minor">
            <a:schemeClr val="tx1"/>
          </a:fontRef>
        </p:style>
      </p:cxnSp>
      <p:sp>
        <p:nvSpPr>
          <p:cNvPr id="21537" name="2 Marcador de contenido">
            <a:extLst>
              <a:ext uri="{FF2B5EF4-FFF2-40B4-BE49-F238E27FC236}">
                <a16:creationId xmlns:a16="http://schemas.microsoft.com/office/drawing/2014/main" id="{5D0F8527-9B74-4588-A12F-120A8C34772F}"/>
              </a:ext>
            </a:extLst>
          </p:cNvPr>
          <p:cNvSpPr>
            <a:spLocks/>
          </p:cNvSpPr>
          <p:nvPr/>
        </p:nvSpPr>
        <p:spPr bwMode="auto">
          <a:xfrm>
            <a:off x="8239125" y="5661026"/>
            <a:ext cx="520700"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ts val="600"/>
              </a:spcBef>
              <a:buClr>
                <a:schemeClr val="tx2"/>
              </a:buClr>
              <a:buSzPct val="73000"/>
            </a:pPr>
            <a:r>
              <a:rPr lang="es-MX" altLang="en-US" sz="2600" b="1">
                <a:solidFill>
                  <a:srgbClr val="4D4D4D"/>
                </a:solidFill>
                <a:latin typeface="Comic Sans MS" panose="030F0702030302020204" pitchFamily="66" charset="0"/>
              </a:rPr>
              <a:t>C</a:t>
            </a:r>
            <a:r>
              <a:rPr lang="es-MX" altLang="en-US" sz="2400" b="1" baseline="-30000">
                <a:solidFill>
                  <a:srgbClr val="4D4D4D"/>
                </a:solidFill>
                <a:latin typeface="Comic Sans MS" panose="030F0702030302020204" pitchFamily="66" charset="0"/>
                <a:cs typeface="Times New Roman" panose="02020603050405020304" pitchFamily="18" charset="0"/>
              </a:rPr>
              <a:t>2</a:t>
            </a:r>
            <a:endParaRPr lang="es-MX" altLang="en-US" sz="2600" b="1">
              <a:solidFill>
                <a:srgbClr val="4D4D4D"/>
              </a:solidFill>
              <a:latin typeface="Comic Sans MS" panose="030F0702030302020204" pitchFamily="66"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CF7D9B77-E85B-4D12-9EF8-F67930786BE5}"/>
              </a:ext>
            </a:extLst>
          </p:cNvPr>
          <p:cNvSpPr>
            <a:spLocks/>
          </p:cNvSpPr>
          <p:nvPr/>
        </p:nvSpPr>
        <p:spPr bwMode="auto">
          <a:xfrm>
            <a:off x="3321050" y="320675"/>
            <a:ext cx="4719638" cy="731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5720" tIns="0" rIns="45720" bIns="0" anchor="b"/>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s-MX" altLang="en-US" sz="3800" b="1">
                <a:solidFill>
                  <a:srgbClr val="990033"/>
                </a:solidFill>
                <a:latin typeface="Trebuchet MS" panose="020B0603020202020204" pitchFamily="34" charset="0"/>
              </a:rPr>
              <a:t>CAPACITANCIA</a:t>
            </a:r>
            <a:endParaRPr lang="es-ES" altLang="en-US" sz="3800" b="1">
              <a:solidFill>
                <a:srgbClr val="990033"/>
              </a:solidFill>
              <a:latin typeface="Trebuchet MS" panose="020B0603020202020204" pitchFamily="34" charset="0"/>
            </a:endParaRPr>
          </a:p>
        </p:txBody>
      </p:sp>
      <p:sp>
        <p:nvSpPr>
          <p:cNvPr id="22531" name="2 Marcador de contenido">
            <a:extLst>
              <a:ext uri="{FF2B5EF4-FFF2-40B4-BE49-F238E27FC236}">
                <a16:creationId xmlns:a16="http://schemas.microsoft.com/office/drawing/2014/main" id="{EA93BCB2-5585-428C-9765-A9E9C0B470C3}"/>
              </a:ext>
            </a:extLst>
          </p:cNvPr>
          <p:cNvSpPr txBox="1">
            <a:spLocks/>
          </p:cNvSpPr>
          <p:nvPr/>
        </p:nvSpPr>
        <p:spPr bwMode="auto">
          <a:xfrm>
            <a:off x="1774826" y="1677989"/>
            <a:ext cx="4105275"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ts val="600"/>
              </a:spcBef>
              <a:buClr>
                <a:schemeClr val="tx2"/>
              </a:buClr>
              <a:buSzPct val="73000"/>
              <a:buFont typeface="Arial" panose="020B0604020202020204" pitchFamily="34" charset="0"/>
              <a:buChar char="•"/>
            </a:pPr>
            <a:r>
              <a:rPr lang="es-ES" altLang="en-US" sz="2600" b="1">
                <a:solidFill>
                  <a:srgbClr val="000000"/>
                </a:solidFill>
                <a:latin typeface="Trebuchet MS" panose="020B0603020202020204" pitchFamily="34" charset="0"/>
              </a:rPr>
              <a:t>Capacitores en serie:</a:t>
            </a:r>
            <a:endParaRPr lang="es-ES" altLang="en-US" sz="2400"/>
          </a:p>
        </p:txBody>
      </p:sp>
      <p:sp>
        <p:nvSpPr>
          <p:cNvPr id="22532" name="Line 14">
            <a:extLst>
              <a:ext uri="{FF2B5EF4-FFF2-40B4-BE49-F238E27FC236}">
                <a16:creationId xmlns:a16="http://schemas.microsoft.com/office/drawing/2014/main" id="{7D140565-85B6-479D-A420-DE65D39BC37C}"/>
              </a:ext>
            </a:extLst>
          </p:cNvPr>
          <p:cNvSpPr>
            <a:spLocks noChangeShapeType="1"/>
          </p:cNvSpPr>
          <p:nvPr/>
        </p:nvSpPr>
        <p:spPr bwMode="auto">
          <a:xfrm>
            <a:off x="3971925" y="2924175"/>
            <a:ext cx="971550"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533" name="Line 14">
            <a:extLst>
              <a:ext uri="{FF2B5EF4-FFF2-40B4-BE49-F238E27FC236}">
                <a16:creationId xmlns:a16="http://schemas.microsoft.com/office/drawing/2014/main" id="{398854BE-EE14-4F80-BC79-BE460D769648}"/>
              </a:ext>
            </a:extLst>
          </p:cNvPr>
          <p:cNvSpPr>
            <a:spLocks noChangeShapeType="1"/>
          </p:cNvSpPr>
          <p:nvPr/>
        </p:nvSpPr>
        <p:spPr bwMode="auto">
          <a:xfrm>
            <a:off x="6456364" y="2924175"/>
            <a:ext cx="954087"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534" name="Line 14">
            <a:extLst>
              <a:ext uri="{FF2B5EF4-FFF2-40B4-BE49-F238E27FC236}">
                <a16:creationId xmlns:a16="http://schemas.microsoft.com/office/drawing/2014/main" id="{1B583BE3-0293-4DE6-AC82-6DE875508131}"/>
              </a:ext>
            </a:extLst>
          </p:cNvPr>
          <p:cNvSpPr>
            <a:spLocks noChangeShapeType="1"/>
          </p:cNvSpPr>
          <p:nvPr/>
        </p:nvSpPr>
        <p:spPr bwMode="auto">
          <a:xfrm flipV="1">
            <a:off x="5087938" y="2906713"/>
            <a:ext cx="1223962"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535" name="2 Marcador de contenido">
            <a:extLst>
              <a:ext uri="{FF2B5EF4-FFF2-40B4-BE49-F238E27FC236}">
                <a16:creationId xmlns:a16="http://schemas.microsoft.com/office/drawing/2014/main" id="{DFC14997-8A22-4DCB-906A-69E7824E8AE8}"/>
              </a:ext>
            </a:extLst>
          </p:cNvPr>
          <p:cNvSpPr>
            <a:spLocks/>
          </p:cNvSpPr>
          <p:nvPr/>
        </p:nvSpPr>
        <p:spPr bwMode="auto">
          <a:xfrm>
            <a:off x="4537075" y="3429001"/>
            <a:ext cx="838200"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defRPr>
            </a:lvl1pPr>
            <a:lvl2pPr marL="520700" indent="-22860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lvl="1">
              <a:spcBef>
                <a:spcPts val="500"/>
              </a:spcBef>
              <a:buClr>
                <a:srgbClr val="F9B639"/>
              </a:buClr>
              <a:buSzPct val="80000"/>
            </a:pPr>
            <a:r>
              <a:rPr lang="es-MX" altLang="en-US" sz="2400" b="1">
                <a:solidFill>
                  <a:srgbClr val="4D4D4D"/>
                </a:solidFill>
                <a:latin typeface="Comic Sans MS" panose="030F0702030302020204" pitchFamily="66" charset="0"/>
              </a:rPr>
              <a:t>C</a:t>
            </a:r>
            <a:r>
              <a:rPr lang="es-MX" altLang="en-US" sz="2400" b="1" baseline="-30000">
                <a:solidFill>
                  <a:srgbClr val="4D4D4D"/>
                </a:solidFill>
                <a:latin typeface="Comic Sans MS" panose="030F0702030302020204" pitchFamily="66" charset="0"/>
                <a:cs typeface="Times New Roman" panose="02020603050405020304" pitchFamily="18" charset="0"/>
              </a:rPr>
              <a:t>1</a:t>
            </a:r>
            <a:r>
              <a:rPr lang="es-MX" altLang="en-US" sz="2400" b="1">
                <a:solidFill>
                  <a:srgbClr val="4D4D4D"/>
                </a:solidFill>
                <a:latin typeface="Comic Sans MS" panose="030F0702030302020204" pitchFamily="66" charset="0"/>
              </a:rPr>
              <a:t> </a:t>
            </a:r>
            <a:endParaRPr lang="es-ES" altLang="en-US" sz="2400" b="1">
              <a:solidFill>
                <a:srgbClr val="4D4D4D"/>
              </a:solidFill>
              <a:latin typeface="Comic Sans MS" panose="030F0702030302020204" pitchFamily="66" charset="0"/>
            </a:endParaRPr>
          </a:p>
        </p:txBody>
      </p:sp>
      <p:sp>
        <p:nvSpPr>
          <p:cNvPr id="22536" name="2 Marcador de contenido">
            <a:extLst>
              <a:ext uri="{FF2B5EF4-FFF2-40B4-BE49-F238E27FC236}">
                <a16:creationId xmlns:a16="http://schemas.microsoft.com/office/drawing/2014/main" id="{7839D465-3470-44DC-9429-0B9AD50B5C80}"/>
              </a:ext>
            </a:extLst>
          </p:cNvPr>
          <p:cNvSpPr>
            <a:spLocks/>
          </p:cNvSpPr>
          <p:nvPr/>
        </p:nvSpPr>
        <p:spPr bwMode="auto">
          <a:xfrm>
            <a:off x="5880100" y="3429001"/>
            <a:ext cx="838200"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defRPr>
            </a:lvl1pPr>
            <a:lvl2pPr marL="520700" indent="-22860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lvl="1">
              <a:spcBef>
                <a:spcPts val="500"/>
              </a:spcBef>
              <a:buClr>
                <a:srgbClr val="F9B639"/>
              </a:buClr>
              <a:buSzPct val="80000"/>
            </a:pPr>
            <a:r>
              <a:rPr lang="es-MX" altLang="en-US" sz="2400" b="1">
                <a:solidFill>
                  <a:srgbClr val="4D4D4D"/>
                </a:solidFill>
                <a:latin typeface="Comic Sans MS" panose="030F0702030302020204" pitchFamily="66" charset="0"/>
              </a:rPr>
              <a:t>C</a:t>
            </a:r>
            <a:r>
              <a:rPr lang="es-MX" altLang="en-US" sz="2400" b="1" baseline="-30000">
                <a:solidFill>
                  <a:srgbClr val="4D4D4D"/>
                </a:solidFill>
                <a:latin typeface="Comic Sans MS" panose="030F0702030302020204" pitchFamily="66" charset="0"/>
                <a:cs typeface="Times New Roman" panose="02020603050405020304" pitchFamily="18" charset="0"/>
              </a:rPr>
              <a:t>2</a:t>
            </a:r>
            <a:r>
              <a:rPr lang="es-MX" altLang="en-US" sz="2400" b="1">
                <a:solidFill>
                  <a:srgbClr val="4D4D4D"/>
                </a:solidFill>
                <a:latin typeface="Comic Sans MS" panose="030F0702030302020204" pitchFamily="66" charset="0"/>
              </a:rPr>
              <a:t> </a:t>
            </a:r>
            <a:endParaRPr lang="es-ES" altLang="en-US" sz="2400" b="1">
              <a:solidFill>
                <a:srgbClr val="4D4D4D"/>
              </a:solidFill>
              <a:latin typeface="Comic Sans MS" panose="030F0702030302020204" pitchFamily="66" charset="0"/>
            </a:endParaRPr>
          </a:p>
        </p:txBody>
      </p:sp>
      <p:sp>
        <p:nvSpPr>
          <p:cNvPr id="22537" name="2 Marcador de contenido">
            <a:extLst>
              <a:ext uri="{FF2B5EF4-FFF2-40B4-BE49-F238E27FC236}">
                <a16:creationId xmlns:a16="http://schemas.microsoft.com/office/drawing/2014/main" id="{420F12CE-3755-4102-BEF7-9A634F1353F9}"/>
              </a:ext>
            </a:extLst>
          </p:cNvPr>
          <p:cNvSpPr>
            <a:spLocks/>
          </p:cNvSpPr>
          <p:nvPr/>
        </p:nvSpPr>
        <p:spPr bwMode="auto">
          <a:xfrm>
            <a:off x="3457575" y="3068638"/>
            <a:ext cx="838200"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defRPr>
            </a:lvl1pPr>
            <a:lvl2pPr marL="520700" indent="-22860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lvl="1">
              <a:spcBef>
                <a:spcPts val="500"/>
              </a:spcBef>
              <a:buClr>
                <a:srgbClr val="F9B639"/>
              </a:buClr>
              <a:buSzPct val="80000"/>
            </a:pPr>
            <a:r>
              <a:rPr lang="es-MX" altLang="en-US" sz="2400" b="1">
                <a:solidFill>
                  <a:srgbClr val="4D4D4D"/>
                </a:solidFill>
                <a:latin typeface="Comic Sans MS" panose="030F0702030302020204" pitchFamily="66" charset="0"/>
              </a:rPr>
              <a:t>V</a:t>
            </a:r>
            <a:r>
              <a:rPr lang="es-MX" altLang="en-US" sz="2400" b="1" baseline="-30000">
                <a:solidFill>
                  <a:srgbClr val="4D4D4D"/>
                </a:solidFill>
                <a:latin typeface="Comic Sans MS" panose="030F0702030302020204" pitchFamily="66" charset="0"/>
                <a:cs typeface="Times New Roman" panose="02020603050405020304" pitchFamily="18" charset="0"/>
              </a:rPr>
              <a:t>a</a:t>
            </a:r>
            <a:r>
              <a:rPr lang="es-MX" altLang="en-US" sz="2400" b="1">
                <a:solidFill>
                  <a:srgbClr val="4D4D4D"/>
                </a:solidFill>
                <a:latin typeface="Comic Sans MS" panose="030F0702030302020204" pitchFamily="66" charset="0"/>
              </a:rPr>
              <a:t> </a:t>
            </a:r>
            <a:endParaRPr lang="es-ES" altLang="en-US" sz="2400" b="1">
              <a:solidFill>
                <a:srgbClr val="4D4D4D"/>
              </a:solidFill>
              <a:latin typeface="Comic Sans MS" panose="030F0702030302020204" pitchFamily="66" charset="0"/>
            </a:endParaRPr>
          </a:p>
        </p:txBody>
      </p:sp>
      <p:sp>
        <p:nvSpPr>
          <p:cNvPr id="22538" name="2 Marcador de contenido">
            <a:extLst>
              <a:ext uri="{FF2B5EF4-FFF2-40B4-BE49-F238E27FC236}">
                <a16:creationId xmlns:a16="http://schemas.microsoft.com/office/drawing/2014/main" id="{07A466FE-B9D2-4347-9841-376653D2DE2F}"/>
              </a:ext>
            </a:extLst>
          </p:cNvPr>
          <p:cNvSpPr>
            <a:spLocks/>
          </p:cNvSpPr>
          <p:nvPr/>
        </p:nvSpPr>
        <p:spPr bwMode="auto">
          <a:xfrm>
            <a:off x="5087938" y="3141664"/>
            <a:ext cx="1008062" cy="57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defRPr>
            </a:lvl1pPr>
            <a:lvl2pPr marL="520700" indent="-22860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lvl="1">
              <a:spcBef>
                <a:spcPts val="500"/>
              </a:spcBef>
              <a:buClr>
                <a:srgbClr val="F9B639"/>
              </a:buClr>
              <a:buSzPct val="80000"/>
            </a:pPr>
            <a:r>
              <a:rPr lang="es-MX" altLang="en-US" sz="2400" b="1">
                <a:solidFill>
                  <a:srgbClr val="4D4D4D"/>
                </a:solidFill>
                <a:latin typeface="Comic Sans MS" panose="030F0702030302020204" pitchFamily="66" charset="0"/>
              </a:rPr>
              <a:t>V</a:t>
            </a:r>
            <a:r>
              <a:rPr lang="es-MX" altLang="en-US" sz="2400" b="1" baseline="-30000">
                <a:solidFill>
                  <a:srgbClr val="4D4D4D"/>
                </a:solidFill>
                <a:latin typeface="Comic Sans MS" panose="030F0702030302020204" pitchFamily="66" charset="0"/>
                <a:cs typeface="Times New Roman" panose="02020603050405020304" pitchFamily="18" charset="0"/>
              </a:rPr>
              <a:t>m</a:t>
            </a:r>
            <a:r>
              <a:rPr lang="es-MX" altLang="en-US" sz="2400" b="1">
                <a:solidFill>
                  <a:srgbClr val="4D4D4D"/>
                </a:solidFill>
                <a:latin typeface="Comic Sans MS" panose="030F0702030302020204" pitchFamily="66" charset="0"/>
              </a:rPr>
              <a:t> </a:t>
            </a:r>
            <a:endParaRPr lang="es-ES" altLang="en-US" sz="2400" b="1">
              <a:solidFill>
                <a:srgbClr val="4D4D4D"/>
              </a:solidFill>
              <a:latin typeface="Comic Sans MS" panose="030F0702030302020204" pitchFamily="66" charset="0"/>
            </a:endParaRPr>
          </a:p>
        </p:txBody>
      </p:sp>
      <p:sp>
        <p:nvSpPr>
          <p:cNvPr id="22539" name="2 Marcador de contenido">
            <a:extLst>
              <a:ext uri="{FF2B5EF4-FFF2-40B4-BE49-F238E27FC236}">
                <a16:creationId xmlns:a16="http://schemas.microsoft.com/office/drawing/2014/main" id="{9FBBAA79-BE59-4BF8-8566-FCC314FB0933}"/>
              </a:ext>
            </a:extLst>
          </p:cNvPr>
          <p:cNvSpPr>
            <a:spLocks/>
          </p:cNvSpPr>
          <p:nvPr/>
        </p:nvSpPr>
        <p:spPr bwMode="auto">
          <a:xfrm>
            <a:off x="6888163" y="3068638"/>
            <a:ext cx="838200"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defRPr>
            </a:lvl1pPr>
            <a:lvl2pPr marL="520700" indent="-22860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lvl="1">
              <a:spcBef>
                <a:spcPts val="500"/>
              </a:spcBef>
              <a:buClr>
                <a:srgbClr val="F9B639"/>
              </a:buClr>
              <a:buSzPct val="80000"/>
            </a:pPr>
            <a:r>
              <a:rPr lang="es-MX" altLang="en-US" sz="2400" b="1">
                <a:solidFill>
                  <a:srgbClr val="4D4D4D"/>
                </a:solidFill>
                <a:latin typeface="Comic Sans MS" panose="030F0702030302020204" pitchFamily="66" charset="0"/>
              </a:rPr>
              <a:t>V</a:t>
            </a:r>
            <a:r>
              <a:rPr lang="es-MX" altLang="en-US" sz="2400" b="1" baseline="-30000">
                <a:solidFill>
                  <a:srgbClr val="4D4D4D"/>
                </a:solidFill>
                <a:latin typeface="Comic Sans MS" panose="030F0702030302020204" pitchFamily="66" charset="0"/>
                <a:cs typeface="Times New Roman" panose="02020603050405020304" pitchFamily="18" charset="0"/>
              </a:rPr>
              <a:t>b</a:t>
            </a:r>
            <a:r>
              <a:rPr lang="es-MX" altLang="en-US" sz="2400" b="1">
                <a:solidFill>
                  <a:srgbClr val="4D4D4D"/>
                </a:solidFill>
                <a:latin typeface="Comic Sans MS" panose="030F0702030302020204" pitchFamily="66" charset="0"/>
              </a:rPr>
              <a:t> </a:t>
            </a:r>
            <a:endParaRPr lang="es-ES" altLang="en-US" sz="2400" b="1">
              <a:solidFill>
                <a:srgbClr val="4D4D4D"/>
              </a:solidFill>
              <a:latin typeface="Comic Sans MS" panose="030F0702030302020204" pitchFamily="66" charset="0"/>
            </a:endParaRPr>
          </a:p>
        </p:txBody>
      </p:sp>
      <p:sp>
        <p:nvSpPr>
          <p:cNvPr id="37" name="36 Elipse">
            <a:extLst>
              <a:ext uri="{FF2B5EF4-FFF2-40B4-BE49-F238E27FC236}">
                <a16:creationId xmlns:a16="http://schemas.microsoft.com/office/drawing/2014/main" id="{97CC48CE-8E04-4FDC-9E0E-806C57AAF240}"/>
              </a:ext>
            </a:extLst>
          </p:cNvPr>
          <p:cNvSpPr/>
          <p:nvPr/>
        </p:nvSpPr>
        <p:spPr>
          <a:xfrm flipH="1">
            <a:off x="5591175" y="2852738"/>
            <a:ext cx="109538" cy="10795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MX"/>
          </a:p>
        </p:txBody>
      </p:sp>
      <p:sp>
        <p:nvSpPr>
          <p:cNvPr id="38" name="37 Elipse">
            <a:extLst>
              <a:ext uri="{FF2B5EF4-FFF2-40B4-BE49-F238E27FC236}">
                <a16:creationId xmlns:a16="http://schemas.microsoft.com/office/drawing/2014/main" id="{B5F89AFE-91BF-4260-A7DA-BEE6EE44BE78}"/>
              </a:ext>
            </a:extLst>
          </p:cNvPr>
          <p:cNvSpPr/>
          <p:nvPr/>
        </p:nvSpPr>
        <p:spPr>
          <a:xfrm flipH="1">
            <a:off x="3863975" y="2852738"/>
            <a:ext cx="107950" cy="10795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MX"/>
          </a:p>
        </p:txBody>
      </p:sp>
      <p:sp>
        <p:nvSpPr>
          <p:cNvPr id="39" name="38 Elipse">
            <a:extLst>
              <a:ext uri="{FF2B5EF4-FFF2-40B4-BE49-F238E27FC236}">
                <a16:creationId xmlns:a16="http://schemas.microsoft.com/office/drawing/2014/main" id="{DE01C7F7-6F1E-4F7C-ADB9-374C5234A692}"/>
              </a:ext>
            </a:extLst>
          </p:cNvPr>
          <p:cNvSpPr/>
          <p:nvPr/>
        </p:nvSpPr>
        <p:spPr>
          <a:xfrm flipH="1">
            <a:off x="7356475" y="2852738"/>
            <a:ext cx="107950" cy="10795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MX"/>
          </a:p>
        </p:txBody>
      </p:sp>
      <p:sp>
        <p:nvSpPr>
          <p:cNvPr id="22543" name="2 Marcador de contenido">
            <a:extLst>
              <a:ext uri="{FF2B5EF4-FFF2-40B4-BE49-F238E27FC236}">
                <a16:creationId xmlns:a16="http://schemas.microsoft.com/office/drawing/2014/main" id="{FB7DB2BC-2941-4085-9939-FAFD4CA7541E}"/>
              </a:ext>
            </a:extLst>
          </p:cNvPr>
          <p:cNvSpPr>
            <a:spLocks/>
          </p:cNvSpPr>
          <p:nvPr/>
        </p:nvSpPr>
        <p:spPr bwMode="auto">
          <a:xfrm>
            <a:off x="3503613" y="2420938"/>
            <a:ext cx="838200"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defRPr>
            </a:lvl1pPr>
            <a:lvl2pPr marL="520700" indent="-22860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lvl="1">
              <a:spcBef>
                <a:spcPts val="500"/>
              </a:spcBef>
              <a:buClr>
                <a:srgbClr val="F9B639"/>
              </a:buClr>
              <a:buSzPct val="80000"/>
            </a:pPr>
            <a:r>
              <a:rPr lang="es-MX" altLang="en-US" sz="2400" b="1">
                <a:solidFill>
                  <a:srgbClr val="4D4D4D"/>
                </a:solidFill>
                <a:latin typeface="Comic Sans MS" panose="030F0702030302020204" pitchFamily="66" charset="0"/>
              </a:rPr>
              <a:t>a </a:t>
            </a:r>
            <a:endParaRPr lang="es-ES" altLang="en-US" sz="2400" b="1">
              <a:solidFill>
                <a:srgbClr val="4D4D4D"/>
              </a:solidFill>
              <a:latin typeface="Comic Sans MS" panose="030F0702030302020204" pitchFamily="66" charset="0"/>
            </a:endParaRPr>
          </a:p>
        </p:txBody>
      </p:sp>
      <p:sp>
        <p:nvSpPr>
          <p:cNvPr id="22544" name="2 Marcador de contenido">
            <a:extLst>
              <a:ext uri="{FF2B5EF4-FFF2-40B4-BE49-F238E27FC236}">
                <a16:creationId xmlns:a16="http://schemas.microsoft.com/office/drawing/2014/main" id="{BFA6A4EB-3F40-4D10-A9D8-6DA9DFCA2524}"/>
              </a:ext>
            </a:extLst>
          </p:cNvPr>
          <p:cNvSpPr>
            <a:spLocks/>
          </p:cNvSpPr>
          <p:nvPr/>
        </p:nvSpPr>
        <p:spPr bwMode="auto">
          <a:xfrm>
            <a:off x="6816725" y="2420938"/>
            <a:ext cx="838200"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defRPr>
            </a:lvl1pPr>
            <a:lvl2pPr marL="520700" indent="-22860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lvl="1">
              <a:spcBef>
                <a:spcPts val="500"/>
              </a:spcBef>
              <a:buClr>
                <a:srgbClr val="F9B639"/>
              </a:buClr>
              <a:buSzPct val="80000"/>
            </a:pPr>
            <a:r>
              <a:rPr lang="es-MX" altLang="en-US" sz="2400" b="1">
                <a:solidFill>
                  <a:srgbClr val="4D4D4D"/>
                </a:solidFill>
                <a:latin typeface="Comic Sans MS" panose="030F0702030302020204" pitchFamily="66" charset="0"/>
              </a:rPr>
              <a:t>b </a:t>
            </a:r>
            <a:endParaRPr lang="es-ES" altLang="en-US" sz="2400" b="1">
              <a:solidFill>
                <a:srgbClr val="4D4D4D"/>
              </a:solidFill>
              <a:latin typeface="Comic Sans MS" panose="030F0702030302020204" pitchFamily="66" charset="0"/>
            </a:endParaRPr>
          </a:p>
        </p:txBody>
      </p:sp>
      <p:grpSp>
        <p:nvGrpSpPr>
          <p:cNvPr id="22545" name="1 Grupo">
            <a:extLst>
              <a:ext uri="{FF2B5EF4-FFF2-40B4-BE49-F238E27FC236}">
                <a16:creationId xmlns:a16="http://schemas.microsoft.com/office/drawing/2014/main" id="{36FB8247-06C6-421B-BB55-CF9EC2F82D78}"/>
              </a:ext>
            </a:extLst>
          </p:cNvPr>
          <p:cNvGrpSpPr>
            <a:grpSpLocks/>
          </p:cNvGrpSpPr>
          <p:nvPr/>
        </p:nvGrpSpPr>
        <p:grpSpPr bwMode="auto">
          <a:xfrm rot="5400000">
            <a:off x="6117432" y="2866232"/>
            <a:ext cx="541337" cy="152400"/>
            <a:chOff x="5399608" y="3212976"/>
            <a:chExt cx="540544" cy="152400"/>
          </a:xfrm>
        </p:grpSpPr>
        <p:cxnSp>
          <p:nvCxnSpPr>
            <p:cNvPr id="27" name="26 Conector recto">
              <a:extLst>
                <a:ext uri="{FF2B5EF4-FFF2-40B4-BE49-F238E27FC236}">
                  <a16:creationId xmlns:a16="http://schemas.microsoft.com/office/drawing/2014/main" id="{B61BE4E3-4CCE-4BC5-A5FB-E14D68183787}"/>
                </a:ext>
              </a:extLst>
            </p:cNvPr>
            <p:cNvCxnSpPr/>
            <p:nvPr/>
          </p:nvCxnSpPr>
          <p:spPr>
            <a:xfrm>
              <a:off x="5399608" y="3212976"/>
              <a:ext cx="540544"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27 Conector recto">
              <a:extLst>
                <a:ext uri="{FF2B5EF4-FFF2-40B4-BE49-F238E27FC236}">
                  <a16:creationId xmlns:a16="http://schemas.microsoft.com/office/drawing/2014/main" id="{D2E3B218-7E40-4E21-913D-773AA50059F7}"/>
                </a:ext>
              </a:extLst>
            </p:cNvPr>
            <p:cNvCxnSpPr/>
            <p:nvPr/>
          </p:nvCxnSpPr>
          <p:spPr>
            <a:xfrm>
              <a:off x="5399608" y="3365376"/>
              <a:ext cx="540544"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2546" name="28 Grupo">
            <a:extLst>
              <a:ext uri="{FF2B5EF4-FFF2-40B4-BE49-F238E27FC236}">
                <a16:creationId xmlns:a16="http://schemas.microsoft.com/office/drawing/2014/main" id="{3947F304-0C61-4967-A94A-D4758A764194}"/>
              </a:ext>
            </a:extLst>
          </p:cNvPr>
          <p:cNvGrpSpPr>
            <a:grpSpLocks/>
          </p:cNvGrpSpPr>
          <p:nvPr/>
        </p:nvGrpSpPr>
        <p:grpSpPr bwMode="auto">
          <a:xfrm rot="5400000">
            <a:off x="4741070" y="2866232"/>
            <a:ext cx="541337" cy="152400"/>
            <a:chOff x="5399608" y="3212976"/>
            <a:chExt cx="540544" cy="152400"/>
          </a:xfrm>
        </p:grpSpPr>
        <p:cxnSp>
          <p:nvCxnSpPr>
            <p:cNvPr id="35" name="34 Conector recto">
              <a:extLst>
                <a:ext uri="{FF2B5EF4-FFF2-40B4-BE49-F238E27FC236}">
                  <a16:creationId xmlns:a16="http://schemas.microsoft.com/office/drawing/2014/main" id="{8B06325D-ADAF-4B3E-9651-CA9E8BE1AECF}"/>
                </a:ext>
              </a:extLst>
            </p:cNvPr>
            <p:cNvCxnSpPr/>
            <p:nvPr/>
          </p:nvCxnSpPr>
          <p:spPr>
            <a:xfrm>
              <a:off x="5399608" y="3212976"/>
              <a:ext cx="540544"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35 Conector recto">
              <a:extLst>
                <a:ext uri="{FF2B5EF4-FFF2-40B4-BE49-F238E27FC236}">
                  <a16:creationId xmlns:a16="http://schemas.microsoft.com/office/drawing/2014/main" id="{C18766D7-0BB4-4BAF-9330-514FCCF1B0C5}"/>
                </a:ext>
              </a:extLst>
            </p:cNvPr>
            <p:cNvCxnSpPr/>
            <p:nvPr/>
          </p:nvCxnSpPr>
          <p:spPr>
            <a:xfrm>
              <a:off x="5399608" y="3365376"/>
              <a:ext cx="540544"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2547" name="2 Marcador de contenido">
            <a:extLst>
              <a:ext uri="{FF2B5EF4-FFF2-40B4-BE49-F238E27FC236}">
                <a16:creationId xmlns:a16="http://schemas.microsoft.com/office/drawing/2014/main" id="{F5A6E6E3-B330-4BE9-B815-6F5331E8012F}"/>
              </a:ext>
            </a:extLst>
          </p:cNvPr>
          <p:cNvSpPr>
            <a:spLocks/>
          </p:cNvSpPr>
          <p:nvPr/>
        </p:nvSpPr>
        <p:spPr bwMode="auto">
          <a:xfrm>
            <a:off x="4583114" y="5445126"/>
            <a:ext cx="3646487"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defRPr>
            </a:lvl1pPr>
            <a:lvl2pPr marL="520700" indent="-22860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lvl="1">
              <a:spcBef>
                <a:spcPts val="500"/>
              </a:spcBef>
              <a:buClr>
                <a:srgbClr val="F9B639"/>
              </a:buClr>
              <a:buSzPct val="80000"/>
            </a:pPr>
            <a:r>
              <a:rPr lang="es-ES" altLang="en-US" sz="2600" b="1">
                <a:solidFill>
                  <a:srgbClr val="4D4D4D"/>
                </a:solidFill>
                <a:latin typeface="Symbol" panose="05050102010706020507" pitchFamily="18" charset="2"/>
              </a:rPr>
              <a:t> </a:t>
            </a:r>
            <a:r>
              <a:rPr lang="es-MX" altLang="en-US" sz="2400" b="1">
                <a:solidFill>
                  <a:srgbClr val="4D4D4D"/>
                </a:solidFill>
                <a:latin typeface="Comic Sans MS" panose="030F0702030302020204" pitchFamily="66" charset="0"/>
              </a:rPr>
              <a:t>=     +</a:t>
            </a:r>
            <a:endParaRPr lang="es-ES" altLang="en-US" sz="2400" b="1">
              <a:solidFill>
                <a:srgbClr val="4D4D4D"/>
              </a:solidFill>
              <a:latin typeface="Comic Sans MS" panose="030F0702030302020204" pitchFamily="66" charset="0"/>
            </a:endParaRPr>
          </a:p>
        </p:txBody>
      </p:sp>
      <p:sp>
        <p:nvSpPr>
          <p:cNvPr id="22548" name="2 Marcador de contenido">
            <a:extLst>
              <a:ext uri="{FF2B5EF4-FFF2-40B4-BE49-F238E27FC236}">
                <a16:creationId xmlns:a16="http://schemas.microsoft.com/office/drawing/2014/main" id="{B7C95218-635D-4DD6-9518-FD2041B96466}"/>
              </a:ext>
            </a:extLst>
          </p:cNvPr>
          <p:cNvSpPr>
            <a:spLocks/>
          </p:cNvSpPr>
          <p:nvPr/>
        </p:nvSpPr>
        <p:spPr bwMode="auto">
          <a:xfrm>
            <a:off x="5232401" y="5230813"/>
            <a:ext cx="936625"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ts val="600"/>
              </a:spcBef>
              <a:buClr>
                <a:schemeClr val="tx2"/>
              </a:buClr>
              <a:buSzPct val="73000"/>
            </a:pPr>
            <a:r>
              <a:rPr lang="es-MX" altLang="en-US" sz="2600" b="1">
                <a:solidFill>
                  <a:srgbClr val="4D4D4D"/>
                </a:solidFill>
                <a:latin typeface="Comic Sans MS" panose="030F0702030302020204" pitchFamily="66" charset="0"/>
              </a:rPr>
              <a:t> 1</a:t>
            </a:r>
            <a:r>
              <a:rPr lang="es-MX" altLang="en-US" sz="2400" b="1">
                <a:solidFill>
                  <a:srgbClr val="4D4D4D"/>
                </a:solidFill>
                <a:latin typeface="Comic Sans MS" panose="030F0702030302020204" pitchFamily="66" charset="0"/>
              </a:rPr>
              <a:t> </a:t>
            </a:r>
          </a:p>
        </p:txBody>
      </p:sp>
      <p:cxnSp>
        <p:nvCxnSpPr>
          <p:cNvPr id="49" name="38 Conector recto">
            <a:extLst>
              <a:ext uri="{FF2B5EF4-FFF2-40B4-BE49-F238E27FC236}">
                <a16:creationId xmlns:a16="http://schemas.microsoft.com/office/drawing/2014/main" id="{EF7CAAC1-D626-416D-B5B1-CC5FE7C6A878}"/>
              </a:ext>
            </a:extLst>
          </p:cNvPr>
          <p:cNvCxnSpPr/>
          <p:nvPr/>
        </p:nvCxnSpPr>
        <p:spPr bwMode="auto">
          <a:xfrm>
            <a:off x="5324475" y="5662614"/>
            <a:ext cx="431800" cy="1587"/>
          </a:xfrm>
          <a:prstGeom prst="line">
            <a:avLst/>
          </a:prstGeom>
        </p:spPr>
        <p:style>
          <a:lnRef idx="1">
            <a:schemeClr val="accent1"/>
          </a:lnRef>
          <a:fillRef idx="0">
            <a:schemeClr val="accent1"/>
          </a:fillRef>
          <a:effectRef idx="0">
            <a:schemeClr val="accent1"/>
          </a:effectRef>
          <a:fontRef idx="minor">
            <a:schemeClr val="tx1"/>
          </a:fontRef>
        </p:style>
      </p:cxnSp>
      <p:sp>
        <p:nvSpPr>
          <p:cNvPr id="22550" name="2 Marcador de contenido">
            <a:extLst>
              <a:ext uri="{FF2B5EF4-FFF2-40B4-BE49-F238E27FC236}">
                <a16:creationId xmlns:a16="http://schemas.microsoft.com/office/drawing/2014/main" id="{D2E21D08-C447-42B4-93C2-8E5F48D88C2E}"/>
              </a:ext>
            </a:extLst>
          </p:cNvPr>
          <p:cNvSpPr>
            <a:spLocks/>
          </p:cNvSpPr>
          <p:nvPr/>
        </p:nvSpPr>
        <p:spPr bwMode="auto">
          <a:xfrm>
            <a:off x="5360988" y="5661026"/>
            <a:ext cx="520700"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ts val="600"/>
              </a:spcBef>
              <a:buClr>
                <a:schemeClr val="tx2"/>
              </a:buClr>
              <a:buSzPct val="73000"/>
            </a:pPr>
            <a:r>
              <a:rPr lang="es-MX" altLang="en-US" sz="2600" b="1">
                <a:solidFill>
                  <a:srgbClr val="4D4D4D"/>
                </a:solidFill>
                <a:latin typeface="Comic Sans MS" panose="030F0702030302020204" pitchFamily="66" charset="0"/>
              </a:rPr>
              <a:t>C</a:t>
            </a:r>
            <a:r>
              <a:rPr lang="es-MX" altLang="en-US" sz="2400" b="1" baseline="-30000">
                <a:solidFill>
                  <a:srgbClr val="4D4D4D"/>
                </a:solidFill>
                <a:latin typeface="Comic Sans MS" panose="030F0702030302020204" pitchFamily="66" charset="0"/>
                <a:cs typeface="Times New Roman" panose="02020603050405020304" pitchFamily="18" charset="0"/>
              </a:rPr>
              <a:t>1</a:t>
            </a:r>
            <a:endParaRPr lang="es-MX" altLang="en-US" sz="2600" b="1">
              <a:solidFill>
                <a:srgbClr val="4D4D4D"/>
              </a:solidFill>
              <a:latin typeface="Comic Sans MS" panose="030F0702030302020204" pitchFamily="66" charset="0"/>
            </a:endParaRPr>
          </a:p>
        </p:txBody>
      </p:sp>
      <p:sp>
        <p:nvSpPr>
          <p:cNvPr id="22551" name="2 Marcador de contenido">
            <a:extLst>
              <a:ext uri="{FF2B5EF4-FFF2-40B4-BE49-F238E27FC236}">
                <a16:creationId xmlns:a16="http://schemas.microsoft.com/office/drawing/2014/main" id="{21E25145-216B-4D0D-81E6-4B79A2DF8FE2}"/>
              </a:ext>
            </a:extLst>
          </p:cNvPr>
          <p:cNvSpPr>
            <a:spLocks/>
          </p:cNvSpPr>
          <p:nvPr/>
        </p:nvSpPr>
        <p:spPr bwMode="auto">
          <a:xfrm>
            <a:off x="3503614" y="4221164"/>
            <a:ext cx="6264275" cy="649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defRPr>
            </a:lvl1pPr>
            <a:lvl2pPr marL="520700" indent="-22860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lvl="1">
              <a:spcBef>
                <a:spcPts val="500"/>
              </a:spcBef>
              <a:buClr>
                <a:srgbClr val="F9B639"/>
              </a:buClr>
              <a:buSzPct val="80000"/>
            </a:pPr>
            <a:r>
              <a:rPr lang="es-ES" altLang="en-US" sz="2600" b="1">
                <a:solidFill>
                  <a:srgbClr val="4D4D4D"/>
                </a:solidFill>
                <a:latin typeface="Comic Sans MS" panose="030F0702030302020204" pitchFamily="66" charset="0"/>
              </a:rPr>
              <a:t>V</a:t>
            </a:r>
            <a:r>
              <a:rPr lang="es-MX" altLang="en-US" sz="2400" b="1">
                <a:solidFill>
                  <a:srgbClr val="4D4D4D"/>
                </a:solidFill>
                <a:latin typeface="Comic Sans MS" panose="030F0702030302020204" pitchFamily="66" charset="0"/>
              </a:rPr>
              <a:t> = Q </a:t>
            </a:r>
            <a:r>
              <a:rPr lang="es-MX" altLang="en-US" sz="3600" b="1">
                <a:solidFill>
                  <a:srgbClr val="4D4D4D"/>
                </a:solidFill>
                <a:latin typeface="Comic Sans MS" panose="030F0702030302020204" pitchFamily="66" charset="0"/>
              </a:rPr>
              <a:t>(</a:t>
            </a:r>
            <a:r>
              <a:rPr lang="es-MX" altLang="en-US" sz="2400" b="1">
                <a:solidFill>
                  <a:srgbClr val="4D4D4D"/>
                </a:solidFill>
                <a:latin typeface="Comic Sans MS" panose="030F0702030302020204" pitchFamily="66" charset="0"/>
              </a:rPr>
              <a:t>    +     </a:t>
            </a:r>
            <a:r>
              <a:rPr lang="es-MX" altLang="en-US" sz="3600" b="1">
                <a:solidFill>
                  <a:srgbClr val="4D4D4D"/>
                </a:solidFill>
                <a:latin typeface="Comic Sans MS" panose="030F0702030302020204" pitchFamily="66" charset="0"/>
              </a:rPr>
              <a:t>)</a:t>
            </a:r>
            <a:r>
              <a:rPr lang="es-MX" altLang="en-US" sz="2400" b="1">
                <a:solidFill>
                  <a:srgbClr val="4D4D4D"/>
                </a:solidFill>
                <a:latin typeface="Comic Sans MS" panose="030F0702030302020204" pitchFamily="66" charset="0"/>
              </a:rPr>
              <a:t>   </a:t>
            </a:r>
            <a:endParaRPr lang="es-ES" altLang="en-US" sz="2300" b="1">
              <a:solidFill>
                <a:srgbClr val="4D4D4D"/>
              </a:solidFill>
              <a:latin typeface="Comic Sans MS" panose="030F0702030302020204" pitchFamily="66" charset="0"/>
            </a:endParaRPr>
          </a:p>
          <a:p>
            <a:pPr lvl="1">
              <a:spcBef>
                <a:spcPts val="500"/>
              </a:spcBef>
              <a:buClr>
                <a:srgbClr val="F9B639"/>
              </a:buClr>
              <a:buSzPct val="80000"/>
            </a:pPr>
            <a:endParaRPr lang="es-ES" altLang="en-US" sz="2300" b="1">
              <a:solidFill>
                <a:srgbClr val="4D4D4D"/>
              </a:solidFill>
              <a:latin typeface="Comic Sans MS" panose="030F0702030302020204" pitchFamily="66" charset="0"/>
            </a:endParaRPr>
          </a:p>
        </p:txBody>
      </p:sp>
      <p:sp>
        <p:nvSpPr>
          <p:cNvPr id="22552" name="2 Marcador de contenido">
            <a:extLst>
              <a:ext uri="{FF2B5EF4-FFF2-40B4-BE49-F238E27FC236}">
                <a16:creationId xmlns:a16="http://schemas.microsoft.com/office/drawing/2014/main" id="{43313DBA-FF0C-45C0-9548-CCA3BD944DE8}"/>
              </a:ext>
            </a:extLst>
          </p:cNvPr>
          <p:cNvSpPr>
            <a:spLocks/>
          </p:cNvSpPr>
          <p:nvPr/>
        </p:nvSpPr>
        <p:spPr bwMode="auto">
          <a:xfrm>
            <a:off x="4975226" y="4149726"/>
            <a:ext cx="936625"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ts val="600"/>
              </a:spcBef>
              <a:buClr>
                <a:schemeClr val="tx2"/>
              </a:buClr>
              <a:buSzPct val="73000"/>
            </a:pPr>
            <a:r>
              <a:rPr lang="es-MX" altLang="en-US" sz="2600" b="1">
                <a:solidFill>
                  <a:srgbClr val="4D4D4D"/>
                </a:solidFill>
                <a:latin typeface="Comic Sans MS" panose="030F0702030302020204" pitchFamily="66" charset="0"/>
              </a:rPr>
              <a:t> 1</a:t>
            </a:r>
            <a:r>
              <a:rPr lang="es-MX" altLang="en-US" sz="2400" b="1">
                <a:solidFill>
                  <a:srgbClr val="4D4D4D"/>
                </a:solidFill>
                <a:latin typeface="Comic Sans MS" panose="030F0702030302020204" pitchFamily="66" charset="0"/>
              </a:rPr>
              <a:t> </a:t>
            </a:r>
          </a:p>
        </p:txBody>
      </p:sp>
      <p:cxnSp>
        <p:nvCxnSpPr>
          <p:cNvPr id="63" name="38 Conector recto">
            <a:extLst>
              <a:ext uri="{FF2B5EF4-FFF2-40B4-BE49-F238E27FC236}">
                <a16:creationId xmlns:a16="http://schemas.microsoft.com/office/drawing/2014/main" id="{C40AC334-4844-4CBC-BFDE-4004AFADFC7C}"/>
              </a:ext>
            </a:extLst>
          </p:cNvPr>
          <p:cNvCxnSpPr/>
          <p:nvPr/>
        </p:nvCxnSpPr>
        <p:spPr bwMode="auto">
          <a:xfrm>
            <a:off x="5138738" y="4581525"/>
            <a:ext cx="431800" cy="1588"/>
          </a:xfrm>
          <a:prstGeom prst="line">
            <a:avLst/>
          </a:prstGeom>
        </p:spPr>
        <p:style>
          <a:lnRef idx="1">
            <a:schemeClr val="accent1"/>
          </a:lnRef>
          <a:fillRef idx="0">
            <a:schemeClr val="accent1"/>
          </a:fillRef>
          <a:effectRef idx="0">
            <a:schemeClr val="accent1"/>
          </a:effectRef>
          <a:fontRef idx="minor">
            <a:schemeClr val="tx1"/>
          </a:fontRef>
        </p:style>
      </p:cxnSp>
      <p:sp>
        <p:nvSpPr>
          <p:cNvPr id="22554" name="2 Marcador de contenido">
            <a:extLst>
              <a:ext uri="{FF2B5EF4-FFF2-40B4-BE49-F238E27FC236}">
                <a16:creationId xmlns:a16="http://schemas.microsoft.com/office/drawing/2014/main" id="{971CC4F2-FB50-4B7E-99CB-3D3762A821A9}"/>
              </a:ext>
            </a:extLst>
          </p:cNvPr>
          <p:cNvSpPr>
            <a:spLocks/>
          </p:cNvSpPr>
          <p:nvPr/>
        </p:nvSpPr>
        <p:spPr bwMode="auto">
          <a:xfrm>
            <a:off x="5175250" y="4579939"/>
            <a:ext cx="520700"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ts val="600"/>
              </a:spcBef>
              <a:buClr>
                <a:schemeClr val="tx2"/>
              </a:buClr>
              <a:buSzPct val="73000"/>
            </a:pPr>
            <a:r>
              <a:rPr lang="es-MX" altLang="en-US" sz="2600" b="1">
                <a:solidFill>
                  <a:srgbClr val="4D4D4D"/>
                </a:solidFill>
                <a:latin typeface="Comic Sans MS" panose="030F0702030302020204" pitchFamily="66" charset="0"/>
              </a:rPr>
              <a:t>C</a:t>
            </a:r>
            <a:r>
              <a:rPr lang="es-MX" altLang="en-US" sz="2400" b="1" baseline="-30000">
                <a:solidFill>
                  <a:srgbClr val="4D4D4D"/>
                </a:solidFill>
                <a:latin typeface="Comic Sans MS" panose="030F0702030302020204" pitchFamily="66" charset="0"/>
                <a:cs typeface="Times New Roman" panose="02020603050405020304" pitchFamily="18" charset="0"/>
              </a:rPr>
              <a:t>1</a:t>
            </a:r>
            <a:endParaRPr lang="es-MX" altLang="en-US" sz="2600" b="1">
              <a:solidFill>
                <a:srgbClr val="4D4D4D"/>
              </a:solidFill>
              <a:latin typeface="Comic Sans MS" panose="030F0702030302020204" pitchFamily="66" charset="0"/>
            </a:endParaRPr>
          </a:p>
        </p:txBody>
      </p:sp>
      <p:sp>
        <p:nvSpPr>
          <p:cNvPr id="22555" name="2 Marcador de contenido">
            <a:extLst>
              <a:ext uri="{FF2B5EF4-FFF2-40B4-BE49-F238E27FC236}">
                <a16:creationId xmlns:a16="http://schemas.microsoft.com/office/drawing/2014/main" id="{6BBA7418-0696-4792-8C91-FF29D1F8FB15}"/>
              </a:ext>
            </a:extLst>
          </p:cNvPr>
          <p:cNvSpPr>
            <a:spLocks/>
          </p:cNvSpPr>
          <p:nvPr/>
        </p:nvSpPr>
        <p:spPr bwMode="auto">
          <a:xfrm>
            <a:off x="5830889" y="4149726"/>
            <a:ext cx="936625"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ts val="600"/>
              </a:spcBef>
              <a:buClr>
                <a:schemeClr val="tx2"/>
              </a:buClr>
              <a:buSzPct val="73000"/>
            </a:pPr>
            <a:r>
              <a:rPr lang="es-MX" altLang="en-US" sz="2600" b="1">
                <a:solidFill>
                  <a:srgbClr val="4D4D4D"/>
                </a:solidFill>
                <a:latin typeface="Comic Sans MS" panose="030F0702030302020204" pitchFamily="66" charset="0"/>
              </a:rPr>
              <a:t> 1</a:t>
            </a:r>
            <a:r>
              <a:rPr lang="es-MX" altLang="en-US" sz="2400" b="1">
                <a:solidFill>
                  <a:srgbClr val="4D4D4D"/>
                </a:solidFill>
                <a:latin typeface="Comic Sans MS" panose="030F0702030302020204" pitchFamily="66" charset="0"/>
              </a:rPr>
              <a:t> </a:t>
            </a:r>
          </a:p>
        </p:txBody>
      </p:sp>
      <p:cxnSp>
        <p:nvCxnSpPr>
          <p:cNvPr id="66" name="38 Conector recto">
            <a:extLst>
              <a:ext uri="{FF2B5EF4-FFF2-40B4-BE49-F238E27FC236}">
                <a16:creationId xmlns:a16="http://schemas.microsoft.com/office/drawing/2014/main" id="{EAA914D3-162F-452E-A9C5-3BAF686DCFEB}"/>
              </a:ext>
            </a:extLst>
          </p:cNvPr>
          <p:cNvCxnSpPr/>
          <p:nvPr/>
        </p:nvCxnSpPr>
        <p:spPr bwMode="auto">
          <a:xfrm>
            <a:off x="5994400" y="4581525"/>
            <a:ext cx="431800" cy="1588"/>
          </a:xfrm>
          <a:prstGeom prst="line">
            <a:avLst/>
          </a:prstGeom>
        </p:spPr>
        <p:style>
          <a:lnRef idx="1">
            <a:schemeClr val="accent1"/>
          </a:lnRef>
          <a:fillRef idx="0">
            <a:schemeClr val="accent1"/>
          </a:fillRef>
          <a:effectRef idx="0">
            <a:schemeClr val="accent1"/>
          </a:effectRef>
          <a:fontRef idx="minor">
            <a:schemeClr val="tx1"/>
          </a:fontRef>
        </p:style>
      </p:cxnSp>
      <p:sp>
        <p:nvSpPr>
          <p:cNvPr id="22557" name="2 Marcador de contenido">
            <a:extLst>
              <a:ext uri="{FF2B5EF4-FFF2-40B4-BE49-F238E27FC236}">
                <a16:creationId xmlns:a16="http://schemas.microsoft.com/office/drawing/2014/main" id="{18CFC7B4-C21A-4DD6-AF65-4D25D4B716D2}"/>
              </a:ext>
            </a:extLst>
          </p:cNvPr>
          <p:cNvSpPr>
            <a:spLocks/>
          </p:cNvSpPr>
          <p:nvPr/>
        </p:nvSpPr>
        <p:spPr bwMode="auto">
          <a:xfrm>
            <a:off x="6030913" y="4579939"/>
            <a:ext cx="520700"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ts val="600"/>
              </a:spcBef>
              <a:buClr>
                <a:schemeClr val="tx2"/>
              </a:buClr>
              <a:buSzPct val="73000"/>
            </a:pPr>
            <a:r>
              <a:rPr lang="es-MX" altLang="en-US" sz="2600" b="1">
                <a:solidFill>
                  <a:srgbClr val="4D4D4D"/>
                </a:solidFill>
                <a:latin typeface="Comic Sans MS" panose="030F0702030302020204" pitchFamily="66" charset="0"/>
              </a:rPr>
              <a:t>C</a:t>
            </a:r>
            <a:r>
              <a:rPr lang="es-MX" altLang="en-US" sz="2400" b="1" baseline="-30000">
                <a:solidFill>
                  <a:srgbClr val="4D4D4D"/>
                </a:solidFill>
                <a:latin typeface="Comic Sans MS" panose="030F0702030302020204" pitchFamily="66" charset="0"/>
                <a:cs typeface="Times New Roman" panose="02020603050405020304" pitchFamily="18" charset="0"/>
              </a:rPr>
              <a:t>2</a:t>
            </a:r>
            <a:endParaRPr lang="es-MX" altLang="en-US" sz="2600" b="1">
              <a:solidFill>
                <a:srgbClr val="4D4D4D"/>
              </a:solidFill>
              <a:latin typeface="Comic Sans MS" panose="030F0702030302020204" pitchFamily="66" charset="0"/>
            </a:endParaRPr>
          </a:p>
        </p:txBody>
      </p:sp>
      <p:sp>
        <p:nvSpPr>
          <p:cNvPr id="22558" name="2 Marcador de contenido">
            <a:extLst>
              <a:ext uri="{FF2B5EF4-FFF2-40B4-BE49-F238E27FC236}">
                <a16:creationId xmlns:a16="http://schemas.microsoft.com/office/drawing/2014/main" id="{24AA7522-EDE6-4671-A398-32073C152854}"/>
              </a:ext>
            </a:extLst>
          </p:cNvPr>
          <p:cNvSpPr>
            <a:spLocks/>
          </p:cNvSpPr>
          <p:nvPr/>
        </p:nvSpPr>
        <p:spPr bwMode="auto">
          <a:xfrm>
            <a:off x="4295776" y="5230813"/>
            <a:ext cx="936625"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ts val="600"/>
              </a:spcBef>
              <a:buClr>
                <a:schemeClr val="tx2"/>
              </a:buClr>
              <a:buSzPct val="73000"/>
            </a:pPr>
            <a:r>
              <a:rPr lang="es-MX" altLang="en-US" sz="2600" b="1">
                <a:solidFill>
                  <a:srgbClr val="4D4D4D"/>
                </a:solidFill>
                <a:latin typeface="Comic Sans MS" panose="030F0702030302020204" pitchFamily="66" charset="0"/>
              </a:rPr>
              <a:t> 1</a:t>
            </a:r>
            <a:r>
              <a:rPr lang="es-MX" altLang="en-US" sz="2400" b="1">
                <a:solidFill>
                  <a:srgbClr val="4D4D4D"/>
                </a:solidFill>
                <a:latin typeface="Comic Sans MS" panose="030F0702030302020204" pitchFamily="66" charset="0"/>
              </a:rPr>
              <a:t> </a:t>
            </a:r>
          </a:p>
        </p:txBody>
      </p:sp>
      <p:cxnSp>
        <p:nvCxnSpPr>
          <p:cNvPr id="40" name="38 Conector recto">
            <a:extLst>
              <a:ext uri="{FF2B5EF4-FFF2-40B4-BE49-F238E27FC236}">
                <a16:creationId xmlns:a16="http://schemas.microsoft.com/office/drawing/2014/main" id="{E50DF692-1413-427A-9A98-3D57903C3A7C}"/>
              </a:ext>
            </a:extLst>
          </p:cNvPr>
          <p:cNvCxnSpPr/>
          <p:nvPr/>
        </p:nvCxnSpPr>
        <p:spPr bwMode="auto">
          <a:xfrm>
            <a:off x="4387850" y="5662614"/>
            <a:ext cx="431800" cy="1587"/>
          </a:xfrm>
          <a:prstGeom prst="line">
            <a:avLst/>
          </a:prstGeom>
        </p:spPr>
        <p:style>
          <a:lnRef idx="1">
            <a:schemeClr val="accent1"/>
          </a:lnRef>
          <a:fillRef idx="0">
            <a:schemeClr val="accent1"/>
          </a:fillRef>
          <a:effectRef idx="0">
            <a:schemeClr val="accent1"/>
          </a:effectRef>
          <a:fontRef idx="minor">
            <a:schemeClr val="tx1"/>
          </a:fontRef>
        </p:style>
      </p:cxnSp>
      <p:sp>
        <p:nvSpPr>
          <p:cNvPr id="22560" name="2 Marcador de contenido">
            <a:extLst>
              <a:ext uri="{FF2B5EF4-FFF2-40B4-BE49-F238E27FC236}">
                <a16:creationId xmlns:a16="http://schemas.microsoft.com/office/drawing/2014/main" id="{0CC950FF-2764-4D8F-8F09-33F832E53279}"/>
              </a:ext>
            </a:extLst>
          </p:cNvPr>
          <p:cNvSpPr>
            <a:spLocks/>
          </p:cNvSpPr>
          <p:nvPr/>
        </p:nvSpPr>
        <p:spPr bwMode="auto">
          <a:xfrm>
            <a:off x="4424363" y="5661026"/>
            <a:ext cx="698500"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ts val="600"/>
              </a:spcBef>
              <a:buClr>
                <a:schemeClr val="tx2"/>
              </a:buClr>
              <a:buSzPct val="73000"/>
            </a:pPr>
            <a:r>
              <a:rPr lang="es-MX" altLang="en-US" sz="2600" b="1">
                <a:solidFill>
                  <a:srgbClr val="4D4D4D"/>
                </a:solidFill>
                <a:latin typeface="Comic Sans MS" panose="030F0702030302020204" pitchFamily="66" charset="0"/>
              </a:rPr>
              <a:t>C</a:t>
            </a:r>
            <a:r>
              <a:rPr lang="es-MX" altLang="en-US" sz="2400" b="1" baseline="-30000">
                <a:solidFill>
                  <a:srgbClr val="4D4D4D"/>
                </a:solidFill>
                <a:latin typeface="Comic Sans MS" panose="030F0702030302020204" pitchFamily="66" charset="0"/>
                <a:cs typeface="Times New Roman" panose="02020603050405020304" pitchFamily="18" charset="0"/>
              </a:rPr>
              <a:t>eq</a:t>
            </a:r>
            <a:endParaRPr lang="es-MX" altLang="en-US" sz="2600" b="1">
              <a:solidFill>
                <a:srgbClr val="4D4D4D"/>
              </a:solidFill>
              <a:latin typeface="Comic Sans MS" panose="030F0702030302020204" pitchFamily="66" charset="0"/>
            </a:endParaRPr>
          </a:p>
        </p:txBody>
      </p:sp>
      <p:sp>
        <p:nvSpPr>
          <p:cNvPr id="22561" name="2 Marcador de contenido">
            <a:extLst>
              <a:ext uri="{FF2B5EF4-FFF2-40B4-BE49-F238E27FC236}">
                <a16:creationId xmlns:a16="http://schemas.microsoft.com/office/drawing/2014/main" id="{EDE76755-A6E8-4CB7-9EEC-F12A72A6AEF2}"/>
              </a:ext>
            </a:extLst>
          </p:cNvPr>
          <p:cNvSpPr>
            <a:spLocks/>
          </p:cNvSpPr>
          <p:nvPr/>
        </p:nvSpPr>
        <p:spPr bwMode="auto">
          <a:xfrm>
            <a:off x="6096001" y="5230813"/>
            <a:ext cx="936625"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ts val="600"/>
              </a:spcBef>
              <a:buClr>
                <a:schemeClr val="tx2"/>
              </a:buClr>
              <a:buSzPct val="73000"/>
            </a:pPr>
            <a:r>
              <a:rPr lang="es-MX" altLang="en-US" sz="2600" b="1">
                <a:solidFill>
                  <a:srgbClr val="4D4D4D"/>
                </a:solidFill>
                <a:latin typeface="Comic Sans MS" panose="030F0702030302020204" pitchFamily="66" charset="0"/>
              </a:rPr>
              <a:t> 1</a:t>
            </a:r>
            <a:r>
              <a:rPr lang="es-MX" altLang="en-US" sz="2400" b="1">
                <a:solidFill>
                  <a:srgbClr val="4D4D4D"/>
                </a:solidFill>
                <a:latin typeface="Comic Sans MS" panose="030F0702030302020204" pitchFamily="66" charset="0"/>
              </a:rPr>
              <a:t> </a:t>
            </a:r>
          </a:p>
        </p:txBody>
      </p:sp>
      <p:cxnSp>
        <p:nvCxnSpPr>
          <p:cNvPr id="43" name="38 Conector recto">
            <a:extLst>
              <a:ext uri="{FF2B5EF4-FFF2-40B4-BE49-F238E27FC236}">
                <a16:creationId xmlns:a16="http://schemas.microsoft.com/office/drawing/2014/main" id="{B3C7D79C-2A36-40D7-BEC7-4AB33A11DD57}"/>
              </a:ext>
            </a:extLst>
          </p:cNvPr>
          <p:cNvCxnSpPr/>
          <p:nvPr/>
        </p:nvCxnSpPr>
        <p:spPr bwMode="auto">
          <a:xfrm>
            <a:off x="6188075" y="5662614"/>
            <a:ext cx="431800" cy="1587"/>
          </a:xfrm>
          <a:prstGeom prst="line">
            <a:avLst/>
          </a:prstGeom>
        </p:spPr>
        <p:style>
          <a:lnRef idx="1">
            <a:schemeClr val="accent1"/>
          </a:lnRef>
          <a:fillRef idx="0">
            <a:schemeClr val="accent1"/>
          </a:fillRef>
          <a:effectRef idx="0">
            <a:schemeClr val="accent1"/>
          </a:effectRef>
          <a:fontRef idx="minor">
            <a:schemeClr val="tx1"/>
          </a:fontRef>
        </p:style>
      </p:cxnSp>
      <p:sp>
        <p:nvSpPr>
          <p:cNvPr id="22563" name="2 Marcador de contenido">
            <a:extLst>
              <a:ext uri="{FF2B5EF4-FFF2-40B4-BE49-F238E27FC236}">
                <a16:creationId xmlns:a16="http://schemas.microsoft.com/office/drawing/2014/main" id="{083402A5-0519-4705-8F4E-8DA72A479D99}"/>
              </a:ext>
            </a:extLst>
          </p:cNvPr>
          <p:cNvSpPr>
            <a:spLocks/>
          </p:cNvSpPr>
          <p:nvPr/>
        </p:nvSpPr>
        <p:spPr bwMode="auto">
          <a:xfrm>
            <a:off x="6224588" y="5661026"/>
            <a:ext cx="520700"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ts val="600"/>
              </a:spcBef>
              <a:buClr>
                <a:schemeClr val="tx2"/>
              </a:buClr>
              <a:buSzPct val="73000"/>
            </a:pPr>
            <a:r>
              <a:rPr lang="es-MX" altLang="en-US" sz="2600" b="1">
                <a:solidFill>
                  <a:srgbClr val="4D4D4D"/>
                </a:solidFill>
                <a:latin typeface="Comic Sans MS" panose="030F0702030302020204" pitchFamily="66" charset="0"/>
              </a:rPr>
              <a:t>C</a:t>
            </a:r>
            <a:r>
              <a:rPr lang="es-MX" altLang="en-US" sz="2400" b="1" baseline="-30000">
                <a:solidFill>
                  <a:srgbClr val="4D4D4D"/>
                </a:solidFill>
                <a:latin typeface="Comic Sans MS" panose="030F0702030302020204" pitchFamily="66" charset="0"/>
                <a:cs typeface="Times New Roman" panose="02020603050405020304" pitchFamily="18" charset="0"/>
              </a:rPr>
              <a:t>2</a:t>
            </a:r>
            <a:endParaRPr lang="es-MX" altLang="en-US" sz="2600" b="1">
              <a:solidFill>
                <a:srgbClr val="4D4D4D"/>
              </a:solidFill>
              <a:latin typeface="Comic Sans MS" panose="030F0702030302020204" pitchFamily="66" charset="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PhAnim="0">
  <p:cSld>
    <p:bg>
      <p:bgPr>
        <a:solidFill>
          <a:schemeClr val="tx1"/>
        </a:solidFill>
        <a:effectLst/>
      </p:bgPr>
    </p:bg>
    <p:spTree>
      <p:nvGrpSpPr>
        <p:cNvPr id="1" name=""/>
        <p:cNvGrpSpPr/>
        <p:nvPr/>
      </p:nvGrpSpPr>
      <p:grpSpPr>
        <a:xfrm>
          <a:off x="0" y="0"/>
          <a:ext cx="0" cy="0"/>
          <a:chOff x="0" y="0"/>
          <a:chExt cx="0" cy="0"/>
        </a:xfrm>
      </p:grpSpPr>
      <p:sp>
        <p:nvSpPr>
          <p:cNvPr id="6" name="Slide Number Placeholder 4">
            <a:extLst>
              <a:ext uri="{FF2B5EF4-FFF2-40B4-BE49-F238E27FC236}">
                <a16:creationId xmlns:a16="http://schemas.microsoft.com/office/drawing/2014/main" id="{C91137D7-102C-4A87-895E-7F59F1FF15D3}"/>
              </a:ext>
            </a:extLst>
          </p:cNvPr>
          <p:cNvSpPr>
            <a:spLocks noGrp="1"/>
          </p:cNvSpPr>
          <p:nvPr>
            <p:ph type="sldNum" sz="quarter" idx="12"/>
          </p:nvPr>
        </p:nvSpPr>
        <p:spPr/>
        <p:txBody>
          <a:bodyPr/>
          <a:lstStyle/>
          <a:p>
            <a:pPr eaLnBrk="0" fontAlgn="base" hangingPunct="0">
              <a:spcBef>
                <a:spcPct val="0"/>
              </a:spcBef>
              <a:spcAft>
                <a:spcPct val="0"/>
              </a:spcAft>
            </a:pPr>
            <a:fld id="{C78D95AC-6F40-4D2D-AF62-9D0A3D57CED0}" type="slidenum">
              <a:rPr lang="en-US" altLang="en-US">
                <a:solidFill>
                  <a:srgbClr val="FFFFFF"/>
                </a:solidFill>
                <a:latin typeface="Times New Roman" panose="02020603050405020304" pitchFamily="18" charset="0"/>
              </a:rPr>
              <a:pPr eaLnBrk="0" fontAlgn="base" hangingPunct="0">
                <a:spcBef>
                  <a:spcPct val="0"/>
                </a:spcBef>
                <a:spcAft>
                  <a:spcPct val="0"/>
                </a:spcAft>
              </a:pPr>
              <a:t>40</a:t>
            </a:fld>
            <a:endParaRPr lang="en-US" altLang="en-US">
              <a:solidFill>
                <a:srgbClr val="FFFFFF"/>
              </a:solidFill>
              <a:latin typeface="Times New Roman" panose="02020603050405020304" pitchFamily="18" charset="0"/>
            </a:endParaRPr>
          </a:p>
        </p:txBody>
      </p:sp>
      <p:sp>
        <p:nvSpPr>
          <p:cNvPr id="10242" name="Rectangle 2">
            <a:extLst>
              <a:ext uri="{FF2B5EF4-FFF2-40B4-BE49-F238E27FC236}">
                <a16:creationId xmlns:a16="http://schemas.microsoft.com/office/drawing/2014/main" id="{62C663AF-EBE8-4914-B645-A2CBF39EA563}"/>
              </a:ext>
            </a:extLst>
          </p:cNvPr>
          <p:cNvSpPr>
            <a:spLocks noGrp="1" noChangeArrowheads="1"/>
          </p:cNvSpPr>
          <p:nvPr>
            <p:ph type="title"/>
          </p:nvPr>
        </p:nvSpPr>
        <p:spPr/>
        <p:txBody>
          <a:bodyPr/>
          <a:lstStyle/>
          <a:p>
            <a:r>
              <a:rPr lang="es-ES_tradnl" altLang="en-US">
                <a:solidFill>
                  <a:schemeClr val="bg1"/>
                </a:solidFill>
                <a:latin typeface="Comic Sans MS" panose="030F0702030302020204" pitchFamily="66" charset="0"/>
              </a:rPr>
              <a:t>Combinación mixta</a:t>
            </a:r>
            <a:endParaRPr lang="es-ES_tradnl" altLang="en-US"/>
          </a:p>
        </p:txBody>
      </p:sp>
      <p:pic>
        <p:nvPicPr>
          <p:cNvPr id="10244" name="Picture 4">
            <a:extLst>
              <a:ext uri="{FF2B5EF4-FFF2-40B4-BE49-F238E27FC236}">
                <a16:creationId xmlns:a16="http://schemas.microsoft.com/office/drawing/2014/main" id="{6F12CD58-999E-4B40-A493-BD079B079517}"/>
              </a:ext>
            </a:extLst>
          </p:cNvPr>
          <p:cNvPicPr>
            <a:picLocks noChangeAspect="1" noChangeArrowheads="1"/>
          </p:cNvPicPr>
          <p:nvPr/>
        </p:nvPicPr>
        <p:blipFill>
          <a:blip r:embed="rId2" r:link="rId3">
            <a:extLst>
              <a:ext uri="{28A0092B-C50C-407E-A947-70E740481C1C}">
                <a14:useLocalDpi xmlns:a14="http://schemas.microsoft.com/office/drawing/2010/main" val="0"/>
              </a:ext>
            </a:extLst>
          </a:blip>
          <a:srcRect/>
          <a:stretch>
            <a:fillRect/>
          </a:stretch>
        </p:blipFill>
        <p:spPr bwMode="auto">
          <a:xfrm>
            <a:off x="1524000" y="1866900"/>
            <a:ext cx="4268788" cy="4991100"/>
          </a:xfrm>
          <a:prstGeom prst="rect">
            <a:avLst/>
          </a:prstGeom>
          <a:noFill/>
          <a:extLst>
            <a:ext uri="{909E8E84-426E-40DD-AFC4-6F175D3DCCD1}">
              <a14:hiddenFill xmlns:a14="http://schemas.microsoft.com/office/drawing/2010/main">
                <a:solidFill>
                  <a:srgbClr val="FFFFFF"/>
                </a:solidFill>
              </a14:hiddenFill>
            </a:ext>
          </a:extLst>
        </p:spPr>
      </p:pic>
      <p:pic>
        <p:nvPicPr>
          <p:cNvPr id="10245" name="Picture 5">
            <a:extLst>
              <a:ext uri="{FF2B5EF4-FFF2-40B4-BE49-F238E27FC236}">
                <a16:creationId xmlns:a16="http://schemas.microsoft.com/office/drawing/2014/main" id="{933EA105-40FA-4E79-AA43-C84836C5433F}"/>
              </a:ext>
            </a:extLst>
          </p:cNvPr>
          <p:cNvPicPr>
            <a:picLocks noChangeAspect="1" noChangeArrowheads="1"/>
          </p:cNvPicPr>
          <p:nvPr/>
        </p:nvPicPr>
        <p:blipFill>
          <a:blip r:embed="rId4" r:link="rId5">
            <a:extLst>
              <a:ext uri="{28A0092B-C50C-407E-A947-70E740481C1C}">
                <a14:useLocalDpi xmlns:a14="http://schemas.microsoft.com/office/drawing/2010/main" val="0"/>
              </a:ext>
            </a:extLst>
          </a:blip>
          <a:srcRect/>
          <a:stretch>
            <a:fillRect/>
          </a:stretch>
        </p:blipFill>
        <p:spPr bwMode="auto">
          <a:xfrm>
            <a:off x="5791200" y="1828800"/>
            <a:ext cx="4876800" cy="50292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242"/>
                                        </p:tgtEl>
                                        <p:attrNameLst>
                                          <p:attrName>style.visibility</p:attrName>
                                        </p:attrNameLst>
                                      </p:cBhvr>
                                      <p:to>
                                        <p:strVal val="visible"/>
                                      </p:to>
                                    </p:set>
                                    <p:anim calcmode="lin" valueType="num">
                                      <p:cBhvr additive="base">
                                        <p:cTn id="7" dur="500" fill="hold"/>
                                        <p:tgtEl>
                                          <p:spTgt spid="10242"/>
                                        </p:tgtEl>
                                        <p:attrNameLst>
                                          <p:attrName>ppt_x</p:attrName>
                                        </p:attrNameLst>
                                      </p:cBhvr>
                                      <p:tavLst>
                                        <p:tav tm="0">
                                          <p:val>
                                            <p:strVal val="0-#ppt_w/2"/>
                                          </p:val>
                                        </p:tav>
                                        <p:tav tm="100000">
                                          <p:val>
                                            <p:strVal val="#ppt_x"/>
                                          </p:val>
                                        </p:tav>
                                      </p:tavLst>
                                    </p:anim>
                                    <p:anim calcmode="lin" valueType="num">
                                      <p:cBhvr additive="base">
                                        <p:cTn id="8" dur="500" fill="hold"/>
                                        <p:tgtEl>
                                          <p:spTgt spid="10242"/>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2" presetClass="entr" presetSubtype="8" fill="hold" nodeType="afterEffect">
                                  <p:stCondLst>
                                    <p:cond delay="0"/>
                                  </p:stCondLst>
                                  <p:childTnLst>
                                    <p:set>
                                      <p:cBhvr>
                                        <p:cTn id="11" dur="1" fill="hold">
                                          <p:stCondLst>
                                            <p:cond delay="0"/>
                                          </p:stCondLst>
                                        </p:cTn>
                                        <p:tgtEl>
                                          <p:spTgt spid="10244"/>
                                        </p:tgtEl>
                                        <p:attrNameLst>
                                          <p:attrName>style.visibility</p:attrName>
                                        </p:attrNameLst>
                                      </p:cBhvr>
                                      <p:to>
                                        <p:strVal val="visible"/>
                                      </p:to>
                                    </p:set>
                                    <p:anim calcmode="lin" valueType="num">
                                      <p:cBhvr additive="base">
                                        <p:cTn id="12" dur="500" fill="hold"/>
                                        <p:tgtEl>
                                          <p:spTgt spid="10244"/>
                                        </p:tgtEl>
                                        <p:attrNameLst>
                                          <p:attrName>ppt_x</p:attrName>
                                        </p:attrNameLst>
                                      </p:cBhvr>
                                      <p:tavLst>
                                        <p:tav tm="0">
                                          <p:val>
                                            <p:strVal val="0-#ppt_w/2"/>
                                          </p:val>
                                        </p:tav>
                                        <p:tav tm="100000">
                                          <p:val>
                                            <p:strVal val="#ppt_x"/>
                                          </p:val>
                                        </p:tav>
                                      </p:tavLst>
                                    </p:anim>
                                    <p:anim calcmode="lin" valueType="num">
                                      <p:cBhvr additive="base">
                                        <p:cTn id="13" dur="500" fill="hold"/>
                                        <p:tgtEl>
                                          <p:spTgt spid="10244"/>
                                        </p:tgtEl>
                                        <p:attrNameLst>
                                          <p:attrName>ppt_y</p:attrName>
                                        </p:attrNameLst>
                                      </p:cBhvr>
                                      <p:tavLst>
                                        <p:tav tm="0">
                                          <p:val>
                                            <p:strVal val="#ppt_y"/>
                                          </p:val>
                                        </p:tav>
                                        <p:tav tm="100000">
                                          <p:val>
                                            <p:strVal val="#ppt_y"/>
                                          </p:val>
                                        </p:tav>
                                      </p:tavLst>
                                    </p:anim>
                                  </p:childTnLst>
                                </p:cTn>
                              </p:par>
                            </p:childTnLst>
                          </p:cTn>
                        </p:par>
                        <p:par>
                          <p:cTn id="14" fill="hold" nodeType="afterGroup">
                            <p:stCondLst>
                              <p:cond delay="1000"/>
                            </p:stCondLst>
                            <p:childTnLst>
                              <p:par>
                                <p:cTn id="15" presetID="2" presetClass="entr" presetSubtype="8" fill="hold" nodeType="afterEffect">
                                  <p:stCondLst>
                                    <p:cond delay="0"/>
                                  </p:stCondLst>
                                  <p:childTnLst>
                                    <p:set>
                                      <p:cBhvr>
                                        <p:cTn id="16" dur="1" fill="hold">
                                          <p:stCondLst>
                                            <p:cond delay="0"/>
                                          </p:stCondLst>
                                        </p:cTn>
                                        <p:tgtEl>
                                          <p:spTgt spid="10245"/>
                                        </p:tgtEl>
                                        <p:attrNameLst>
                                          <p:attrName>style.visibility</p:attrName>
                                        </p:attrNameLst>
                                      </p:cBhvr>
                                      <p:to>
                                        <p:strVal val="visible"/>
                                      </p:to>
                                    </p:set>
                                    <p:anim calcmode="lin" valueType="num">
                                      <p:cBhvr additive="base">
                                        <p:cTn id="17" dur="500" fill="hold"/>
                                        <p:tgtEl>
                                          <p:spTgt spid="10245"/>
                                        </p:tgtEl>
                                        <p:attrNameLst>
                                          <p:attrName>ppt_x</p:attrName>
                                        </p:attrNameLst>
                                      </p:cBhvr>
                                      <p:tavLst>
                                        <p:tav tm="0">
                                          <p:val>
                                            <p:strVal val="0-#ppt_w/2"/>
                                          </p:val>
                                        </p:tav>
                                        <p:tav tm="100000">
                                          <p:val>
                                            <p:strVal val="#ppt_x"/>
                                          </p:val>
                                        </p:tav>
                                      </p:tavLst>
                                    </p:anim>
                                    <p:anim calcmode="lin" valueType="num">
                                      <p:cBhvr additive="base">
                                        <p:cTn id="18" dur="500" fill="hold"/>
                                        <p:tgtEl>
                                          <p:spTgt spid="1024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2" grpId="0" autoUpdateAnimBg="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Slide Number Placeholder 3">
            <a:extLst>
              <a:ext uri="{FF2B5EF4-FFF2-40B4-BE49-F238E27FC236}">
                <a16:creationId xmlns:a16="http://schemas.microsoft.com/office/drawing/2014/main" id="{1D3F0B2A-25D4-4DDB-B828-2EA94420AD36}"/>
              </a:ext>
            </a:extLst>
          </p:cNvPr>
          <p:cNvSpPr>
            <a:spLocks noGrp="1"/>
          </p:cNvSpPr>
          <p:nvPr>
            <p:ph type="sldNum" sz="quarter" idx="12"/>
          </p:nvPr>
        </p:nvSpPr>
        <p:spPr/>
        <p:txBody>
          <a:bodyPr/>
          <a:lstStyle/>
          <a:p>
            <a:pPr eaLnBrk="0" fontAlgn="base" hangingPunct="0">
              <a:spcBef>
                <a:spcPct val="0"/>
              </a:spcBef>
              <a:spcAft>
                <a:spcPct val="0"/>
              </a:spcAft>
            </a:pPr>
            <a:fld id="{64F788A0-EBA1-47B6-BF0C-6D186A598CC8}" type="slidenum">
              <a:rPr lang="en-US" altLang="en-US">
                <a:solidFill>
                  <a:srgbClr val="FFFFFF"/>
                </a:solidFill>
                <a:latin typeface="Times New Roman" panose="02020603050405020304" pitchFamily="18" charset="0"/>
              </a:rPr>
              <a:pPr eaLnBrk="0" fontAlgn="base" hangingPunct="0">
                <a:spcBef>
                  <a:spcPct val="0"/>
                </a:spcBef>
                <a:spcAft>
                  <a:spcPct val="0"/>
                </a:spcAft>
              </a:pPr>
              <a:t>41</a:t>
            </a:fld>
            <a:endParaRPr lang="en-US" altLang="en-US">
              <a:solidFill>
                <a:srgbClr val="FFFFFF"/>
              </a:solidFill>
              <a:latin typeface="Times New Roman" panose="02020603050405020304" pitchFamily="18" charset="0"/>
            </a:endParaRPr>
          </a:p>
        </p:txBody>
      </p:sp>
      <p:sp>
        <p:nvSpPr>
          <p:cNvPr id="20482" name="Rectangle 2">
            <a:extLst>
              <a:ext uri="{FF2B5EF4-FFF2-40B4-BE49-F238E27FC236}">
                <a16:creationId xmlns:a16="http://schemas.microsoft.com/office/drawing/2014/main" id="{C41EFABE-94D8-44B2-888F-29EFE5296F82}"/>
              </a:ext>
            </a:extLst>
          </p:cNvPr>
          <p:cNvSpPr>
            <a:spLocks noChangeArrowheads="1"/>
          </p:cNvSpPr>
          <p:nvPr/>
        </p:nvSpPr>
        <p:spPr bwMode="auto">
          <a:xfrm>
            <a:off x="2438400" y="0"/>
            <a:ext cx="7715250" cy="1143000"/>
          </a:xfrm>
          <a:prstGeom prst="rect">
            <a:avLst/>
          </a:prstGeom>
          <a:noFill/>
          <a:ln>
            <a:noFill/>
          </a:ln>
          <a:effectLst>
            <a:outerShdw dist="35921" dir="2700000" algn="ctr" rotWithShape="0">
              <a:srgbClr val="000000"/>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Lst>
        </p:spPr>
        <p:txBody>
          <a:bodyPr lIns="90488" tIns="44450" rIns="90488" bIns="44450" anchor="ctr"/>
          <a:lstStyle>
            <a:lvl1pPr algn="ctr">
              <a:defRPr sz="4400">
                <a:solidFill>
                  <a:schemeClr val="tx2"/>
                </a:solidFill>
                <a:latin typeface="Times New Roman" panose="02020603050405020304" pitchFamily="18" charset="0"/>
              </a:defRPr>
            </a:lvl1pPr>
            <a:lvl2pPr algn="ctr">
              <a:defRPr sz="4400">
                <a:solidFill>
                  <a:schemeClr val="tx2"/>
                </a:solidFill>
                <a:latin typeface="Times New Roman" panose="02020603050405020304" pitchFamily="18" charset="0"/>
              </a:defRPr>
            </a:lvl2pPr>
            <a:lvl3pPr algn="ctr">
              <a:defRPr sz="4400">
                <a:solidFill>
                  <a:schemeClr val="tx2"/>
                </a:solidFill>
                <a:latin typeface="Times New Roman" panose="02020603050405020304" pitchFamily="18" charset="0"/>
              </a:defRPr>
            </a:lvl3pPr>
            <a:lvl4pPr algn="ctr">
              <a:defRPr sz="4400">
                <a:solidFill>
                  <a:schemeClr val="tx2"/>
                </a:solidFill>
                <a:latin typeface="Times New Roman" panose="02020603050405020304" pitchFamily="18" charset="0"/>
              </a:defRPr>
            </a:lvl4pPr>
            <a:lvl5pPr algn="ctr">
              <a:defRPr sz="4400">
                <a:solidFill>
                  <a:schemeClr val="tx2"/>
                </a:solidFill>
                <a:latin typeface="Times New Roman" panose="02020603050405020304" pitchFamily="18" charset="0"/>
              </a:defRPr>
            </a:lvl5pPr>
            <a:lvl6pPr marL="457200" algn="ctr" eaLnBrk="0" fontAlgn="base" hangingPunct="0">
              <a:spcBef>
                <a:spcPct val="0"/>
              </a:spcBef>
              <a:spcAft>
                <a:spcPct val="0"/>
              </a:spcAft>
              <a:defRPr sz="4400">
                <a:solidFill>
                  <a:schemeClr val="tx2"/>
                </a:solidFill>
                <a:latin typeface="Times New Roman" panose="02020603050405020304" pitchFamily="18" charset="0"/>
              </a:defRPr>
            </a:lvl6pPr>
            <a:lvl7pPr marL="914400" algn="ctr" eaLnBrk="0" fontAlgn="base" hangingPunct="0">
              <a:spcBef>
                <a:spcPct val="0"/>
              </a:spcBef>
              <a:spcAft>
                <a:spcPct val="0"/>
              </a:spcAft>
              <a:defRPr sz="4400">
                <a:solidFill>
                  <a:schemeClr val="tx2"/>
                </a:solidFill>
                <a:latin typeface="Times New Roman" panose="02020603050405020304" pitchFamily="18" charset="0"/>
              </a:defRPr>
            </a:lvl7pPr>
            <a:lvl8pPr marL="1371600" algn="ctr" eaLnBrk="0" fontAlgn="base" hangingPunct="0">
              <a:spcBef>
                <a:spcPct val="0"/>
              </a:spcBef>
              <a:spcAft>
                <a:spcPct val="0"/>
              </a:spcAft>
              <a:defRPr sz="4400">
                <a:solidFill>
                  <a:schemeClr val="tx2"/>
                </a:solidFill>
                <a:latin typeface="Times New Roman" panose="02020603050405020304" pitchFamily="18" charset="0"/>
              </a:defRPr>
            </a:lvl8pPr>
            <a:lvl9pPr marL="1828800" algn="ctr" eaLnBrk="0" fontAlgn="base" hangingPunct="0">
              <a:spcBef>
                <a:spcPct val="0"/>
              </a:spcBef>
              <a:spcAft>
                <a:spcPct val="0"/>
              </a:spcAft>
              <a:defRPr sz="4400">
                <a:solidFill>
                  <a:schemeClr val="tx2"/>
                </a:solidFill>
                <a:latin typeface="Times New Roman" panose="02020603050405020304" pitchFamily="18" charset="0"/>
              </a:defRPr>
            </a:lvl9pPr>
          </a:lstStyle>
          <a:p>
            <a:pPr eaLnBrk="0" fontAlgn="base" hangingPunct="0">
              <a:spcBef>
                <a:spcPct val="0"/>
              </a:spcBef>
              <a:spcAft>
                <a:spcPct val="0"/>
              </a:spcAft>
            </a:pPr>
            <a:r>
              <a:rPr lang="es-ES_tradnl" altLang="en-US">
                <a:solidFill>
                  <a:srgbClr val="FFFF00"/>
                </a:solidFill>
                <a:latin typeface="Comic Sans MS" panose="030F0702030302020204" pitchFamily="66" charset="0"/>
              </a:rPr>
              <a:t>Energía del campo eléctrico</a:t>
            </a:r>
            <a:endParaRPr lang="es-ES_tradnl" altLang="en-US">
              <a:solidFill>
                <a:srgbClr val="FFFF00"/>
              </a:solidFill>
            </a:endParaRPr>
          </a:p>
        </p:txBody>
      </p:sp>
      <p:graphicFrame>
        <p:nvGraphicFramePr>
          <p:cNvPr id="20484" name="Object 4">
            <a:hlinkClick r:id="" action="ppaction://ole?verb=0"/>
            <a:extLst>
              <a:ext uri="{FF2B5EF4-FFF2-40B4-BE49-F238E27FC236}">
                <a16:creationId xmlns:a16="http://schemas.microsoft.com/office/drawing/2014/main" id="{8CBB7F00-CA94-4B2B-9179-F764DF8EB162}"/>
              </a:ext>
            </a:extLst>
          </p:cNvPr>
          <p:cNvGraphicFramePr>
            <a:graphicFrameLocks/>
          </p:cNvGraphicFramePr>
          <p:nvPr/>
        </p:nvGraphicFramePr>
        <p:xfrm>
          <a:off x="2819400" y="1524001"/>
          <a:ext cx="3200400" cy="2352675"/>
        </p:xfrm>
        <a:graphic>
          <a:graphicData uri="http://schemas.openxmlformats.org/presentationml/2006/ole">
            <mc:AlternateContent xmlns:mc="http://schemas.openxmlformats.org/markup-compatibility/2006">
              <mc:Choice xmlns:v="urn:schemas-microsoft-com:vml" Requires="v">
                <p:oleObj spid="_x0000_s6146" name="Ecuación" r:id="rId3" imgW="1128600" imgH="887400" progId="Equation.3">
                  <p:embed/>
                </p:oleObj>
              </mc:Choice>
              <mc:Fallback>
                <p:oleObj name="Ecuación" r:id="rId3" imgW="1128600" imgH="887400" progId="Equation.3">
                  <p:embed/>
                  <p:pic>
                    <p:nvPicPr>
                      <p:cNvPr id="20484" name="Object 4">
                        <a:hlinkClick r:id="" action="ppaction://ole?verb=0"/>
                        <a:extLst>
                          <a:ext uri="{FF2B5EF4-FFF2-40B4-BE49-F238E27FC236}">
                            <a16:creationId xmlns:a16="http://schemas.microsoft.com/office/drawing/2014/main" id="{8CBB7F00-CA94-4B2B-9179-F764DF8EB162}"/>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19400" y="1524001"/>
                        <a:ext cx="3200400" cy="2352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20495" name="Group 15">
            <a:extLst>
              <a:ext uri="{FF2B5EF4-FFF2-40B4-BE49-F238E27FC236}">
                <a16:creationId xmlns:a16="http://schemas.microsoft.com/office/drawing/2014/main" id="{63A01F32-DCA1-4189-85C6-64ABE30E7805}"/>
              </a:ext>
            </a:extLst>
          </p:cNvPr>
          <p:cNvGrpSpPr>
            <a:grpSpLocks/>
          </p:cNvGrpSpPr>
          <p:nvPr/>
        </p:nvGrpSpPr>
        <p:grpSpPr bwMode="auto">
          <a:xfrm>
            <a:off x="6781800" y="1371600"/>
            <a:ext cx="2997200" cy="2438480"/>
            <a:chOff x="3196" y="1156"/>
            <a:chExt cx="1888" cy="1517"/>
          </a:xfrm>
        </p:grpSpPr>
        <p:sp>
          <p:nvSpPr>
            <p:cNvPr id="20496" name="Rectangle 16">
              <a:extLst>
                <a:ext uri="{FF2B5EF4-FFF2-40B4-BE49-F238E27FC236}">
                  <a16:creationId xmlns:a16="http://schemas.microsoft.com/office/drawing/2014/main" id="{CA47B497-A1F4-40F9-8548-EE4162C1E9D9}"/>
                </a:ext>
              </a:extLst>
            </p:cNvPr>
            <p:cNvSpPr>
              <a:spLocks noChangeArrowheads="1"/>
            </p:cNvSpPr>
            <p:nvPr/>
          </p:nvSpPr>
          <p:spPr bwMode="auto">
            <a:xfrm>
              <a:off x="4115" y="2387"/>
              <a:ext cx="309" cy="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fontAlgn="base" hangingPunct="0">
                <a:spcBef>
                  <a:spcPct val="0"/>
                </a:spcBef>
                <a:spcAft>
                  <a:spcPct val="0"/>
                </a:spcAft>
              </a:pPr>
              <a:r>
                <a:rPr lang="es-ES_tradnl" altLang="en-US" sz="2400">
                  <a:solidFill>
                    <a:srgbClr val="FFFFFF"/>
                  </a:solidFill>
                  <a:latin typeface="Times New Roman" panose="02020603050405020304" pitchFamily="18" charset="0"/>
                </a:rPr>
                <a:t>dq</a:t>
              </a:r>
            </a:p>
          </p:txBody>
        </p:sp>
        <p:sp>
          <p:nvSpPr>
            <p:cNvPr id="20497" name="Rectangle 17">
              <a:extLst>
                <a:ext uri="{FF2B5EF4-FFF2-40B4-BE49-F238E27FC236}">
                  <a16:creationId xmlns:a16="http://schemas.microsoft.com/office/drawing/2014/main" id="{3D7A59C8-CF3D-4684-8D89-B3728DCF10A8}"/>
                </a:ext>
              </a:extLst>
            </p:cNvPr>
            <p:cNvSpPr>
              <a:spLocks noChangeArrowheads="1"/>
            </p:cNvSpPr>
            <p:nvPr/>
          </p:nvSpPr>
          <p:spPr bwMode="auto">
            <a:xfrm>
              <a:off x="3516" y="1473"/>
              <a:ext cx="35" cy="1042"/>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Times New Roman" panose="02020603050405020304" pitchFamily="18" charset="0"/>
              </a:endParaRPr>
            </a:p>
          </p:txBody>
        </p:sp>
        <p:sp>
          <p:nvSpPr>
            <p:cNvPr id="20498" name="Rectangle 18">
              <a:extLst>
                <a:ext uri="{FF2B5EF4-FFF2-40B4-BE49-F238E27FC236}">
                  <a16:creationId xmlns:a16="http://schemas.microsoft.com/office/drawing/2014/main" id="{A9BA5CF4-B416-4DA1-A2C5-BBA179F5198D}"/>
                </a:ext>
              </a:extLst>
            </p:cNvPr>
            <p:cNvSpPr>
              <a:spLocks noChangeArrowheads="1"/>
            </p:cNvSpPr>
            <p:nvPr/>
          </p:nvSpPr>
          <p:spPr bwMode="auto">
            <a:xfrm>
              <a:off x="4538" y="1473"/>
              <a:ext cx="35" cy="1042"/>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Times New Roman" panose="02020603050405020304" pitchFamily="18" charset="0"/>
              </a:endParaRPr>
            </a:p>
          </p:txBody>
        </p:sp>
        <p:sp>
          <p:nvSpPr>
            <p:cNvPr id="20499" name="Line 19">
              <a:extLst>
                <a:ext uri="{FF2B5EF4-FFF2-40B4-BE49-F238E27FC236}">
                  <a16:creationId xmlns:a16="http://schemas.microsoft.com/office/drawing/2014/main" id="{28BA1C93-C62F-40C2-9D9E-2C3DDBB7DA89}"/>
                </a:ext>
              </a:extLst>
            </p:cNvPr>
            <p:cNvSpPr>
              <a:spLocks noChangeShapeType="1"/>
            </p:cNvSpPr>
            <p:nvPr/>
          </p:nvSpPr>
          <p:spPr bwMode="auto">
            <a:xfrm>
              <a:off x="3559" y="1606"/>
              <a:ext cx="971"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Times New Roman" panose="02020603050405020304" pitchFamily="18" charset="0"/>
              </a:endParaRPr>
            </a:p>
          </p:txBody>
        </p:sp>
        <p:sp>
          <p:nvSpPr>
            <p:cNvPr id="20500" name="Line 20">
              <a:extLst>
                <a:ext uri="{FF2B5EF4-FFF2-40B4-BE49-F238E27FC236}">
                  <a16:creationId xmlns:a16="http://schemas.microsoft.com/office/drawing/2014/main" id="{28418B0E-F0F5-496D-A6E2-5662F70C12CB}"/>
                </a:ext>
              </a:extLst>
            </p:cNvPr>
            <p:cNvSpPr>
              <a:spLocks noChangeShapeType="1"/>
            </p:cNvSpPr>
            <p:nvPr/>
          </p:nvSpPr>
          <p:spPr bwMode="auto">
            <a:xfrm>
              <a:off x="3559" y="1880"/>
              <a:ext cx="971"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Times New Roman" panose="02020603050405020304" pitchFamily="18" charset="0"/>
              </a:endParaRPr>
            </a:p>
          </p:txBody>
        </p:sp>
        <p:sp>
          <p:nvSpPr>
            <p:cNvPr id="20501" name="Line 21">
              <a:extLst>
                <a:ext uri="{FF2B5EF4-FFF2-40B4-BE49-F238E27FC236}">
                  <a16:creationId xmlns:a16="http://schemas.microsoft.com/office/drawing/2014/main" id="{2C9A67F9-611A-4237-9C79-7AC2C1233F5E}"/>
                </a:ext>
              </a:extLst>
            </p:cNvPr>
            <p:cNvSpPr>
              <a:spLocks noChangeShapeType="1"/>
            </p:cNvSpPr>
            <p:nvPr/>
          </p:nvSpPr>
          <p:spPr bwMode="auto">
            <a:xfrm>
              <a:off x="3559" y="2108"/>
              <a:ext cx="971"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Times New Roman" panose="02020603050405020304" pitchFamily="18" charset="0"/>
              </a:endParaRPr>
            </a:p>
          </p:txBody>
        </p:sp>
        <p:sp>
          <p:nvSpPr>
            <p:cNvPr id="20502" name="Line 22">
              <a:extLst>
                <a:ext uri="{FF2B5EF4-FFF2-40B4-BE49-F238E27FC236}">
                  <a16:creationId xmlns:a16="http://schemas.microsoft.com/office/drawing/2014/main" id="{607BDF17-4381-41AB-98F8-228D11306070}"/>
                </a:ext>
              </a:extLst>
            </p:cNvPr>
            <p:cNvSpPr>
              <a:spLocks noChangeShapeType="1"/>
            </p:cNvSpPr>
            <p:nvPr/>
          </p:nvSpPr>
          <p:spPr bwMode="auto">
            <a:xfrm>
              <a:off x="3559" y="2337"/>
              <a:ext cx="971"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Times New Roman" panose="02020603050405020304" pitchFamily="18" charset="0"/>
              </a:endParaRPr>
            </a:p>
          </p:txBody>
        </p:sp>
        <p:sp>
          <p:nvSpPr>
            <p:cNvPr id="20503" name="Line 23">
              <a:extLst>
                <a:ext uri="{FF2B5EF4-FFF2-40B4-BE49-F238E27FC236}">
                  <a16:creationId xmlns:a16="http://schemas.microsoft.com/office/drawing/2014/main" id="{6EF0B363-55B6-4F86-8BC7-CF4B9BEFB8EE}"/>
                </a:ext>
              </a:extLst>
            </p:cNvPr>
            <p:cNvSpPr>
              <a:spLocks noChangeShapeType="1"/>
            </p:cNvSpPr>
            <p:nvPr/>
          </p:nvSpPr>
          <p:spPr bwMode="auto">
            <a:xfrm flipV="1">
              <a:off x="3555" y="1283"/>
              <a:ext cx="0" cy="19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Times New Roman" panose="02020603050405020304" pitchFamily="18" charset="0"/>
              </a:endParaRPr>
            </a:p>
          </p:txBody>
        </p:sp>
        <p:sp>
          <p:nvSpPr>
            <p:cNvPr id="20504" name="Line 24">
              <a:extLst>
                <a:ext uri="{FF2B5EF4-FFF2-40B4-BE49-F238E27FC236}">
                  <a16:creationId xmlns:a16="http://schemas.microsoft.com/office/drawing/2014/main" id="{88CE98BB-CFFF-43ED-9C84-13DC511D88A4}"/>
                </a:ext>
              </a:extLst>
            </p:cNvPr>
            <p:cNvSpPr>
              <a:spLocks noChangeShapeType="1"/>
            </p:cNvSpPr>
            <p:nvPr/>
          </p:nvSpPr>
          <p:spPr bwMode="auto">
            <a:xfrm>
              <a:off x="3559" y="1287"/>
              <a:ext cx="29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Times New Roman" panose="02020603050405020304" pitchFamily="18" charset="0"/>
              </a:endParaRPr>
            </a:p>
          </p:txBody>
        </p:sp>
        <p:sp>
          <p:nvSpPr>
            <p:cNvPr id="20505" name="Line 25">
              <a:extLst>
                <a:ext uri="{FF2B5EF4-FFF2-40B4-BE49-F238E27FC236}">
                  <a16:creationId xmlns:a16="http://schemas.microsoft.com/office/drawing/2014/main" id="{30163CA9-E487-46B3-BE58-451948CD35A7}"/>
                </a:ext>
              </a:extLst>
            </p:cNvPr>
            <p:cNvSpPr>
              <a:spLocks noChangeShapeType="1"/>
            </p:cNvSpPr>
            <p:nvPr/>
          </p:nvSpPr>
          <p:spPr bwMode="auto">
            <a:xfrm flipV="1">
              <a:off x="3988" y="1283"/>
              <a:ext cx="585" cy="1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Times New Roman" panose="02020603050405020304" pitchFamily="18" charset="0"/>
              </a:endParaRPr>
            </a:p>
          </p:txBody>
        </p:sp>
        <p:sp>
          <p:nvSpPr>
            <p:cNvPr id="20506" name="Line 26">
              <a:extLst>
                <a:ext uri="{FF2B5EF4-FFF2-40B4-BE49-F238E27FC236}">
                  <a16:creationId xmlns:a16="http://schemas.microsoft.com/office/drawing/2014/main" id="{2049E1E1-3CD3-4764-ABE8-C8F9C371B3A3}"/>
                </a:ext>
              </a:extLst>
            </p:cNvPr>
            <p:cNvSpPr>
              <a:spLocks noChangeShapeType="1"/>
            </p:cNvSpPr>
            <p:nvPr/>
          </p:nvSpPr>
          <p:spPr bwMode="auto">
            <a:xfrm>
              <a:off x="4577" y="1291"/>
              <a:ext cx="0" cy="22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Times New Roman" panose="02020603050405020304" pitchFamily="18" charset="0"/>
              </a:endParaRPr>
            </a:p>
          </p:txBody>
        </p:sp>
        <p:sp>
          <p:nvSpPr>
            <p:cNvPr id="20507" name="Rectangle 27">
              <a:extLst>
                <a:ext uri="{FF2B5EF4-FFF2-40B4-BE49-F238E27FC236}">
                  <a16:creationId xmlns:a16="http://schemas.microsoft.com/office/drawing/2014/main" id="{758BE56F-8693-4846-A28F-B5EE4E24CDB2}"/>
                </a:ext>
              </a:extLst>
            </p:cNvPr>
            <p:cNvSpPr>
              <a:spLocks noChangeArrowheads="1"/>
            </p:cNvSpPr>
            <p:nvPr/>
          </p:nvSpPr>
          <p:spPr bwMode="auto">
            <a:xfrm>
              <a:off x="4602" y="1410"/>
              <a:ext cx="277" cy="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fontAlgn="base" hangingPunct="0">
                <a:spcBef>
                  <a:spcPct val="0"/>
                </a:spcBef>
                <a:spcAft>
                  <a:spcPct val="0"/>
                </a:spcAft>
              </a:pPr>
              <a:r>
                <a:rPr lang="es-ES_tradnl" altLang="en-US" sz="2400">
                  <a:solidFill>
                    <a:srgbClr val="FFFFFF"/>
                  </a:solidFill>
                  <a:latin typeface="Times New Roman" panose="02020603050405020304" pitchFamily="18" charset="0"/>
                </a:rPr>
                <a:t>-q</a:t>
              </a:r>
            </a:p>
          </p:txBody>
        </p:sp>
        <p:sp>
          <p:nvSpPr>
            <p:cNvPr id="20508" name="Rectangle 28">
              <a:extLst>
                <a:ext uri="{FF2B5EF4-FFF2-40B4-BE49-F238E27FC236}">
                  <a16:creationId xmlns:a16="http://schemas.microsoft.com/office/drawing/2014/main" id="{3BEA1B66-60A1-4E6E-898B-0959BF9B85EF}"/>
                </a:ext>
              </a:extLst>
            </p:cNvPr>
            <p:cNvSpPr>
              <a:spLocks noChangeArrowheads="1"/>
            </p:cNvSpPr>
            <p:nvPr/>
          </p:nvSpPr>
          <p:spPr bwMode="auto">
            <a:xfrm>
              <a:off x="3196" y="1455"/>
              <a:ext cx="321" cy="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fontAlgn="base" hangingPunct="0">
                <a:spcBef>
                  <a:spcPct val="0"/>
                </a:spcBef>
                <a:spcAft>
                  <a:spcPct val="0"/>
                </a:spcAft>
              </a:pPr>
              <a:r>
                <a:rPr lang="es-ES_tradnl" altLang="en-US" sz="2400">
                  <a:solidFill>
                    <a:srgbClr val="FFFFFF"/>
                  </a:solidFill>
                  <a:latin typeface="Times New Roman" panose="02020603050405020304" pitchFamily="18" charset="0"/>
                </a:rPr>
                <a:t>+q</a:t>
              </a:r>
            </a:p>
          </p:txBody>
        </p:sp>
        <p:sp>
          <p:nvSpPr>
            <p:cNvPr id="20509" name="Rectangle 29">
              <a:extLst>
                <a:ext uri="{FF2B5EF4-FFF2-40B4-BE49-F238E27FC236}">
                  <a16:creationId xmlns:a16="http://schemas.microsoft.com/office/drawing/2014/main" id="{2363F035-F7E9-4A4A-BCFB-D3D223712B27}"/>
                </a:ext>
              </a:extLst>
            </p:cNvPr>
            <p:cNvSpPr>
              <a:spLocks noChangeArrowheads="1"/>
            </p:cNvSpPr>
            <p:nvPr/>
          </p:nvSpPr>
          <p:spPr bwMode="auto">
            <a:xfrm>
              <a:off x="3962" y="1637"/>
              <a:ext cx="233" cy="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fontAlgn="base" hangingPunct="0">
                <a:spcBef>
                  <a:spcPct val="0"/>
                </a:spcBef>
                <a:spcAft>
                  <a:spcPct val="0"/>
                </a:spcAft>
              </a:pPr>
              <a:r>
                <a:rPr lang="es-ES_tradnl" altLang="en-US" sz="2400">
                  <a:solidFill>
                    <a:srgbClr val="FFFFFF"/>
                  </a:solidFill>
                  <a:latin typeface="Times New Roman" panose="02020603050405020304" pitchFamily="18" charset="0"/>
                </a:rPr>
                <a:t>E</a:t>
              </a:r>
            </a:p>
          </p:txBody>
        </p:sp>
        <p:sp>
          <p:nvSpPr>
            <p:cNvPr id="20510" name="Oval 30">
              <a:extLst>
                <a:ext uri="{FF2B5EF4-FFF2-40B4-BE49-F238E27FC236}">
                  <a16:creationId xmlns:a16="http://schemas.microsoft.com/office/drawing/2014/main" id="{4EB6D7D8-43BE-48A7-97E0-750899D4C341}"/>
                </a:ext>
              </a:extLst>
            </p:cNvPr>
            <p:cNvSpPr>
              <a:spLocks noChangeArrowheads="1"/>
            </p:cNvSpPr>
            <p:nvPr/>
          </p:nvSpPr>
          <p:spPr bwMode="auto">
            <a:xfrm>
              <a:off x="3943" y="2387"/>
              <a:ext cx="162" cy="82"/>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Times New Roman" panose="02020603050405020304" pitchFamily="18" charset="0"/>
              </a:endParaRPr>
            </a:p>
          </p:txBody>
        </p:sp>
        <p:sp>
          <p:nvSpPr>
            <p:cNvPr id="20511" name="Rectangle 31">
              <a:extLst>
                <a:ext uri="{FF2B5EF4-FFF2-40B4-BE49-F238E27FC236}">
                  <a16:creationId xmlns:a16="http://schemas.microsoft.com/office/drawing/2014/main" id="{191EE01F-F528-418D-BF25-8A34835752AE}"/>
                </a:ext>
              </a:extLst>
            </p:cNvPr>
            <p:cNvSpPr>
              <a:spLocks noChangeArrowheads="1"/>
            </p:cNvSpPr>
            <p:nvPr/>
          </p:nvSpPr>
          <p:spPr bwMode="auto">
            <a:xfrm>
              <a:off x="4058" y="2282"/>
              <a:ext cx="221" cy="2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Times New Roman" panose="02020603050405020304" pitchFamily="18" charset="0"/>
              </a:endParaRPr>
            </a:p>
          </p:txBody>
        </p:sp>
        <p:sp>
          <p:nvSpPr>
            <p:cNvPr id="20512" name="Rectangle 32">
              <a:extLst>
                <a:ext uri="{FF2B5EF4-FFF2-40B4-BE49-F238E27FC236}">
                  <a16:creationId xmlns:a16="http://schemas.microsoft.com/office/drawing/2014/main" id="{B29F4AAB-853E-49DF-8E02-560CFFCFE26B}"/>
                </a:ext>
              </a:extLst>
            </p:cNvPr>
            <p:cNvSpPr>
              <a:spLocks noChangeArrowheads="1"/>
            </p:cNvSpPr>
            <p:nvPr/>
          </p:nvSpPr>
          <p:spPr bwMode="auto">
            <a:xfrm>
              <a:off x="3962" y="2322"/>
              <a:ext cx="224" cy="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fontAlgn="base" hangingPunct="0">
                <a:spcBef>
                  <a:spcPct val="0"/>
                </a:spcBef>
                <a:spcAft>
                  <a:spcPct val="0"/>
                </a:spcAft>
              </a:pPr>
              <a:r>
                <a:rPr lang="es-ES_tradnl" altLang="en-US" sz="2400">
                  <a:solidFill>
                    <a:srgbClr val="FFFFFF"/>
                  </a:solidFill>
                  <a:latin typeface="Times New Roman" panose="02020603050405020304" pitchFamily="18" charset="0"/>
                </a:rPr>
                <a:t>+</a:t>
              </a:r>
            </a:p>
          </p:txBody>
        </p:sp>
        <p:sp>
          <p:nvSpPr>
            <p:cNvPr id="20513" name="Line 33">
              <a:extLst>
                <a:ext uri="{FF2B5EF4-FFF2-40B4-BE49-F238E27FC236}">
                  <a16:creationId xmlns:a16="http://schemas.microsoft.com/office/drawing/2014/main" id="{478D7013-0A9C-45EC-9FB9-DD0696D60671}"/>
                </a:ext>
              </a:extLst>
            </p:cNvPr>
            <p:cNvSpPr>
              <a:spLocks noChangeShapeType="1"/>
            </p:cNvSpPr>
            <p:nvPr/>
          </p:nvSpPr>
          <p:spPr bwMode="auto">
            <a:xfrm flipH="1">
              <a:off x="3721" y="2427"/>
              <a:ext cx="222"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Times New Roman" panose="02020603050405020304" pitchFamily="18" charset="0"/>
              </a:endParaRPr>
            </a:p>
          </p:txBody>
        </p:sp>
        <p:sp>
          <p:nvSpPr>
            <p:cNvPr id="20514" name="Line 34">
              <a:extLst>
                <a:ext uri="{FF2B5EF4-FFF2-40B4-BE49-F238E27FC236}">
                  <a16:creationId xmlns:a16="http://schemas.microsoft.com/office/drawing/2014/main" id="{32723D4E-78EA-44BB-BE25-F7D1C0610B92}"/>
                </a:ext>
              </a:extLst>
            </p:cNvPr>
            <p:cNvSpPr>
              <a:spLocks noChangeShapeType="1"/>
            </p:cNvSpPr>
            <p:nvPr/>
          </p:nvSpPr>
          <p:spPr bwMode="auto">
            <a:xfrm>
              <a:off x="4581" y="2062"/>
              <a:ext cx="41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Times New Roman" panose="02020603050405020304" pitchFamily="18" charset="0"/>
              </a:endParaRPr>
            </a:p>
          </p:txBody>
        </p:sp>
        <p:sp>
          <p:nvSpPr>
            <p:cNvPr id="20515" name="Line 35">
              <a:extLst>
                <a:ext uri="{FF2B5EF4-FFF2-40B4-BE49-F238E27FC236}">
                  <a16:creationId xmlns:a16="http://schemas.microsoft.com/office/drawing/2014/main" id="{0010E436-9E16-4398-8362-6DD95596CE15}"/>
                </a:ext>
              </a:extLst>
            </p:cNvPr>
            <p:cNvSpPr>
              <a:spLocks noChangeShapeType="1"/>
            </p:cNvSpPr>
            <p:nvPr/>
          </p:nvSpPr>
          <p:spPr bwMode="auto">
            <a:xfrm>
              <a:off x="5003" y="2066"/>
              <a:ext cx="0" cy="31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Times New Roman" panose="02020603050405020304" pitchFamily="18" charset="0"/>
              </a:endParaRPr>
            </a:p>
          </p:txBody>
        </p:sp>
        <p:sp>
          <p:nvSpPr>
            <p:cNvPr id="20516" name="Line 36">
              <a:extLst>
                <a:ext uri="{FF2B5EF4-FFF2-40B4-BE49-F238E27FC236}">
                  <a16:creationId xmlns:a16="http://schemas.microsoft.com/office/drawing/2014/main" id="{61D0D360-D246-4C90-A572-F2AF291DD209}"/>
                </a:ext>
              </a:extLst>
            </p:cNvPr>
            <p:cNvSpPr>
              <a:spLocks noChangeShapeType="1"/>
            </p:cNvSpPr>
            <p:nvPr/>
          </p:nvSpPr>
          <p:spPr bwMode="auto">
            <a:xfrm>
              <a:off x="4922" y="2383"/>
              <a:ext cx="16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Times New Roman" panose="02020603050405020304" pitchFamily="18" charset="0"/>
              </a:endParaRPr>
            </a:p>
          </p:txBody>
        </p:sp>
        <p:sp>
          <p:nvSpPr>
            <p:cNvPr id="20517" name="Line 37">
              <a:extLst>
                <a:ext uri="{FF2B5EF4-FFF2-40B4-BE49-F238E27FC236}">
                  <a16:creationId xmlns:a16="http://schemas.microsoft.com/office/drawing/2014/main" id="{5E761961-823B-4038-B167-432F158EC947}"/>
                </a:ext>
              </a:extLst>
            </p:cNvPr>
            <p:cNvSpPr>
              <a:spLocks noChangeShapeType="1"/>
            </p:cNvSpPr>
            <p:nvPr/>
          </p:nvSpPr>
          <p:spPr bwMode="auto">
            <a:xfrm>
              <a:off x="4965" y="2427"/>
              <a:ext cx="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Times New Roman" panose="02020603050405020304" pitchFamily="18" charset="0"/>
              </a:endParaRPr>
            </a:p>
          </p:txBody>
        </p:sp>
        <p:sp>
          <p:nvSpPr>
            <p:cNvPr id="20518" name="Line 38">
              <a:extLst>
                <a:ext uri="{FF2B5EF4-FFF2-40B4-BE49-F238E27FC236}">
                  <a16:creationId xmlns:a16="http://schemas.microsoft.com/office/drawing/2014/main" id="{AD4317BA-3674-47A1-9A7F-2E0B95C20E7E}"/>
                </a:ext>
              </a:extLst>
            </p:cNvPr>
            <p:cNvSpPr>
              <a:spLocks noChangeShapeType="1"/>
            </p:cNvSpPr>
            <p:nvPr/>
          </p:nvSpPr>
          <p:spPr bwMode="auto">
            <a:xfrm>
              <a:off x="3888" y="1156"/>
              <a:ext cx="0" cy="28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Times New Roman" panose="02020603050405020304" pitchFamily="18" charset="0"/>
              </a:endParaRPr>
            </a:p>
          </p:txBody>
        </p:sp>
        <p:sp>
          <p:nvSpPr>
            <p:cNvPr id="20519" name="Line 39">
              <a:extLst>
                <a:ext uri="{FF2B5EF4-FFF2-40B4-BE49-F238E27FC236}">
                  <a16:creationId xmlns:a16="http://schemas.microsoft.com/office/drawing/2014/main" id="{062D6D88-356A-463F-A50E-4EE8AEBA60B7}"/>
                </a:ext>
              </a:extLst>
            </p:cNvPr>
            <p:cNvSpPr>
              <a:spLocks noChangeShapeType="1"/>
            </p:cNvSpPr>
            <p:nvPr/>
          </p:nvSpPr>
          <p:spPr bwMode="auto">
            <a:xfrm>
              <a:off x="3984" y="1224"/>
              <a:ext cx="0" cy="96"/>
            </a:xfrm>
            <a:prstGeom prst="line">
              <a:avLst/>
            </a:prstGeom>
            <a:noFill/>
            <a:ln w="762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Times New Roman" panose="02020603050405020304" pitchFamily="18" charset="0"/>
              </a:endParaRPr>
            </a:p>
          </p:txBody>
        </p:sp>
        <p:sp>
          <p:nvSpPr>
            <p:cNvPr id="20520" name="Rectangle 40">
              <a:extLst>
                <a:ext uri="{FF2B5EF4-FFF2-40B4-BE49-F238E27FC236}">
                  <a16:creationId xmlns:a16="http://schemas.microsoft.com/office/drawing/2014/main" id="{7DD32F23-8C16-4FA6-9644-7B4A64A340DF}"/>
                </a:ext>
              </a:extLst>
            </p:cNvPr>
            <p:cNvSpPr>
              <a:spLocks noChangeArrowheads="1"/>
            </p:cNvSpPr>
            <p:nvPr/>
          </p:nvSpPr>
          <p:spPr bwMode="auto">
            <a:xfrm>
              <a:off x="3971" y="1283"/>
              <a:ext cx="255" cy="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fontAlgn="base" hangingPunct="0">
                <a:spcBef>
                  <a:spcPct val="0"/>
                </a:spcBef>
                <a:spcAft>
                  <a:spcPct val="0"/>
                </a:spcAft>
              </a:pPr>
              <a:r>
                <a:rPr lang="es-ES_tradnl" altLang="en-US" sz="2400">
                  <a:solidFill>
                    <a:srgbClr val="FFFFFF"/>
                  </a:solidFill>
                  <a:latin typeface="Times New Roman" panose="02020603050405020304" pitchFamily="18" charset="0"/>
                </a:rPr>
                <a:t>V</a:t>
              </a:r>
            </a:p>
          </p:txBody>
        </p:sp>
      </p:grpSp>
      <p:sp>
        <p:nvSpPr>
          <p:cNvPr id="20521" name="Text Box 41">
            <a:extLst>
              <a:ext uri="{FF2B5EF4-FFF2-40B4-BE49-F238E27FC236}">
                <a16:creationId xmlns:a16="http://schemas.microsoft.com/office/drawing/2014/main" id="{93FFD55B-8B8B-4FF8-8090-443537749C7A}"/>
              </a:ext>
            </a:extLst>
          </p:cNvPr>
          <p:cNvSpPr txBox="1">
            <a:spLocks noChangeArrowheads="1"/>
          </p:cNvSpPr>
          <p:nvPr/>
        </p:nvSpPr>
        <p:spPr bwMode="auto">
          <a:xfrm>
            <a:off x="6934200" y="4038601"/>
            <a:ext cx="22860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fontAlgn="base" hangingPunct="0">
              <a:spcBef>
                <a:spcPct val="0"/>
              </a:spcBef>
              <a:spcAft>
                <a:spcPct val="0"/>
              </a:spcAft>
            </a:pPr>
            <a:r>
              <a:rPr lang="es-ES_tradnl" altLang="en-US" sz="2800">
                <a:solidFill>
                  <a:srgbClr val="FFFFFF"/>
                </a:solidFill>
                <a:latin typeface="Comic Sans MS" panose="030F0702030302020204" pitchFamily="66" charset="0"/>
              </a:rPr>
              <a:t>U=CV</a:t>
            </a:r>
            <a:r>
              <a:rPr lang="es-ES_tradnl" altLang="en-US" sz="2800" baseline="30000">
                <a:solidFill>
                  <a:srgbClr val="FFFFFF"/>
                </a:solidFill>
                <a:latin typeface="Comic Sans MS" panose="030F0702030302020204" pitchFamily="66" charset="0"/>
              </a:rPr>
              <a:t>2</a:t>
            </a:r>
            <a:r>
              <a:rPr lang="es-ES_tradnl" altLang="en-US" sz="2800">
                <a:solidFill>
                  <a:srgbClr val="FFFFFF"/>
                </a:solidFill>
                <a:latin typeface="Comic Sans MS" panose="030F0702030302020204" pitchFamily="66" charset="0"/>
              </a:rPr>
              <a:t>/2</a:t>
            </a:r>
            <a:endParaRPr lang="es-ES_tradnl" altLang="en-US" sz="2400">
              <a:solidFill>
                <a:srgbClr val="FFFFFF"/>
              </a:solidFill>
              <a:latin typeface="Times New Roman" panose="02020603050405020304" pitchFamily="18" charset="0"/>
            </a:endParaRPr>
          </a:p>
        </p:txBody>
      </p:sp>
      <p:sp>
        <p:nvSpPr>
          <p:cNvPr id="20523" name="Text Box 43">
            <a:extLst>
              <a:ext uri="{FF2B5EF4-FFF2-40B4-BE49-F238E27FC236}">
                <a16:creationId xmlns:a16="http://schemas.microsoft.com/office/drawing/2014/main" id="{E306E487-B41E-4BB2-A2D9-C939F087DE85}"/>
              </a:ext>
            </a:extLst>
          </p:cNvPr>
          <p:cNvSpPr txBox="1">
            <a:spLocks noChangeArrowheads="1"/>
          </p:cNvSpPr>
          <p:nvPr/>
        </p:nvSpPr>
        <p:spPr bwMode="auto">
          <a:xfrm>
            <a:off x="2971800" y="4038601"/>
            <a:ext cx="19812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fontAlgn="base" hangingPunct="0">
              <a:spcBef>
                <a:spcPct val="0"/>
              </a:spcBef>
              <a:spcAft>
                <a:spcPct val="0"/>
              </a:spcAft>
            </a:pPr>
            <a:r>
              <a:rPr lang="es-ES_tradnl" altLang="en-US" sz="2800">
                <a:solidFill>
                  <a:srgbClr val="FFFFFF"/>
                </a:solidFill>
                <a:latin typeface="Comic Sans MS" panose="030F0702030302020204" pitchFamily="66" charset="0"/>
              </a:rPr>
              <a:t>U=Q</a:t>
            </a:r>
            <a:r>
              <a:rPr lang="es-ES_tradnl" altLang="en-US" sz="2800" baseline="30000">
                <a:solidFill>
                  <a:srgbClr val="FFFFFF"/>
                </a:solidFill>
                <a:latin typeface="Comic Sans MS" panose="030F0702030302020204" pitchFamily="66" charset="0"/>
              </a:rPr>
              <a:t>2</a:t>
            </a:r>
            <a:r>
              <a:rPr lang="es-ES_tradnl" altLang="en-US" sz="2800">
                <a:solidFill>
                  <a:srgbClr val="FFFFFF"/>
                </a:solidFill>
                <a:latin typeface="Comic Sans MS" panose="030F0702030302020204" pitchFamily="66" charset="0"/>
              </a:rPr>
              <a:t>/2C</a:t>
            </a:r>
            <a:endParaRPr lang="es-ES_tradnl" altLang="en-US" sz="2400">
              <a:solidFill>
                <a:srgbClr val="FFFFFF"/>
              </a:solidFill>
              <a:latin typeface="Comic Sans MS" panose="030F0702030302020204" pitchFamily="66" charset="0"/>
            </a:endParaRPr>
          </a:p>
        </p:txBody>
      </p:sp>
      <p:sp>
        <p:nvSpPr>
          <p:cNvPr id="20526" name="Text Box 46">
            <a:extLst>
              <a:ext uri="{FF2B5EF4-FFF2-40B4-BE49-F238E27FC236}">
                <a16:creationId xmlns:a16="http://schemas.microsoft.com/office/drawing/2014/main" id="{BDD536AE-9899-4405-BEC8-102E72DCB671}"/>
              </a:ext>
            </a:extLst>
          </p:cNvPr>
          <p:cNvSpPr txBox="1">
            <a:spLocks noChangeArrowheads="1"/>
          </p:cNvSpPr>
          <p:nvPr/>
        </p:nvSpPr>
        <p:spPr bwMode="auto">
          <a:xfrm>
            <a:off x="3276601" y="5029201"/>
            <a:ext cx="1984839"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fontAlgn="base" hangingPunct="0">
              <a:spcBef>
                <a:spcPct val="0"/>
              </a:spcBef>
              <a:spcAft>
                <a:spcPct val="0"/>
              </a:spcAft>
            </a:pPr>
            <a:r>
              <a:rPr lang="es-ES_tradnl" altLang="en-US" sz="3200">
                <a:solidFill>
                  <a:srgbClr val="FFFFFF"/>
                </a:solidFill>
                <a:latin typeface="Comic Sans MS" panose="030F0702030302020204" pitchFamily="66" charset="0"/>
              </a:rPr>
              <a:t>C= </a:t>
            </a:r>
            <a:r>
              <a:rPr lang="es-ES_tradnl" altLang="en-US" sz="3200">
                <a:solidFill>
                  <a:srgbClr val="FFFFFF"/>
                </a:solidFill>
                <a:latin typeface="Comic Sans MS" panose="030F0702030302020204" pitchFamily="66" charset="0"/>
                <a:sym typeface="Symbol" panose="05050102010706020507" pitchFamily="18" charset="2"/>
              </a:rPr>
              <a:t></a:t>
            </a:r>
            <a:r>
              <a:rPr lang="es-ES_tradnl" altLang="en-US" sz="3200" baseline="-25000">
                <a:solidFill>
                  <a:srgbClr val="FFFFFF"/>
                </a:solidFill>
                <a:latin typeface="Comic Sans MS" panose="030F0702030302020204" pitchFamily="66" charset="0"/>
                <a:sym typeface="Symbol" panose="05050102010706020507" pitchFamily="18" charset="2"/>
              </a:rPr>
              <a:t>0</a:t>
            </a:r>
            <a:r>
              <a:rPr lang="es-ES_tradnl" altLang="en-US" sz="3200">
                <a:solidFill>
                  <a:srgbClr val="FFFFFF"/>
                </a:solidFill>
                <a:latin typeface="Comic Sans MS" panose="030F0702030302020204" pitchFamily="66" charset="0"/>
              </a:rPr>
              <a:t>A/d </a:t>
            </a:r>
          </a:p>
        </p:txBody>
      </p:sp>
      <p:sp>
        <p:nvSpPr>
          <p:cNvPr id="20527" name="Text Box 47">
            <a:extLst>
              <a:ext uri="{FF2B5EF4-FFF2-40B4-BE49-F238E27FC236}">
                <a16:creationId xmlns:a16="http://schemas.microsoft.com/office/drawing/2014/main" id="{DC7704F1-7A1D-428F-8233-4126F6003D61}"/>
              </a:ext>
            </a:extLst>
          </p:cNvPr>
          <p:cNvSpPr txBox="1">
            <a:spLocks noChangeArrowheads="1"/>
          </p:cNvSpPr>
          <p:nvPr/>
        </p:nvSpPr>
        <p:spPr bwMode="auto">
          <a:xfrm>
            <a:off x="7239000" y="5029200"/>
            <a:ext cx="139223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fontAlgn="base" hangingPunct="0">
              <a:spcBef>
                <a:spcPct val="0"/>
              </a:spcBef>
              <a:spcAft>
                <a:spcPct val="0"/>
              </a:spcAft>
            </a:pPr>
            <a:r>
              <a:rPr lang="es-ES_tradnl" altLang="en-US" sz="3200">
                <a:solidFill>
                  <a:srgbClr val="FFFFFF"/>
                </a:solidFill>
                <a:latin typeface="Comic Sans MS" panose="030F0702030302020204" pitchFamily="66" charset="0"/>
              </a:rPr>
              <a:t>V = Ed</a:t>
            </a:r>
          </a:p>
        </p:txBody>
      </p:sp>
      <p:graphicFrame>
        <p:nvGraphicFramePr>
          <p:cNvPr id="20528" name="Object 48">
            <a:extLst>
              <a:ext uri="{FF2B5EF4-FFF2-40B4-BE49-F238E27FC236}">
                <a16:creationId xmlns:a16="http://schemas.microsoft.com/office/drawing/2014/main" id="{97EE6FAB-B889-4C5C-942C-C89CC263D216}"/>
              </a:ext>
            </a:extLst>
          </p:cNvPr>
          <p:cNvGraphicFramePr>
            <a:graphicFrameLocks noChangeAspect="1"/>
          </p:cNvGraphicFramePr>
          <p:nvPr/>
        </p:nvGraphicFramePr>
        <p:xfrm>
          <a:off x="5448301" y="5592764"/>
          <a:ext cx="1152525" cy="993775"/>
        </p:xfrm>
        <a:graphic>
          <a:graphicData uri="http://schemas.openxmlformats.org/presentationml/2006/ole">
            <mc:AlternateContent xmlns:mc="http://schemas.openxmlformats.org/markup-compatibility/2006">
              <mc:Choice xmlns:v="urn:schemas-microsoft-com:vml" Requires="v">
                <p:oleObj spid="_x0000_s6147" name="Equation" r:id="rId5" imgW="457200" imgH="393480" progId="Equation.DSMT4">
                  <p:embed/>
                </p:oleObj>
              </mc:Choice>
              <mc:Fallback>
                <p:oleObj name="Equation" r:id="rId5" imgW="457200" imgH="393480" progId="Equation.DSMT4">
                  <p:embed/>
                  <p:pic>
                    <p:nvPicPr>
                      <p:cNvPr id="20528" name="Object 48">
                        <a:extLst>
                          <a:ext uri="{FF2B5EF4-FFF2-40B4-BE49-F238E27FC236}">
                            <a16:creationId xmlns:a16="http://schemas.microsoft.com/office/drawing/2014/main" id="{97EE6FAB-B889-4C5C-942C-C89CC263D21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48301" y="5592764"/>
                        <a:ext cx="1152525" cy="993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0495"/>
                                        </p:tgtEl>
                                        <p:attrNameLst>
                                          <p:attrName>style.visibility</p:attrName>
                                        </p:attrNameLst>
                                      </p:cBhvr>
                                      <p:to>
                                        <p:strVal val="visible"/>
                                      </p:to>
                                    </p:set>
                                    <p:anim calcmode="lin" valueType="num">
                                      <p:cBhvr additive="base">
                                        <p:cTn id="7" dur="500" fill="hold"/>
                                        <p:tgtEl>
                                          <p:spTgt spid="20495"/>
                                        </p:tgtEl>
                                        <p:attrNameLst>
                                          <p:attrName>ppt_x</p:attrName>
                                        </p:attrNameLst>
                                      </p:cBhvr>
                                      <p:tavLst>
                                        <p:tav tm="0">
                                          <p:val>
                                            <p:strVal val="0-#ppt_w/2"/>
                                          </p:val>
                                        </p:tav>
                                        <p:tav tm="100000">
                                          <p:val>
                                            <p:strVal val="#ppt_x"/>
                                          </p:val>
                                        </p:tav>
                                      </p:tavLst>
                                    </p:anim>
                                    <p:anim calcmode="lin" valueType="num">
                                      <p:cBhvr additive="base">
                                        <p:cTn id="8" dur="500" fill="hold"/>
                                        <p:tgtEl>
                                          <p:spTgt spid="20495"/>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20484"/>
                                        </p:tgtEl>
                                        <p:attrNameLst>
                                          <p:attrName>style.visibility</p:attrName>
                                        </p:attrNameLst>
                                      </p:cBhvr>
                                      <p:to>
                                        <p:strVal val="visible"/>
                                      </p:to>
                                    </p:set>
                                    <p:anim calcmode="lin" valueType="num">
                                      <p:cBhvr additive="base">
                                        <p:cTn id="13" dur="500" fill="hold"/>
                                        <p:tgtEl>
                                          <p:spTgt spid="20484"/>
                                        </p:tgtEl>
                                        <p:attrNameLst>
                                          <p:attrName>ppt_x</p:attrName>
                                        </p:attrNameLst>
                                      </p:cBhvr>
                                      <p:tavLst>
                                        <p:tav tm="0">
                                          <p:val>
                                            <p:strVal val="0-#ppt_w/2"/>
                                          </p:val>
                                        </p:tav>
                                        <p:tav tm="100000">
                                          <p:val>
                                            <p:strVal val="#ppt_x"/>
                                          </p:val>
                                        </p:tav>
                                      </p:tavLst>
                                    </p:anim>
                                    <p:anim calcmode="lin" valueType="num">
                                      <p:cBhvr additive="base">
                                        <p:cTn id="14" dur="500" fill="hold"/>
                                        <p:tgtEl>
                                          <p:spTgt spid="20484"/>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0523"/>
                                        </p:tgtEl>
                                        <p:attrNameLst>
                                          <p:attrName>style.visibility</p:attrName>
                                        </p:attrNameLst>
                                      </p:cBhvr>
                                      <p:to>
                                        <p:strVal val="visible"/>
                                      </p:to>
                                    </p:set>
                                    <p:anim calcmode="lin" valueType="num">
                                      <p:cBhvr additive="base">
                                        <p:cTn id="19" dur="500" fill="hold"/>
                                        <p:tgtEl>
                                          <p:spTgt spid="20523"/>
                                        </p:tgtEl>
                                        <p:attrNameLst>
                                          <p:attrName>ppt_x</p:attrName>
                                        </p:attrNameLst>
                                      </p:cBhvr>
                                      <p:tavLst>
                                        <p:tav tm="0">
                                          <p:val>
                                            <p:strVal val="0-#ppt_w/2"/>
                                          </p:val>
                                        </p:tav>
                                        <p:tav tm="100000">
                                          <p:val>
                                            <p:strVal val="#ppt_x"/>
                                          </p:val>
                                        </p:tav>
                                      </p:tavLst>
                                    </p:anim>
                                    <p:anim calcmode="lin" valueType="num">
                                      <p:cBhvr additive="base">
                                        <p:cTn id="20" dur="500" fill="hold"/>
                                        <p:tgtEl>
                                          <p:spTgt spid="20523"/>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0521"/>
                                        </p:tgtEl>
                                        <p:attrNameLst>
                                          <p:attrName>style.visibility</p:attrName>
                                        </p:attrNameLst>
                                      </p:cBhvr>
                                      <p:to>
                                        <p:strVal val="visible"/>
                                      </p:to>
                                    </p:set>
                                    <p:anim calcmode="lin" valueType="num">
                                      <p:cBhvr additive="base">
                                        <p:cTn id="25" dur="500" fill="hold"/>
                                        <p:tgtEl>
                                          <p:spTgt spid="20521"/>
                                        </p:tgtEl>
                                        <p:attrNameLst>
                                          <p:attrName>ppt_x</p:attrName>
                                        </p:attrNameLst>
                                      </p:cBhvr>
                                      <p:tavLst>
                                        <p:tav tm="0">
                                          <p:val>
                                            <p:strVal val="0-#ppt_w/2"/>
                                          </p:val>
                                        </p:tav>
                                        <p:tav tm="100000">
                                          <p:val>
                                            <p:strVal val="#ppt_x"/>
                                          </p:val>
                                        </p:tav>
                                      </p:tavLst>
                                    </p:anim>
                                    <p:anim calcmode="lin" valueType="num">
                                      <p:cBhvr additive="base">
                                        <p:cTn id="26" dur="500" fill="hold"/>
                                        <p:tgtEl>
                                          <p:spTgt spid="20521"/>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20526"/>
                                        </p:tgtEl>
                                        <p:attrNameLst>
                                          <p:attrName>style.visibility</p:attrName>
                                        </p:attrNameLst>
                                      </p:cBhvr>
                                      <p:to>
                                        <p:strVal val="visible"/>
                                      </p:to>
                                    </p:set>
                                    <p:anim calcmode="lin" valueType="num">
                                      <p:cBhvr additive="base">
                                        <p:cTn id="31" dur="500" fill="hold"/>
                                        <p:tgtEl>
                                          <p:spTgt spid="20526"/>
                                        </p:tgtEl>
                                        <p:attrNameLst>
                                          <p:attrName>ppt_x</p:attrName>
                                        </p:attrNameLst>
                                      </p:cBhvr>
                                      <p:tavLst>
                                        <p:tav tm="0">
                                          <p:val>
                                            <p:strVal val="0-#ppt_w/2"/>
                                          </p:val>
                                        </p:tav>
                                        <p:tav tm="100000">
                                          <p:val>
                                            <p:strVal val="#ppt_x"/>
                                          </p:val>
                                        </p:tav>
                                      </p:tavLst>
                                    </p:anim>
                                    <p:anim calcmode="lin" valueType="num">
                                      <p:cBhvr additive="base">
                                        <p:cTn id="32" dur="500" fill="hold"/>
                                        <p:tgtEl>
                                          <p:spTgt spid="20526"/>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20527"/>
                                        </p:tgtEl>
                                        <p:attrNameLst>
                                          <p:attrName>style.visibility</p:attrName>
                                        </p:attrNameLst>
                                      </p:cBhvr>
                                      <p:to>
                                        <p:strVal val="visible"/>
                                      </p:to>
                                    </p:set>
                                    <p:anim calcmode="lin" valueType="num">
                                      <p:cBhvr additive="base">
                                        <p:cTn id="37" dur="500" fill="hold"/>
                                        <p:tgtEl>
                                          <p:spTgt spid="20527"/>
                                        </p:tgtEl>
                                        <p:attrNameLst>
                                          <p:attrName>ppt_x</p:attrName>
                                        </p:attrNameLst>
                                      </p:cBhvr>
                                      <p:tavLst>
                                        <p:tav tm="0">
                                          <p:val>
                                            <p:strVal val="0-#ppt_w/2"/>
                                          </p:val>
                                        </p:tav>
                                        <p:tav tm="100000">
                                          <p:val>
                                            <p:strVal val="#ppt_x"/>
                                          </p:val>
                                        </p:tav>
                                      </p:tavLst>
                                    </p:anim>
                                    <p:anim calcmode="lin" valueType="num">
                                      <p:cBhvr additive="base">
                                        <p:cTn id="38" dur="500" fill="hold"/>
                                        <p:tgtEl>
                                          <p:spTgt spid="2052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21" grpId="0" autoUpdateAnimBg="0"/>
      <p:bldP spid="20523" grpId="0" autoUpdateAnimBg="0"/>
      <p:bldP spid="20526" grpId="0" autoUpdateAnimBg="0"/>
      <p:bldP spid="20527" grpId="0" autoUpdateAnimBg="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lide Number Placeholder 3">
            <a:extLst>
              <a:ext uri="{FF2B5EF4-FFF2-40B4-BE49-F238E27FC236}">
                <a16:creationId xmlns:a16="http://schemas.microsoft.com/office/drawing/2014/main" id="{F98BFC9A-29A0-4B13-9AF7-0E3FCD4B945C}"/>
              </a:ext>
            </a:extLst>
          </p:cNvPr>
          <p:cNvSpPr>
            <a:spLocks noGrp="1"/>
          </p:cNvSpPr>
          <p:nvPr>
            <p:ph type="sldNum" sz="quarter" idx="12"/>
          </p:nvPr>
        </p:nvSpPr>
        <p:spPr/>
        <p:txBody>
          <a:bodyPr/>
          <a:lstStyle/>
          <a:p>
            <a:pPr eaLnBrk="0" fontAlgn="base" hangingPunct="0">
              <a:spcBef>
                <a:spcPct val="0"/>
              </a:spcBef>
              <a:spcAft>
                <a:spcPct val="0"/>
              </a:spcAft>
            </a:pPr>
            <a:fld id="{9053B301-5594-493B-B553-A9B31D44AFEE}" type="slidenum">
              <a:rPr lang="en-US" altLang="en-US">
                <a:solidFill>
                  <a:srgbClr val="FFFFFF"/>
                </a:solidFill>
                <a:latin typeface="Times New Roman" panose="02020603050405020304" pitchFamily="18" charset="0"/>
              </a:rPr>
              <a:pPr eaLnBrk="0" fontAlgn="base" hangingPunct="0">
                <a:spcBef>
                  <a:spcPct val="0"/>
                </a:spcBef>
                <a:spcAft>
                  <a:spcPct val="0"/>
                </a:spcAft>
              </a:pPr>
              <a:t>42</a:t>
            </a:fld>
            <a:endParaRPr lang="en-US" altLang="en-US">
              <a:solidFill>
                <a:srgbClr val="FFFFFF"/>
              </a:solidFill>
              <a:latin typeface="Times New Roman" panose="02020603050405020304" pitchFamily="18" charset="0"/>
            </a:endParaRPr>
          </a:p>
        </p:txBody>
      </p:sp>
      <p:sp>
        <p:nvSpPr>
          <p:cNvPr id="32770" name="Text Box 2">
            <a:extLst>
              <a:ext uri="{FF2B5EF4-FFF2-40B4-BE49-F238E27FC236}">
                <a16:creationId xmlns:a16="http://schemas.microsoft.com/office/drawing/2014/main" id="{8374EDC0-0549-4775-B4CB-34DF62086CB3}"/>
              </a:ext>
            </a:extLst>
          </p:cNvPr>
          <p:cNvSpPr txBox="1">
            <a:spLocks noChangeArrowheads="1"/>
          </p:cNvSpPr>
          <p:nvPr/>
        </p:nvSpPr>
        <p:spPr bwMode="auto">
          <a:xfrm>
            <a:off x="1905000" y="457200"/>
            <a:ext cx="87630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fontAlgn="base" hangingPunct="0">
              <a:spcBef>
                <a:spcPct val="50000"/>
              </a:spcBef>
              <a:spcAft>
                <a:spcPct val="0"/>
              </a:spcAft>
            </a:pPr>
            <a:r>
              <a:rPr lang="es-ES_tradnl" altLang="en-US" sz="3600">
                <a:solidFill>
                  <a:srgbClr val="FFFFFF"/>
                </a:solidFill>
                <a:latin typeface="Comic Sans MS" panose="030F0702030302020204" pitchFamily="66" charset="0"/>
              </a:rPr>
              <a:t>Energía “almacenada” en un capacitor</a:t>
            </a:r>
            <a:endParaRPr lang="es-ES_tradnl" altLang="en-US" sz="2400">
              <a:solidFill>
                <a:srgbClr val="FFFFFF"/>
              </a:solidFill>
              <a:latin typeface="Comic Sans MS" panose="030F0702030302020204" pitchFamily="66" charset="0"/>
            </a:endParaRPr>
          </a:p>
        </p:txBody>
      </p:sp>
      <p:graphicFrame>
        <p:nvGraphicFramePr>
          <p:cNvPr id="32771" name="Object 3">
            <a:hlinkClick r:id="" action="ppaction://ole?verb=0"/>
            <a:extLst>
              <a:ext uri="{FF2B5EF4-FFF2-40B4-BE49-F238E27FC236}">
                <a16:creationId xmlns:a16="http://schemas.microsoft.com/office/drawing/2014/main" id="{34F7E98E-C3E7-4394-82CB-C6E32BD37CEE}"/>
              </a:ext>
            </a:extLst>
          </p:cNvPr>
          <p:cNvGraphicFramePr>
            <a:graphicFrameLocks/>
          </p:cNvGraphicFramePr>
          <p:nvPr/>
        </p:nvGraphicFramePr>
        <p:xfrm>
          <a:off x="2057400" y="1676400"/>
          <a:ext cx="4572000" cy="3200400"/>
        </p:xfrm>
        <a:graphic>
          <a:graphicData uri="http://schemas.openxmlformats.org/presentationml/2006/ole">
            <mc:AlternateContent xmlns:mc="http://schemas.openxmlformats.org/markup-compatibility/2006">
              <mc:Choice xmlns:v="urn:schemas-microsoft-com:vml" Requires="v">
                <p:oleObj spid="_x0000_s7170" name="Ecuación" r:id="rId3" imgW="1777680" imgH="1218960" progId="Equation.3">
                  <p:embed/>
                </p:oleObj>
              </mc:Choice>
              <mc:Fallback>
                <p:oleObj name="Ecuación" r:id="rId3" imgW="1777680" imgH="1218960" progId="Equation.3">
                  <p:embed/>
                  <p:pic>
                    <p:nvPicPr>
                      <p:cNvPr id="32771" name="Object 3">
                        <a:hlinkClick r:id="" action="ppaction://ole?verb=0"/>
                        <a:extLst>
                          <a:ext uri="{FF2B5EF4-FFF2-40B4-BE49-F238E27FC236}">
                            <a16:creationId xmlns:a16="http://schemas.microsoft.com/office/drawing/2014/main" id="{34F7E98E-C3E7-4394-82CB-C6E32BD37CEE}"/>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57400" y="1676400"/>
                        <a:ext cx="4572000" cy="3200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32772" name="Group 4">
            <a:extLst>
              <a:ext uri="{FF2B5EF4-FFF2-40B4-BE49-F238E27FC236}">
                <a16:creationId xmlns:a16="http://schemas.microsoft.com/office/drawing/2014/main" id="{8922224B-4684-4C15-8FCC-A7C16527C9B5}"/>
              </a:ext>
            </a:extLst>
          </p:cNvPr>
          <p:cNvGrpSpPr>
            <a:grpSpLocks/>
          </p:cNvGrpSpPr>
          <p:nvPr/>
        </p:nvGrpSpPr>
        <p:grpSpPr bwMode="auto">
          <a:xfrm>
            <a:off x="6477000" y="2438400"/>
            <a:ext cx="3810000" cy="2286000"/>
            <a:chOff x="3408" y="2736"/>
            <a:chExt cx="1580" cy="1009"/>
          </a:xfrm>
        </p:grpSpPr>
        <p:sp>
          <p:nvSpPr>
            <p:cNvPr id="32773" name="Arc 5">
              <a:extLst>
                <a:ext uri="{FF2B5EF4-FFF2-40B4-BE49-F238E27FC236}">
                  <a16:creationId xmlns:a16="http://schemas.microsoft.com/office/drawing/2014/main" id="{50F12610-C225-4394-A12C-CEB1BBD7BF38}"/>
                </a:ext>
              </a:extLst>
            </p:cNvPr>
            <p:cNvSpPr>
              <a:spLocks/>
            </p:cNvSpPr>
            <p:nvPr/>
          </p:nvSpPr>
          <p:spPr bwMode="auto">
            <a:xfrm>
              <a:off x="3504" y="3125"/>
              <a:ext cx="1388" cy="57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noFill/>
            <a:ln w="12700" cap="rnd">
              <a:solidFill>
                <a:schemeClr val="tx1"/>
              </a:solidFill>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Times New Roman" panose="02020603050405020304" pitchFamily="18" charset="0"/>
              </a:endParaRPr>
            </a:p>
          </p:txBody>
        </p:sp>
        <p:sp>
          <p:nvSpPr>
            <p:cNvPr id="32774" name="AutoShape 6">
              <a:extLst>
                <a:ext uri="{FF2B5EF4-FFF2-40B4-BE49-F238E27FC236}">
                  <a16:creationId xmlns:a16="http://schemas.microsoft.com/office/drawing/2014/main" id="{0005D1DF-C146-40F8-8F06-BDDC7882E744}"/>
                </a:ext>
              </a:extLst>
            </p:cNvPr>
            <p:cNvSpPr>
              <a:spLocks noChangeArrowheads="1"/>
            </p:cNvSpPr>
            <p:nvPr/>
          </p:nvSpPr>
          <p:spPr bwMode="auto">
            <a:xfrm>
              <a:off x="3604" y="2884"/>
              <a:ext cx="424" cy="376"/>
            </a:xfrm>
            <a:prstGeom prst="cube">
              <a:avLst>
                <a:gd name="adj" fmla="val 24995"/>
              </a:avLst>
            </a:prstGeom>
            <a:gradFill rotWithShape="0">
              <a:gsLst>
                <a:gs pos="0">
                  <a:srgbClr val="00B7A5"/>
                </a:gs>
                <a:gs pos="100000">
                  <a:srgbClr val="00B7A5">
                    <a:gamma/>
                    <a:shade val="29804"/>
                    <a:invGamma/>
                  </a:srgbClr>
                </a:gs>
              </a:gsLst>
              <a:lin ang="5400000" scaled="1"/>
            </a:gra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Times New Roman" panose="02020603050405020304" pitchFamily="18" charset="0"/>
              </a:endParaRPr>
            </a:p>
          </p:txBody>
        </p:sp>
        <p:sp>
          <p:nvSpPr>
            <p:cNvPr id="32775" name="Arc 7">
              <a:extLst>
                <a:ext uri="{FF2B5EF4-FFF2-40B4-BE49-F238E27FC236}">
                  <a16:creationId xmlns:a16="http://schemas.microsoft.com/office/drawing/2014/main" id="{FEEF9D4D-D5E9-416A-A488-319574281BE6}"/>
                </a:ext>
              </a:extLst>
            </p:cNvPr>
            <p:cNvSpPr>
              <a:spLocks/>
            </p:cNvSpPr>
            <p:nvPr/>
          </p:nvSpPr>
          <p:spPr bwMode="auto">
            <a:xfrm>
              <a:off x="3456" y="3077"/>
              <a:ext cx="1532" cy="23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noFill/>
            <a:ln w="12700" cap="rnd">
              <a:solidFill>
                <a:schemeClr val="tx1"/>
              </a:solidFill>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Times New Roman" panose="02020603050405020304" pitchFamily="18" charset="0"/>
              </a:endParaRPr>
            </a:p>
          </p:txBody>
        </p:sp>
        <p:sp>
          <p:nvSpPr>
            <p:cNvPr id="32776" name="Arc 8">
              <a:extLst>
                <a:ext uri="{FF2B5EF4-FFF2-40B4-BE49-F238E27FC236}">
                  <a16:creationId xmlns:a16="http://schemas.microsoft.com/office/drawing/2014/main" id="{72000609-78D7-4734-99C8-DB7244F9661F}"/>
                </a:ext>
              </a:extLst>
            </p:cNvPr>
            <p:cNvSpPr>
              <a:spLocks/>
            </p:cNvSpPr>
            <p:nvPr/>
          </p:nvSpPr>
          <p:spPr bwMode="auto">
            <a:xfrm>
              <a:off x="3408" y="3173"/>
              <a:ext cx="1244" cy="57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noFill/>
            <a:ln w="12700" cap="rnd">
              <a:solidFill>
                <a:schemeClr val="tx1"/>
              </a:solidFill>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Times New Roman" panose="02020603050405020304" pitchFamily="18" charset="0"/>
              </a:endParaRPr>
            </a:p>
          </p:txBody>
        </p:sp>
        <p:sp>
          <p:nvSpPr>
            <p:cNvPr id="32777" name="Arc 9">
              <a:extLst>
                <a:ext uri="{FF2B5EF4-FFF2-40B4-BE49-F238E27FC236}">
                  <a16:creationId xmlns:a16="http://schemas.microsoft.com/office/drawing/2014/main" id="{EF512AAF-A18A-46F0-A457-CA8B47675C12}"/>
                </a:ext>
              </a:extLst>
            </p:cNvPr>
            <p:cNvSpPr>
              <a:spLocks/>
            </p:cNvSpPr>
            <p:nvPr/>
          </p:nvSpPr>
          <p:spPr bwMode="auto">
            <a:xfrm>
              <a:off x="3504" y="2832"/>
              <a:ext cx="1436" cy="188"/>
            </a:xfrm>
            <a:custGeom>
              <a:avLst/>
              <a:gdLst>
                <a:gd name="G0" fmla="+- 0 0 0"/>
                <a:gd name="G1" fmla="+- 0 0 0"/>
                <a:gd name="G2" fmla="+- 21600 0 0"/>
                <a:gd name="T0" fmla="*/ 21600 w 21600"/>
                <a:gd name="T1" fmla="*/ 0 h 21600"/>
                <a:gd name="T2" fmla="*/ 0 w 21600"/>
                <a:gd name="T3" fmla="*/ 21600 h 21600"/>
                <a:gd name="T4" fmla="*/ 0 w 21600"/>
                <a:gd name="T5" fmla="*/ 0 h 21600"/>
              </a:gdLst>
              <a:ahLst/>
              <a:cxnLst>
                <a:cxn ang="0">
                  <a:pos x="T0" y="T1"/>
                </a:cxn>
                <a:cxn ang="0">
                  <a:pos x="T2" y="T3"/>
                </a:cxn>
                <a:cxn ang="0">
                  <a:pos x="T4" y="T5"/>
                </a:cxn>
              </a:cxnLst>
              <a:rect l="0" t="0" r="r" b="b"/>
              <a:pathLst>
                <a:path w="21600" h="21600" fill="none" extrusionOk="0">
                  <a:moveTo>
                    <a:pt x="21600" y="0"/>
                  </a:moveTo>
                  <a:cubicBezTo>
                    <a:pt x="21600" y="11929"/>
                    <a:pt x="11929" y="21599"/>
                    <a:pt x="0" y="21599"/>
                  </a:cubicBezTo>
                </a:path>
                <a:path w="21600" h="21600" stroke="0" extrusionOk="0">
                  <a:moveTo>
                    <a:pt x="21600" y="0"/>
                  </a:moveTo>
                  <a:cubicBezTo>
                    <a:pt x="21600" y="11929"/>
                    <a:pt x="11929" y="21599"/>
                    <a:pt x="0" y="21599"/>
                  </a:cubicBezTo>
                  <a:lnTo>
                    <a:pt x="0" y="0"/>
                  </a:lnTo>
                  <a:close/>
                </a:path>
              </a:pathLst>
            </a:custGeom>
            <a:noFill/>
            <a:ln w="12700" cap="rnd">
              <a:solidFill>
                <a:schemeClr val="tx1"/>
              </a:solidFill>
              <a:round/>
              <a:headEnd type="triangle" w="med" len="me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Times New Roman" panose="02020603050405020304" pitchFamily="18" charset="0"/>
              </a:endParaRPr>
            </a:p>
          </p:txBody>
        </p:sp>
        <p:sp>
          <p:nvSpPr>
            <p:cNvPr id="32778" name="Arc 10">
              <a:extLst>
                <a:ext uri="{FF2B5EF4-FFF2-40B4-BE49-F238E27FC236}">
                  <a16:creationId xmlns:a16="http://schemas.microsoft.com/office/drawing/2014/main" id="{4ACC58E0-A4EE-4A47-9608-1456848B50CA}"/>
                </a:ext>
              </a:extLst>
            </p:cNvPr>
            <p:cNvSpPr>
              <a:spLocks/>
            </p:cNvSpPr>
            <p:nvPr/>
          </p:nvSpPr>
          <p:spPr bwMode="auto">
            <a:xfrm>
              <a:off x="3696" y="2736"/>
              <a:ext cx="956" cy="188"/>
            </a:xfrm>
            <a:custGeom>
              <a:avLst/>
              <a:gdLst>
                <a:gd name="G0" fmla="+- 0 0 0"/>
                <a:gd name="G1" fmla="+- 0 0 0"/>
                <a:gd name="G2" fmla="+- 21600 0 0"/>
                <a:gd name="T0" fmla="*/ 21600 w 21600"/>
                <a:gd name="T1" fmla="*/ 0 h 21600"/>
                <a:gd name="T2" fmla="*/ 0 w 21600"/>
                <a:gd name="T3" fmla="*/ 21600 h 21600"/>
                <a:gd name="T4" fmla="*/ 0 w 21600"/>
                <a:gd name="T5" fmla="*/ 0 h 21600"/>
              </a:gdLst>
              <a:ahLst/>
              <a:cxnLst>
                <a:cxn ang="0">
                  <a:pos x="T0" y="T1"/>
                </a:cxn>
                <a:cxn ang="0">
                  <a:pos x="T2" y="T3"/>
                </a:cxn>
                <a:cxn ang="0">
                  <a:pos x="T4" y="T5"/>
                </a:cxn>
              </a:cxnLst>
              <a:rect l="0" t="0" r="r" b="b"/>
              <a:pathLst>
                <a:path w="21600" h="21600" fill="none" extrusionOk="0">
                  <a:moveTo>
                    <a:pt x="21600" y="0"/>
                  </a:moveTo>
                  <a:cubicBezTo>
                    <a:pt x="21600" y="11929"/>
                    <a:pt x="11929" y="21599"/>
                    <a:pt x="0" y="21599"/>
                  </a:cubicBezTo>
                </a:path>
                <a:path w="21600" h="21600" stroke="0" extrusionOk="0">
                  <a:moveTo>
                    <a:pt x="21600" y="0"/>
                  </a:moveTo>
                  <a:cubicBezTo>
                    <a:pt x="21600" y="11929"/>
                    <a:pt x="11929" y="21599"/>
                    <a:pt x="0" y="21599"/>
                  </a:cubicBezTo>
                  <a:lnTo>
                    <a:pt x="0" y="0"/>
                  </a:lnTo>
                  <a:close/>
                </a:path>
              </a:pathLst>
            </a:custGeom>
            <a:noFill/>
            <a:ln w="12700" cap="rnd">
              <a:solidFill>
                <a:schemeClr val="tx1"/>
              </a:solidFill>
              <a:round/>
              <a:headEnd type="triangle" w="med" len="me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Times New Roman" panose="02020603050405020304" pitchFamily="18" charset="0"/>
              </a:endParaRPr>
            </a:p>
          </p:txBody>
        </p:sp>
        <p:sp>
          <p:nvSpPr>
            <p:cNvPr id="32779" name="Arc 11">
              <a:extLst>
                <a:ext uri="{FF2B5EF4-FFF2-40B4-BE49-F238E27FC236}">
                  <a16:creationId xmlns:a16="http://schemas.microsoft.com/office/drawing/2014/main" id="{8B906FE5-EF27-47E0-B85B-023A97787A50}"/>
                </a:ext>
              </a:extLst>
            </p:cNvPr>
            <p:cNvSpPr>
              <a:spLocks/>
            </p:cNvSpPr>
            <p:nvPr/>
          </p:nvSpPr>
          <p:spPr bwMode="auto">
            <a:xfrm>
              <a:off x="3552" y="3269"/>
              <a:ext cx="524" cy="188"/>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noFill/>
            <a:ln w="12700" cap="rnd">
              <a:solidFill>
                <a:schemeClr val="tx1"/>
              </a:solidFill>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Times New Roman" panose="02020603050405020304" pitchFamily="18" charset="0"/>
              </a:endParaRPr>
            </a:p>
          </p:txBody>
        </p:sp>
      </p:grpSp>
      <p:graphicFrame>
        <p:nvGraphicFramePr>
          <p:cNvPr id="32780" name="Object 12">
            <a:hlinkClick r:id="" action="ppaction://ole?verb=0"/>
            <a:extLst>
              <a:ext uri="{FF2B5EF4-FFF2-40B4-BE49-F238E27FC236}">
                <a16:creationId xmlns:a16="http://schemas.microsoft.com/office/drawing/2014/main" id="{04F41E2D-6538-4E47-9676-08D63B132F21}"/>
              </a:ext>
            </a:extLst>
          </p:cNvPr>
          <p:cNvGraphicFramePr>
            <a:graphicFrameLocks/>
          </p:cNvGraphicFramePr>
          <p:nvPr/>
        </p:nvGraphicFramePr>
        <p:xfrm>
          <a:off x="5105400" y="4724400"/>
          <a:ext cx="4191000" cy="1371600"/>
        </p:xfrm>
        <a:graphic>
          <a:graphicData uri="http://schemas.openxmlformats.org/presentationml/2006/ole">
            <mc:AlternateContent xmlns:mc="http://schemas.openxmlformats.org/markup-compatibility/2006">
              <mc:Choice xmlns:v="urn:schemas-microsoft-com:vml" Requires="v">
                <p:oleObj spid="_x0000_s7171" name="Ecuación" r:id="rId5" imgW="1788840" imgH="457200" progId="Equation.3">
                  <p:embed/>
                </p:oleObj>
              </mc:Choice>
              <mc:Fallback>
                <p:oleObj name="Ecuación" r:id="rId5" imgW="1788840" imgH="457200" progId="Equation.3">
                  <p:embed/>
                  <p:pic>
                    <p:nvPicPr>
                      <p:cNvPr id="32780" name="Object 12">
                        <a:hlinkClick r:id="" action="ppaction://ole?verb=0"/>
                        <a:extLst>
                          <a:ext uri="{FF2B5EF4-FFF2-40B4-BE49-F238E27FC236}">
                            <a16:creationId xmlns:a16="http://schemas.microsoft.com/office/drawing/2014/main" id="{04F41E2D-6538-4E47-9676-08D63B132F21}"/>
                          </a:ext>
                        </a:extLst>
                      </p:cNvPr>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05400" y="4724400"/>
                        <a:ext cx="4191000"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32771"/>
                                        </p:tgtEl>
                                        <p:attrNameLst>
                                          <p:attrName>style.visibility</p:attrName>
                                        </p:attrNameLst>
                                      </p:cBhvr>
                                      <p:to>
                                        <p:strVal val="visible"/>
                                      </p:to>
                                    </p:set>
                                    <p:anim calcmode="lin" valueType="num">
                                      <p:cBhvr additive="base">
                                        <p:cTn id="7" dur="500" fill="hold"/>
                                        <p:tgtEl>
                                          <p:spTgt spid="32771"/>
                                        </p:tgtEl>
                                        <p:attrNameLst>
                                          <p:attrName>ppt_x</p:attrName>
                                        </p:attrNameLst>
                                      </p:cBhvr>
                                      <p:tavLst>
                                        <p:tav tm="0">
                                          <p:val>
                                            <p:strVal val="0-#ppt_w/2"/>
                                          </p:val>
                                        </p:tav>
                                        <p:tav tm="100000">
                                          <p:val>
                                            <p:strVal val="#ppt_x"/>
                                          </p:val>
                                        </p:tav>
                                      </p:tavLst>
                                    </p:anim>
                                    <p:anim calcmode="lin" valueType="num">
                                      <p:cBhvr additive="base">
                                        <p:cTn id="8" dur="500" fill="hold"/>
                                        <p:tgtEl>
                                          <p:spTgt spid="32771"/>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32772"/>
                                        </p:tgtEl>
                                        <p:attrNameLst>
                                          <p:attrName>style.visibility</p:attrName>
                                        </p:attrNameLst>
                                      </p:cBhvr>
                                      <p:to>
                                        <p:strVal val="visible"/>
                                      </p:to>
                                    </p:set>
                                    <p:anim calcmode="lin" valueType="num">
                                      <p:cBhvr additive="base">
                                        <p:cTn id="13" dur="500" fill="hold"/>
                                        <p:tgtEl>
                                          <p:spTgt spid="32772"/>
                                        </p:tgtEl>
                                        <p:attrNameLst>
                                          <p:attrName>ppt_x</p:attrName>
                                        </p:attrNameLst>
                                      </p:cBhvr>
                                      <p:tavLst>
                                        <p:tav tm="0">
                                          <p:val>
                                            <p:strVal val="0-#ppt_w/2"/>
                                          </p:val>
                                        </p:tav>
                                        <p:tav tm="100000">
                                          <p:val>
                                            <p:strVal val="#ppt_x"/>
                                          </p:val>
                                        </p:tav>
                                      </p:tavLst>
                                    </p:anim>
                                    <p:anim calcmode="lin" valueType="num">
                                      <p:cBhvr additive="base">
                                        <p:cTn id="14" dur="500" fill="hold"/>
                                        <p:tgtEl>
                                          <p:spTgt spid="32772"/>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32780"/>
                                        </p:tgtEl>
                                        <p:attrNameLst>
                                          <p:attrName>style.visibility</p:attrName>
                                        </p:attrNameLst>
                                      </p:cBhvr>
                                      <p:to>
                                        <p:strVal val="visible"/>
                                      </p:to>
                                    </p:set>
                                    <p:anim calcmode="lin" valueType="num">
                                      <p:cBhvr additive="base">
                                        <p:cTn id="19" dur="500" fill="hold"/>
                                        <p:tgtEl>
                                          <p:spTgt spid="32780"/>
                                        </p:tgtEl>
                                        <p:attrNameLst>
                                          <p:attrName>ppt_x</p:attrName>
                                        </p:attrNameLst>
                                      </p:cBhvr>
                                      <p:tavLst>
                                        <p:tav tm="0">
                                          <p:val>
                                            <p:strVal val="0-#ppt_w/2"/>
                                          </p:val>
                                        </p:tav>
                                        <p:tav tm="100000">
                                          <p:val>
                                            <p:strVal val="#ppt_x"/>
                                          </p:val>
                                        </p:tav>
                                      </p:tavLst>
                                    </p:anim>
                                    <p:anim calcmode="lin" valueType="num">
                                      <p:cBhvr additive="base">
                                        <p:cTn id="20" dur="500" fill="hold"/>
                                        <p:tgtEl>
                                          <p:spTgt spid="3278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Slide Number Placeholder 3">
            <a:extLst>
              <a:ext uri="{FF2B5EF4-FFF2-40B4-BE49-F238E27FC236}">
                <a16:creationId xmlns:a16="http://schemas.microsoft.com/office/drawing/2014/main" id="{056C8E24-D3A5-488C-ACB1-874971A95B3C}"/>
              </a:ext>
            </a:extLst>
          </p:cNvPr>
          <p:cNvSpPr>
            <a:spLocks noGrp="1"/>
          </p:cNvSpPr>
          <p:nvPr>
            <p:ph type="sldNum" sz="quarter" idx="12"/>
          </p:nvPr>
        </p:nvSpPr>
        <p:spPr/>
        <p:txBody>
          <a:bodyPr/>
          <a:lstStyle/>
          <a:p>
            <a:pPr eaLnBrk="0" fontAlgn="base" hangingPunct="0">
              <a:spcBef>
                <a:spcPct val="0"/>
              </a:spcBef>
              <a:spcAft>
                <a:spcPct val="0"/>
              </a:spcAft>
            </a:pPr>
            <a:fld id="{EA112E90-C8E2-4186-89BA-0CE082A08876}" type="slidenum">
              <a:rPr lang="en-US" altLang="en-US">
                <a:solidFill>
                  <a:srgbClr val="FFFFFF"/>
                </a:solidFill>
                <a:latin typeface="Times New Roman" panose="02020603050405020304" pitchFamily="18" charset="0"/>
              </a:rPr>
              <a:pPr eaLnBrk="0" fontAlgn="base" hangingPunct="0">
                <a:spcBef>
                  <a:spcPct val="0"/>
                </a:spcBef>
                <a:spcAft>
                  <a:spcPct val="0"/>
                </a:spcAft>
              </a:pPr>
              <a:t>43</a:t>
            </a:fld>
            <a:endParaRPr lang="en-US" altLang="en-US">
              <a:solidFill>
                <a:srgbClr val="FFFFFF"/>
              </a:solidFill>
              <a:latin typeface="Times New Roman" panose="02020603050405020304" pitchFamily="18" charset="0"/>
            </a:endParaRPr>
          </a:p>
        </p:txBody>
      </p:sp>
      <p:sp>
        <p:nvSpPr>
          <p:cNvPr id="62469" name="Text Box 5">
            <a:extLst>
              <a:ext uri="{FF2B5EF4-FFF2-40B4-BE49-F238E27FC236}">
                <a16:creationId xmlns:a16="http://schemas.microsoft.com/office/drawing/2014/main" id="{DA5D6E35-E0F0-4AA2-B02F-1CF2A055822F}"/>
              </a:ext>
            </a:extLst>
          </p:cNvPr>
          <p:cNvSpPr txBox="1">
            <a:spLocks noChangeArrowheads="1"/>
          </p:cNvSpPr>
          <p:nvPr/>
        </p:nvSpPr>
        <p:spPr bwMode="auto">
          <a:xfrm>
            <a:off x="2135188" y="692150"/>
            <a:ext cx="7993062"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fontAlgn="base" hangingPunct="0">
              <a:spcBef>
                <a:spcPct val="50000"/>
              </a:spcBef>
              <a:spcAft>
                <a:spcPct val="0"/>
              </a:spcAft>
            </a:pPr>
            <a:r>
              <a:rPr lang="es-ES_tradnl" altLang="en-US" sz="2400" b="1">
                <a:solidFill>
                  <a:srgbClr val="000000"/>
                </a:solidFill>
                <a:latin typeface="Times New Roman" panose="02020603050405020304" pitchFamily="18" charset="0"/>
              </a:rPr>
              <a:t>1.-</a:t>
            </a:r>
            <a:r>
              <a:rPr lang="es-ES_tradnl" altLang="en-US" sz="2400">
                <a:solidFill>
                  <a:srgbClr val="000000"/>
                </a:solidFill>
                <a:latin typeface="Times New Roman" panose="02020603050405020304" pitchFamily="18" charset="0"/>
              </a:rPr>
              <a:t> Los dos objetos de metal de la figura tienen cargas netas de +73.0 pC y –73.0 pC, dando como resultado una diferencia de potencial de 19.2V entre ellos. (a) ¿Cuál es la capacitancia del sistema? (b) si las cargas se cambian a +210 pC y –210 pC, </a:t>
            </a:r>
            <a:r>
              <a:rPr lang="es-ES" altLang="en-US" sz="2400">
                <a:solidFill>
                  <a:srgbClr val="000000"/>
                </a:solidFill>
                <a:latin typeface="Times New Roman" panose="02020603050405020304" pitchFamily="18" charset="0"/>
              </a:rPr>
              <a:t>¿cuál es la capacitancia resultante (c) ¿cuál será la diferencia de potencial?</a:t>
            </a:r>
          </a:p>
        </p:txBody>
      </p:sp>
      <p:grpSp>
        <p:nvGrpSpPr>
          <p:cNvPr id="62470" name="Group 6">
            <a:extLst>
              <a:ext uri="{FF2B5EF4-FFF2-40B4-BE49-F238E27FC236}">
                <a16:creationId xmlns:a16="http://schemas.microsoft.com/office/drawing/2014/main" id="{D5CF1645-6614-4C34-B54C-4868ADBAF9AD}"/>
              </a:ext>
            </a:extLst>
          </p:cNvPr>
          <p:cNvGrpSpPr>
            <a:grpSpLocks noChangeAspect="1"/>
          </p:cNvGrpSpPr>
          <p:nvPr/>
        </p:nvGrpSpPr>
        <p:grpSpPr bwMode="auto">
          <a:xfrm>
            <a:off x="3792538" y="3357563"/>
            <a:ext cx="3816350" cy="1719262"/>
            <a:chOff x="2448" y="4568"/>
            <a:chExt cx="4309" cy="1940"/>
          </a:xfrm>
        </p:grpSpPr>
        <p:grpSp>
          <p:nvGrpSpPr>
            <p:cNvPr id="62471" name="Group 7">
              <a:extLst>
                <a:ext uri="{FF2B5EF4-FFF2-40B4-BE49-F238E27FC236}">
                  <a16:creationId xmlns:a16="http://schemas.microsoft.com/office/drawing/2014/main" id="{F0A2CD92-C36B-4616-89C2-E2A67E848F5F}"/>
                </a:ext>
              </a:extLst>
            </p:cNvPr>
            <p:cNvGrpSpPr>
              <a:grpSpLocks noChangeAspect="1"/>
            </p:cNvGrpSpPr>
            <p:nvPr/>
          </p:nvGrpSpPr>
          <p:grpSpPr bwMode="auto">
            <a:xfrm>
              <a:off x="2448" y="5389"/>
              <a:ext cx="4309" cy="1119"/>
              <a:chOff x="2448" y="5389"/>
              <a:chExt cx="4309" cy="1119"/>
            </a:xfrm>
          </p:grpSpPr>
          <p:sp>
            <p:nvSpPr>
              <p:cNvPr id="62472" name="Line 8">
                <a:extLst>
                  <a:ext uri="{FF2B5EF4-FFF2-40B4-BE49-F238E27FC236}">
                    <a16:creationId xmlns:a16="http://schemas.microsoft.com/office/drawing/2014/main" id="{1B8EAE85-F997-4188-B9BB-1A8F52B8D4EC}"/>
                  </a:ext>
                </a:extLst>
              </p:cNvPr>
              <p:cNvSpPr>
                <a:spLocks noChangeAspect="1" noChangeShapeType="1"/>
              </p:cNvSpPr>
              <p:nvPr/>
            </p:nvSpPr>
            <p:spPr bwMode="auto">
              <a:xfrm>
                <a:off x="2448" y="5500"/>
                <a:ext cx="3168"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000000"/>
                  </a:solidFill>
                  <a:latin typeface="Times New Roman" panose="02020603050405020304" pitchFamily="18" charset="0"/>
                </a:endParaRPr>
              </a:p>
            </p:txBody>
          </p:sp>
          <p:sp>
            <p:nvSpPr>
              <p:cNvPr id="62473" name="Line 9">
                <a:extLst>
                  <a:ext uri="{FF2B5EF4-FFF2-40B4-BE49-F238E27FC236}">
                    <a16:creationId xmlns:a16="http://schemas.microsoft.com/office/drawing/2014/main" id="{ED573EFE-73D7-4038-BBF3-15E77CA2480D}"/>
                  </a:ext>
                </a:extLst>
              </p:cNvPr>
              <p:cNvSpPr>
                <a:spLocks noChangeAspect="1" noChangeShapeType="1"/>
              </p:cNvSpPr>
              <p:nvPr/>
            </p:nvSpPr>
            <p:spPr bwMode="auto">
              <a:xfrm flipV="1">
                <a:off x="2448" y="5500"/>
                <a:ext cx="0" cy="28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000000"/>
                  </a:solidFill>
                  <a:latin typeface="Times New Roman" panose="02020603050405020304" pitchFamily="18" charset="0"/>
                </a:endParaRPr>
              </a:p>
            </p:txBody>
          </p:sp>
          <p:sp>
            <p:nvSpPr>
              <p:cNvPr id="62474" name="Freeform 10">
                <a:extLst>
                  <a:ext uri="{FF2B5EF4-FFF2-40B4-BE49-F238E27FC236}">
                    <a16:creationId xmlns:a16="http://schemas.microsoft.com/office/drawing/2014/main" id="{7968C714-F608-4148-A7AF-42F114932C62}"/>
                  </a:ext>
                </a:extLst>
              </p:cNvPr>
              <p:cNvSpPr>
                <a:spLocks noChangeAspect="1"/>
              </p:cNvSpPr>
              <p:nvPr/>
            </p:nvSpPr>
            <p:spPr bwMode="auto">
              <a:xfrm>
                <a:off x="2448" y="5788"/>
                <a:ext cx="3600" cy="720"/>
              </a:xfrm>
              <a:custGeom>
                <a:avLst/>
                <a:gdLst>
                  <a:gd name="T0" fmla="*/ 0 w 3600"/>
                  <a:gd name="T1" fmla="*/ 0 h 720"/>
                  <a:gd name="T2" fmla="*/ 80 w 3600"/>
                  <a:gd name="T3" fmla="*/ 40 h 720"/>
                  <a:gd name="T4" fmla="*/ 152 w 3600"/>
                  <a:gd name="T5" fmla="*/ 16 h 720"/>
                  <a:gd name="T6" fmla="*/ 240 w 3600"/>
                  <a:gd name="T7" fmla="*/ 72 h 720"/>
                  <a:gd name="T8" fmla="*/ 328 w 3600"/>
                  <a:gd name="T9" fmla="*/ 48 h 720"/>
                  <a:gd name="T10" fmla="*/ 384 w 3600"/>
                  <a:gd name="T11" fmla="*/ 88 h 720"/>
                  <a:gd name="T12" fmla="*/ 472 w 3600"/>
                  <a:gd name="T13" fmla="*/ 64 h 720"/>
                  <a:gd name="T14" fmla="*/ 544 w 3600"/>
                  <a:gd name="T15" fmla="*/ 128 h 720"/>
                  <a:gd name="T16" fmla="*/ 632 w 3600"/>
                  <a:gd name="T17" fmla="*/ 88 h 720"/>
                  <a:gd name="T18" fmla="*/ 712 w 3600"/>
                  <a:gd name="T19" fmla="*/ 168 h 720"/>
                  <a:gd name="T20" fmla="*/ 816 w 3600"/>
                  <a:gd name="T21" fmla="*/ 136 h 720"/>
                  <a:gd name="T22" fmla="*/ 904 w 3600"/>
                  <a:gd name="T23" fmla="*/ 200 h 720"/>
                  <a:gd name="T24" fmla="*/ 1008 w 3600"/>
                  <a:gd name="T25" fmla="*/ 176 h 720"/>
                  <a:gd name="T26" fmla="*/ 1088 w 3600"/>
                  <a:gd name="T27" fmla="*/ 240 h 720"/>
                  <a:gd name="T28" fmla="*/ 1192 w 3600"/>
                  <a:gd name="T29" fmla="*/ 200 h 720"/>
                  <a:gd name="T30" fmla="*/ 1280 w 3600"/>
                  <a:gd name="T31" fmla="*/ 272 h 720"/>
                  <a:gd name="T32" fmla="*/ 1408 w 3600"/>
                  <a:gd name="T33" fmla="*/ 232 h 720"/>
                  <a:gd name="T34" fmla="*/ 1512 w 3600"/>
                  <a:gd name="T35" fmla="*/ 328 h 720"/>
                  <a:gd name="T36" fmla="*/ 1608 w 3600"/>
                  <a:gd name="T37" fmla="*/ 296 h 720"/>
                  <a:gd name="T38" fmla="*/ 1696 w 3600"/>
                  <a:gd name="T39" fmla="*/ 368 h 720"/>
                  <a:gd name="T40" fmla="*/ 1800 w 3600"/>
                  <a:gd name="T41" fmla="*/ 328 h 720"/>
                  <a:gd name="T42" fmla="*/ 1888 w 3600"/>
                  <a:gd name="T43" fmla="*/ 408 h 720"/>
                  <a:gd name="T44" fmla="*/ 2008 w 3600"/>
                  <a:gd name="T45" fmla="*/ 368 h 720"/>
                  <a:gd name="T46" fmla="*/ 2072 w 3600"/>
                  <a:gd name="T47" fmla="*/ 440 h 720"/>
                  <a:gd name="T48" fmla="*/ 2200 w 3600"/>
                  <a:gd name="T49" fmla="*/ 416 h 720"/>
                  <a:gd name="T50" fmla="*/ 2256 w 3600"/>
                  <a:gd name="T51" fmla="*/ 488 h 720"/>
                  <a:gd name="T52" fmla="*/ 2368 w 3600"/>
                  <a:gd name="T53" fmla="*/ 472 h 720"/>
                  <a:gd name="T54" fmla="*/ 2432 w 3600"/>
                  <a:gd name="T55" fmla="*/ 528 h 720"/>
                  <a:gd name="T56" fmla="*/ 2536 w 3600"/>
                  <a:gd name="T57" fmla="*/ 496 h 720"/>
                  <a:gd name="T58" fmla="*/ 2624 w 3600"/>
                  <a:gd name="T59" fmla="*/ 560 h 720"/>
                  <a:gd name="T60" fmla="*/ 2720 w 3600"/>
                  <a:gd name="T61" fmla="*/ 520 h 720"/>
                  <a:gd name="T62" fmla="*/ 2816 w 3600"/>
                  <a:gd name="T63" fmla="*/ 592 h 720"/>
                  <a:gd name="T64" fmla="*/ 2944 w 3600"/>
                  <a:gd name="T65" fmla="*/ 568 h 720"/>
                  <a:gd name="T66" fmla="*/ 3056 w 3600"/>
                  <a:gd name="T67" fmla="*/ 640 h 720"/>
                  <a:gd name="T68" fmla="*/ 3144 w 3600"/>
                  <a:gd name="T69" fmla="*/ 608 h 720"/>
                  <a:gd name="T70" fmla="*/ 3240 w 3600"/>
                  <a:gd name="T71" fmla="*/ 664 h 720"/>
                  <a:gd name="T72" fmla="*/ 3336 w 3600"/>
                  <a:gd name="T73" fmla="*/ 640 h 720"/>
                  <a:gd name="T74" fmla="*/ 3432 w 3600"/>
                  <a:gd name="T75" fmla="*/ 720 h 720"/>
                  <a:gd name="T76" fmla="*/ 3520 w 3600"/>
                  <a:gd name="T77" fmla="*/ 672 h 720"/>
                  <a:gd name="T78" fmla="*/ 3600 w 3600"/>
                  <a:gd name="T79" fmla="*/ 720 h 7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3600" h="720">
                    <a:moveTo>
                      <a:pt x="0" y="0"/>
                    </a:moveTo>
                    <a:lnTo>
                      <a:pt x="80" y="40"/>
                    </a:lnTo>
                    <a:lnTo>
                      <a:pt x="152" y="16"/>
                    </a:lnTo>
                    <a:lnTo>
                      <a:pt x="240" y="72"/>
                    </a:lnTo>
                    <a:lnTo>
                      <a:pt x="328" y="48"/>
                    </a:lnTo>
                    <a:lnTo>
                      <a:pt x="384" y="88"/>
                    </a:lnTo>
                    <a:lnTo>
                      <a:pt x="472" y="64"/>
                    </a:lnTo>
                    <a:lnTo>
                      <a:pt x="544" y="128"/>
                    </a:lnTo>
                    <a:lnTo>
                      <a:pt x="632" y="88"/>
                    </a:lnTo>
                    <a:lnTo>
                      <a:pt x="712" y="168"/>
                    </a:lnTo>
                    <a:lnTo>
                      <a:pt x="816" y="136"/>
                    </a:lnTo>
                    <a:lnTo>
                      <a:pt x="904" y="200"/>
                    </a:lnTo>
                    <a:lnTo>
                      <a:pt x="1008" y="176"/>
                    </a:lnTo>
                    <a:lnTo>
                      <a:pt x="1088" y="240"/>
                    </a:lnTo>
                    <a:lnTo>
                      <a:pt x="1192" y="200"/>
                    </a:lnTo>
                    <a:lnTo>
                      <a:pt x="1280" y="272"/>
                    </a:lnTo>
                    <a:lnTo>
                      <a:pt x="1408" y="232"/>
                    </a:lnTo>
                    <a:lnTo>
                      <a:pt x="1512" y="328"/>
                    </a:lnTo>
                    <a:lnTo>
                      <a:pt x="1608" y="296"/>
                    </a:lnTo>
                    <a:lnTo>
                      <a:pt x="1696" y="368"/>
                    </a:lnTo>
                    <a:lnTo>
                      <a:pt x="1800" y="328"/>
                    </a:lnTo>
                    <a:lnTo>
                      <a:pt x="1888" y="408"/>
                    </a:lnTo>
                    <a:lnTo>
                      <a:pt x="2008" y="368"/>
                    </a:lnTo>
                    <a:lnTo>
                      <a:pt x="2072" y="440"/>
                    </a:lnTo>
                    <a:lnTo>
                      <a:pt x="2200" y="416"/>
                    </a:lnTo>
                    <a:lnTo>
                      <a:pt x="2256" y="488"/>
                    </a:lnTo>
                    <a:lnTo>
                      <a:pt x="2368" y="472"/>
                    </a:lnTo>
                    <a:lnTo>
                      <a:pt x="2432" y="528"/>
                    </a:lnTo>
                    <a:lnTo>
                      <a:pt x="2536" y="496"/>
                    </a:lnTo>
                    <a:lnTo>
                      <a:pt x="2624" y="560"/>
                    </a:lnTo>
                    <a:lnTo>
                      <a:pt x="2720" y="520"/>
                    </a:lnTo>
                    <a:lnTo>
                      <a:pt x="2816" y="592"/>
                    </a:lnTo>
                    <a:lnTo>
                      <a:pt x="2944" y="568"/>
                    </a:lnTo>
                    <a:lnTo>
                      <a:pt x="3056" y="640"/>
                    </a:lnTo>
                    <a:lnTo>
                      <a:pt x="3144" y="608"/>
                    </a:lnTo>
                    <a:lnTo>
                      <a:pt x="3240" y="664"/>
                    </a:lnTo>
                    <a:lnTo>
                      <a:pt x="3336" y="640"/>
                    </a:lnTo>
                    <a:lnTo>
                      <a:pt x="3432" y="720"/>
                    </a:lnTo>
                    <a:lnTo>
                      <a:pt x="3520" y="672"/>
                    </a:lnTo>
                    <a:lnTo>
                      <a:pt x="3600" y="720"/>
                    </a:lnTo>
                  </a:path>
                </a:pathLst>
              </a:custGeom>
              <a:noFill/>
              <a:ln w="9525">
                <a:solidFill>
                  <a:srgbClr val="000000"/>
                </a:solidFill>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en-US" sz="2400">
                  <a:solidFill>
                    <a:srgbClr val="000000"/>
                  </a:solidFill>
                  <a:latin typeface="Times New Roman" panose="02020603050405020304" pitchFamily="18" charset="0"/>
                </a:endParaRPr>
              </a:p>
            </p:txBody>
          </p:sp>
          <p:sp>
            <p:nvSpPr>
              <p:cNvPr id="62475" name="Freeform 11">
                <a:extLst>
                  <a:ext uri="{FF2B5EF4-FFF2-40B4-BE49-F238E27FC236}">
                    <a16:creationId xmlns:a16="http://schemas.microsoft.com/office/drawing/2014/main" id="{B7717B57-AAA2-4BBC-AA22-1A40DB9E2B74}"/>
                  </a:ext>
                </a:extLst>
              </p:cNvPr>
              <p:cNvSpPr>
                <a:spLocks noChangeAspect="1"/>
              </p:cNvSpPr>
              <p:nvPr/>
            </p:nvSpPr>
            <p:spPr bwMode="auto">
              <a:xfrm>
                <a:off x="5613" y="5389"/>
                <a:ext cx="1144" cy="992"/>
              </a:xfrm>
              <a:custGeom>
                <a:avLst/>
                <a:gdLst>
                  <a:gd name="T0" fmla="*/ 0 w 1144"/>
                  <a:gd name="T1" fmla="*/ 227 h 992"/>
                  <a:gd name="T2" fmla="*/ 15 w 1144"/>
                  <a:gd name="T3" fmla="*/ 159 h 992"/>
                  <a:gd name="T4" fmla="*/ 31 w 1144"/>
                  <a:gd name="T5" fmla="*/ 25 h 992"/>
                  <a:gd name="T6" fmla="*/ 127 w 1144"/>
                  <a:gd name="T7" fmla="*/ 41 h 992"/>
                  <a:gd name="T8" fmla="*/ 252 w 1144"/>
                  <a:gd name="T9" fmla="*/ 76 h 992"/>
                  <a:gd name="T10" fmla="*/ 301 w 1144"/>
                  <a:gd name="T11" fmla="*/ 109 h 992"/>
                  <a:gd name="T12" fmla="*/ 348 w 1144"/>
                  <a:gd name="T13" fmla="*/ 126 h 992"/>
                  <a:gd name="T14" fmla="*/ 412 w 1144"/>
                  <a:gd name="T15" fmla="*/ 135 h 992"/>
                  <a:gd name="T16" fmla="*/ 494 w 1144"/>
                  <a:gd name="T17" fmla="*/ 135 h 992"/>
                  <a:gd name="T18" fmla="*/ 585 w 1144"/>
                  <a:gd name="T19" fmla="*/ 143 h 992"/>
                  <a:gd name="T20" fmla="*/ 679 w 1144"/>
                  <a:gd name="T21" fmla="*/ 126 h 992"/>
                  <a:gd name="T22" fmla="*/ 774 w 1144"/>
                  <a:gd name="T23" fmla="*/ 109 h 992"/>
                  <a:gd name="T24" fmla="*/ 997 w 1144"/>
                  <a:gd name="T25" fmla="*/ 87 h 992"/>
                  <a:gd name="T26" fmla="*/ 1112 w 1144"/>
                  <a:gd name="T27" fmla="*/ 103 h 992"/>
                  <a:gd name="T28" fmla="*/ 997 w 1144"/>
                  <a:gd name="T29" fmla="*/ 247 h 992"/>
                  <a:gd name="T30" fmla="*/ 980 w 1144"/>
                  <a:gd name="T31" fmla="*/ 383 h 992"/>
                  <a:gd name="T32" fmla="*/ 978 w 1144"/>
                  <a:gd name="T33" fmla="*/ 642 h 992"/>
                  <a:gd name="T34" fmla="*/ 1013 w 1144"/>
                  <a:gd name="T35" fmla="*/ 797 h 992"/>
                  <a:gd name="T36" fmla="*/ 1032 w 1144"/>
                  <a:gd name="T37" fmla="*/ 815 h 992"/>
                  <a:gd name="T38" fmla="*/ 1056 w 1144"/>
                  <a:gd name="T39" fmla="*/ 863 h 992"/>
                  <a:gd name="T40" fmla="*/ 1144 w 1144"/>
                  <a:gd name="T41" fmla="*/ 927 h 992"/>
                  <a:gd name="T42" fmla="*/ 1096 w 1144"/>
                  <a:gd name="T43" fmla="*/ 975 h 992"/>
                  <a:gd name="T44" fmla="*/ 816 w 1144"/>
                  <a:gd name="T45" fmla="*/ 967 h 992"/>
                  <a:gd name="T46" fmla="*/ 680 w 1144"/>
                  <a:gd name="T47" fmla="*/ 975 h 992"/>
                  <a:gd name="T48" fmla="*/ 392 w 1144"/>
                  <a:gd name="T49" fmla="*/ 935 h 992"/>
                  <a:gd name="T50" fmla="*/ 448 w 1144"/>
                  <a:gd name="T51" fmla="*/ 943 h 992"/>
                  <a:gd name="T52" fmla="*/ 560 w 1144"/>
                  <a:gd name="T53" fmla="*/ 943 h 992"/>
                  <a:gd name="T54" fmla="*/ 592 w 1144"/>
                  <a:gd name="T55" fmla="*/ 959 h 992"/>
                  <a:gd name="T56" fmla="*/ 296 w 1144"/>
                  <a:gd name="T57" fmla="*/ 887 h 992"/>
                  <a:gd name="T58" fmla="*/ 240 w 1144"/>
                  <a:gd name="T59" fmla="*/ 879 h 992"/>
                  <a:gd name="T60" fmla="*/ 200 w 1144"/>
                  <a:gd name="T61" fmla="*/ 791 h 992"/>
                  <a:gd name="T62" fmla="*/ 140 w 1144"/>
                  <a:gd name="T63" fmla="*/ 743 h 992"/>
                  <a:gd name="T64" fmla="*/ 58 w 1144"/>
                  <a:gd name="T65" fmla="*/ 679 h 992"/>
                  <a:gd name="T66" fmla="*/ 33 w 1144"/>
                  <a:gd name="T67" fmla="*/ 575 h 992"/>
                  <a:gd name="T68" fmla="*/ 31 w 1144"/>
                  <a:gd name="T69" fmla="*/ 277 h 992"/>
                  <a:gd name="T70" fmla="*/ 0 w 1144"/>
                  <a:gd name="T71" fmla="*/ 227 h 9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144" h="992">
                    <a:moveTo>
                      <a:pt x="0" y="227"/>
                    </a:moveTo>
                    <a:cubicBezTo>
                      <a:pt x="5" y="204"/>
                      <a:pt x="12" y="182"/>
                      <a:pt x="15" y="159"/>
                    </a:cubicBezTo>
                    <a:cubicBezTo>
                      <a:pt x="22" y="115"/>
                      <a:pt x="1" y="57"/>
                      <a:pt x="31" y="25"/>
                    </a:cubicBezTo>
                    <a:cubicBezTo>
                      <a:pt x="55" y="0"/>
                      <a:pt x="95" y="34"/>
                      <a:pt x="127" y="41"/>
                    </a:cubicBezTo>
                    <a:cubicBezTo>
                      <a:pt x="169" y="51"/>
                      <a:pt x="252" y="76"/>
                      <a:pt x="252" y="76"/>
                    </a:cubicBezTo>
                    <a:cubicBezTo>
                      <a:pt x="269" y="86"/>
                      <a:pt x="283" y="100"/>
                      <a:pt x="301" y="109"/>
                    </a:cubicBezTo>
                    <a:cubicBezTo>
                      <a:pt x="315" y="117"/>
                      <a:pt x="333" y="117"/>
                      <a:pt x="348" y="126"/>
                    </a:cubicBezTo>
                    <a:cubicBezTo>
                      <a:pt x="366" y="134"/>
                      <a:pt x="389" y="129"/>
                      <a:pt x="412" y="135"/>
                    </a:cubicBezTo>
                    <a:cubicBezTo>
                      <a:pt x="437" y="137"/>
                      <a:pt x="478" y="135"/>
                      <a:pt x="494" y="135"/>
                    </a:cubicBezTo>
                    <a:cubicBezTo>
                      <a:pt x="527" y="127"/>
                      <a:pt x="561" y="155"/>
                      <a:pt x="585" y="143"/>
                    </a:cubicBezTo>
                    <a:cubicBezTo>
                      <a:pt x="620" y="127"/>
                      <a:pt x="641" y="132"/>
                      <a:pt x="679" y="126"/>
                    </a:cubicBezTo>
                    <a:cubicBezTo>
                      <a:pt x="711" y="120"/>
                      <a:pt x="743" y="115"/>
                      <a:pt x="774" y="109"/>
                    </a:cubicBezTo>
                    <a:cubicBezTo>
                      <a:pt x="827" y="95"/>
                      <a:pt x="946" y="83"/>
                      <a:pt x="997" y="87"/>
                    </a:cubicBezTo>
                    <a:cubicBezTo>
                      <a:pt x="1053" y="86"/>
                      <a:pt x="1112" y="76"/>
                      <a:pt x="1112" y="103"/>
                    </a:cubicBezTo>
                    <a:cubicBezTo>
                      <a:pt x="1082" y="222"/>
                      <a:pt x="1087" y="175"/>
                      <a:pt x="997" y="247"/>
                    </a:cubicBezTo>
                    <a:cubicBezTo>
                      <a:pt x="965" y="255"/>
                      <a:pt x="980" y="383"/>
                      <a:pt x="980" y="383"/>
                    </a:cubicBezTo>
                    <a:cubicBezTo>
                      <a:pt x="947" y="527"/>
                      <a:pt x="971" y="537"/>
                      <a:pt x="978" y="642"/>
                    </a:cubicBezTo>
                    <a:cubicBezTo>
                      <a:pt x="964" y="708"/>
                      <a:pt x="1023" y="760"/>
                      <a:pt x="1013" y="797"/>
                    </a:cubicBezTo>
                    <a:cubicBezTo>
                      <a:pt x="1022" y="826"/>
                      <a:pt x="1025" y="804"/>
                      <a:pt x="1032" y="815"/>
                    </a:cubicBezTo>
                    <a:cubicBezTo>
                      <a:pt x="1038" y="828"/>
                      <a:pt x="1037" y="844"/>
                      <a:pt x="1056" y="863"/>
                    </a:cubicBezTo>
                    <a:cubicBezTo>
                      <a:pt x="1075" y="882"/>
                      <a:pt x="1137" y="909"/>
                      <a:pt x="1144" y="927"/>
                    </a:cubicBezTo>
                    <a:cubicBezTo>
                      <a:pt x="1124" y="992"/>
                      <a:pt x="1120" y="927"/>
                      <a:pt x="1096" y="975"/>
                    </a:cubicBezTo>
                    <a:cubicBezTo>
                      <a:pt x="1052" y="971"/>
                      <a:pt x="882" y="983"/>
                      <a:pt x="816" y="967"/>
                    </a:cubicBezTo>
                    <a:cubicBezTo>
                      <a:pt x="783" y="959"/>
                      <a:pt x="680" y="975"/>
                      <a:pt x="680" y="975"/>
                    </a:cubicBezTo>
                    <a:cubicBezTo>
                      <a:pt x="606" y="922"/>
                      <a:pt x="505" y="975"/>
                      <a:pt x="392" y="935"/>
                    </a:cubicBezTo>
                    <a:cubicBezTo>
                      <a:pt x="351" y="933"/>
                      <a:pt x="420" y="942"/>
                      <a:pt x="448" y="943"/>
                    </a:cubicBezTo>
                    <a:cubicBezTo>
                      <a:pt x="476" y="944"/>
                      <a:pt x="536" y="940"/>
                      <a:pt x="560" y="943"/>
                    </a:cubicBezTo>
                    <a:cubicBezTo>
                      <a:pt x="528" y="983"/>
                      <a:pt x="592" y="959"/>
                      <a:pt x="592" y="959"/>
                    </a:cubicBezTo>
                    <a:cubicBezTo>
                      <a:pt x="520" y="908"/>
                      <a:pt x="372" y="969"/>
                      <a:pt x="296" y="887"/>
                    </a:cubicBezTo>
                    <a:cubicBezTo>
                      <a:pt x="267" y="880"/>
                      <a:pt x="256" y="895"/>
                      <a:pt x="240" y="879"/>
                    </a:cubicBezTo>
                    <a:cubicBezTo>
                      <a:pt x="224" y="863"/>
                      <a:pt x="217" y="814"/>
                      <a:pt x="200" y="791"/>
                    </a:cubicBezTo>
                    <a:cubicBezTo>
                      <a:pt x="189" y="775"/>
                      <a:pt x="155" y="754"/>
                      <a:pt x="140" y="743"/>
                    </a:cubicBezTo>
                    <a:cubicBezTo>
                      <a:pt x="121" y="730"/>
                      <a:pt x="71" y="696"/>
                      <a:pt x="58" y="679"/>
                    </a:cubicBezTo>
                    <a:cubicBezTo>
                      <a:pt x="35" y="652"/>
                      <a:pt x="33" y="575"/>
                      <a:pt x="33" y="575"/>
                    </a:cubicBezTo>
                    <a:cubicBezTo>
                      <a:pt x="49" y="459"/>
                      <a:pt x="158" y="324"/>
                      <a:pt x="31" y="277"/>
                    </a:cubicBezTo>
                    <a:cubicBezTo>
                      <a:pt x="13" y="222"/>
                      <a:pt x="32" y="227"/>
                      <a:pt x="0" y="227"/>
                    </a:cubicBezTo>
                    <a:close/>
                  </a:path>
                </a:pathLst>
              </a:custGeom>
              <a:pattFill prst="ltDnDiag">
                <a:fgClr>
                  <a:srgbClr val="000000"/>
                </a:fgClr>
                <a:bgClr>
                  <a:srgbClr val="FFFFFF"/>
                </a:bgClr>
              </a:pattFill>
              <a:ln w="9525">
                <a:solidFill>
                  <a:srgbClr val="000000"/>
                </a:solidFill>
                <a:round/>
                <a:headEnd/>
                <a:tailEnd/>
              </a:ln>
            </p:spPr>
            <p:txBody>
              <a:bodyPr/>
              <a:lstStyle/>
              <a:p>
                <a:pPr eaLnBrk="0" fontAlgn="base" hangingPunct="0">
                  <a:spcBef>
                    <a:spcPct val="0"/>
                  </a:spcBef>
                  <a:spcAft>
                    <a:spcPct val="0"/>
                  </a:spcAft>
                </a:pPr>
                <a:endParaRPr lang="en-US" sz="2400">
                  <a:solidFill>
                    <a:srgbClr val="000000"/>
                  </a:solidFill>
                  <a:latin typeface="Times New Roman" panose="02020603050405020304" pitchFamily="18" charset="0"/>
                </a:endParaRPr>
              </a:p>
            </p:txBody>
          </p:sp>
          <p:sp>
            <p:nvSpPr>
              <p:cNvPr id="62476" name="Freeform 12">
                <a:extLst>
                  <a:ext uri="{FF2B5EF4-FFF2-40B4-BE49-F238E27FC236}">
                    <a16:creationId xmlns:a16="http://schemas.microsoft.com/office/drawing/2014/main" id="{F17EE044-89BB-4723-84FF-D95F49693C0B}"/>
                  </a:ext>
                </a:extLst>
              </p:cNvPr>
              <p:cNvSpPr>
                <a:spLocks noChangeAspect="1"/>
              </p:cNvSpPr>
              <p:nvPr/>
            </p:nvSpPr>
            <p:spPr bwMode="auto">
              <a:xfrm>
                <a:off x="6048" y="6324"/>
                <a:ext cx="8" cy="184"/>
              </a:xfrm>
              <a:custGeom>
                <a:avLst/>
                <a:gdLst>
                  <a:gd name="T0" fmla="*/ 0 w 8"/>
                  <a:gd name="T1" fmla="*/ 184 h 184"/>
                  <a:gd name="T2" fmla="*/ 8 w 8"/>
                  <a:gd name="T3" fmla="*/ 0 h 184"/>
                </a:gdLst>
                <a:ahLst/>
                <a:cxnLst>
                  <a:cxn ang="0">
                    <a:pos x="T0" y="T1"/>
                  </a:cxn>
                  <a:cxn ang="0">
                    <a:pos x="T2" y="T3"/>
                  </a:cxn>
                </a:cxnLst>
                <a:rect l="0" t="0" r="r" b="b"/>
                <a:pathLst>
                  <a:path w="8" h="184">
                    <a:moveTo>
                      <a:pt x="0" y="184"/>
                    </a:moveTo>
                    <a:lnTo>
                      <a:pt x="8" y="0"/>
                    </a:lnTo>
                  </a:path>
                </a:pathLst>
              </a:custGeom>
              <a:noFill/>
              <a:ln w="9525">
                <a:solidFill>
                  <a:srgbClr val="000000"/>
                </a:solidFill>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en-US" sz="2400">
                  <a:solidFill>
                    <a:srgbClr val="000000"/>
                  </a:solidFill>
                  <a:latin typeface="Times New Roman" panose="02020603050405020304" pitchFamily="18" charset="0"/>
                </a:endParaRPr>
              </a:p>
            </p:txBody>
          </p:sp>
          <p:sp>
            <p:nvSpPr>
              <p:cNvPr id="62477" name="Freeform 13">
                <a:extLst>
                  <a:ext uri="{FF2B5EF4-FFF2-40B4-BE49-F238E27FC236}">
                    <a16:creationId xmlns:a16="http://schemas.microsoft.com/office/drawing/2014/main" id="{50AF9E50-5240-44AA-A942-DFC063650F00}"/>
                  </a:ext>
                </a:extLst>
              </p:cNvPr>
              <p:cNvSpPr>
                <a:spLocks noChangeAspect="1"/>
              </p:cNvSpPr>
              <p:nvPr/>
            </p:nvSpPr>
            <p:spPr bwMode="auto">
              <a:xfrm>
                <a:off x="6048" y="5631"/>
                <a:ext cx="324" cy="527"/>
              </a:xfrm>
              <a:custGeom>
                <a:avLst/>
                <a:gdLst>
                  <a:gd name="T0" fmla="*/ 278 w 324"/>
                  <a:gd name="T1" fmla="*/ 101 h 527"/>
                  <a:gd name="T2" fmla="*/ 261 w 324"/>
                  <a:gd name="T3" fmla="*/ 57 h 527"/>
                  <a:gd name="T4" fmla="*/ 216 w 324"/>
                  <a:gd name="T5" fmla="*/ 13 h 527"/>
                  <a:gd name="T6" fmla="*/ 159 w 324"/>
                  <a:gd name="T7" fmla="*/ 13 h 527"/>
                  <a:gd name="T8" fmla="*/ 5 w 324"/>
                  <a:gd name="T9" fmla="*/ 57 h 527"/>
                  <a:gd name="T10" fmla="*/ 23 w 324"/>
                  <a:gd name="T11" fmla="*/ 233 h 527"/>
                  <a:gd name="T12" fmla="*/ 57 w 324"/>
                  <a:gd name="T13" fmla="*/ 321 h 527"/>
                  <a:gd name="T14" fmla="*/ 159 w 324"/>
                  <a:gd name="T15" fmla="*/ 497 h 527"/>
                  <a:gd name="T16" fmla="*/ 261 w 324"/>
                  <a:gd name="T17" fmla="*/ 527 h 527"/>
                  <a:gd name="T18" fmla="*/ 278 w 324"/>
                  <a:gd name="T19" fmla="*/ 101 h 5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24" h="527">
                    <a:moveTo>
                      <a:pt x="278" y="101"/>
                    </a:moveTo>
                    <a:cubicBezTo>
                      <a:pt x="272" y="87"/>
                      <a:pt x="274" y="68"/>
                      <a:pt x="261" y="57"/>
                    </a:cubicBezTo>
                    <a:cubicBezTo>
                      <a:pt x="248" y="46"/>
                      <a:pt x="214" y="0"/>
                      <a:pt x="216" y="13"/>
                    </a:cubicBezTo>
                    <a:cubicBezTo>
                      <a:pt x="198" y="5"/>
                      <a:pt x="176" y="22"/>
                      <a:pt x="159" y="13"/>
                    </a:cubicBezTo>
                    <a:cubicBezTo>
                      <a:pt x="103" y="20"/>
                      <a:pt x="8" y="17"/>
                      <a:pt x="5" y="57"/>
                    </a:cubicBezTo>
                    <a:cubicBezTo>
                      <a:pt x="0" y="116"/>
                      <a:pt x="12" y="175"/>
                      <a:pt x="23" y="233"/>
                    </a:cubicBezTo>
                    <a:cubicBezTo>
                      <a:pt x="29" y="264"/>
                      <a:pt x="57" y="321"/>
                      <a:pt x="57" y="321"/>
                    </a:cubicBezTo>
                    <a:cubicBezTo>
                      <a:pt x="69" y="392"/>
                      <a:pt x="56" y="467"/>
                      <a:pt x="159" y="497"/>
                    </a:cubicBezTo>
                    <a:cubicBezTo>
                      <a:pt x="193" y="507"/>
                      <a:pt x="261" y="527"/>
                      <a:pt x="261" y="527"/>
                    </a:cubicBezTo>
                    <a:cubicBezTo>
                      <a:pt x="324" y="362"/>
                      <a:pt x="278" y="498"/>
                      <a:pt x="278" y="101"/>
                    </a:cubicBezTo>
                    <a:close/>
                  </a:path>
                </a:pathLst>
              </a:custGeom>
              <a:solidFill>
                <a:srgbClr val="FFFFFF"/>
              </a:solidFill>
              <a:ln w="9525">
                <a:solidFill>
                  <a:srgbClr val="000000"/>
                </a:solidFill>
                <a:round/>
                <a:headEnd/>
                <a:tailEnd/>
              </a:ln>
            </p:spPr>
            <p:txBody>
              <a:bodyPr/>
              <a:lstStyle/>
              <a:p>
                <a:pPr eaLnBrk="0" fontAlgn="base" hangingPunct="0">
                  <a:spcBef>
                    <a:spcPct val="0"/>
                  </a:spcBef>
                  <a:spcAft>
                    <a:spcPct val="0"/>
                  </a:spcAft>
                </a:pPr>
                <a:endParaRPr lang="en-US" sz="2400">
                  <a:solidFill>
                    <a:srgbClr val="000000"/>
                  </a:solidFill>
                  <a:latin typeface="Times New Roman" panose="02020603050405020304" pitchFamily="18" charset="0"/>
                </a:endParaRPr>
              </a:p>
            </p:txBody>
          </p:sp>
          <p:sp>
            <p:nvSpPr>
              <p:cNvPr id="62478" name="Oval 14">
                <a:extLst>
                  <a:ext uri="{FF2B5EF4-FFF2-40B4-BE49-F238E27FC236}">
                    <a16:creationId xmlns:a16="http://schemas.microsoft.com/office/drawing/2014/main" id="{F69A6ED9-AFF3-4B49-9B49-0DF0153192B4}"/>
                  </a:ext>
                </a:extLst>
              </p:cNvPr>
              <p:cNvSpPr>
                <a:spLocks noChangeAspect="1" noChangeArrowheads="1"/>
              </p:cNvSpPr>
              <p:nvPr/>
            </p:nvSpPr>
            <p:spPr bwMode="auto">
              <a:xfrm>
                <a:off x="5904" y="5991"/>
                <a:ext cx="85" cy="85"/>
              </a:xfrm>
              <a:prstGeom prst="ellipse">
                <a:avLst/>
              </a:prstGeom>
              <a:solidFill>
                <a:srgbClr val="FFFFFF"/>
              </a:solidFill>
              <a:ln w="9525">
                <a:solidFill>
                  <a:srgbClr val="000000"/>
                </a:solidFill>
                <a:round/>
                <a:headEnd/>
                <a:tailEnd/>
              </a:ln>
            </p:spPr>
            <p:txBody>
              <a:bodyPr/>
              <a:lstStyle/>
              <a:p>
                <a:pPr eaLnBrk="0" fontAlgn="base" hangingPunct="0">
                  <a:spcBef>
                    <a:spcPct val="0"/>
                  </a:spcBef>
                  <a:spcAft>
                    <a:spcPct val="0"/>
                  </a:spcAft>
                </a:pPr>
                <a:endParaRPr lang="en-US" sz="2400">
                  <a:solidFill>
                    <a:srgbClr val="000000"/>
                  </a:solidFill>
                  <a:latin typeface="Times New Roman" panose="02020603050405020304" pitchFamily="18" charset="0"/>
                </a:endParaRPr>
              </a:p>
            </p:txBody>
          </p:sp>
          <p:sp>
            <p:nvSpPr>
              <p:cNvPr id="62479" name="Oval 15">
                <a:extLst>
                  <a:ext uri="{FF2B5EF4-FFF2-40B4-BE49-F238E27FC236}">
                    <a16:creationId xmlns:a16="http://schemas.microsoft.com/office/drawing/2014/main" id="{F51377DD-BDDA-4916-8572-7C467CB3CC5D}"/>
                  </a:ext>
                </a:extLst>
              </p:cNvPr>
              <p:cNvSpPr>
                <a:spLocks noChangeAspect="1" noChangeArrowheads="1"/>
              </p:cNvSpPr>
              <p:nvPr/>
            </p:nvSpPr>
            <p:spPr bwMode="auto">
              <a:xfrm>
                <a:off x="5819" y="5788"/>
                <a:ext cx="85" cy="85"/>
              </a:xfrm>
              <a:prstGeom prst="ellipse">
                <a:avLst/>
              </a:prstGeom>
              <a:solidFill>
                <a:srgbClr val="FFFFFF"/>
              </a:solidFill>
              <a:ln w="9525">
                <a:solidFill>
                  <a:srgbClr val="000000"/>
                </a:solidFill>
                <a:round/>
                <a:headEnd/>
                <a:tailEnd/>
              </a:ln>
            </p:spPr>
            <p:txBody>
              <a:bodyPr/>
              <a:lstStyle/>
              <a:p>
                <a:pPr eaLnBrk="0" fontAlgn="base" hangingPunct="0">
                  <a:spcBef>
                    <a:spcPct val="0"/>
                  </a:spcBef>
                  <a:spcAft>
                    <a:spcPct val="0"/>
                  </a:spcAft>
                </a:pPr>
                <a:endParaRPr lang="en-US" sz="2400">
                  <a:solidFill>
                    <a:srgbClr val="000000"/>
                  </a:solidFill>
                  <a:latin typeface="Times New Roman" panose="02020603050405020304" pitchFamily="18" charset="0"/>
                </a:endParaRPr>
              </a:p>
            </p:txBody>
          </p:sp>
          <p:sp>
            <p:nvSpPr>
              <p:cNvPr id="62480" name="Oval 16">
                <a:extLst>
                  <a:ext uri="{FF2B5EF4-FFF2-40B4-BE49-F238E27FC236}">
                    <a16:creationId xmlns:a16="http://schemas.microsoft.com/office/drawing/2014/main" id="{5CD97047-4671-4FC5-B7AA-09F1E267E7B6}"/>
                  </a:ext>
                </a:extLst>
              </p:cNvPr>
              <p:cNvSpPr>
                <a:spLocks noChangeAspect="1" noChangeArrowheads="1"/>
              </p:cNvSpPr>
              <p:nvPr/>
            </p:nvSpPr>
            <p:spPr bwMode="auto">
              <a:xfrm>
                <a:off x="5760" y="5559"/>
                <a:ext cx="85" cy="85"/>
              </a:xfrm>
              <a:prstGeom prst="ellipse">
                <a:avLst/>
              </a:prstGeom>
              <a:solidFill>
                <a:srgbClr val="FFFFFF"/>
              </a:solidFill>
              <a:ln w="9525">
                <a:solidFill>
                  <a:srgbClr val="000000"/>
                </a:solidFill>
                <a:round/>
                <a:headEnd/>
                <a:tailEnd/>
              </a:ln>
            </p:spPr>
            <p:txBody>
              <a:bodyPr/>
              <a:lstStyle/>
              <a:p>
                <a:pPr eaLnBrk="0" fontAlgn="base" hangingPunct="0">
                  <a:spcBef>
                    <a:spcPct val="0"/>
                  </a:spcBef>
                  <a:spcAft>
                    <a:spcPct val="0"/>
                  </a:spcAft>
                </a:pPr>
                <a:endParaRPr lang="en-US" sz="2400">
                  <a:solidFill>
                    <a:srgbClr val="000000"/>
                  </a:solidFill>
                  <a:latin typeface="Times New Roman" panose="02020603050405020304" pitchFamily="18" charset="0"/>
                </a:endParaRPr>
              </a:p>
            </p:txBody>
          </p:sp>
        </p:grpSp>
        <p:grpSp>
          <p:nvGrpSpPr>
            <p:cNvPr id="62481" name="Group 17">
              <a:extLst>
                <a:ext uri="{FF2B5EF4-FFF2-40B4-BE49-F238E27FC236}">
                  <a16:creationId xmlns:a16="http://schemas.microsoft.com/office/drawing/2014/main" id="{BAF73295-B423-401F-8F1A-100EB414F32D}"/>
                </a:ext>
              </a:extLst>
            </p:cNvPr>
            <p:cNvGrpSpPr>
              <a:grpSpLocks noChangeAspect="1"/>
            </p:cNvGrpSpPr>
            <p:nvPr/>
          </p:nvGrpSpPr>
          <p:grpSpPr bwMode="auto">
            <a:xfrm>
              <a:off x="3323" y="4568"/>
              <a:ext cx="1432" cy="472"/>
              <a:chOff x="3323" y="4568"/>
              <a:chExt cx="1432" cy="472"/>
            </a:xfrm>
          </p:grpSpPr>
          <p:sp>
            <p:nvSpPr>
              <p:cNvPr id="62482" name="Freeform 18">
                <a:extLst>
                  <a:ext uri="{FF2B5EF4-FFF2-40B4-BE49-F238E27FC236}">
                    <a16:creationId xmlns:a16="http://schemas.microsoft.com/office/drawing/2014/main" id="{F8C21856-9F21-4494-9952-041D7D426056}"/>
                  </a:ext>
                </a:extLst>
              </p:cNvPr>
              <p:cNvSpPr>
                <a:spLocks noChangeAspect="1"/>
              </p:cNvSpPr>
              <p:nvPr/>
            </p:nvSpPr>
            <p:spPr bwMode="auto">
              <a:xfrm>
                <a:off x="3323" y="4568"/>
                <a:ext cx="1432" cy="472"/>
              </a:xfrm>
              <a:custGeom>
                <a:avLst/>
                <a:gdLst>
                  <a:gd name="T0" fmla="*/ 28 w 1432"/>
                  <a:gd name="T1" fmla="*/ 165 h 472"/>
                  <a:gd name="T2" fmla="*/ 99 w 1432"/>
                  <a:gd name="T3" fmla="*/ 114 h 472"/>
                  <a:gd name="T4" fmla="*/ 126 w 1432"/>
                  <a:gd name="T5" fmla="*/ 100 h 472"/>
                  <a:gd name="T6" fmla="*/ 296 w 1432"/>
                  <a:gd name="T7" fmla="*/ 136 h 472"/>
                  <a:gd name="T8" fmla="*/ 350 w 1432"/>
                  <a:gd name="T9" fmla="*/ 165 h 472"/>
                  <a:gd name="T10" fmla="*/ 377 w 1432"/>
                  <a:gd name="T11" fmla="*/ 180 h 472"/>
                  <a:gd name="T12" fmla="*/ 699 w 1432"/>
                  <a:gd name="T13" fmla="*/ 136 h 472"/>
                  <a:gd name="T14" fmla="*/ 1021 w 1432"/>
                  <a:gd name="T15" fmla="*/ 78 h 472"/>
                  <a:gd name="T16" fmla="*/ 1352 w 1432"/>
                  <a:gd name="T17" fmla="*/ 0 h 472"/>
                  <a:gd name="T18" fmla="*/ 1432 w 1432"/>
                  <a:gd name="T19" fmla="*/ 107 h 472"/>
                  <a:gd name="T20" fmla="*/ 1384 w 1432"/>
                  <a:gd name="T21" fmla="*/ 144 h 472"/>
                  <a:gd name="T22" fmla="*/ 1320 w 1432"/>
                  <a:gd name="T23" fmla="*/ 152 h 472"/>
                  <a:gd name="T24" fmla="*/ 1240 w 1432"/>
                  <a:gd name="T25" fmla="*/ 176 h 472"/>
                  <a:gd name="T26" fmla="*/ 1088 w 1432"/>
                  <a:gd name="T27" fmla="*/ 216 h 472"/>
                  <a:gd name="T28" fmla="*/ 944 w 1432"/>
                  <a:gd name="T29" fmla="*/ 240 h 472"/>
                  <a:gd name="T30" fmla="*/ 848 w 1432"/>
                  <a:gd name="T31" fmla="*/ 248 h 472"/>
                  <a:gd name="T32" fmla="*/ 704 w 1432"/>
                  <a:gd name="T33" fmla="*/ 280 h 472"/>
                  <a:gd name="T34" fmla="*/ 547 w 1432"/>
                  <a:gd name="T35" fmla="*/ 311 h 472"/>
                  <a:gd name="T36" fmla="*/ 403 w 1432"/>
                  <a:gd name="T37" fmla="*/ 333 h 472"/>
                  <a:gd name="T38" fmla="*/ 359 w 1432"/>
                  <a:gd name="T39" fmla="*/ 363 h 472"/>
                  <a:gd name="T40" fmla="*/ 305 w 1432"/>
                  <a:gd name="T41" fmla="*/ 392 h 472"/>
                  <a:gd name="T42" fmla="*/ 278 w 1432"/>
                  <a:gd name="T43" fmla="*/ 414 h 472"/>
                  <a:gd name="T44" fmla="*/ 251 w 1432"/>
                  <a:gd name="T45" fmla="*/ 421 h 472"/>
                  <a:gd name="T46" fmla="*/ 233 w 1432"/>
                  <a:gd name="T47" fmla="*/ 443 h 472"/>
                  <a:gd name="T48" fmla="*/ 180 w 1432"/>
                  <a:gd name="T49" fmla="*/ 472 h 472"/>
                  <a:gd name="T50" fmla="*/ 72 w 1432"/>
                  <a:gd name="T51" fmla="*/ 400 h 472"/>
                  <a:gd name="T52" fmla="*/ 8 w 1432"/>
                  <a:gd name="T53" fmla="*/ 312 h 472"/>
                  <a:gd name="T54" fmla="*/ 112 w 1432"/>
                  <a:gd name="T55" fmla="*/ 296 h 472"/>
                  <a:gd name="T56" fmla="*/ 136 w 1432"/>
                  <a:gd name="T57" fmla="*/ 296 h 472"/>
                  <a:gd name="T58" fmla="*/ 168 w 1432"/>
                  <a:gd name="T59" fmla="*/ 296 h 472"/>
                  <a:gd name="T60" fmla="*/ 168 w 1432"/>
                  <a:gd name="T61" fmla="*/ 224 h 472"/>
                  <a:gd name="T62" fmla="*/ 28 w 1432"/>
                  <a:gd name="T63" fmla="*/ 217 h 472"/>
                  <a:gd name="T64" fmla="*/ 0 w 1432"/>
                  <a:gd name="T65" fmla="*/ 200 h 472"/>
                  <a:gd name="T66" fmla="*/ 28 w 1432"/>
                  <a:gd name="T67" fmla="*/ 165 h 4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432" h="472">
                    <a:moveTo>
                      <a:pt x="28" y="165"/>
                    </a:moveTo>
                    <a:cubicBezTo>
                      <a:pt x="58" y="129"/>
                      <a:pt x="37" y="148"/>
                      <a:pt x="99" y="114"/>
                    </a:cubicBezTo>
                    <a:cubicBezTo>
                      <a:pt x="108" y="110"/>
                      <a:pt x="126" y="100"/>
                      <a:pt x="126" y="100"/>
                    </a:cubicBezTo>
                    <a:cubicBezTo>
                      <a:pt x="252" y="108"/>
                      <a:pt x="226" y="92"/>
                      <a:pt x="296" y="136"/>
                    </a:cubicBezTo>
                    <a:cubicBezTo>
                      <a:pt x="313" y="147"/>
                      <a:pt x="332" y="155"/>
                      <a:pt x="350" y="165"/>
                    </a:cubicBezTo>
                    <a:cubicBezTo>
                      <a:pt x="359" y="170"/>
                      <a:pt x="377" y="180"/>
                      <a:pt x="377" y="180"/>
                    </a:cubicBezTo>
                    <a:cubicBezTo>
                      <a:pt x="490" y="174"/>
                      <a:pt x="589" y="156"/>
                      <a:pt x="699" y="136"/>
                    </a:cubicBezTo>
                    <a:cubicBezTo>
                      <a:pt x="808" y="116"/>
                      <a:pt x="914" y="107"/>
                      <a:pt x="1021" y="78"/>
                    </a:cubicBezTo>
                    <a:cubicBezTo>
                      <a:pt x="1057" y="68"/>
                      <a:pt x="1306" y="2"/>
                      <a:pt x="1352" y="0"/>
                    </a:cubicBezTo>
                    <a:cubicBezTo>
                      <a:pt x="1418" y="7"/>
                      <a:pt x="1413" y="61"/>
                      <a:pt x="1432" y="107"/>
                    </a:cubicBezTo>
                    <a:cubicBezTo>
                      <a:pt x="1429" y="134"/>
                      <a:pt x="1409" y="138"/>
                      <a:pt x="1384" y="144"/>
                    </a:cubicBezTo>
                    <a:cubicBezTo>
                      <a:pt x="1365" y="152"/>
                      <a:pt x="1344" y="147"/>
                      <a:pt x="1320" y="152"/>
                    </a:cubicBezTo>
                    <a:cubicBezTo>
                      <a:pt x="1311" y="161"/>
                      <a:pt x="1278" y="165"/>
                      <a:pt x="1240" y="176"/>
                    </a:cubicBezTo>
                    <a:cubicBezTo>
                      <a:pt x="1202" y="187"/>
                      <a:pt x="1137" y="205"/>
                      <a:pt x="1088" y="216"/>
                    </a:cubicBezTo>
                    <a:cubicBezTo>
                      <a:pt x="1044" y="228"/>
                      <a:pt x="989" y="230"/>
                      <a:pt x="944" y="240"/>
                    </a:cubicBezTo>
                    <a:cubicBezTo>
                      <a:pt x="837" y="264"/>
                      <a:pt x="976" y="224"/>
                      <a:pt x="848" y="248"/>
                    </a:cubicBezTo>
                    <a:cubicBezTo>
                      <a:pt x="811" y="258"/>
                      <a:pt x="742" y="276"/>
                      <a:pt x="704" y="280"/>
                    </a:cubicBezTo>
                    <a:cubicBezTo>
                      <a:pt x="638" y="286"/>
                      <a:pt x="547" y="311"/>
                      <a:pt x="547" y="311"/>
                    </a:cubicBezTo>
                    <a:cubicBezTo>
                      <a:pt x="500" y="324"/>
                      <a:pt x="450" y="321"/>
                      <a:pt x="403" y="333"/>
                    </a:cubicBezTo>
                    <a:cubicBezTo>
                      <a:pt x="363" y="383"/>
                      <a:pt x="410" y="334"/>
                      <a:pt x="359" y="363"/>
                    </a:cubicBezTo>
                    <a:cubicBezTo>
                      <a:pt x="292" y="399"/>
                      <a:pt x="369" y="374"/>
                      <a:pt x="305" y="392"/>
                    </a:cubicBezTo>
                    <a:cubicBezTo>
                      <a:pt x="296" y="399"/>
                      <a:pt x="288" y="408"/>
                      <a:pt x="278" y="414"/>
                    </a:cubicBezTo>
                    <a:cubicBezTo>
                      <a:pt x="270" y="418"/>
                      <a:pt x="259" y="416"/>
                      <a:pt x="251" y="421"/>
                    </a:cubicBezTo>
                    <a:cubicBezTo>
                      <a:pt x="242" y="426"/>
                      <a:pt x="241" y="437"/>
                      <a:pt x="233" y="443"/>
                    </a:cubicBezTo>
                    <a:cubicBezTo>
                      <a:pt x="218" y="455"/>
                      <a:pt x="180" y="472"/>
                      <a:pt x="180" y="472"/>
                    </a:cubicBezTo>
                    <a:cubicBezTo>
                      <a:pt x="151" y="401"/>
                      <a:pt x="182" y="409"/>
                      <a:pt x="72" y="400"/>
                    </a:cubicBezTo>
                    <a:cubicBezTo>
                      <a:pt x="36" y="390"/>
                      <a:pt x="19" y="340"/>
                      <a:pt x="8" y="312"/>
                    </a:cubicBezTo>
                    <a:cubicBezTo>
                      <a:pt x="48" y="305"/>
                      <a:pt x="75" y="306"/>
                      <a:pt x="112" y="296"/>
                    </a:cubicBezTo>
                    <a:cubicBezTo>
                      <a:pt x="133" y="290"/>
                      <a:pt x="127" y="296"/>
                      <a:pt x="136" y="296"/>
                    </a:cubicBezTo>
                    <a:cubicBezTo>
                      <a:pt x="145" y="296"/>
                      <a:pt x="163" y="308"/>
                      <a:pt x="168" y="296"/>
                    </a:cubicBezTo>
                    <a:cubicBezTo>
                      <a:pt x="184" y="286"/>
                      <a:pt x="162" y="239"/>
                      <a:pt x="168" y="224"/>
                    </a:cubicBezTo>
                    <a:cubicBezTo>
                      <a:pt x="121" y="212"/>
                      <a:pt x="69" y="239"/>
                      <a:pt x="28" y="217"/>
                    </a:cubicBezTo>
                    <a:cubicBezTo>
                      <a:pt x="22" y="207"/>
                      <a:pt x="0" y="211"/>
                      <a:pt x="0" y="200"/>
                    </a:cubicBezTo>
                    <a:cubicBezTo>
                      <a:pt x="0" y="191"/>
                      <a:pt x="28" y="165"/>
                      <a:pt x="28" y="165"/>
                    </a:cubicBezTo>
                    <a:close/>
                  </a:path>
                </a:pathLst>
              </a:custGeom>
              <a:pattFill prst="pct25">
                <a:fgClr>
                  <a:srgbClr val="000000"/>
                </a:fgClr>
                <a:bgClr>
                  <a:srgbClr val="FFFFFF"/>
                </a:bgClr>
              </a:pattFill>
              <a:ln w="9525">
                <a:solidFill>
                  <a:srgbClr val="000000"/>
                </a:solidFill>
                <a:round/>
                <a:headEnd/>
                <a:tailEnd/>
              </a:ln>
            </p:spPr>
            <p:txBody>
              <a:bodyPr/>
              <a:lstStyle/>
              <a:p>
                <a:pPr eaLnBrk="0" fontAlgn="base" hangingPunct="0">
                  <a:spcBef>
                    <a:spcPct val="0"/>
                  </a:spcBef>
                  <a:spcAft>
                    <a:spcPct val="0"/>
                  </a:spcAft>
                </a:pPr>
                <a:endParaRPr lang="en-US" sz="2400">
                  <a:solidFill>
                    <a:srgbClr val="000000"/>
                  </a:solidFill>
                  <a:latin typeface="Times New Roman" panose="02020603050405020304" pitchFamily="18" charset="0"/>
                </a:endParaRPr>
              </a:p>
            </p:txBody>
          </p:sp>
          <p:sp>
            <p:nvSpPr>
              <p:cNvPr id="62483" name="Oval 19">
                <a:extLst>
                  <a:ext uri="{FF2B5EF4-FFF2-40B4-BE49-F238E27FC236}">
                    <a16:creationId xmlns:a16="http://schemas.microsoft.com/office/drawing/2014/main" id="{FD69A4A3-EE25-4CA7-9C98-D3F8C452596F}"/>
                  </a:ext>
                </a:extLst>
              </p:cNvPr>
              <p:cNvSpPr>
                <a:spLocks noChangeAspect="1" noChangeArrowheads="1"/>
              </p:cNvSpPr>
              <p:nvPr/>
            </p:nvSpPr>
            <p:spPr bwMode="auto">
              <a:xfrm>
                <a:off x="4608" y="4608"/>
                <a:ext cx="85" cy="85"/>
              </a:xfrm>
              <a:prstGeom prst="ellipse">
                <a:avLst/>
              </a:prstGeom>
              <a:solidFill>
                <a:srgbClr val="FFFFFF"/>
              </a:solidFill>
              <a:ln w="9525">
                <a:solidFill>
                  <a:srgbClr val="000000"/>
                </a:solidFill>
                <a:round/>
                <a:headEnd/>
                <a:tailEnd/>
              </a:ln>
            </p:spPr>
            <p:txBody>
              <a:bodyPr/>
              <a:lstStyle/>
              <a:p>
                <a:pPr eaLnBrk="0" fontAlgn="base" hangingPunct="0">
                  <a:spcBef>
                    <a:spcPct val="0"/>
                  </a:spcBef>
                  <a:spcAft>
                    <a:spcPct val="0"/>
                  </a:spcAft>
                </a:pPr>
                <a:endParaRPr lang="en-US" sz="2400">
                  <a:solidFill>
                    <a:srgbClr val="000000"/>
                  </a:solidFill>
                  <a:latin typeface="Times New Roman" panose="02020603050405020304" pitchFamily="18" charset="0"/>
                </a:endParaRPr>
              </a:p>
            </p:txBody>
          </p:sp>
        </p:grpSp>
      </p:gr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Slide Number Placeholder 3">
            <a:extLst>
              <a:ext uri="{FF2B5EF4-FFF2-40B4-BE49-F238E27FC236}">
                <a16:creationId xmlns:a16="http://schemas.microsoft.com/office/drawing/2014/main" id="{096025F4-BE5E-4010-A52B-648C71CD7A4F}"/>
              </a:ext>
            </a:extLst>
          </p:cNvPr>
          <p:cNvSpPr>
            <a:spLocks noGrp="1"/>
          </p:cNvSpPr>
          <p:nvPr>
            <p:ph type="sldNum" sz="quarter" idx="12"/>
          </p:nvPr>
        </p:nvSpPr>
        <p:spPr/>
        <p:txBody>
          <a:bodyPr/>
          <a:lstStyle/>
          <a:p>
            <a:pPr eaLnBrk="0" fontAlgn="base" hangingPunct="0">
              <a:spcBef>
                <a:spcPct val="0"/>
              </a:spcBef>
              <a:spcAft>
                <a:spcPct val="0"/>
              </a:spcAft>
            </a:pPr>
            <a:fld id="{C01F8036-27EC-4E7B-80C0-EF8093D879D3}" type="slidenum">
              <a:rPr lang="en-US" altLang="en-US">
                <a:solidFill>
                  <a:srgbClr val="FFFFFF"/>
                </a:solidFill>
                <a:latin typeface="Times New Roman" panose="02020603050405020304" pitchFamily="18" charset="0"/>
              </a:rPr>
              <a:pPr eaLnBrk="0" fontAlgn="base" hangingPunct="0">
                <a:spcBef>
                  <a:spcPct val="0"/>
                </a:spcBef>
                <a:spcAft>
                  <a:spcPct val="0"/>
                </a:spcAft>
              </a:pPr>
              <a:t>44</a:t>
            </a:fld>
            <a:endParaRPr lang="en-US" altLang="en-US">
              <a:solidFill>
                <a:srgbClr val="FFFFFF"/>
              </a:solidFill>
              <a:latin typeface="Times New Roman" panose="02020603050405020304" pitchFamily="18" charset="0"/>
            </a:endParaRPr>
          </a:p>
        </p:txBody>
      </p:sp>
      <p:sp>
        <p:nvSpPr>
          <p:cNvPr id="64539" name="Text Box 27">
            <a:extLst>
              <a:ext uri="{FF2B5EF4-FFF2-40B4-BE49-F238E27FC236}">
                <a16:creationId xmlns:a16="http://schemas.microsoft.com/office/drawing/2014/main" id="{02DC818C-004D-4ED8-BD65-55BC7B98A528}"/>
              </a:ext>
            </a:extLst>
          </p:cNvPr>
          <p:cNvSpPr txBox="1">
            <a:spLocks noChangeArrowheads="1"/>
          </p:cNvSpPr>
          <p:nvPr/>
        </p:nvSpPr>
        <p:spPr bwMode="auto">
          <a:xfrm>
            <a:off x="2782888" y="908050"/>
            <a:ext cx="6769100"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fontAlgn="base" hangingPunct="0">
              <a:spcBef>
                <a:spcPct val="0"/>
              </a:spcBef>
              <a:spcAft>
                <a:spcPct val="0"/>
              </a:spcAft>
            </a:pPr>
            <a:r>
              <a:rPr lang="es-ES" altLang="en-US" sz="2400" b="1">
                <a:solidFill>
                  <a:srgbClr val="000000"/>
                </a:solidFill>
                <a:latin typeface="Times New Roman" panose="02020603050405020304" pitchFamily="18" charset="0"/>
              </a:rPr>
              <a:t>2.-</a:t>
            </a:r>
            <a:r>
              <a:rPr lang="es-ES" altLang="en-US" sz="2400">
                <a:solidFill>
                  <a:srgbClr val="000000"/>
                </a:solidFill>
                <a:latin typeface="Times New Roman" panose="02020603050405020304" pitchFamily="18" charset="0"/>
              </a:rPr>
              <a:t> El capacitor de la figura tiene una capacitancia de 26.0 </a:t>
            </a:r>
            <a:r>
              <a:rPr lang="es-ES_tradnl" altLang="en-US" sz="2400" b="1">
                <a:solidFill>
                  <a:srgbClr val="000000"/>
                </a:solidFill>
                <a:latin typeface="Times New Roman" panose="02020603050405020304" pitchFamily="18" charset="0"/>
              </a:rPr>
              <a:t>μ</a:t>
            </a:r>
            <a:r>
              <a:rPr lang="es-ES" altLang="en-US" sz="2400">
                <a:solidFill>
                  <a:srgbClr val="000000"/>
                </a:solidFill>
                <a:latin typeface="Times New Roman" panose="02020603050405020304" pitchFamily="18" charset="0"/>
              </a:rPr>
              <a:t>F e inicialmente esta descargado. La batería suministra 125 V. Después de haber cerrado el interruptor S durante un periodo largo, ¿Cuánta carga habrá pasado por la batería B?</a:t>
            </a:r>
          </a:p>
        </p:txBody>
      </p:sp>
      <p:pic>
        <p:nvPicPr>
          <p:cNvPr id="64576" name="Picture 64">
            <a:extLst>
              <a:ext uri="{FF2B5EF4-FFF2-40B4-BE49-F238E27FC236}">
                <a16:creationId xmlns:a16="http://schemas.microsoft.com/office/drawing/2014/main" id="{A8E519EA-EA7C-4834-94CD-965D9E39F37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03614" y="3141663"/>
            <a:ext cx="5399087" cy="27051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Slide Number Placeholder 3">
            <a:extLst>
              <a:ext uri="{FF2B5EF4-FFF2-40B4-BE49-F238E27FC236}">
                <a16:creationId xmlns:a16="http://schemas.microsoft.com/office/drawing/2014/main" id="{EF4B6BF8-673D-49AC-9858-C237925C94CB}"/>
              </a:ext>
            </a:extLst>
          </p:cNvPr>
          <p:cNvSpPr>
            <a:spLocks noGrp="1"/>
          </p:cNvSpPr>
          <p:nvPr>
            <p:ph type="sldNum" sz="quarter" idx="12"/>
          </p:nvPr>
        </p:nvSpPr>
        <p:spPr/>
        <p:txBody>
          <a:bodyPr/>
          <a:lstStyle/>
          <a:p>
            <a:pPr eaLnBrk="0" fontAlgn="base" hangingPunct="0">
              <a:spcBef>
                <a:spcPct val="0"/>
              </a:spcBef>
              <a:spcAft>
                <a:spcPct val="0"/>
              </a:spcAft>
            </a:pPr>
            <a:fld id="{62BC501F-BB5A-4C73-8656-A854EB92D9BC}" type="slidenum">
              <a:rPr lang="en-US" altLang="en-US">
                <a:solidFill>
                  <a:srgbClr val="FFFFFF"/>
                </a:solidFill>
                <a:latin typeface="Times New Roman" panose="02020603050405020304" pitchFamily="18" charset="0"/>
              </a:rPr>
              <a:pPr eaLnBrk="0" fontAlgn="base" hangingPunct="0">
                <a:spcBef>
                  <a:spcPct val="0"/>
                </a:spcBef>
                <a:spcAft>
                  <a:spcPct val="0"/>
                </a:spcAft>
              </a:pPr>
              <a:t>45</a:t>
            </a:fld>
            <a:endParaRPr lang="en-US" altLang="en-US">
              <a:solidFill>
                <a:srgbClr val="FFFFFF"/>
              </a:solidFill>
              <a:latin typeface="Times New Roman" panose="02020603050405020304" pitchFamily="18" charset="0"/>
            </a:endParaRPr>
          </a:p>
        </p:txBody>
      </p:sp>
      <p:sp>
        <p:nvSpPr>
          <p:cNvPr id="71682" name="Text Box 2">
            <a:extLst>
              <a:ext uri="{FF2B5EF4-FFF2-40B4-BE49-F238E27FC236}">
                <a16:creationId xmlns:a16="http://schemas.microsoft.com/office/drawing/2014/main" id="{CA27CBBB-1587-43BC-8FFA-211B1BBFC951}"/>
              </a:ext>
            </a:extLst>
          </p:cNvPr>
          <p:cNvSpPr txBox="1">
            <a:spLocks noChangeArrowheads="1"/>
          </p:cNvSpPr>
          <p:nvPr/>
        </p:nvSpPr>
        <p:spPr bwMode="auto">
          <a:xfrm>
            <a:off x="2566988" y="908050"/>
            <a:ext cx="7129462"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fontAlgn="base" hangingPunct="0">
              <a:spcBef>
                <a:spcPct val="50000"/>
              </a:spcBef>
              <a:spcAft>
                <a:spcPct val="0"/>
              </a:spcAft>
            </a:pPr>
            <a:r>
              <a:rPr lang="es-ES" altLang="en-US" sz="2400" b="1">
                <a:solidFill>
                  <a:srgbClr val="000000"/>
                </a:solidFill>
                <a:latin typeface="Times New Roman" panose="02020603050405020304" pitchFamily="18" charset="0"/>
              </a:rPr>
              <a:t>3.-</a:t>
            </a:r>
            <a:r>
              <a:rPr lang="es-ES" altLang="en-US" sz="2400">
                <a:solidFill>
                  <a:srgbClr val="000000"/>
                </a:solidFill>
                <a:latin typeface="Times New Roman" panose="02020603050405020304" pitchFamily="18" charset="0"/>
              </a:rPr>
              <a:t> Un capacitor de placas paralelas tienen placas circulares de 8.22 cm de radio y 1.31 cm de separación. (a) Calcule la capacitancia. (b) ¿Qué carga aparecerá en las placas si se aplica una diferencia de potencial de 120 V?</a:t>
            </a:r>
          </a:p>
        </p:txBody>
      </p:sp>
      <p:sp>
        <p:nvSpPr>
          <p:cNvPr id="71683" name="Text Box 3">
            <a:extLst>
              <a:ext uri="{FF2B5EF4-FFF2-40B4-BE49-F238E27FC236}">
                <a16:creationId xmlns:a16="http://schemas.microsoft.com/office/drawing/2014/main" id="{E0F6C53F-3BC7-47EC-B3DE-39A8053C22D4}"/>
              </a:ext>
            </a:extLst>
          </p:cNvPr>
          <p:cNvSpPr txBox="1">
            <a:spLocks noChangeArrowheads="1"/>
          </p:cNvSpPr>
          <p:nvPr/>
        </p:nvSpPr>
        <p:spPr bwMode="auto">
          <a:xfrm>
            <a:off x="2566988" y="3357563"/>
            <a:ext cx="7416800"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fontAlgn="base" hangingPunct="0">
              <a:spcBef>
                <a:spcPct val="50000"/>
              </a:spcBef>
              <a:spcAft>
                <a:spcPct val="0"/>
              </a:spcAft>
            </a:pPr>
            <a:r>
              <a:rPr lang="es-ES_tradnl" altLang="en-US" sz="2400" b="1">
                <a:solidFill>
                  <a:srgbClr val="000000"/>
                </a:solidFill>
                <a:latin typeface="Times New Roman" panose="02020603050405020304" pitchFamily="18" charset="0"/>
              </a:rPr>
              <a:t>4.-</a:t>
            </a:r>
            <a:r>
              <a:rPr lang="es-ES_tradnl" altLang="en-US" sz="2400">
                <a:solidFill>
                  <a:srgbClr val="000000"/>
                </a:solidFill>
                <a:latin typeface="Times New Roman" panose="02020603050405020304" pitchFamily="18" charset="0"/>
              </a:rPr>
              <a:t> Las placas de un capacitor esférico tienen radios de 38.0 mm y 40.0 mm. (a)Calcule la capacitancia. (b) ¿ Cual debe ser el área de la placa de un capacitor de placas paralelas con la misma separación entre placas y la misma capacitancia?</a:t>
            </a:r>
            <a:endParaRPr lang="es-ES" altLang="en-US" sz="2400">
              <a:solidFill>
                <a:srgbClr val="000000"/>
              </a:solidFill>
              <a:latin typeface="Times New Roman" panose="02020603050405020304" pitchFamily="18" charset="0"/>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Slide Number Placeholder 3">
            <a:extLst>
              <a:ext uri="{FF2B5EF4-FFF2-40B4-BE49-F238E27FC236}">
                <a16:creationId xmlns:a16="http://schemas.microsoft.com/office/drawing/2014/main" id="{3F6B042F-A7EC-43C3-9E8E-8106A192EAE3}"/>
              </a:ext>
            </a:extLst>
          </p:cNvPr>
          <p:cNvSpPr>
            <a:spLocks noGrp="1"/>
          </p:cNvSpPr>
          <p:nvPr>
            <p:ph type="sldNum" sz="quarter" idx="12"/>
          </p:nvPr>
        </p:nvSpPr>
        <p:spPr/>
        <p:txBody>
          <a:bodyPr/>
          <a:lstStyle/>
          <a:p>
            <a:pPr eaLnBrk="0" fontAlgn="base" hangingPunct="0">
              <a:spcBef>
                <a:spcPct val="0"/>
              </a:spcBef>
              <a:spcAft>
                <a:spcPct val="0"/>
              </a:spcAft>
            </a:pPr>
            <a:fld id="{89535C3A-F814-42D6-B780-16F9E9B7549F}" type="slidenum">
              <a:rPr lang="en-US" altLang="en-US">
                <a:solidFill>
                  <a:srgbClr val="FFFFFF"/>
                </a:solidFill>
                <a:latin typeface="Times New Roman" panose="02020603050405020304" pitchFamily="18" charset="0"/>
              </a:rPr>
              <a:pPr eaLnBrk="0" fontAlgn="base" hangingPunct="0">
                <a:spcBef>
                  <a:spcPct val="0"/>
                </a:spcBef>
                <a:spcAft>
                  <a:spcPct val="0"/>
                </a:spcAft>
              </a:pPr>
              <a:t>46</a:t>
            </a:fld>
            <a:endParaRPr lang="en-US" altLang="en-US">
              <a:solidFill>
                <a:srgbClr val="FFFFFF"/>
              </a:solidFill>
              <a:latin typeface="Times New Roman" panose="02020603050405020304" pitchFamily="18" charset="0"/>
            </a:endParaRPr>
          </a:p>
        </p:txBody>
      </p:sp>
      <p:sp>
        <p:nvSpPr>
          <p:cNvPr id="70658" name="Text Box 2">
            <a:extLst>
              <a:ext uri="{FF2B5EF4-FFF2-40B4-BE49-F238E27FC236}">
                <a16:creationId xmlns:a16="http://schemas.microsoft.com/office/drawing/2014/main" id="{FAFCF650-38A1-4267-9ABA-E5DB43C9A8D7}"/>
              </a:ext>
            </a:extLst>
          </p:cNvPr>
          <p:cNvSpPr txBox="1">
            <a:spLocks noChangeArrowheads="1"/>
          </p:cNvSpPr>
          <p:nvPr/>
        </p:nvSpPr>
        <p:spPr bwMode="auto">
          <a:xfrm>
            <a:off x="2063750" y="692150"/>
            <a:ext cx="7704138"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fontAlgn="base" hangingPunct="0">
              <a:spcBef>
                <a:spcPct val="50000"/>
              </a:spcBef>
              <a:spcAft>
                <a:spcPct val="0"/>
              </a:spcAft>
            </a:pPr>
            <a:r>
              <a:rPr lang="es-ES_tradnl" altLang="en-US" sz="2400" b="1">
                <a:solidFill>
                  <a:srgbClr val="000000"/>
                </a:solidFill>
                <a:latin typeface="Times New Roman" panose="02020603050405020304" pitchFamily="18" charset="0"/>
              </a:rPr>
              <a:t>5.-</a:t>
            </a:r>
            <a:r>
              <a:rPr lang="es-ES_tradnl" altLang="en-US" sz="2400">
                <a:solidFill>
                  <a:srgbClr val="000000"/>
                </a:solidFill>
                <a:latin typeface="Times New Roman" panose="02020603050405020304" pitchFamily="18" charset="0"/>
              </a:rPr>
              <a:t> Como se muestra en la figura, halle la capacitancia equivalente de la combinación. E</a:t>
            </a:r>
            <a:r>
              <a:rPr lang="es-ES" altLang="en-US" sz="2400">
                <a:solidFill>
                  <a:srgbClr val="000000"/>
                </a:solidFill>
                <a:latin typeface="Times New Roman" panose="02020603050405020304" pitchFamily="18" charset="0"/>
              </a:rPr>
              <a:t>stando aplicada una diferencia de potencial de 200 V a través del par. (a) Calcule la capacitancia equivalente. (b) ¿Cuál es la carga de cada capacitor?. (c) ¿Cuál es la diferencia de potencial a través de cada capacitor?</a:t>
            </a:r>
            <a:r>
              <a:rPr lang="es-ES_tradnl" altLang="en-US" sz="2400">
                <a:solidFill>
                  <a:srgbClr val="000000"/>
                </a:solidFill>
                <a:latin typeface="Times New Roman" panose="02020603050405020304" pitchFamily="18" charset="0"/>
              </a:rPr>
              <a:t> Suponga  que   C1  = 10.3 μF,  C2 = 4.80 μF  y  C3 = 3.90 μF. </a:t>
            </a:r>
            <a:endParaRPr lang="es-ES" altLang="en-US" sz="2400">
              <a:solidFill>
                <a:srgbClr val="000000"/>
              </a:solidFill>
              <a:latin typeface="Times New Roman" panose="02020603050405020304" pitchFamily="18" charset="0"/>
            </a:endParaRPr>
          </a:p>
        </p:txBody>
      </p:sp>
      <p:pic>
        <p:nvPicPr>
          <p:cNvPr id="70661" name="Picture 5">
            <a:extLst>
              <a:ext uri="{FF2B5EF4-FFF2-40B4-BE49-F238E27FC236}">
                <a16:creationId xmlns:a16="http://schemas.microsoft.com/office/drawing/2014/main" id="{BF747EDF-D339-4583-B21E-DE902608283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43250" y="3644900"/>
            <a:ext cx="4897438" cy="205898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Slide Number Placeholder 3">
            <a:extLst>
              <a:ext uri="{FF2B5EF4-FFF2-40B4-BE49-F238E27FC236}">
                <a16:creationId xmlns:a16="http://schemas.microsoft.com/office/drawing/2014/main" id="{196DCD92-1CA5-462F-817A-436F5A11F583}"/>
              </a:ext>
            </a:extLst>
          </p:cNvPr>
          <p:cNvSpPr>
            <a:spLocks noGrp="1"/>
          </p:cNvSpPr>
          <p:nvPr>
            <p:ph type="sldNum" sz="quarter" idx="12"/>
          </p:nvPr>
        </p:nvSpPr>
        <p:spPr/>
        <p:txBody>
          <a:bodyPr/>
          <a:lstStyle/>
          <a:p>
            <a:pPr eaLnBrk="0" fontAlgn="base" hangingPunct="0">
              <a:spcBef>
                <a:spcPct val="0"/>
              </a:spcBef>
              <a:spcAft>
                <a:spcPct val="0"/>
              </a:spcAft>
            </a:pPr>
            <a:fld id="{E290780B-049B-4597-8CFC-8073D28D80FE}" type="slidenum">
              <a:rPr lang="en-US" altLang="en-US">
                <a:solidFill>
                  <a:srgbClr val="FFFFFF"/>
                </a:solidFill>
                <a:latin typeface="Times New Roman" panose="02020603050405020304" pitchFamily="18" charset="0"/>
              </a:rPr>
              <a:pPr eaLnBrk="0" fontAlgn="base" hangingPunct="0">
                <a:spcBef>
                  <a:spcPct val="0"/>
                </a:spcBef>
                <a:spcAft>
                  <a:spcPct val="0"/>
                </a:spcAft>
              </a:pPr>
              <a:t>47</a:t>
            </a:fld>
            <a:endParaRPr lang="en-US" altLang="en-US">
              <a:solidFill>
                <a:srgbClr val="FFFFFF"/>
              </a:solidFill>
              <a:latin typeface="Times New Roman" panose="02020603050405020304" pitchFamily="18" charset="0"/>
            </a:endParaRPr>
          </a:p>
        </p:txBody>
      </p:sp>
      <p:sp>
        <p:nvSpPr>
          <p:cNvPr id="68611" name="Text Box 3">
            <a:extLst>
              <a:ext uri="{FF2B5EF4-FFF2-40B4-BE49-F238E27FC236}">
                <a16:creationId xmlns:a16="http://schemas.microsoft.com/office/drawing/2014/main" id="{D6AFF3E0-5BD1-4C3E-AAA3-AE3AB7A0B102}"/>
              </a:ext>
            </a:extLst>
          </p:cNvPr>
          <p:cNvSpPr txBox="1">
            <a:spLocks noChangeArrowheads="1"/>
          </p:cNvSpPr>
          <p:nvPr/>
        </p:nvSpPr>
        <p:spPr bwMode="auto">
          <a:xfrm>
            <a:off x="4132264" y="3305175"/>
            <a:ext cx="39084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fontAlgn="base" hangingPunct="0">
              <a:spcBef>
                <a:spcPct val="0"/>
              </a:spcBef>
              <a:spcAft>
                <a:spcPct val="0"/>
              </a:spcAft>
            </a:pPr>
            <a:endParaRPr lang="es-ES" altLang="en-US" sz="2400">
              <a:solidFill>
                <a:srgbClr val="000000"/>
              </a:solidFill>
              <a:latin typeface="Times New Roman" panose="02020603050405020304" pitchFamily="18" charset="0"/>
            </a:endParaRPr>
          </a:p>
        </p:txBody>
      </p:sp>
      <p:sp>
        <p:nvSpPr>
          <p:cNvPr id="68612" name="Text Box 4">
            <a:extLst>
              <a:ext uri="{FF2B5EF4-FFF2-40B4-BE49-F238E27FC236}">
                <a16:creationId xmlns:a16="http://schemas.microsoft.com/office/drawing/2014/main" id="{63E7C61F-FD91-44B6-B6FF-E4714A2A6BCE}"/>
              </a:ext>
            </a:extLst>
          </p:cNvPr>
          <p:cNvSpPr txBox="1">
            <a:spLocks noChangeArrowheads="1"/>
          </p:cNvSpPr>
          <p:nvPr/>
        </p:nvSpPr>
        <p:spPr bwMode="auto">
          <a:xfrm>
            <a:off x="2566988" y="1196976"/>
            <a:ext cx="7416800"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fontAlgn="base" hangingPunct="0">
              <a:spcBef>
                <a:spcPct val="50000"/>
              </a:spcBef>
              <a:spcAft>
                <a:spcPct val="0"/>
              </a:spcAft>
            </a:pPr>
            <a:r>
              <a:rPr lang="es-ES_tradnl" altLang="en-US" sz="2400" b="1">
                <a:solidFill>
                  <a:srgbClr val="000000"/>
                </a:solidFill>
                <a:latin typeface="Times New Roman" panose="02020603050405020304" pitchFamily="18" charset="0"/>
              </a:rPr>
              <a:t>7.-</a:t>
            </a:r>
            <a:r>
              <a:rPr lang="es-ES_tradnl" altLang="en-US" sz="2400">
                <a:solidFill>
                  <a:srgbClr val="000000"/>
                </a:solidFill>
                <a:latin typeface="Times New Roman" panose="02020603050405020304" pitchFamily="18" charset="0"/>
              </a:rPr>
              <a:t> Un capacitor de placas paralelas tiene placas de 0.118 m2 de área y una separación de 1.22 cm. Una batería carga a las placas a una diferencia de potencial de 120 V y luego se desconecta. Una lámina de material dieléctrico de 4.30 mm  de espesor y constante dieléctrica de 4.80 se coloca después, simétricamente entre las placas. (a) Determine la capacitancia antes de insertar la lámina. (b) ¿Cuál es la capacitancia con la lámina en su lugar?. (c) ¿Cuál es la carga libre </a:t>
            </a:r>
            <a:r>
              <a:rPr lang="es-ES_tradnl" altLang="en-US" sz="2400" i="1">
                <a:solidFill>
                  <a:srgbClr val="000000"/>
                </a:solidFill>
                <a:latin typeface="Times New Roman" panose="02020603050405020304" pitchFamily="18" charset="0"/>
              </a:rPr>
              <a:t>q</a:t>
            </a:r>
            <a:r>
              <a:rPr lang="es-ES_tradnl" altLang="en-US" sz="2400">
                <a:solidFill>
                  <a:srgbClr val="000000"/>
                </a:solidFill>
                <a:latin typeface="Times New Roman" panose="02020603050405020304" pitchFamily="18" charset="0"/>
              </a:rPr>
              <a:t> antes y después de haber insertado la  lámina? (d)  Determine el campo eléctrico en el espacio entre las placas y el dieléctrico? (f) Con la lámina en posición, ¿cuál  es la diferencia de potencial entre las placas? </a:t>
            </a:r>
            <a:endParaRPr lang="es-ES" altLang="en-US" sz="2400">
              <a:solidFill>
                <a:srgbClr val="000000"/>
              </a:solidFill>
              <a:latin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Presentación en blanco">
  <a:themeElements>
    <a:clrScheme name="Presentación en blanco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fontScheme name="Presentación en blanco">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2400" b="0" i="0" u="none" strike="noStrike" cap="none" normalizeH="0" baseline="0" smtClean="0">
            <a:ln>
              <a:noFill/>
            </a:ln>
            <a:solidFill>
              <a:schemeClr val="bg2"/>
            </a:solidFill>
            <a:effectLst/>
            <a:latin typeface="Times New Roman" panose="02020603050405020304"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2400" b="0" i="0" u="none" strike="noStrike" cap="none" normalizeH="0" baseline="0" smtClean="0">
            <a:ln>
              <a:noFill/>
            </a:ln>
            <a:solidFill>
              <a:schemeClr val="bg2"/>
            </a:solidFill>
            <a:effectLst/>
            <a:latin typeface="Times New Roman" panose="02020603050405020304" pitchFamily="18" charset="0"/>
          </a:defRPr>
        </a:defPPr>
      </a:lstStyle>
    </a:lnDef>
  </a:objectDefaults>
  <a:extraClrSchemeLst>
    <a:extraClrScheme>
      <a:clrScheme name="Presentación en blanco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Presentación en blanco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Presentación en blanco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Presentación en blanco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Presentación en blanco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Presentación en blanco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Presentación en blanco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197</TotalTime>
  <Words>2186</Words>
  <Application>Microsoft Office PowerPoint</Application>
  <PresentationFormat>Widescreen</PresentationFormat>
  <Paragraphs>408</Paragraphs>
  <Slides>47</Slides>
  <Notes>3</Notes>
  <HiddenSlides>0</HiddenSlides>
  <MMClips>0</MMClips>
  <ScaleCrop>false</ScaleCrop>
  <HeadingPairs>
    <vt:vector size="8" baseType="variant">
      <vt:variant>
        <vt:lpstr>Fonts Used</vt:lpstr>
      </vt:variant>
      <vt:variant>
        <vt:i4>12</vt:i4>
      </vt:variant>
      <vt:variant>
        <vt:lpstr>Theme</vt:lpstr>
      </vt:variant>
      <vt:variant>
        <vt:i4>2</vt:i4>
      </vt:variant>
      <vt:variant>
        <vt:lpstr>Embedded OLE Servers</vt:lpstr>
      </vt:variant>
      <vt:variant>
        <vt:i4>3</vt:i4>
      </vt:variant>
      <vt:variant>
        <vt:lpstr>Slide Titles</vt:lpstr>
      </vt:variant>
      <vt:variant>
        <vt:i4>47</vt:i4>
      </vt:variant>
    </vt:vector>
  </HeadingPairs>
  <TitlesOfParts>
    <vt:vector size="64" baseType="lpstr">
      <vt:lpstr>Arial</vt:lpstr>
      <vt:lpstr>Arial Narrow</vt:lpstr>
      <vt:lpstr>AvantGarde</vt:lpstr>
      <vt:lpstr>Calibri</vt:lpstr>
      <vt:lpstr>Calibri Light</vt:lpstr>
      <vt:lpstr>Cambria Math</vt:lpstr>
      <vt:lpstr>Comic Sans MS</vt:lpstr>
      <vt:lpstr>Symbol</vt:lpstr>
      <vt:lpstr>Times New Roman</vt:lpstr>
      <vt:lpstr>Trebuchet MS</vt:lpstr>
      <vt:lpstr>Verdana</vt:lpstr>
      <vt:lpstr>Wingdings</vt:lpstr>
      <vt:lpstr>Office Theme</vt:lpstr>
      <vt:lpstr>Presentación en blanco</vt:lpstr>
      <vt:lpstr>Ecuación</vt:lpstr>
      <vt:lpstr>Ecuación de MS Editor de ecuaciones 3.0</vt:lpstr>
      <vt:lpstr>MathType 5.0 Equation</vt:lpstr>
      <vt:lpstr>Contenido</vt:lpstr>
      <vt:lpstr>PowerPoint Presentation</vt:lpstr>
      <vt:lpstr>PowerPoint Presentation</vt:lpstr>
      <vt:lpstr>PowerPoint Presentation</vt:lpstr>
      <vt:lpstr>PowerPoint Presentation</vt:lpstr>
      <vt:lpstr>Potencial eléctrico generado por una distribución continua de carga</vt:lpstr>
      <vt:lpstr>PowerPoint Presentation</vt:lpstr>
      <vt:lpstr>PowerPoint Presentation</vt:lpstr>
      <vt:lpstr>Contenido</vt:lpstr>
      <vt:lpstr>PowerPoint Presentation</vt:lpstr>
      <vt:lpstr>PowerPoint Presentation</vt:lpstr>
      <vt:lpstr>PowerPoint Presentation</vt:lpstr>
      <vt:lpstr>PowerPoint Presentation</vt:lpstr>
      <vt:lpstr>PowerPoint Presentation</vt:lpstr>
      <vt:lpstr>PowerPoint Presentation</vt:lpstr>
      <vt:lpstr>Un conductor aislado cargado</vt:lpstr>
      <vt:lpstr>Cargas en cavidades  (Cargas inducidas)</vt:lpstr>
      <vt:lpstr>Contenido</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Combinación mixta</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Leonardo Daniel Bennun Torres</dc:creator>
  <cp:lastModifiedBy>Leonardo Daniel Bennun Torres</cp:lastModifiedBy>
  <cp:revision>24</cp:revision>
  <dcterms:created xsi:type="dcterms:W3CDTF">2021-10-06T23:18:37Z</dcterms:created>
  <dcterms:modified xsi:type="dcterms:W3CDTF">2021-10-18T16:02:13Z</dcterms:modified>
</cp:coreProperties>
</file>