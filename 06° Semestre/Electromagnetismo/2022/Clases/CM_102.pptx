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407" r:id="rId2"/>
    <p:sldId id="408" r:id="rId3"/>
    <p:sldId id="409" r:id="rId4"/>
    <p:sldId id="410" r:id="rId5"/>
    <p:sldId id="412" r:id="rId6"/>
    <p:sldId id="411" r:id="rId7"/>
    <p:sldId id="400" r:id="rId8"/>
    <p:sldId id="401" r:id="rId9"/>
    <p:sldId id="402" r:id="rId10"/>
    <p:sldId id="403" r:id="rId11"/>
    <p:sldId id="405" r:id="rId12"/>
    <p:sldId id="406" r:id="rId13"/>
    <p:sldId id="559" r:id="rId14"/>
    <p:sldId id="431" r:id="rId15"/>
    <p:sldId id="432" r:id="rId16"/>
    <p:sldId id="433" r:id="rId17"/>
    <p:sldId id="564" r:id="rId18"/>
    <p:sldId id="567" r:id="rId19"/>
    <p:sldId id="568" r:id="rId20"/>
    <p:sldId id="569" r:id="rId21"/>
    <p:sldId id="570" r:id="rId22"/>
    <p:sldId id="571" r:id="rId23"/>
    <p:sldId id="572" r:id="rId24"/>
    <p:sldId id="434" r:id="rId25"/>
    <p:sldId id="435" r:id="rId26"/>
    <p:sldId id="421" r:id="rId27"/>
    <p:sldId id="422" r:id="rId28"/>
    <p:sldId id="423" r:id="rId29"/>
    <p:sldId id="424" r:id="rId30"/>
    <p:sldId id="425" r:id="rId31"/>
    <p:sldId id="426" r:id="rId32"/>
    <p:sldId id="427" r:id="rId33"/>
    <p:sldId id="428" r:id="rId34"/>
    <p:sldId id="429" r:id="rId35"/>
    <p:sldId id="43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4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4" Type="http://schemas.openxmlformats.org/officeDocument/2006/relationships/image" Target="../media/image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image" Target="../media/image45.emf"/><Relationship Id="rId4" Type="http://schemas.openxmlformats.org/officeDocument/2006/relationships/image" Target="../media/image48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image" Target="../media/image51.emf"/><Relationship Id="rId5" Type="http://schemas.openxmlformats.org/officeDocument/2006/relationships/image" Target="../media/image55.wmf"/><Relationship Id="rId4" Type="http://schemas.openxmlformats.org/officeDocument/2006/relationships/image" Target="../media/image54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emf"/><Relationship Id="rId1" Type="http://schemas.openxmlformats.org/officeDocument/2006/relationships/image" Target="../media/image57.emf"/><Relationship Id="rId4" Type="http://schemas.openxmlformats.org/officeDocument/2006/relationships/image" Target="../media/image60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image" Target="../media/image63.emf"/><Relationship Id="rId4" Type="http://schemas.openxmlformats.org/officeDocument/2006/relationships/image" Target="../media/image66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69.emf"/><Relationship Id="rId1" Type="http://schemas.openxmlformats.org/officeDocument/2006/relationships/image" Target="../media/image68.emf"/><Relationship Id="rId5" Type="http://schemas.openxmlformats.org/officeDocument/2006/relationships/image" Target="../media/image72.emf"/><Relationship Id="rId4" Type="http://schemas.openxmlformats.org/officeDocument/2006/relationships/image" Target="../media/image7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EE91CC-F454-4E49-81B9-95BDDEA9796E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4E491-8CFC-4D34-A5D5-8A09F20D3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98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6753086D-8B01-4228-9F23-999F902AEB7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33813" y="9409113"/>
            <a:ext cx="29337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11DCEC91-8E19-4E2D-9C1F-1B61AFD72B6C}" type="slidenum">
              <a:rPr lang="es-ES_tradnl" altLang="en-US" sz="1200">
                <a:latin typeface="Times New Roman" panose="02020603050405020304" pitchFamily="18" charset="0"/>
              </a:rPr>
              <a:pPr algn="r" eaLnBrk="1" hangingPunct="1"/>
              <a:t>5</a:t>
            </a:fld>
            <a:endParaRPr lang="es-ES_tradnl" altLang="en-US" sz="1200"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2D48DC67-C907-4BF9-A849-EC400CC343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250" y="749300"/>
            <a:ext cx="6578600" cy="3702050"/>
          </a:xfrm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5BCF7A8A-B4A2-4DC7-A5F7-4D81589605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L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2A3681FD-8B4A-4B77-8922-6E5CF8A2F92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33813" y="9409113"/>
            <a:ext cx="29337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569F8FED-0906-4D87-8789-A0B99B82D360}" type="slidenum">
              <a:rPr lang="es-ES_tradnl" altLang="en-US" sz="1200">
                <a:latin typeface="Times New Roman" panose="02020603050405020304" pitchFamily="18" charset="0"/>
              </a:rPr>
              <a:pPr algn="r" eaLnBrk="1" hangingPunct="1"/>
              <a:t>6</a:t>
            </a:fld>
            <a:endParaRPr lang="es-ES_tradnl" altLang="en-US" sz="1200">
              <a:latin typeface="Times New Roman" panose="02020603050405020304" pitchFamily="18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CB8DB0B4-CA2E-4ED6-965C-C8C0062D08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9300"/>
            <a:ext cx="4933950" cy="3702050"/>
          </a:xfrm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8E0410D6-25D5-4C14-9EFA-3EAA8A8E65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L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23D84006-4DFE-425F-B2EE-742666ABC8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A0BA864-A295-40A4-8625-CDA2F1FA09AA}" type="slidenum">
              <a:rPr lang="es-ES_tradnl" altLang="en-US" sz="1200">
                <a:latin typeface="Times New Roman" panose="02020603050405020304" pitchFamily="18" charset="0"/>
              </a:rPr>
              <a:pPr eaLnBrk="1" hangingPunct="1"/>
              <a:t>7</a:t>
            </a:fld>
            <a:endParaRPr lang="es-ES_tradnl" altLang="en-US" sz="1200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E0BB8BA2-CB55-4232-975E-DA214B9547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250" y="749300"/>
            <a:ext cx="6578600" cy="3702050"/>
          </a:xfrm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50EB6442-E07C-4D99-916D-2F2250C103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L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77F11099-244C-4508-B389-8BFFCDE441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FAD368E-E019-45BA-9AF1-5BAA79B6954A}" type="slidenum">
              <a:rPr lang="es-ES_tradnl" altLang="en-US" sz="1200">
                <a:latin typeface="Times New Roman" panose="02020603050405020304" pitchFamily="18" charset="0"/>
              </a:rPr>
              <a:pPr eaLnBrk="1" hangingPunct="1"/>
              <a:t>8</a:t>
            </a:fld>
            <a:endParaRPr lang="es-ES_tradnl" altLang="en-US" sz="1200">
              <a:latin typeface="Times New Roman" panose="02020603050405020304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54391C18-CA9C-4B89-A945-5F913858C1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9300"/>
            <a:ext cx="4933950" cy="3702050"/>
          </a:xfrm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A80F39F6-560B-44D3-AD24-18A30E4BB9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L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5B9F56BE-40E2-4FCA-8141-26455E92E2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FD6A174-32E9-45B6-AD74-AAE4F66FC2A7}" type="slidenum">
              <a:rPr lang="es-ES_tradnl" altLang="en-US" sz="1200">
                <a:latin typeface="Times New Roman" panose="02020603050405020304" pitchFamily="18" charset="0"/>
              </a:rPr>
              <a:pPr eaLnBrk="1" hangingPunct="1"/>
              <a:t>9</a:t>
            </a:fld>
            <a:endParaRPr lang="es-ES_tradnl" altLang="en-US" sz="1200">
              <a:latin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5BF6155E-8FF1-438D-8CF7-0A1FE1CDD4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250" y="749300"/>
            <a:ext cx="6578600" cy="3702050"/>
          </a:xfrm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537F8EEA-DF90-427F-9BD4-FB354DF0D6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L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510B2F3C-F63E-4FBC-9A6E-D9BF482E44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870EDEB-09EF-4558-99E1-862779C74477}" type="slidenum">
              <a:rPr lang="es-ES_tradnl" altLang="en-US" sz="1200">
                <a:latin typeface="Times New Roman" panose="02020603050405020304" pitchFamily="18" charset="0"/>
              </a:rPr>
              <a:pPr eaLnBrk="1" hangingPunct="1"/>
              <a:t>14</a:t>
            </a:fld>
            <a:endParaRPr lang="es-ES_tradnl" altLang="en-US" sz="1200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7427580C-2D11-4845-8148-AB4C572872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250" y="749300"/>
            <a:ext cx="6578600" cy="3702050"/>
          </a:xfrm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6137E513-323A-4158-88AD-CC419F82CF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L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5D4E53CC-624B-4338-9984-CF62027093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0F0AA7E-7D01-45F7-9FAD-D94F277DB810}" type="slidenum">
              <a:rPr lang="es-ES_tradnl" altLang="en-US" sz="1200">
                <a:latin typeface="Times New Roman" panose="02020603050405020304" pitchFamily="18" charset="0"/>
              </a:rPr>
              <a:pPr eaLnBrk="1" hangingPunct="1"/>
              <a:t>15</a:t>
            </a:fld>
            <a:endParaRPr lang="es-ES_tradnl" altLang="en-US" sz="1200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411CEB7F-3719-40F4-AAF8-93945EA960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250" y="749300"/>
            <a:ext cx="6578600" cy="3702050"/>
          </a:xfrm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970F5FC0-9AC3-43B9-9739-AF1D6CF1DA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L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2973EDDF-E615-4294-A8CE-B9AA8EA40A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3A8B5A5-0462-4F14-A03D-021C12C212EE}" type="slidenum">
              <a:rPr lang="es-ES_tradnl" altLang="en-US" sz="1200">
                <a:latin typeface="Times New Roman" panose="02020603050405020304" pitchFamily="18" charset="0"/>
              </a:rPr>
              <a:pPr eaLnBrk="1" hangingPunct="1"/>
              <a:t>16</a:t>
            </a:fld>
            <a:endParaRPr lang="es-ES_tradnl" altLang="en-US" sz="1200">
              <a:latin typeface="Times New Roman" panose="02020603050405020304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862F7145-7A16-44A8-ACF9-92B39BBF73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250" y="749300"/>
            <a:ext cx="6578600" cy="3702050"/>
          </a:xfrm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775024EC-CFE5-40B9-A88D-472D8D70CC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L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DEA76-C8C7-476D-8A19-8883569EA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48FE8F-4C2A-4390-9040-47F9E277B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8BDC7-02F0-4840-8C02-F802414A5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FF0E5-1CE5-49AA-9A65-58E0EF2AA8FC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5FD93-BDC7-4C9A-88F8-F5808F0A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964F7-9538-4D5C-B700-39DE96A7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C3A08-B57C-40D0-9153-8BDDC4027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85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0C481-89B7-4D2F-BA7D-8B5343203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0E677-B18C-42D0-AAA5-CBA429524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3C517-A95A-4E7E-B6BC-0DAEDD80B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FF0E5-1CE5-49AA-9A65-58E0EF2AA8FC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D1499-B5C3-4787-B1E1-9ADAA6C9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97C29-4D5E-4962-9B43-450C9B9B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C3A08-B57C-40D0-9153-8BDDC4027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25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189EB-AD38-4BC5-B083-1FAE541E0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6E240-BC04-41D1-9A77-84328C699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4B9D2-B016-402E-B6AC-861E015B0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FF0E5-1CE5-49AA-9A65-58E0EF2AA8FC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788B9-E4D2-441F-BCCA-D504C32C7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6A3FD-8F1C-42E6-8E3E-93FD2D515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C3A08-B57C-40D0-9153-8BDDC4027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75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1E2E6-4FE7-4057-B406-B76E34628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D9362-E076-49FD-8069-65C018C615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5CADE-FA9E-4259-9D9C-A73E5400F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FD40B-6C39-454A-864D-FC359EA0D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FF0E5-1CE5-49AA-9A65-58E0EF2AA8FC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79619-6D6D-40F6-839E-BDBF7DF17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D88A1-0F5A-4988-B5A1-9B59BCCE5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C3A08-B57C-40D0-9153-8BDDC4027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386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8BB94-02C7-466E-9602-75FCD72C6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188A3-F4AB-47CB-BFCC-B07AAE526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D9D2F-9146-4FC0-9474-D9B6156F5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A4616A-51D3-4C98-B1F7-FFB0FFA10C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C8C839-3BF2-4838-9B96-DA0BCE7FF5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96C01D-578A-4D51-ADA9-A015FCBF3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FF0E5-1CE5-49AA-9A65-58E0EF2AA8FC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AE0FAF-746E-41F6-891A-645D88152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10E6C1-D13F-4E1E-8FD3-33779B2F4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C3A08-B57C-40D0-9153-8BDDC4027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60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EED2A-9541-413B-A53A-4698E4EFB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C52864-052D-477D-9555-400966E81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FF0E5-1CE5-49AA-9A65-58E0EF2AA8FC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D4916-2A6E-407B-9BF4-B9E5EBE9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1F0F07-3463-498D-9F8C-EA576B876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C3A08-B57C-40D0-9153-8BDDC4027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77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C16E20-3139-4536-8F10-0410FFEDB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FF0E5-1CE5-49AA-9A65-58E0EF2AA8FC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90AD61-D257-4FB8-AF6B-9102685E7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10831-E813-4292-B6E1-07CD375FD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C3A08-B57C-40D0-9153-8BDDC4027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5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4FF5C-E582-4397-A5D2-74DB9C43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B6BFA-1643-449B-B148-5502FEEF9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AA90E-09C5-419D-81CA-3CA4DEA31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FEE7F-B085-4002-B741-04EF7E6C1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FF0E5-1CE5-49AA-9A65-58E0EF2AA8FC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17CCE-249B-4C85-B3DF-E2F138E11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8BEE4-9A89-49E4-8074-0BF2C58DB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C3A08-B57C-40D0-9153-8BDDC4027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285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4971F-E4C4-4A29-BB62-90B5D9830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580DB4-8A4D-4BE2-BE12-1FAD2A77B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7542EE-9DCF-4170-8366-D5B83236C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FAAAB-63A2-4F0E-833A-D5FC07BEB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FF0E5-1CE5-49AA-9A65-58E0EF2AA8FC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CC6F4-B118-4978-A1A4-71FB2989F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4A2A7-2BC8-465B-9DD6-B4C2D8DB3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C3A08-B57C-40D0-9153-8BDDC4027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13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C2535-F050-418B-84CA-60F7A6F9B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F13802-0DC8-42C0-8546-5239574383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733CE-8751-4642-985A-7A0165896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FF0E5-1CE5-49AA-9A65-58E0EF2AA8FC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2F857-5C7F-4460-B785-0CDA9536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BC351-94D2-41F6-960C-C5C20CBBE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C3A08-B57C-40D0-9153-8BDDC4027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65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A06BFF-C522-4893-8587-A17E7340B5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FFD44D-44FC-4AA5-8587-A72167CDA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7D62D-FA66-4F60-8E45-FA0432EDC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FF0E5-1CE5-49AA-9A65-58E0EF2AA8FC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A0522-5A89-4198-AD3B-6389A340A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DC043-5C85-4333-978C-32A1637A9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C3A08-B57C-40D0-9153-8BDDC4027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183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257234-DEA7-4087-ABB3-92E20D45D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8BA9A-3FB3-4885-9950-C02FF99B9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62EB4-95B4-4B99-936C-B1FA79B1DE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FF0E5-1CE5-49AA-9A65-58E0EF2AA8FC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113F3-1579-433D-85E8-E9C28F279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29A1F-DEDD-4CEF-90BE-5F32016B3F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C3A08-B57C-40D0-9153-8BDDC4027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60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2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0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9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8.wmf"/><Relationship Id="rId5" Type="http://schemas.openxmlformats.org/officeDocument/2006/relationships/image" Target="../media/image20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6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7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28.png"/><Relationship Id="rId7" Type="http://schemas.openxmlformats.org/officeDocument/2006/relationships/image" Target="../media/image30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9.jpeg"/><Relationship Id="rId9" Type="http://schemas.openxmlformats.org/officeDocument/2006/relationships/image" Target="../media/image27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1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28.png"/><Relationship Id="rId7" Type="http://schemas.openxmlformats.org/officeDocument/2006/relationships/image" Target="../media/image3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32.emf"/><Relationship Id="rId10" Type="http://schemas.openxmlformats.org/officeDocument/2006/relationships/image" Target="../media/image34.emf"/><Relationship Id="rId4" Type="http://schemas.openxmlformats.org/officeDocument/2006/relationships/oleObject" Target="../embeddings/oleObject21.bin"/><Relationship Id="rId9" Type="http://schemas.openxmlformats.org/officeDocument/2006/relationships/oleObject" Target="../embeddings/oleObject23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7" Type="http://schemas.openxmlformats.org/officeDocument/2006/relationships/image" Target="../media/image4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9.e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38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image" Target="../media/image43.jpeg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4.jpeg"/><Relationship Id="rId5" Type="http://schemas.openxmlformats.org/officeDocument/2006/relationships/image" Target="../media/image41.emf"/><Relationship Id="rId4" Type="http://schemas.openxmlformats.org/officeDocument/2006/relationships/oleObject" Target="../embeddings/oleObject26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oleObject" Target="../embeddings/oleObject28.bin"/><Relationship Id="rId7" Type="http://schemas.openxmlformats.org/officeDocument/2006/relationships/image" Target="../media/image49.png"/><Relationship Id="rId12" Type="http://schemas.openxmlformats.org/officeDocument/2006/relationships/image" Target="../media/image4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6.e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47.emf"/><Relationship Id="rId4" Type="http://schemas.openxmlformats.org/officeDocument/2006/relationships/image" Target="../media/image45.emf"/><Relationship Id="rId9" Type="http://schemas.openxmlformats.org/officeDocument/2006/relationships/oleObject" Target="../embeddings/oleObject3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55.wmf"/><Relationship Id="rId3" Type="http://schemas.openxmlformats.org/officeDocument/2006/relationships/oleObject" Target="../embeddings/oleObject32.bin"/><Relationship Id="rId7" Type="http://schemas.openxmlformats.org/officeDocument/2006/relationships/image" Target="../media/image52.emf"/><Relationship Id="rId12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54.emf"/><Relationship Id="rId5" Type="http://schemas.openxmlformats.org/officeDocument/2006/relationships/image" Target="../media/image56.png"/><Relationship Id="rId15" Type="http://schemas.openxmlformats.org/officeDocument/2006/relationships/oleObject" Target="../embeddings/oleObject38.bin"/><Relationship Id="rId10" Type="http://schemas.openxmlformats.org/officeDocument/2006/relationships/oleObject" Target="../embeddings/oleObject35.bin"/><Relationship Id="rId4" Type="http://schemas.openxmlformats.org/officeDocument/2006/relationships/image" Target="../media/image51.emf"/><Relationship Id="rId9" Type="http://schemas.openxmlformats.org/officeDocument/2006/relationships/image" Target="../media/image53.emf"/><Relationship Id="rId14" Type="http://schemas.openxmlformats.org/officeDocument/2006/relationships/oleObject" Target="../embeddings/oleObject37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60.emf"/><Relationship Id="rId3" Type="http://schemas.openxmlformats.org/officeDocument/2006/relationships/image" Target="../media/image28.png"/><Relationship Id="rId7" Type="http://schemas.openxmlformats.org/officeDocument/2006/relationships/image" Target="../media/image57.emf"/><Relationship Id="rId12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59.emf"/><Relationship Id="rId5" Type="http://schemas.openxmlformats.org/officeDocument/2006/relationships/image" Target="../media/image62.png"/><Relationship Id="rId10" Type="http://schemas.openxmlformats.org/officeDocument/2006/relationships/oleObject" Target="../embeddings/oleObject41.bin"/><Relationship Id="rId4" Type="http://schemas.openxmlformats.org/officeDocument/2006/relationships/image" Target="../media/image61.png"/><Relationship Id="rId9" Type="http://schemas.openxmlformats.org/officeDocument/2006/relationships/image" Target="../media/image58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3" Type="http://schemas.openxmlformats.org/officeDocument/2006/relationships/image" Target="../media/image28.png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6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7.jpeg"/><Relationship Id="rId11" Type="http://schemas.openxmlformats.org/officeDocument/2006/relationships/oleObject" Target="../embeddings/oleObject46.bin"/><Relationship Id="rId5" Type="http://schemas.openxmlformats.org/officeDocument/2006/relationships/image" Target="../media/image63.emf"/><Relationship Id="rId10" Type="http://schemas.openxmlformats.org/officeDocument/2006/relationships/image" Target="../media/image65.emf"/><Relationship Id="rId4" Type="http://schemas.openxmlformats.org/officeDocument/2006/relationships/oleObject" Target="../embeddings/oleObject43.bin"/><Relationship Id="rId9" Type="http://schemas.openxmlformats.org/officeDocument/2006/relationships/oleObject" Target="../embeddings/oleObject45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13" Type="http://schemas.openxmlformats.org/officeDocument/2006/relationships/image" Target="../media/image73.png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7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9.e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71.emf"/><Relationship Id="rId4" Type="http://schemas.openxmlformats.org/officeDocument/2006/relationships/image" Target="../media/image68.emf"/><Relationship Id="rId9" Type="http://schemas.openxmlformats.org/officeDocument/2006/relationships/oleObject" Target="../embeddings/oleObject5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7F41E3B-8B49-4F9E-BE9A-F7E92D9E31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609601"/>
            <a:ext cx="7772400" cy="563563"/>
          </a:xfrm>
        </p:spPr>
        <p:txBody>
          <a:bodyPr>
            <a:normAutofit fontScale="90000"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Magnetic Fields</a:t>
            </a:r>
            <a:r>
              <a:rPr lang="en-US" altLang="en-US"/>
              <a:t> </a:t>
            </a:r>
            <a:endParaRPr lang="en-US" altLang="en-US">
              <a:latin typeface="Comic Sans MS" panose="030F0702030302020204" pitchFamily="66" charset="0"/>
            </a:endParaRP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25E3412F-E426-42F8-BF75-01C809750E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4876800"/>
            <a:ext cx="8153400" cy="14478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b="1">
                <a:latin typeface="Comic Sans MS" panose="030F0702030302020204" pitchFamily="66" charset="0"/>
              </a:rPr>
              <a:t>Permanent magnets</a:t>
            </a:r>
          </a:p>
          <a:p>
            <a:pPr>
              <a:lnSpc>
                <a:spcPct val="80000"/>
              </a:lnSpc>
            </a:pPr>
            <a:r>
              <a:rPr lang="en-US" altLang="en-US" sz="2000" b="1">
                <a:latin typeface="Comic Sans MS" panose="030F0702030302020204" pitchFamily="66" charset="0"/>
              </a:rPr>
              <a:t>A magnet has two poles, a </a:t>
            </a:r>
            <a:r>
              <a:rPr lang="en-US" altLang="en-US" sz="2000" b="1">
                <a:solidFill>
                  <a:srgbClr val="FF3300"/>
                </a:solidFill>
                <a:latin typeface="Comic Sans MS" panose="030F0702030302020204" pitchFamily="66" charset="0"/>
              </a:rPr>
              <a:t>north pole</a:t>
            </a:r>
            <a:r>
              <a:rPr lang="en-US" altLang="en-US" sz="2000" b="1">
                <a:latin typeface="Comic Sans MS" panose="030F0702030302020204" pitchFamily="66" charset="0"/>
              </a:rPr>
              <a:t> and a </a:t>
            </a:r>
            <a:r>
              <a:rPr lang="en-US" altLang="en-US" sz="2000" b="1">
                <a:solidFill>
                  <a:srgbClr val="FF3300"/>
                </a:solidFill>
                <a:latin typeface="Comic Sans MS" panose="030F0702030302020204" pitchFamily="66" charset="0"/>
              </a:rPr>
              <a:t>south pole</a:t>
            </a:r>
          </a:p>
          <a:p>
            <a:pPr>
              <a:lnSpc>
                <a:spcPct val="80000"/>
              </a:lnSpc>
            </a:pPr>
            <a:r>
              <a:rPr lang="en-US" altLang="en-US" sz="2000" b="1" i="1">
                <a:solidFill>
                  <a:schemeClr val="accent2"/>
                </a:solidFill>
                <a:latin typeface="Comic Sans MS" panose="030F0702030302020204" pitchFamily="66" charset="0"/>
              </a:rPr>
              <a:t>No Magnetic monopole available in nature.</a:t>
            </a:r>
          </a:p>
        </p:txBody>
      </p:sp>
      <p:pic>
        <p:nvPicPr>
          <p:cNvPr id="39940" name="Picture 4">
            <a:extLst>
              <a:ext uri="{FF2B5EF4-FFF2-40B4-BE49-F238E27FC236}">
                <a16:creationId xmlns:a16="http://schemas.microsoft.com/office/drawing/2014/main" id="{06D9AD72-7BF5-4AFD-B40C-FE016B61C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00200"/>
            <a:ext cx="22860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5" descr="The earth behaves magnetically almost as if a bar magnet were located near its center. The axis of this fictitious bar magnet does not coincide with the earths rotational axis; the two axes are currently about 11.5 apart.">
            <a:extLst>
              <a:ext uri="{FF2B5EF4-FFF2-40B4-BE49-F238E27FC236}">
                <a16:creationId xmlns:a16="http://schemas.microsoft.com/office/drawing/2014/main" id="{EDECCA3F-75CE-45FA-8B67-84E5F9B03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1" y="1676400"/>
            <a:ext cx="2670175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4" name="Picture 6" descr="nw0350-n">
            <a:extLst>
              <a:ext uri="{FF2B5EF4-FFF2-40B4-BE49-F238E27FC236}">
                <a16:creationId xmlns:a16="http://schemas.microsoft.com/office/drawing/2014/main" id="{71D1BD8F-E301-410F-BD22-9A2909BF7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35201"/>
            <a:ext cx="2438400" cy="148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E718D35B-AD04-4679-AFAD-61F3604AFE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>
                <a:latin typeface="Comic Sans MS" panose="030F0702030302020204" pitchFamily="66" charset="0"/>
              </a:rPr>
              <a:t>The magnetic forces</a:t>
            </a:r>
            <a:r>
              <a:rPr lang="en-US" altLang="en-US"/>
              <a:t> 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9B5381F-F4F8-48C4-9534-88727A1200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13038" y="5029200"/>
            <a:ext cx="7124700" cy="1066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b="1" i="1"/>
              <a:t>  </a:t>
            </a:r>
            <a:r>
              <a:rPr lang="en-US" altLang="en-US" b="1" i="1">
                <a:solidFill>
                  <a:schemeClr val="accent2"/>
                </a:solidFill>
                <a:latin typeface="Comic Sans MS" panose="030F0702030302020204" pitchFamily="66" charset="0"/>
              </a:rPr>
              <a:t>Like poles repel each other, and unlike poles attract.</a:t>
            </a:r>
          </a:p>
          <a:p>
            <a:pPr>
              <a:buFontTx/>
              <a:buNone/>
            </a:pPr>
            <a:endParaRPr lang="en-US" altLang="en-US" b="1" i="1">
              <a:solidFill>
                <a:schemeClr val="accent2"/>
              </a:solidFill>
              <a:latin typeface="Comic Sans MS" panose="030F0702030302020204" pitchFamily="66" charset="0"/>
            </a:endParaRPr>
          </a:p>
        </p:txBody>
      </p:sp>
      <p:pic>
        <p:nvPicPr>
          <p:cNvPr id="40964" name="Picture 4">
            <a:extLst>
              <a:ext uri="{FF2B5EF4-FFF2-40B4-BE49-F238E27FC236}">
                <a16:creationId xmlns:a16="http://schemas.microsoft.com/office/drawing/2014/main" id="{11A54D73-71DA-4652-9C7E-6B4AE2156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871664"/>
            <a:ext cx="3581400" cy="216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5">
            <a:extLst>
              <a:ext uri="{FF2B5EF4-FFF2-40B4-BE49-F238E27FC236}">
                <a16:creationId xmlns:a16="http://schemas.microsoft.com/office/drawing/2014/main" id="{638AA198-0035-4C6E-AE9B-017BB630F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905000"/>
            <a:ext cx="3708400" cy="214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77CEAC66-D976-4033-9D84-1868BD143D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305800" cy="563562"/>
          </a:xfrm>
        </p:spPr>
        <p:txBody>
          <a:bodyPr>
            <a:normAutofit fontScale="90000"/>
          </a:bodyPr>
          <a:lstStyle/>
          <a:p>
            <a:r>
              <a:rPr lang="en-US" altLang="en-US" sz="3600" b="1">
                <a:latin typeface="Comic Sans MS" panose="030F0702030302020204" pitchFamily="66" charset="0"/>
              </a:rPr>
              <a:t>The </a:t>
            </a:r>
            <a:r>
              <a:rPr lang="en-US" altLang="en-US" sz="3600">
                <a:latin typeface="Comic Sans MS" panose="030F0702030302020204" pitchFamily="66" charset="0"/>
              </a:rPr>
              <a:t>magnetic field</a:t>
            </a:r>
            <a:r>
              <a:rPr lang="en-US" altLang="en-US"/>
              <a:t> 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160E5DB5-DC37-45E7-BAD9-E4322F616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4038600"/>
            <a:ext cx="8305800" cy="2362200"/>
          </a:xfrm>
        </p:spPr>
        <p:txBody>
          <a:bodyPr/>
          <a:lstStyle/>
          <a:p>
            <a:r>
              <a:rPr lang="en-US" altLang="en-US" sz="2400">
                <a:latin typeface="Comic Sans MS" panose="030F0702030302020204" pitchFamily="66" charset="0"/>
              </a:rPr>
              <a:t>A </a:t>
            </a:r>
            <a:r>
              <a:rPr lang="en-US" altLang="en-US" sz="2400" b="1">
                <a:latin typeface="Comic Sans MS" panose="030F0702030302020204" pitchFamily="66" charset="0"/>
              </a:rPr>
              <a:t>magnetic field</a:t>
            </a:r>
            <a:r>
              <a:rPr lang="en-US" altLang="en-US" sz="2400">
                <a:latin typeface="Comic Sans MS" panose="030F0702030302020204" pitchFamily="66" charset="0"/>
              </a:rPr>
              <a:t> exists in the region around a magnet. The magnetic field is a vector that has both magnitude and direction.</a:t>
            </a:r>
            <a:endParaRPr lang="en-US" altLang="en-US" sz="2400" b="1" i="1">
              <a:latin typeface="Comic Sans MS" panose="030F0702030302020204" pitchFamily="66" charset="0"/>
            </a:endParaRPr>
          </a:p>
          <a:p>
            <a:r>
              <a:rPr lang="en-US" altLang="en-US" sz="2400" b="1" i="1">
                <a:solidFill>
                  <a:schemeClr val="accent2"/>
                </a:solidFill>
                <a:latin typeface="Comic Sans MS" panose="030F0702030302020204" pitchFamily="66" charset="0"/>
              </a:rPr>
              <a:t>The direction of the magnetic field at any point in space is the direction indicated by the north pole of a small compass needle placed at that point.</a:t>
            </a:r>
          </a:p>
        </p:txBody>
      </p:sp>
      <p:pic>
        <p:nvPicPr>
          <p:cNvPr id="41988" name="Picture 4" descr="At any location in the vicinity of a magnet, the north pole (the arrowhead in this drawing) of a small compass needle points in the direction of the magnetic field at that location.">
            <a:extLst>
              <a:ext uri="{FF2B5EF4-FFF2-40B4-BE49-F238E27FC236}">
                <a16:creationId xmlns:a16="http://schemas.microsoft.com/office/drawing/2014/main" id="{2377F4AA-54C8-4637-ADF2-A27944730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1066800"/>
            <a:ext cx="4394200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04628557-0B65-48F0-BC2F-C174B8548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609601"/>
            <a:ext cx="7772400" cy="792163"/>
          </a:xfrm>
        </p:spPr>
        <p:txBody>
          <a:bodyPr/>
          <a:lstStyle/>
          <a:p>
            <a:r>
              <a:rPr lang="en-US" altLang="en-US" sz="3200" b="1">
                <a:latin typeface="Comic Sans MS" panose="030F0702030302020204" pitchFamily="66" charset="0"/>
              </a:rPr>
              <a:t>Magnetic force on a Charged Particle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3F5D2FD9-F886-4833-9043-C550FEAFAD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0" y="1143000"/>
            <a:ext cx="8686800" cy="3276600"/>
          </a:xfrm>
        </p:spPr>
        <p:txBody>
          <a:bodyPr/>
          <a:lstStyle/>
          <a:p>
            <a:pPr marL="609600" indent="-609600">
              <a:buNone/>
            </a:pPr>
            <a:r>
              <a:rPr lang="en-US" altLang="en-US"/>
              <a:t>     </a:t>
            </a:r>
            <a:r>
              <a:rPr lang="en-US" altLang="en-US" sz="2400">
                <a:latin typeface="Comic Sans MS" panose="030F0702030302020204" pitchFamily="66" charset="0"/>
              </a:rPr>
              <a:t>When a charge is placed in a magnetic field, it experiences a magnetic force if </a:t>
            </a:r>
            <a:r>
              <a:rPr lang="en-US" altLang="en-US" sz="2400">
                <a:solidFill>
                  <a:srgbClr val="FF3300"/>
                </a:solidFill>
                <a:latin typeface="Comic Sans MS" panose="030F0702030302020204" pitchFamily="66" charset="0"/>
              </a:rPr>
              <a:t>two conditions</a:t>
            </a:r>
            <a:r>
              <a:rPr lang="en-US" altLang="en-US" sz="2400">
                <a:latin typeface="Comic Sans MS" panose="030F0702030302020204" pitchFamily="66" charset="0"/>
              </a:rPr>
              <a:t> are met:</a:t>
            </a:r>
          </a:p>
          <a:p>
            <a:pPr marL="609600" indent="-609600">
              <a:buFontTx/>
              <a:buAutoNum type="arabicPeriod"/>
            </a:pPr>
            <a:r>
              <a:rPr lang="en-US" altLang="en-US" sz="2400">
                <a:latin typeface="Comic Sans MS" panose="030F0702030302020204" pitchFamily="66" charset="0"/>
              </a:rPr>
              <a:t>The charge must be moving. No magnetic force acts on a stationary charge. </a:t>
            </a:r>
          </a:p>
          <a:p>
            <a:pPr marL="609600" indent="-609600">
              <a:buFontTx/>
              <a:buAutoNum type="arabicPeriod"/>
            </a:pPr>
            <a:r>
              <a:rPr lang="en-US" altLang="en-US" sz="2400">
                <a:latin typeface="Comic Sans MS" panose="030F0702030302020204" pitchFamily="66" charset="0"/>
              </a:rPr>
              <a:t>The velocity of the moving charge must have a component that is perpendicular to the direction of the field. </a:t>
            </a:r>
          </a:p>
        </p:txBody>
      </p:sp>
      <p:pic>
        <p:nvPicPr>
          <p:cNvPr id="43012" name="Picture 4" descr="(a) No magnetic force acts on a charge moving with a velocity v that is parallel or antiparallel to a magnetic field B. (b) The charge experiences a maximum force F&#10;&#10;max&#10; when the charge moves perpendicular to the field. (c) If the charge travels at an angle &#10;&#10; with respect to B, only the velocity component perpendicular to B gives rise to a magnetic force F, which is smaller than F&#10;&#10;max&#10;. This component is v sin &#10;&#10;.">
            <a:extLst>
              <a:ext uri="{FF2B5EF4-FFF2-40B4-BE49-F238E27FC236}">
                <a16:creationId xmlns:a16="http://schemas.microsoft.com/office/drawing/2014/main" id="{E6C85E44-2260-4AB7-9269-EDDAB7E56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038600"/>
            <a:ext cx="6743700" cy="257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48">
            <a:extLst>
              <a:ext uri="{FF2B5EF4-FFF2-40B4-BE49-F238E27FC236}">
                <a16:creationId xmlns:a16="http://schemas.microsoft.com/office/drawing/2014/main" id="{9EF7CC0E-0E46-48CF-B809-89321B64D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5400" y="5473700"/>
            <a:ext cx="2641600" cy="787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CL" alt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22C8908B-268E-4886-B356-F345B42EA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925" y="427039"/>
            <a:ext cx="744755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 b="1">
                <a:solidFill>
                  <a:srgbClr val="800000"/>
                </a:solidFill>
              </a:rPr>
              <a:t>Definición y propiedades de un campo magnético</a:t>
            </a:r>
          </a:p>
        </p:txBody>
      </p:sp>
      <p:sp>
        <p:nvSpPr>
          <p:cNvPr id="20483" name="AutoShape 3">
            <a:extLst>
              <a:ext uri="{FF2B5EF4-FFF2-40B4-BE49-F238E27FC236}">
                <a16:creationId xmlns:a16="http://schemas.microsoft.com/office/drawing/2014/main" id="{E3387663-A34D-4705-A51C-BA4FE91C494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025650" y="2724150"/>
            <a:ext cx="3568700" cy="23495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700 w 21600"/>
              <a:gd name="T13" fmla="*/ 3700 h 21600"/>
              <a:gd name="T14" fmla="*/ 17900 w 21600"/>
              <a:gd name="T15" fmla="*/ 179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800" y="21600"/>
                </a:lnTo>
                <a:lnTo>
                  <a:pt x="17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CL" altLang="en-US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CBAB5AA7-5FC5-4E62-AA2A-D679B5C2F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6425" y="3754439"/>
            <a:ext cx="537006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/>
              <a:t>+q</a:t>
            </a:r>
          </a:p>
        </p:txBody>
      </p:sp>
      <p:sp>
        <p:nvSpPr>
          <p:cNvPr id="20486" name="Line 6">
            <a:extLst>
              <a:ext uri="{FF2B5EF4-FFF2-40B4-BE49-F238E27FC236}">
                <a16:creationId xmlns:a16="http://schemas.microsoft.com/office/drawing/2014/main" id="{B3CE76CB-41BE-4CEB-8942-69D769F8B8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1900" y="1803400"/>
            <a:ext cx="0" cy="2057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7C079CEC-D062-44A0-89EE-C28D91838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25" y="1239839"/>
            <a:ext cx="37350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 i="1"/>
              <a:t>F</a:t>
            </a:r>
          </a:p>
        </p:txBody>
      </p:sp>
      <p:sp>
        <p:nvSpPr>
          <p:cNvPr id="20489" name="Line 9">
            <a:extLst>
              <a:ext uri="{FF2B5EF4-FFF2-40B4-BE49-F238E27FC236}">
                <a16:creationId xmlns:a16="http://schemas.microsoft.com/office/drawing/2014/main" id="{215102BB-218D-4259-9329-785B1FC724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1900" y="3175000"/>
            <a:ext cx="1066800" cy="68580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0" name="Rectangle 10">
            <a:extLst>
              <a:ext uri="{FF2B5EF4-FFF2-40B4-BE49-F238E27FC236}">
                <a16:creationId xmlns:a16="http://schemas.microsoft.com/office/drawing/2014/main" id="{12E1381B-0E98-48E7-B2EE-FBEFD1D32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5626" y="2687639"/>
            <a:ext cx="391133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 i="1"/>
              <a:t>B</a:t>
            </a:r>
          </a:p>
        </p:txBody>
      </p:sp>
      <p:sp>
        <p:nvSpPr>
          <p:cNvPr id="20492" name="Line 12">
            <a:extLst>
              <a:ext uri="{FF2B5EF4-FFF2-40B4-BE49-F238E27FC236}">
                <a16:creationId xmlns:a16="http://schemas.microsoft.com/office/drawing/2014/main" id="{8BF31D19-33F6-46AF-8DFC-17121D01D5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1900" y="38608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3" name="Rectangle 13">
            <a:extLst>
              <a:ext uri="{FF2B5EF4-FFF2-40B4-BE49-F238E27FC236}">
                <a16:creationId xmlns:a16="http://schemas.microsoft.com/office/drawing/2014/main" id="{24595E1F-37AD-41B3-B369-FE627E50D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5626" y="4516439"/>
            <a:ext cx="339837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/>
              <a:t>v</a:t>
            </a:r>
            <a:endParaRPr lang="es-ES_tradnl" altLang="en-US">
              <a:latin typeface="Symbol" panose="05050102010706020507" pitchFamily="18" charset="2"/>
            </a:endParaRP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98D6FB39-7F62-47DA-BA6B-00FF53E7AE67}"/>
              </a:ext>
            </a:extLst>
          </p:cNvPr>
          <p:cNvGrpSpPr>
            <a:grpSpLocks/>
          </p:cNvGrpSpPr>
          <p:nvPr/>
        </p:nvGrpSpPr>
        <p:grpSpPr bwMode="auto">
          <a:xfrm>
            <a:off x="4002091" y="3525841"/>
            <a:ext cx="633413" cy="488950"/>
            <a:chOff x="1585" y="2477"/>
            <a:chExt cx="399" cy="308"/>
          </a:xfrm>
        </p:grpSpPr>
        <p:sp>
          <p:nvSpPr>
            <p:cNvPr id="14387" name="Arc 15">
              <a:extLst>
                <a:ext uri="{FF2B5EF4-FFF2-40B4-BE49-F238E27FC236}">
                  <a16:creationId xmlns:a16="http://schemas.microsoft.com/office/drawing/2014/main" id="{AFA16590-2B95-4E39-8E56-AF77DB4FC7EC}"/>
                </a:ext>
              </a:extLst>
            </p:cNvPr>
            <p:cNvSpPr>
              <a:spLocks/>
            </p:cNvSpPr>
            <p:nvPr/>
          </p:nvSpPr>
          <p:spPr bwMode="auto">
            <a:xfrm rot="2760000">
              <a:off x="1584" y="2593"/>
              <a:ext cx="193" cy="192"/>
            </a:xfrm>
            <a:custGeom>
              <a:avLst/>
              <a:gdLst>
                <a:gd name="T0" fmla="*/ 0 w 21712"/>
                <a:gd name="T1" fmla="*/ 0 h 21600"/>
                <a:gd name="T2" fmla="*/ 0 w 21712"/>
                <a:gd name="T3" fmla="*/ 0 h 21600"/>
                <a:gd name="T4" fmla="*/ 0 w 21712"/>
                <a:gd name="T5" fmla="*/ 0 h 21600"/>
                <a:gd name="T6" fmla="*/ 0 60000 65536"/>
                <a:gd name="T7" fmla="*/ 0 60000 65536"/>
                <a:gd name="T8" fmla="*/ 0 60000 65536"/>
                <a:gd name="T9" fmla="*/ 0 w 21712"/>
                <a:gd name="T10" fmla="*/ 0 h 21600"/>
                <a:gd name="T11" fmla="*/ 21712 w 217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12" h="21600" fill="none" extrusionOk="0">
                  <a:moveTo>
                    <a:pt x="0" y="0"/>
                  </a:moveTo>
                  <a:cubicBezTo>
                    <a:pt x="37" y="0"/>
                    <a:pt x="74" y="-1"/>
                    <a:pt x="112" y="0"/>
                  </a:cubicBezTo>
                  <a:cubicBezTo>
                    <a:pt x="12041" y="0"/>
                    <a:pt x="21712" y="9670"/>
                    <a:pt x="21712" y="21600"/>
                  </a:cubicBezTo>
                </a:path>
                <a:path w="21712" h="21600" stroke="0" extrusionOk="0">
                  <a:moveTo>
                    <a:pt x="0" y="0"/>
                  </a:moveTo>
                  <a:cubicBezTo>
                    <a:pt x="37" y="0"/>
                    <a:pt x="74" y="-1"/>
                    <a:pt x="112" y="0"/>
                  </a:cubicBezTo>
                  <a:cubicBezTo>
                    <a:pt x="12041" y="0"/>
                    <a:pt x="21712" y="9670"/>
                    <a:pt x="21712" y="21600"/>
                  </a:cubicBezTo>
                  <a:lnTo>
                    <a:pt x="112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14388" name="Rectangle 16">
              <a:extLst>
                <a:ext uri="{FF2B5EF4-FFF2-40B4-BE49-F238E27FC236}">
                  <a16:creationId xmlns:a16="http://schemas.microsoft.com/office/drawing/2014/main" id="{9FD5D629-B183-4172-BB04-8B05F9E7D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6" y="2477"/>
              <a:ext cx="21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>
                  <a:latin typeface="Symbol" panose="05050102010706020507" pitchFamily="18" charset="2"/>
                </a:rPr>
                <a:t>q</a:t>
              </a:r>
            </a:p>
          </p:txBody>
        </p:sp>
      </p:grpSp>
      <p:sp>
        <p:nvSpPr>
          <p:cNvPr id="20497" name="AutoShape 17">
            <a:extLst>
              <a:ext uri="{FF2B5EF4-FFF2-40B4-BE49-F238E27FC236}">
                <a16:creationId xmlns:a16="http://schemas.microsoft.com/office/drawing/2014/main" id="{536ED39D-127B-4867-BF06-8A68DAFF8896}"/>
              </a:ext>
            </a:extLst>
          </p:cNvPr>
          <p:cNvSpPr>
            <a:spLocks noChangeArrowheads="1"/>
          </p:cNvSpPr>
          <p:nvPr/>
        </p:nvSpPr>
        <p:spPr bwMode="auto">
          <a:xfrm rot="1920000">
            <a:off x="6654800" y="1065213"/>
            <a:ext cx="2844800" cy="5187950"/>
          </a:xfrm>
          <a:prstGeom prst="diamond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CL" altLang="en-US"/>
          </a:p>
        </p:txBody>
      </p:sp>
      <p:grpSp>
        <p:nvGrpSpPr>
          <p:cNvPr id="3" name="Group 62">
            <a:extLst>
              <a:ext uri="{FF2B5EF4-FFF2-40B4-BE49-F238E27FC236}">
                <a16:creationId xmlns:a16="http://schemas.microsoft.com/office/drawing/2014/main" id="{CB08B510-D5C2-4E8D-91D1-6B7A88B61EAC}"/>
              </a:ext>
            </a:extLst>
          </p:cNvPr>
          <p:cNvGrpSpPr>
            <a:grpSpLocks/>
          </p:cNvGrpSpPr>
          <p:nvPr/>
        </p:nvGrpSpPr>
        <p:grpSpPr bwMode="auto">
          <a:xfrm>
            <a:off x="8772525" y="3200400"/>
            <a:ext cx="412750" cy="660400"/>
            <a:chOff x="662" y="1267"/>
            <a:chExt cx="260" cy="416"/>
          </a:xfrm>
        </p:grpSpPr>
        <p:sp>
          <p:nvSpPr>
            <p:cNvPr id="14385" name="Line 22">
              <a:extLst>
                <a:ext uri="{FF2B5EF4-FFF2-40B4-BE49-F238E27FC236}">
                  <a16:creationId xmlns:a16="http://schemas.microsoft.com/office/drawing/2014/main" id="{AD625116-257A-4451-A4FD-6DD73C69FF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2" y="1267"/>
              <a:ext cx="260" cy="1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6" name="Rectangle 24">
              <a:extLst>
                <a:ext uri="{FF2B5EF4-FFF2-40B4-BE49-F238E27FC236}">
                  <a16:creationId xmlns:a16="http://schemas.microsoft.com/office/drawing/2014/main" id="{D5A5BD50-65BB-488D-8DBF-37F9B29480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1392"/>
              <a:ext cx="23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 i="1"/>
                <a:t>F</a:t>
              </a:r>
            </a:p>
          </p:txBody>
        </p:sp>
      </p:grpSp>
      <p:sp>
        <p:nvSpPr>
          <p:cNvPr id="20505" name="Arc 25">
            <a:extLst>
              <a:ext uri="{FF2B5EF4-FFF2-40B4-BE49-F238E27FC236}">
                <a16:creationId xmlns:a16="http://schemas.microsoft.com/office/drawing/2014/main" id="{685EB6B8-3DA8-49B9-BFC3-8E13D31E4079}"/>
              </a:ext>
            </a:extLst>
          </p:cNvPr>
          <p:cNvSpPr>
            <a:spLocks/>
          </p:cNvSpPr>
          <p:nvPr/>
        </p:nvSpPr>
        <p:spPr bwMode="auto">
          <a:xfrm rot="10440000">
            <a:off x="8582025" y="1514476"/>
            <a:ext cx="1314450" cy="1319213"/>
          </a:xfrm>
          <a:custGeom>
            <a:avLst/>
            <a:gdLst>
              <a:gd name="T0" fmla="*/ 2147483647 w 21567"/>
              <a:gd name="T1" fmla="*/ 315690999 h 20508"/>
              <a:gd name="T2" fmla="*/ 1535168314 w 21567"/>
              <a:gd name="T3" fmla="*/ 2147483647 h 20508"/>
              <a:gd name="T4" fmla="*/ 0 w 21567"/>
              <a:gd name="T5" fmla="*/ 0 h 20508"/>
              <a:gd name="T6" fmla="*/ 0 60000 65536"/>
              <a:gd name="T7" fmla="*/ 0 60000 65536"/>
              <a:gd name="T8" fmla="*/ 0 60000 65536"/>
              <a:gd name="T9" fmla="*/ 0 w 21567"/>
              <a:gd name="T10" fmla="*/ 0 h 20508"/>
              <a:gd name="T11" fmla="*/ 21567 w 21567"/>
              <a:gd name="T12" fmla="*/ 20508 h 205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67" h="20508" fill="none" extrusionOk="0">
                <a:moveTo>
                  <a:pt x="21567" y="1186"/>
                </a:moveTo>
                <a:cubicBezTo>
                  <a:pt x="21079" y="10054"/>
                  <a:pt x="15213" y="17719"/>
                  <a:pt x="6780" y="20507"/>
                </a:cubicBezTo>
              </a:path>
              <a:path w="21567" h="20508" stroke="0" extrusionOk="0">
                <a:moveTo>
                  <a:pt x="21567" y="1186"/>
                </a:moveTo>
                <a:cubicBezTo>
                  <a:pt x="21079" y="10054"/>
                  <a:pt x="15213" y="17719"/>
                  <a:pt x="6780" y="20507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CL" altLang="en-US"/>
          </a:p>
        </p:txBody>
      </p:sp>
      <p:grpSp>
        <p:nvGrpSpPr>
          <p:cNvPr id="4" name="Group 57">
            <a:extLst>
              <a:ext uri="{FF2B5EF4-FFF2-40B4-BE49-F238E27FC236}">
                <a16:creationId xmlns:a16="http://schemas.microsoft.com/office/drawing/2014/main" id="{44761D08-B01A-4C7C-BEAF-054D1B95EA1F}"/>
              </a:ext>
            </a:extLst>
          </p:cNvPr>
          <p:cNvGrpSpPr>
            <a:grpSpLocks/>
          </p:cNvGrpSpPr>
          <p:nvPr/>
        </p:nvGrpSpPr>
        <p:grpSpPr bwMode="auto">
          <a:xfrm>
            <a:off x="6972301" y="4229101"/>
            <a:ext cx="473075" cy="746125"/>
            <a:chOff x="288" y="1597"/>
            <a:chExt cx="298" cy="470"/>
          </a:xfrm>
        </p:grpSpPr>
        <p:sp>
          <p:nvSpPr>
            <p:cNvPr id="14383" name="Line 29">
              <a:extLst>
                <a:ext uri="{FF2B5EF4-FFF2-40B4-BE49-F238E27FC236}">
                  <a16:creationId xmlns:a16="http://schemas.microsoft.com/office/drawing/2014/main" id="{98C503EF-76E4-4D60-9FB5-E1232F2F64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" y="1597"/>
              <a:ext cx="260" cy="1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4" name="Rectangle 31">
              <a:extLst>
                <a:ext uri="{FF2B5EF4-FFF2-40B4-BE49-F238E27FC236}">
                  <a16:creationId xmlns:a16="http://schemas.microsoft.com/office/drawing/2014/main" id="{92F4C884-1689-43B2-BFBB-877DC0176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776"/>
              <a:ext cx="23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 i="1"/>
                <a:t>F</a:t>
              </a:r>
            </a:p>
          </p:txBody>
        </p:sp>
      </p:grpSp>
      <p:sp>
        <p:nvSpPr>
          <p:cNvPr id="20512" name="Arc 32">
            <a:extLst>
              <a:ext uri="{FF2B5EF4-FFF2-40B4-BE49-F238E27FC236}">
                <a16:creationId xmlns:a16="http://schemas.microsoft.com/office/drawing/2014/main" id="{85C66FB7-1FB1-42A8-B6FB-9A192AC7C5B9}"/>
              </a:ext>
            </a:extLst>
          </p:cNvPr>
          <p:cNvSpPr>
            <a:spLocks/>
          </p:cNvSpPr>
          <p:nvPr/>
        </p:nvSpPr>
        <p:spPr bwMode="auto">
          <a:xfrm rot="3900000">
            <a:off x="6812756" y="2890044"/>
            <a:ext cx="827088" cy="609600"/>
          </a:xfrm>
          <a:custGeom>
            <a:avLst/>
            <a:gdLst>
              <a:gd name="T0" fmla="*/ 0 w 21326"/>
              <a:gd name="T1" fmla="*/ 408507149 h 21600"/>
              <a:gd name="T2" fmla="*/ 1241653557 w 21326"/>
              <a:gd name="T3" fmla="*/ 0 h 21600"/>
              <a:gd name="T4" fmla="*/ 1244045076 w 21326"/>
              <a:gd name="T5" fmla="*/ 485542386 h 21600"/>
              <a:gd name="T6" fmla="*/ 0 60000 65536"/>
              <a:gd name="T7" fmla="*/ 0 60000 65536"/>
              <a:gd name="T8" fmla="*/ 0 60000 65536"/>
              <a:gd name="T9" fmla="*/ 0 w 21326"/>
              <a:gd name="T10" fmla="*/ 0 h 21600"/>
              <a:gd name="T11" fmla="*/ 21326 w 21326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326" h="21600" fill="none" extrusionOk="0">
                <a:moveTo>
                  <a:pt x="-1" y="18172"/>
                </a:moveTo>
                <a:cubicBezTo>
                  <a:pt x="1679" y="7716"/>
                  <a:pt x="10694" y="20"/>
                  <a:pt x="21285" y="0"/>
                </a:cubicBezTo>
              </a:path>
              <a:path w="21326" h="21600" stroke="0" extrusionOk="0">
                <a:moveTo>
                  <a:pt x="-1" y="18172"/>
                </a:moveTo>
                <a:cubicBezTo>
                  <a:pt x="1679" y="7716"/>
                  <a:pt x="10694" y="20"/>
                  <a:pt x="21285" y="0"/>
                </a:cubicBezTo>
                <a:lnTo>
                  <a:pt x="21326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CL" altLang="en-US"/>
          </a:p>
        </p:txBody>
      </p:sp>
      <p:sp>
        <p:nvSpPr>
          <p:cNvPr id="20513" name="Line 33">
            <a:extLst>
              <a:ext uri="{FF2B5EF4-FFF2-40B4-BE49-F238E27FC236}">
                <a16:creationId xmlns:a16="http://schemas.microsoft.com/office/drawing/2014/main" id="{F6C328E2-3747-4FF5-8142-703597E832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2057400"/>
            <a:ext cx="1447800" cy="381000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4" name="Line 34">
            <a:extLst>
              <a:ext uri="{FF2B5EF4-FFF2-40B4-BE49-F238E27FC236}">
                <a16:creationId xmlns:a16="http://schemas.microsoft.com/office/drawing/2014/main" id="{541CA25B-B635-43BF-B225-C29879AC1E2F}"/>
              </a:ext>
            </a:extLst>
          </p:cNvPr>
          <p:cNvSpPr>
            <a:spLocks noChangeShapeType="1"/>
          </p:cNvSpPr>
          <p:nvPr/>
        </p:nvSpPr>
        <p:spPr bwMode="auto">
          <a:xfrm>
            <a:off x="9220200" y="3352800"/>
            <a:ext cx="990600" cy="304800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5" name="Line 35">
            <a:extLst>
              <a:ext uri="{FF2B5EF4-FFF2-40B4-BE49-F238E27FC236}">
                <a16:creationId xmlns:a16="http://schemas.microsoft.com/office/drawing/2014/main" id="{595CE89C-2D1E-4EE8-9604-F3861BB9A6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1" y="2362200"/>
            <a:ext cx="1381125" cy="433388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6" name="Line 36">
            <a:extLst>
              <a:ext uri="{FF2B5EF4-FFF2-40B4-BE49-F238E27FC236}">
                <a16:creationId xmlns:a16="http://schemas.microsoft.com/office/drawing/2014/main" id="{9C0D05CA-5B5B-4B36-A76F-EF2988CCE872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3810000"/>
            <a:ext cx="990600" cy="304800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7" name="Line 37">
            <a:extLst>
              <a:ext uri="{FF2B5EF4-FFF2-40B4-BE49-F238E27FC236}">
                <a16:creationId xmlns:a16="http://schemas.microsoft.com/office/drawing/2014/main" id="{A31B628D-F069-461E-A681-369D0C6719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1163" y="3487738"/>
            <a:ext cx="1338262" cy="374650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8" name="Line 38">
            <a:extLst>
              <a:ext uri="{FF2B5EF4-FFF2-40B4-BE49-F238E27FC236}">
                <a16:creationId xmlns:a16="http://schemas.microsoft.com/office/drawing/2014/main" id="{70C577B6-0CD6-4E0F-847C-95A3DF761A09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4343400"/>
            <a:ext cx="990600" cy="304800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9" name="Line 39">
            <a:extLst>
              <a:ext uri="{FF2B5EF4-FFF2-40B4-BE49-F238E27FC236}">
                <a16:creationId xmlns:a16="http://schemas.microsoft.com/office/drawing/2014/main" id="{A0FA9622-23F2-4D21-8D1A-ACE6F5E20C1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7851" y="4467225"/>
            <a:ext cx="1114425" cy="280988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20" name="Line 40">
            <a:extLst>
              <a:ext uri="{FF2B5EF4-FFF2-40B4-BE49-F238E27FC236}">
                <a16:creationId xmlns:a16="http://schemas.microsoft.com/office/drawing/2014/main" id="{ADA1917B-7DF5-466A-9F6D-F1D982EB193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4953000"/>
            <a:ext cx="990600" cy="304800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24" name="Text Box 44">
            <a:extLst>
              <a:ext uri="{FF2B5EF4-FFF2-40B4-BE49-F238E27FC236}">
                <a16:creationId xmlns:a16="http://schemas.microsoft.com/office/drawing/2014/main" id="{930814AF-F57F-4067-A5C9-26BBE771D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7725" y="3905251"/>
            <a:ext cx="4074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 b="1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14364" name="Rectangle 48">
            <a:extLst>
              <a:ext uri="{FF2B5EF4-FFF2-40B4-BE49-F238E27FC236}">
                <a16:creationId xmlns:a16="http://schemas.microsoft.com/office/drawing/2014/main" id="{9784FA94-ECD2-4BFD-AFB1-2451CCB56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1700" y="5854700"/>
            <a:ext cx="2438400" cy="685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CL" altLang="en-US"/>
          </a:p>
        </p:txBody>
      </p:sp>
      <p:sp>
        <p:nvSpPr>
          <p:cNvPr id="14365" name="Text Box 46">
            <a:extLst>
              <a:ext uri="{FF2B5EF4-FFF2-40B4-BE49-F238E27FC236}">
                <a16:creationId xmlns:a16="http://schemas.microsoft.com/office/drawing/2014/main" id="{06AE295E-EE3C-480B-B28F-1B9C404A6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6" y="5954714"/>
            <a:ext cx="19094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/>
              <a:t>F = qvBsen</a:t>
            </a:r>
            <a:r>
              <a:rPr lang="es-ES_tradnl" altLang="en-US">
                <a:latin typeface="Symbol" panose="05050102010706020507" pitchFamily="18" charset="2"/>
              </a:rPr>
              <a:t>q</a:t>
            </a:r>
            <a:endParaRPr lang="es-ES_tradnl" altLang="en-US"/>
          </a:p>
        </p:txBody>
      </p:sp>
      <p:grpSp>
        <p:nvGrpSpPr>
          <p:cNvPr id="5" name="Group 55">
            <a:extLst>
              <a:ext uri="{FF2B5EF4-FFF2-40B4-BE49-F238E27FC236}">
                <a16:creationId xmlns:a16="http://schemas.microsoft.com/office/drawing/2014/main" id="{E5F61AE5-32D0-4607-9B86-C56D42D2C2A4}"/>
              </a:ext>
            </a:extLst>
          </p:cNvPr>
          <p:cNvGrpSpPr>
            <a:grpSpLocks/>
          </p:cNvGrpSpPr>
          <p:nvPr/>
        </p:nvGrpSpPr>
        <p:grpSpPr bwMode="auto">
          <a:xfrm>
            <a:off x="3619500" y="3708400"/>
            <a:ext cx="304800" cy="304800"/>
            <a:chOff x="432" y="1584"/>
            <a:chExt cx="192" cy="192"/>
          </a:xfrm>
        </p:grpSpPr>
        <p:sp>
          <p:nvSpPr>
            <p:cNvPr id="14379" name="Oval 51">
              <a:extLst>
                <a:ext uri="{FF2B5EF4-FFF2-40B4-BE49-F238E27FC236}">
                  <a16:creationId xmlns:a16="http://schemas.microsoft.com/office/drawing/2014/main" id="{1F0D052A-0500-48F8-A74F-4ADB146A5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58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grpSp>
          <p:nvGrpSpPr>
            <p:cNvPr id="14380" name="Group 54">
              <a:extLst>
                <a:ext uri="{FF2B5EF4-FFF2-40B4-BE49-F238E27FC236}">
                  <a16:creationId xmlns:a16="http://schemas.microsoft.com/office/drawing/2014/main" id="{0657BBE3-AB78-4CDF-95AD-0E27A1AFFA4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64" y="1620"/>
              <a:ext cx="136" cy="136"/>
              <a:chOff x="108" y="2160"/>
              <a:chExt cx="192" cy="192"/>
            </a:xfrm>
          </p:grpSpPr>
          <p:sp>
            <p:nvSpPr>
              <p:cNvPr id="14381" name="Line 52">
                <a:extLst>
                  <a:ext uri="{FF2B5EF4-FFF2-40B4-BE49-F238E27FC236}">
                    <a16:creationId xmlns:a16="http://schemas.microsoft.com/office/drawing/2014/main" id="{D5B14395-F53A-47D5-9CDA-394B7CFF67F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92" y="216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82" name="Line 53">
                <a:extLst>
                  <a:ext uri="{FF2B5EF4-FFF2-40B4-BE49-F238E27FC236}">
                    <a16:creationId xmlns:a16="http://schemas.microsoft.com/office/drawing/2014/main" id="{DD460165-E3ED-42F1-9161-B0A668F4742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-5400000">
                <a:off x="204" y="216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7" name="Group 58">
            <a:extLst>
              <a:ext uri="{FF2B5EF4-FFF2-40B4-BE49-F238E27FC236}">
                <a16:creationId xmlns:a16="http://schemas.microsoft.com/office/drawing/2014/main" id="{6020FEAF-4948-4E8E-98DF-0DA0709DDEDC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2895600"/>
            <a:ext cx="469900" cy="1385888"/>
            <a:chOff x="542" y="816"/>
            <a:chExt cx="296" cy="873"/>
          </a:xfrm>
        </p:grpSpPr>
        <p:sp>
          <p:nvSpPr>
            <p:cNvPr id="14375" name="Oval 27">
              <a:extLst>
                <a:ext uri="{FF2B5EF4-FFF2-40B4-BE49-F238E27FC236}">
                  <a16:creationId xmlns:a16="http://schemas.microsoft.com/office/drawing/2014/main" id="{1E08F67C-E751-4F7D-A380-312D28469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" y="1409"/>
              <a:ext cx="280" cy="28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14376" name="Line 28">
              <a:extLst>
                <a:ext uri="{FF2B5EF4-FFF2-40B4-BE49-F238E27FC236}">
                  <a16:creationId xmlns:a16="http://schemas.microsoft.com/office/drawing/2014/main" id="{F073EAD8-FAF2-435B-BB6B-FDA1B6DB67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2" y="1069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7" name="Rectangle 30">
              <a:extLst>
                <a:ext uri="{FF2B5EF4-FFF2-40B4-BE49-F238E27FC236}">
                  <a16:creationId xmlns:a16="http://schemas.microsoft.com/office/drawing/2014/main" id="{722FD996-DE71-4221-B055-7EA19D629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816"/>
              <a:ext cx="21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/>
                <a:t>v</a:t>
              </a:r>
              <a:endParaRPr lang="es-ES_tradnl" altLang="en-US">
                <a:latin typeface="Symbol" panose="05050102010706020507" pitchFamily="18" charset="2"/>
              </a:endParaRPr>
            </a:p>
          </p:txBody>
        </p:sp>
        <p:sp>
          <p:nvSpPr>
            <p:cNvPr id="14378" name="Line 56">
              <a:extLst>
                <a:ext uri="{FF2B5EF4-FFF2-40B4-BE49-F238E27FC236}">
                  <a16:creationId xmlns:a16="http://schemas.microsoft.com/office/drawing/2014/main" id="{1CAFAC11-BD66-43EC-9921-AE3111FFCA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" y="1560"/>
              <a:ext cx="144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63">
            <a:extLst>
              <a:ext uri="{FF2B5EF4-FFF2-40B4-BE49-F238E27FC236}">
                <a16:creationId xmlns:a16="http://schemas.microsoft.com/office/drawing/2014/main" id="{646674B7-D5E9-480A-86F7-219C8C219335}"/>
              </a:ext>
            </a:extLst>
          </p:cNvPr>
          <p:cNvGrpSpPr>
            <a:grpSpLocks/>
          </p:cNvGrpSpPr>
          <p:nvPr/>
        </p:nvGrpSpPr>
        <p:grpSpPr bwMode="auto">
          <a:xfrm>
            <a:off x="8229601" y="2590801"/>
            <a:ext cx="619125" cy="1166813"/>
            <a:chOff x="288" y="912"/>
            <a:chExt cx="390" cy="735"/>
          </a:xfrm>
        </p:grpSpPr>
        <p:sp>
          <p:nvSpPr>
            <p:cNvPr id="14369" name="Oval 20">
              <a:extLst>
                <a:ext uri="{FF2B5EF4-FFF2-40B4-BE49-F238E27FC236}">
                  <a16:creationId xmlns:a16="http://schemas.microsoft.com/office/drawing/2014/main" id="{6049A9D8-66B1-494F-89F1-1FAC39BAB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" y="1367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14370" name="Line 21">
              <a:extLst>
                <a:ext uri="{FF2B5EF4-FFF2-40B4-BE49-F238E27FC236}">
                  <a16:creationId xmlns:a16="http://schemas.microsoft.com/office/drawing/2014/main" id="{4988E518-52C0-473A-9E02-83BE10D8BD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6" y="1027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1" name="Rectangle 23">
              <a:extLst>
                <a:ext uri="{FF2B5EF4-FFF2-40B4-BE49-F238E27FC236}">
                  <a16:creationId xmlns:a16="http://schemas.microsoft.com/office/drawing/2014/main" id="{6F607EBF-AA3C-4413-8E97-F2CE13A2E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912"/>
              <a:ext cx="21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/>
                <a:t>v</a:t>
              </a:r>
              <a:endParaRPr lang="es-ES_tradnl" altLang="en-US">
                <a:latin typeface="Symbol" panose="05050102010706020507" pitchFamily="18" charset="2"/>
              </a:endParaRPr>
            </a:p>
          </p:txBody>
        </p:sp>
        <p:grpSp>
          <p:nvGrpSpPr>
            <p:cNvPr id="14372" name="Group 61">
              <a:extLst>
                <a:ext uri="{FF2B5EF4-FFF2-40B4-BE49-F238E27FC236}">
                  <a16:creationId xmlns:a16="http://schemas.microsoft.com/office/drawing/2014/main" id="{DAF3D96B-845C-4E83-AC70-C5B456303D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" y="1416"/>
              <a:ext cx="192" cy="192"/>
              <a:chOff x="240" y="1920"/>
              <a:chExt cx="192" cy="192"/>
            </a:xfrm>
          </p:grpSpPr>
          <p:sp>
            <p:nvSpPr>
              <p:cNvPr id="14373" name="Line 59">
                <a:extLst>
                  <a:ext uri="{FF2B5EF4-FFF2-40B4-BE49-F238E27FC236}">
                    <a16:creationId xmlns:a16="http://schemas.microsoft.com/office/drawing/2014/main" id="{044D3337-6FDC-4616-82EC-04B53F1526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192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74" name="Line 60">
                <a:extLst>
                  <a:ext uri="{FF2B5EF4-FFF2-40B4-BE49-F238E27FC236}">
                    <a16:creationId xmlns:a16="http://schemas.microsoft.com/office/drawing/2014/main" id="{D69CFC0A-EBCB-4FD1-8134-417079C12A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336" y="192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aphicFrame>
        <p:nvGraphicFramePr>
          <p:cNvPr id="14338" name="Object 14">
            <a:extLst>
              <a:ext uri="{FF2B5EF4-FFF2-40B4-BE49-F238E27FC236}">
                <a16:creationId xmlns:a16="http://schemas.microsoft.com/office/drawing/2014/main" id="{B1D1C703-814F-424F-AB9B-4AA8E6E872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3976" y="5461000"/>
          <a:ext cx="24479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cuación" r:id="rId4" imgW="660240" imgH="215640" progId="Equation.3">
                  <p:embed/>
                </p:oleObj>
              </mc:Choice>
              <mc:Fallback>
                <p:oleObj name="Ecuación" r:id="rId4" imgW="660240" imgH="215640" progId="Equation.3">
                  <p:embed/>
                  <p:pic>
                    <p:nvPicPr>
                      <p:cNvPr id="14338" name="Object 14">
                        <a:extLst>
                          <a:ext uri="{FF2B5EF4-FFF2-40B4-BE49-F238E27FC236}">
                            <a16:creationId xmlns:a16="http://schemas.microsoft.com/office/drawing/2014/main" id="{B1D1C703-814F-424F-AB9B-4AA8E6E872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976" y="5461000"/>
                        <a:ext cx="244792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4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2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0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0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utoUpdateAnimBg="0"/>
      <p:bldP spid="20483" grpId="0" animBg="1"/>
      <p:bldP spid="20484" grpId="0" autoUpdateAnimBg="0"/>
      <p:bldP spid="20487" grpId="0" autoUpdateAnimBg="0"/>
      <p:bldP spid="20490" grpId="0" autoUpdateAnimBg="0"/>
      <p:bldP spid="20493" grpId="0" autoUpdateAnimBg="0"/>
      <p:bldP spid="20497" grpId="0" animBg="1"/>
      <p:bldP spid="20505" grpId="0" animBg="1"/>
      <p:bldP spid="20512" grpId="0" animBg="1"/>
      <p:bldP spid="2052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2">
            <a:extLst>
              <a:ext uri="{FF2B5EF4-FFF2-40B4-BE49-F238E27FC236}">
                <a16:creationId xmlns:a16="http://schemas.microsoft.com/office/drawing/2014/main" id="{E78F04F4-8920-48C5-90B3-C6B3F469524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063750" y="2292350"/>
            <a:ext cx="3568700" cy="23495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700 w 21600"/>
              <a:gd name="T13" fmla="*/ 3700 h 21600"/>
              <a:gd name="T14" fmla="*/ 17900 w 21600"/>
              <a:gd name="T15" fmla="*/ 179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800" y="21600"/>
                </a:lnTo>
                <a:lnTo>
                  <a:pt x="17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CL" altLang="en-US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07E97233-E58D-4EB6-98A5-4343EEE4A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925" y="3475039"/>
            <a:ext cx="537006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/>
              <a:t>+q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C86836FF-2B01-4603-99C1-09AE9C933C3F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2255838"/>
            <a:ext cx="857250" cy="1020762"/>
            <a:chOff x="1584" y="1421"/>
            <a:chExt cx="540" cy="643"/>
          </a:xfrm>
        </p:grpSpPr>
        <p:sp>
          <p:nvSpPr>
            <p:cNvPr id="44075" name="Line 7">
              <a:extLst>
                <a:ext uri="{FF2B5EF4-FFF2-40B4-BE49-F238E27FC236}">
                  <a16:creationId xmlns:a16="http://schemas.microsoft.com/office/drawing/2014/main" id="{2005EEF5-5CC2-4BDF-93FF-3640AF1108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1688"/>
              <a:ext cx="528" cy="376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76" name="Rectangle 8">
              <a:extLst>
                <a:ext uri="{FF2B5EF4-FFF2-40B4-BE49-F238E27FC236}">
                  <a16:creationId xmlns:a16="http://schemas.microsoft.com/office/drawing/2014/main" id="{6FBE3C6C-3813-450F-99A7-892BDB2C3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8" y="1421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 i="1"/>
                <a:t>B</a:t>
              </a:r>
            </a:p>
          </p:txBody>
        </p:sp>
      </p:grpSp>
      <p:grpSp>
        <p:nvGrpSpPr>
          <p:cNvPr id="3" name="Group 12">
            <a:extLst>
              <a:ext uri="{FF2B5EF4-FFF2-40B4-BE49-F238E27FC236}">
                <a16:creationId xmlns:a16="http://schemas.microsoft.com/office/drawing/2014/main" id="{0AF076D0-3848-428A-A48F-48CFF3D3C229}"/>
              </a:ext>
            </a:extLst>
          </p:cNvPr>
          <p:cNvGrpSpPr>
            <a:grpSpLocks/>
          </p:cNvGrpSpPr>
          <p:nvPr/>
        </p:nvGrpSpPr>
        <p:grpSpPr bwMode="auto">
          <a:xfrm>
            <a:off x="4048125" y="3581400"/>
            <a:ext cx="763588" cy="1036638"/>
            <a:chOff x="1590" y="2256"/>
            <a:chExt cx="481" cy="653"/>
          </a:xfrm>
        </p:grpSpPr>
        <p:sp>
          <p:nvSpPr>
            <p:cNvPr id="44073" name="Line 10">
              <a:extLst>
                <a:ext uri="{FF2B5EF4-FFF2-40B4-BE49-F238E27FC236}">
                  <a16:creationId xmlns:a16="http://schemas.microsoft.com/office/drawing/2014/main" id="{F4ECAA34-1B2F-41F5-9997-DC510D73A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0" y="2256"/>
              <a:ext cx="480" cy="3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74" name="Rectangle 11">
              <a:extLst>
                <a:ext uri="{FF2B5EF4-FFF2-40B4-BE49-F238E27FC236}">
                  <a16:creationId xmlns:a16="http://schemas.microsoft.com/office/drawing/2014/main" id="{7EC9BF39-408A-432A-809C-E9A81CC83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2618"/>
              <a:ext cx="21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/>
                <a:t>v</a:t>
              </a:r>
              <a:endParaRPr lang="es-ES_tradnl" altLang="en-US">
                <a:latin typeface="Symbol" panose="05050102010706020507" pitchFamily="18" charset="2"/>
              </a:endParaRPr>
            </a:p>
          </p:txBody>
        </p:sp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B93388FB-D537-47C7-8CA4-EB367E0F8B68}"/>
              </a:ext>
            </a:extLst>
          </p:cNvPr>
          <p:cNvGrpSpPr>
            <a:grpSpLocks/>
          </p:cNvGrpSpPr>
          <p:nvPr/>
        </p:nvGrpSpPr>
        <p:grpSpPr bwMode="auto">
          <a:xfrm>
            <a:off x="3992566" y="3055941"/>
            <a:ext cx="644525" cy="508000"/>
            <a:chOff x="1555" y="1925"/>
            <a:chExt cx="406" cy="320"/>
          </a:xfrm>
        </p:grpSpPr>
        <p:sp>
          <p:nvSpPr>
            <p:cNvPr id="44071" name="Arc 13">
              <a:extLst>
                <a:ext uri="{FF2B5EF4-FFF2-40B4-BE49-F238E27FC236}">
                  <a16:creationId xmlns:a16="http://schemas.microsoft.com/office/drawing/2014/main" id="{ED1415E5-1D8D-47DF-8345-1D0787C182E0}"/>
                </a:ext>
              </a:extLst>
            </p:cNvPr>
            <p:cNvSpPr>
              <a:spLocks/>
            </p:cNvSpPr>
            <p:nvPr/>
          </p:nvSpPr>
          <p:spPr bwMode="auto">
            <a:xfrm rot="2760000">
              <a:off x="1554" y="2045"/>
              <a:ext cx="201" cy="200"/>
            </a:xfrm>
            <a:custGeom>
              <a:avLst/>
              <a:gdLst>
                <a:gd name="T0" fmla="*/ 0 w 21708"/>
                <a:gd name="T1" fmla="*/ 0 h 21600"/>
                <a:gd name="T2" fmla="*/ 0 w 21708"/>
                <a:gd name="T3" fmla="*/ 0 h 21600"/>
                <a:gd name="T4" fmla="*/ 0 w 21708"/>
                <a:gd name="T5" fmla="*/ 0 h 21600"/>
                <a:gd name="T6" fmla="*/ 0 60000 65536"/>
                <a:gd name="T7" fmla="*/ 0 60000 65536"/>
                <a:gd name="T8" fmla="*/ 0 60000 65536"/>
                <a:gd name="T9" fmla="*/ 0 w 21708"/>
                <a:gd name="T10" fmla="*/ 0 h 21600"/>
                <a:gd name="T11" fmla="*/ 21708 w 2170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08" h="21600" fill="none" extrusionOk="0">
                  <a:moveTo>
                    <a:pt x="0" y="0"/>
                  </a:moveTo>
                  <a:cubicBezTo>
                    <a:pt x="36" y="0"/>
                    <a:pt x="72" y="-1"/>
                    <a:pt x="108" y="0"/>
                  </a:cubicBezTo>
                  <a:cubicBezTo>
                    <a:pt x="11995" y="0"/>
                    <a:pt x="21648" y="9604"/>
                    <a:pt x="21707" y="21492"/>
                  </a:cubicBezTo>
                </a:path>
                <a:path w="21708" h="21600" stroke="0" extrusionOk="0">
                  <a:moveTo>
                    <a:pt x="0" y="0"/>
                  </a:moveTo>
                  <a:cubicBezTo>
                    <a:pt x="36" y="0"/>
                    <a:pt x="72" y="-1"/>
                    <a:pt x="108" y="0"/>
                  </a:cubicBezTo>
                  <a:cubicBezTo>
                    <a:pt x="11995" y="0"/>
                    <a:pt x="21648" y="9604"/>
                    <a:pt x="21707" y="21492"/>
                  </a:cubicBezTo>
                  <a:lnTo>
                    <a:pt x="108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44072" name="Rectangle 14">
              <a:extLst>
                <a:ext uri="{FF2B5EF4-FFF2-40B4-BE49-F238E27FC236}">
                  <a16:creationId xmlns:a16="http://schemas.microsoft.com/office/drawing/2014/main" id="{E81CE942-47E9-4D8B-9160-70E0B2077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3" y="1925"/>
              <a:ext cx="21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>
                  <a:latin typeface="Symbol" panose="05050102010706020507" pitchFamily="18" charset="2"/>
                </a:rPr>
                <a:t>q</a:t>
              </a:r>
            </a:p>
          </p:txBody>
        </p:sp>
      </p:grpSp>
      <p:sp>
        <p:nvSpPr>
          <p:cNvPr id="5136" name="Line 16">
            <a:extLst>
              <a:ext uri="{FF2B5EF4-FFF2-40B4-BE49-F238E27FC236}">
                <a16:creationId xmlns:a16="http://schemas.microsoft.com/office/drawing/2014/main" id="{C044F04D-BB2A-41E7-A572-09CD9A6A5C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0" y="1322388"/>
            <a:ext cx="0" cy="18780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9" name="Line 19">
            <a:extLst>
              <a:ext uri="{FF2B5EF4-FFF2-40B4-BE49-F238E27FC236}">
                <a16:creationId xmlns:a16="http://schemas.microsoft.com/office/drawing/2014/main" id="{581815D4-E052-476A-901C-8F855C865C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0" y="2941638"/>
            <a:ext cx="228600" cy="139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40" name="Line 20">
            <a:extLst>
              <a:ext uri="{FF2B5EF4-FFF2-40B4-BE49-F238E27FC236}">
                <a16:creationId xmlns:a16="http://schemas.microsoft.com/office/drawing/2014/main" id="{46E4CDCB-A26B-4DCE-9FE0-D4E367E8C5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941638"/>
            <a:ext cx="0" cy="3476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42" name="AutoShape 22">
            <a:extLst>
              <a:ext uri="{FF2B5EF4-FFF2-40B4-BE49-F238E27FC236}">
                <a16:creationId xmlns:a16="http://schemas.microsoft.com/office/drawing/2014/main" id="{50B2A60B-9590-4A78-95E6-D7E3AD07BAE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254750" y="2292350"/>
            <a:ext cx="3568700" cy="23495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700 w 21600"/>
              <a:gd name="T13" fmla="*/ 3700 h 21600"/>
              <a:gd name="T14" fmla="*/ 17900 w 21600"/>
              <a:gd name="T15" fmla="*/ 179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800" y="21600"/>
                </a:lnTo>
                <a:lnTo>
                  <a:pt x="17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CL" altLang="en-US"/>
          </a:p>
        </p:txBody>
      </p:sp>
      <p:sp>
        <p:nvSpPr>
          <p:cNvPr id="5146" name="Rectangle 26">
            <a:extLst>
              <a:ext uri="{FF2B5EF4-FFF2-40B4-BE49-F238E27FC236}">
                <a16:creationId xmlns:a16="http://schemas.microsoft.com/office/drawing/2014/main" id="{E07C368A-F1A8-420A-B602-9D4C279F7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6925" y="3475039"/>
            <a:ext cx="46006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/>
              <a:t>-q</a:t>
            </a:r>
          </a:p>
        </p:txBody>
      </p:sp>
      <p:grpSp>
        <p:nvGrpSpPr>
          <p:cNvPr id="5" name="Group 29">
            <a:extLst>
              <a:ext uri="{FF2B5EF4-FFF2-40B4-BE49-F238E27FC236}">
                <a16:creationId xmlns:a16="http://schemas.microsoft.com/office/drawing/2014/main" id="{7AFC1095-9731-4565-BE29-A7CC209743F7}"/>
              </a:ext>
            </a:extLst>
          </p:cNvPr>
          <p:cNvGrpSpPr>
            <a:grpSpLocks/>
          </p:cNvGrpSpPr>
          <p:nvPr/>
        </p:nvGrpSpPr>
        <p:grpSpPr bwMode="auto">
          <a:xfrm>
            <a:off x="8229600" y="2255838"/>
            <a:ext cx="857250" cy="1020762"/>
            <a:chOff x="4224" y="1421"/>
            <a:chExt cx="540" cy="643"/>
          </a:xfrm>
        </p:grpSpPr>
        <p:sp>
          <p:nvSpPr>
            <p:cNvPr id="44069" name="Line 27">
              <a:extLst>
                <a:ext uri="{FF2B5EF4-FFF2-40B4-BE49-F238E27FC236}">
                  <a16:creationId xmlns:a16="http://schemas.microsoft.com/office/drawing/2014/main" id="{0B212D3E-203F-4105-982F-8362D0AEA1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688"/>
              <a:ext cx="528" cy="376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70" name="Rectangle 28">
              <a:extLst>
                <a:ext uri="{FF2B5EF4-FFF2-40B4-BE49-F238E27FC236}">
                  <a16:creationId xmlns:a16="http://schemas.microsoft.com/office/drawing/2014/main" id="{4B63A982-3F43-4B42-9E6F-72ACA38C3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8" y="1421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 i="1"/>
                <a:t>B</a:t>
              </a:r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:a16="http://schemas.microsoft.com/office/drawing/2014/main" id="{934952D1-9D58-492E-95A8-B62AEB3F3D21}"/>
              </a:ext>
            </a:extLst>
          </p:cNvPr>
          <p:cNvGrpSpPr>
            <a:grpSpLocks/>
          </p:cNvGrpSpPr>
          <p:nvPr/>
        </p:nvGrpSpPr>
        <p:grpSpPr bwMode="auto">
          <a:xfrm>
            <a:off x="8258175" y="3552825"/>
            <a:ext cx="763588" cy="1036638"/>
            <a:chOff x="4242" y="2238"/>
            <a:chExt cx="481" cy="653"/>
          </a:xfrm>
        </p:grpSpPr>
        <p:sp>
          <p:nvSpPr>
            <p:cNvPr id="44067" name="Line 30">
              <a:extLst>
                <a:ext uri="{FF2B5EF4-FFF2-40B4-BE49-F238E27FC236}">
                  <a16:creationId xmlns:a16="http://schemas.microsoft.com/office/drawing/2014/main" id="{13B8CE98-3420-4561-853E-8F3E8C58F9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2" y="2238"/>
              <a:ext cx="480" cy="3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68" name="Rectangle 31">
              <a:extLst>
                <a:ext uri="{FF2B5EF4-FFF2-40B4-BE49-F238E27FC236}">
                  <a16:creationId xmlns:a16="http://schemas.microsoft.com/office/drawing/2014/main" id="{BF104B28-CB32-4ACD-BA35-3835A1C94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9" y="2600"/>
              <a:ext cx="21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/>
                <a:t>v</a:t>
              </a:r>
              <a:endParaRPr lang="es-ES_tradnl" altLang="en-US">
                <a:latin typeface="Symbol" panose="05050102010706020507" pitchFamily="18" charset="2"/>
              </a:endParaRPr>
            </a:p>
          </p:txBody>
        </p:sp>
      </p:grpSp>
      <p:grpSp>
        <p:nvGrpSpPr>
          <p:cNvPr id="7" name="Group 35">
            <a:extLst>
              <a:ext uri="{FF2B5EF4-FFF2-40B4-BE49-F238E27FC236}">
                <a16:creationId xmlns:a16="http://schemas.microsoft.com/office/drawing/2014/main" id="{F501AA28-7384-484B-934E-85F83F764747}"/>
              </a:ext>
            </a:extLst>
          </p:cNvPr>
          <p:cNvGrpSpPr>
            <a:grpSpLocks/>
          </p:cNvGrpSpPr>
          <p:nvPr/>
        </p:nvGrpSpPr>
        <p:grpSpPr bwMode="auto">
          <a:xfrm>
            <a:off x="8207381" y="3067050"/>
            <a:ext cx="646113" cy="509588"/>
            <a:chOff x="4210" y="1932"/>
            <a:chExt cx="407" cy="321"/>
          </a:xfrm>
        </p:grpSpPr>
        <p:sp>
          <p:nvSpPr>
            <p:cNvPr id="44065" name="Arc 33">
              <a:extLst>
                <a:ext uri="{FF2B5EF4-FFF2-40B4-BE49-F238E27FC236}">
                  <a16:creationId xmlns:a16="http://schemas.microsoft.com/office/drawing/2014/main" id="{E5A165DD-04FE-4326-BBB2-C6A56D8CD353}"/>
                </a:ext>
              </a:extLst>
            </p:cNvPr>
            <p:cNvSpPr>
              <a:spLocks/>
            </p:cNvSpPr>
            <p:nvPr/>
          </p:nvSpPr>
          <p:spPr bwMode="auto">
            <a:xfrm rot="2760000">
              <a:off x="4211" y="2053"/>
              <a:ext cx="199" cy="201"/>
            </a:xfrm>
            <a:custGeom>
              <a:avLst/>
              <a:gdLst>
                <a:gd name="T0" fmla="*/ 0 w 21709"/>
                <a:gd name="T1" fmla="*/ 0 h 21600"/>
                <a:gd name="T2" fmla="*/ 0 w 21709"/>
                <a:gd name="T3" fmla="*/ 0 h 21600"/>
                <a:gd name="T4" fmla="*/ 0 w 21709"/>
                <a:gd name="T5" fmla="*/ 0 h 21600"/>
                <a:gd name="T6" fmla="*/ 0 60000 65536"/>
                <a:gd name="T7" fmla="*/ 0 60000 65536"/>
                <a:gd name="T8" fmla="*/ 0 60000 65536"/>
                <a:gd name="T9" fmla="*/ 0 w 21709"/>
                <a:gd name="T10" fmla="*/ 0 h 21600"/>
                <a:gd name="T11" fmla="*/ 21709 w 2170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09" h="21600" fill="none" extrusionOk="0">
                  <a:moveTo>
                    <a:pt x="0" y="0"/>
                  </a:moveTo>
                  <a:cubicBezTo>
                    <a:pt x="36" y="0"/>
                    <a:pt x="72" y="-1"/>
                    <a:pt x="109" y="0"/>
                  </a:cubicBezTo>
                  <a:cubicBezTo>
                    <a:pt x="12038" y="0"/>
                    <a:pt x="21709" y="9670"/>
                    <a:pt x="21709" y="21600"/>
                  </a:cubicBezTo>
                </a:path>
                <a:path w="21709" h="21600" stroke="0" extrusionOk="0">
                  <a:moveTo>
                    <a:pt x="0" y="0"/>
                  </a:moveTo>
                  <a:cubicBezTo>
                    <a:pt x="36" y="0"/>
                    <a:pt x="72" y="-1"/>
                    <a:pt x="109" y="0"/>
                  </a:cubicBezTo>
                  <a:cubicBezTo>
                    <a:pt x="12038" y="0"/>
                    <a:pt x="21709" y="9670"/>
                    <a:pt x="21709" y="21600"/>
                  </a:cubicBezTo>
                  <a:lnTo>
                    <a:pt x="109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44066" name="Rectangle 34">
              <a:extLst>
                <a:ext uri="{FF2B5EF4-FFF2-40B4-BE49-F238E27FC236}">
                  <a16:creationId xmlns:a16="http://schemas.microsoft.com/office/drawing/2014/main" id="{FDB4C0E1-89BF-467E-8880-FD2D8F38A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932"/>
              <a:ext cx="21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>
                  <a:latin typeface="Symbol" panose="05050102010706020507" pitchFamily="18" charset="2"/>
                </a:rPr>
                <a:t>q</a:t>
              </a:r>
            </a:p>
          </p:txBody>
        </p:sp>
      </p:grpSp>
      <p:sp>
        <p:nvSpPr>
          <p:cNvPr id="5156" name="Line 36">
            <a:extLst>
              <a:ext uri="{FF2B5EF4-FFF2-40B4-BE49-F238E27FC236}">
                <a16:creationId xmlns:a16="http://schemas.microsoft.com/office/drawing/2014/main" id="{F6CA01A2-2C7A-4751-8124-C1D1D5E0189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3702050"/>
            <a:ext cx="0" cy="2057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58" name="Line 38">
            <a:extLst>
              <a:ext uri="{FF2B5EF4-FFF2-40B4-BE49-F238E27FC236}">
                <a16:creationId xmlns:a16="http://schemas.microsoft.com/office/drawing/2014/main" id="{89193E40-1BF9-4CD4-B0C1-D7FB7AFAAB1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0050" y="3790950"/>
            <a:ext cx="2286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59" name="Line 39">
            <a:extLst>
              <a:ext uri="{FF2B5EF4-FFF2-40B4-BE49-F238E27FC236}">
                <a16:creationId xmlns:a16="http://schemas.microsoft.com/office/drawing/2014/main" id="{D3B3065E-AD38-48B6-8F2E-672A58F1AB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48650" y="356235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161" name="Picture 41">
            <a:extLst>
              <a:ext uri="{FF2B5EF4-FFF2-40B4-BE49-F238E27FC236}">
                <a16:creationId xmlns:a16="http://schemas.microsoft.com/office/drawing/2014/main" id="{7D0354B7-051B-44CD-B1D7-1B42FC7495D4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0"/>
            <a:ext cx="2978150" cy="338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51" name="Oval 42">
            <a:extLst>
              <a:ext uri="{FF2B5EF4-FFF2-40B4-BE49-F238E27FC236}">
                <a16:creationId xmlns:a16="http://schemas.microsoft.com/office/drawing/2014/main" id="{D195A410-CA99-46CD-814A-B2099C528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1557338"/>
            <a:ext cx="762000" cy="99060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CL" altLang="en-US"/>
          </a:p>
        </p:txBody>
      </p:sp>
      <p:sp>
        <p:nvSpPr>
          <p:cNvPr id="5165" name="Text Box 45">
            <a:extLst>
              <a:ext uri="{FF2B5EF4-FFF2-40B4-BE49-F238E27FC236}">
                <a16:creationId xmlns:a16="http://schemas.microsoft.com/office/drawing/2014/main" id="{17A9BDA9-E623-446B-8141-5CD3257A9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2651" y="19051"/>
            <a:ext cx="39805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 b="1">
                <a:solidFill>
                  <a:srgbClr val="800000"/>
                </a:solidFill>
              </a:rPr>
              <a:t>Regla de la mano derecha</a:t>
            </a:r>
          </a:p>
        </p:txBody>
      </p:sp>
      <p:sp>
        <p:nvSpPr>
          <p:cNvPr id="5166" name="Text Box 46">
            <a:extLst>
              <a:ext uri="{FF2B5EF4-FFF2-40B4-BE49-F238E27FC236}">
                <a16:creationId xmlns:a16="http://schemas.microsoft.com/office/drawing/2014/main" id="{E2250A65-43B7-4494-9760-47D1EDCA5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1" y="4906964"/>
            <a:ext cx="23054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 b="1">
                <a:solidFill>
                  <a:srgbClr val="800000"/>
                </a:solidFill>
              </a:rPr>
              <a:t>Carga positiva</a:t>
            </a:r>
          </a:p>
        </p:txBody>
      </p:sp>
      <p:sp>
        <p:nvSpPr>
          <p:cNvPr id="5167" name="Text Box 47">
            <a:extLst>
              <a:ext uri="{FF2B5EF4-FFF2-40B4-BE49-F238E27FC236}">
                <a16:creationId xmlns:a16="http://schemas.microsoft.com/office/drawing/2014/main" id="{9251CD8D-F58F-4CBA-B58F-10E4E7A38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9139" y="6038851"/>
            <a:ext cx="23920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 b="1">
                <a:solidFill>
                  <a:srgbClr val="800000"/>
                </a:solidFill>
              </a:rPr>
              <a:t>Carga negativa</a:t>
            </a:r>
          </a:p>
        </p:txBody>
      </p:sp>
      <p:sp>
        <p:nvSpPr>
          <p:cNvPr id="5168" name="Text Box 48">
            <a:extLst>
              <a:ext uri="{FF2B5EF4-FFF2-40B4-BE49-F238E27FC236}">
                <a16:creationId xmlns:a16="http://schemas.microsoft.com/office/drawing/2014/main" id="{30AAFF8B-B538-41B5-A19D-17A468F1A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1325" y="5059364"/>
            <a:ext cx="3722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 i="1"/>
              <a:t>F</a:t>
            </a:r>
            <a:endParaRPr lang="es-ES_tradnl" altLang="en-US"/>
          </a:p>
        </p:txBody>
      </p:sp>
      <p:sp>
        <p:nvSpPr>
          <p:cNvPr id="5169" name="Text Box 49">
            <a:extLst>
              <a:ext uri="{FF2B5EF4-FFF2-40B4-BE49-F238E27FC236}">
                <a16:creationId xmlns:a16="http://schemas.microsoft.com/office/drawing/2014/main" id="{62279EBA-8B2E-4B48-8955-04E22CE54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6525" y="1085851"/>
            <a:ext cx="3722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 i="1"/>
              <a:t>F</a:t>
            </a:r>
          </a:p>
        </p:txBody>
      </p:sp>
      <p:grpSp>
        <p:nvGrpSpPr>
          <p:cNvPr id="8" name="Group 53">
            <a:extLst>
              <a:ext uri="{FF2B5EF4-FFF2-40B4-BE49-F238E27FC236}">
                <a16:creationId xmlns:a16="http://schemas.microsoft.com/office/drawing/2014/main" id="{BF5FB9E4-B428-43AA-B054-0247513EF331}"/>
              </a:ext>
            </a:extLst>
          </p:cNvPr>
          <p:cNvGrpSpPr>
            <a:grpSpLocks/>
          </p:cNvGrpSpPr>
          <p:nvPr/>
        </p:nvGrpSpPr>
        <p:grpSpPr bwMode="auto">
          <a:xfrm>
            <a:off x="3549650" y="3200400"/>
            <a:ext cx="520700" cy="520700"/>
            <a:chOff x="1276" y="3560"/>
            <a:chExt cx="328" cy="328"/>
          </a:xfrm>
        </p:grpSpPr>
        <p:sp>
          <p:nvSpPr>
            <p:cNvPr id="44061" name="Oval 3">
              <a:extLst>
                <a:ext uri="{FF2B5EF4-FFF2-40B4-BE49-F238E27FC236}">
                  <a16:creationId xmlns:a16="http://schemas.microsoft.com/office/drawing/2014/main" id="{15EB4A33-501C-4BD8-A8EB-DC97CAEE8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6" y="3560"/>
              <a:ext cx="328" cy="32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grpSp>
          <p:nvGrpSpPr>
            <p:cNvPr id="44062" name="Group 52">
              <a:extLst>
                <a:ext uri="{FF2B5EF4-FFF2-40B4-BE49-F238E27FC236}">
                  <a16:creationId xmlns:a16="http://schemas.microsoft.com/office/drawing/2014/main" id="{34287748-2FFC-491F-AB88-290974AB97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0" y="3660"/>
              <a:ext cx="144" cy="144"/>
              <a:chOff x="2040" y="3696"/>
              <a:chExt cx="144" cy="144"/>
            </a:xfrm>
          </p:grpSpPr>
          <p:sp>
            <p:nvSpPr>
              <p:cNvPr id="44063" name="Line 50">
                <a:extLst>
                  <a:ext uri="{FF2B5EF4-FFF2-40B4-BE49-F238E27FC236}">
                    <a16:creationId xmlns:a16="http://schemas.microsoft.com/office/drawing/2014/main" id="{7E173049-2EFD-4D88-9973-2542C29FA7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3696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64" name="Line 51">
                <a:extLst>
                  <a:ext uri="{FF2B5EF4-FFF2-40B4-BE49-F238E27FC236}">
                    <a16:creationId xmlns:a16="http://schemas.microsoft.com/office/drawing/2014/main" id="{B9B07BE5-CEFF-406F-AFFD-5AC8B9890A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112" y="3708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0" name="Group 55">
            <a:extLst>
              <a:ext uri="{FF2B5EF4-FFF2-40B4-BE49-F238E27FC236}">
                <a16:creationId xmlns:a16="http://schemas.microsoft.com/office/drawing/2014/main" id="{BF36F0E6-1C26-413A-B9A6-2F0003939909}"/>
              </a:ext>
            </a:extLst>
          </p:cNvPr>
          <p:cNvGrpSpPr>
            <a:grpSpLocks/>
          </p:cNvGrpSpPr>
          <p:nvPr/>
        </p:nvGrpSpPr>
        <p:grpSpPr bwMode="auto">
          <a:xfrm>
            <a:off x="7785100" y="3213100"/>
            <a:ext cx="520700" cy="520700"/>
            <a:chOff x="3024" y="3224"/>
            <a:chExt cx="328" cy="328"/>
          </a:xfrm>
        </p:grpSpPr>
        <p:sp>
          <p:nvSpPr>
            <p:cNvPr id="44059" name="Oval 23">
              <a:extLst>
                <a:ext uri="{FF2B5EF4-FFF2-40B4-BE49-F238E27FC236}">
                  <a16:creationId xmlns:a16="http://schemas.microsoft.com/office/drawing/2014/main" id="{1724ADE8-7A9C-4911-A90E-19F836ABC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3224"/>
              <a:ext cx="328" cy="32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44060" name="Line 54">
              <a:extLst>
                <a:ext uri="{FF2B5EF4-FFF2-40B4-BE49-F238E27FC236}">
                  <a16:creationId xmlns:a16="http://schemas.microsoft.com/office/drawing/2014/main" id="{B4A0A194-F043-483E-9A15-53A6A528AB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408"/>
              <a:ext cx="144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5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7" dur="5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1" dur="500"/>
                                        <p:tgtEl>
                                          <p:spTgt spid="5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87" dur="500"/>
                                        <p:tgtEl>
                                          <p:spTgt spid="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01" dur="500"/>
                                        <p:tgtEl>
                                          <p:spTgt spid="5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 autoUpdateAnimBg="0"/>
      <p:bldP spid="5126" grpId="0" autoUpdateAnimBg="0"/>
      <p:bldP spid="5142" grpId="0" animBg="1" autoUpdateAnimBg="0"/>
      <p:bldP spid="5146" grpId="0" autoUpdateAnimBg="0"/>
      <p:bldP spid="5165" grpId="0" autoUpdateAnimBg="0"/>
      <p:bldP spid="5166" grpId="0" autoUpdateAnimBg="0"/>
      <p:bldP spid="5167" grpId="0" autoUpdateAnimBg="0"/>
      <p:bldP spid="5168" grpId="0" autoUpdateAnimBg="0"/>
      <p:bldP spid="5169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5" name="Group 40">
            <a:extLst>
              <a:ext uri="{FF2B5EF4-FFF2-40B4-BE49-F238E27FC236}">
                <a16:creationId xmlns:a16="http://schemas.microsoft.com/office/drawing/2014/main" id="{8CCE97C1-947D-4B80-BD75-49D854832F3A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81000"/>
            <a:ext cx="3657600" cy="685800"/>
            <a:chOff x="528" y="240"/>
            <a:chExt cx="2304" cy="432"/>
          </a:xfrm>
        </p:grpSpPr>
        <p:sp>
          <p:nvSpPr>
            <p:cNvPr id="15392" name="Rectangle 37">
              <a:extLst>
                <a:ext uri="{FF2B5EF4-FFF2-40B4-BE49-F238E27FC236}">
                  <a16:creationId xmlns:a16="http://schemas.microsoft.com/office/drawing/2014/main" id="{922CE2A4-EDCB-492B-BF84-A6801221E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40"/>
              <a:ext cx="2304" cy="432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15393" name="Text Box 2">
              <a:extLst>
                <a:ext uri="{FF2B5EF4-FFF2-40B4-BE49-F238E27FC236}">
                  <a16:creationId xmlns:a16="http://schemas.microsoft.com/office/drawing/2014/main" id="{18ABBED3-E7F9-46C5-9B3A-E1A6B7EAB2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" y="300"/>
              <a:ext cx="170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/>
                <a:t>Unidades en el SI:</a:t>
              </a:r>
            </a:p>
          </p:txBody>
        </p:sp>
      </p:grpSp>
      <p:graphicFrame>
        <p:nvGraphicFramePr>
          <p:cNvPr id="15362" name="Object 3">
            <a:extLst>
              <a:ext uri="{FF2B5EF4-FFF2-40B4-BE49-F238E27FC236}">
                <a16:creationId xmlns:a16="http://schemas.microsoft.com/office/drawing/2014/main" id="{8EC250EA-BC5B-40BD-90E7-7A91B4FB7D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1" y="1371600"/>
          <a:ext cx="1749425" cy="301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Ecuación" r:id="rId4" imgW="495000" imgH="850680" progId="Equation.3">
                  <p:embed/>
                </p:oleObj>
              </mc:Choice>
              <mc:Fallback>
                <p:oleObj name="Ecuación" r:id="rId4" imgW="495000" imgH="850680" progId="Equation.3">
                  <p:embed/>
                  <p:pic>
                    <p:nvPicPr>
                      <p:cNvPr id="15362" name="Object 3">
                        <a:extLst>
                          <a:ext uri="{FF2B5EF4-FFF2-40B4-BE49-F238E27FC236}">
                            <a16:creationId xmlns:a16="http://schemas.microsoft.com/office/drawing/2014/main" id="{8EC250EA-BC5B-40BD-90E7-7A91B4FB7D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1" y="1371600"/>
                        <a:ext cx="1749425" cy="301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6" name="Group 23">
            <a:extLst>
              <a:ext uri="{FF2B5EF4-FFF2-40B4-BE49-F238E27FC236}">
                <a16:creationId xmlns:a16="http://schemas.microsoft.com/office/drawing/2014/main" id="{BD3F2723-7EBD-4818-BF43-A802F26FF184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3505201"/>
            <a:ext cx="4756151" cy="1635125"/>
            <a:chOff x="1872" y="1920"/>
            <a:chExt cx="2996" cy="1030"/>
          </a:xfrm>
        </p:grpSpPr>
        <p:graphicFrame>
          <p:nvGraphicFramePr>
            <p:cNvPr id="15364" name="Object 5">
              <a:extLst>
                <a:ext uri="{FF2B5EF4-FFF2-40B4-BE49-F238E27FC236}">
                  <a16:creationId xmlns:a16="http://schemas.microsoft.com/office/drawing/2014/main" id="{D77F5E05-60D9-4A57-B984-24CFCEF070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4" y="1920"/>
            <a:ext cx="1632" cy="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3" name="Ecuación" r:id="rId6" imgW="672840" imgH="203040" progId="Equation.3">
                    <p:embed/>
                  </p:oleObj>
                </mc:Choice>
                <mc:Fallback>
                  <p:oleObj name="Ecuación" r:id="rId6" imgW="672840" imgH="203040" progId="Equation.3">
                    <p:embed/>
                    <p:pic>
                      <p:nvPicPr>
                        <p:cNvPr id="15364" name="Object 5">
                          <a:extLst>
                            <a:ext uri="{FF2B5EF4-FFF2-40B4-BE49-F238E27FC236}">
                              <a16:creationId xmlns:a16="http://schemas.microsoft.com/office/drawing/2014/main" id="{D77F5E05-60D9-4A57-B984-24CFCEF070A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1920"/>
                          <a:ext cx="1632" cy="4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0" name="Text Box 7">
              <a:extLst>
                <a:ext uri="{FF2B5EF4-FFF2-40B4-BE49-F238E27FC236}">
                  <a16:creationId xmlns:a16="http://schemas.microsoft.com/office/drawing/2014/main" id="{C49323F3-CE62-42C1-BCB8-E710C4F574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2" y="1996"/>
              <a:ext cx="1086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 sz="3600" dirty="0"/>
                <a:t>(gauss)</a:t>
              </a:r>
              <a:endParaRPr lang="es-ES_tradnl" altLang="en-US" dirty="0"/>
            </a:p>
          </p:txBody>
        </p:sp>
        <p:sp>
          <p:nvSpPr>
            <p:cNvPr id="15391" name="Text Box 8">
              <a:extLst>
                <a:ext uri="{FF2B5EF4-FFF2-40B4-BE49-F238E27FC236}">
                  <a16:creationId xmlns:a16="http://schemas.microsoft.com/office/drawing/2014/main" id="{3F3D111E-464D-4ADB-8951-EA53C82071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659"/>
              <a:ext cx="294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/>
                <a:t>El Gauss es la unidad en el c.g.s</a:t>
              </a:r>
            </a:p>
          </p:txBody>
        </p:sp>
      </p:grpSp>
      <p:grpSp>
        <p:nvGrpSpPr>
          <p:cNvPr id="15367" name="Group 21">
            <a:extLst>
              <a:ext uri="{FF2B5EF4-FFF2-40B4-BE49-F238E27FC236}">
                <a16:creationId xmlns:a16="http://schemas.microsoft.com/office/drawing/2014/main" id="{22087607-6701-4B1B-8FB2-3F6098462433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1660526"/>
            <a:ext cx="5049838" cy="1393825"/>
            <a:chOff x="2064" y="814"/>
            <a:chExt cx="3181" cy="878"/>
          </a:xfrm>
        </p:grpSpPr>
        <p:graphicFrame>
          <p:nvGraphicFramePr>
            <p:cNvPr id="15363" name="Object 11">
              <a:extLst>
                <a:ext uri="{FF2B5EF4-FFF2-40B4-BE49-F238E27FC236}">
                  <a16:creationId xmlns:a16="http://schemas.microsoft.com/office/drawing/2014/main" id="{2BDFB2E2-05A1-4912-94D5-A6EDF525F4F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4" y="1032"/>
            <a:ext cx="816" cy="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4" name="Ecuación" r:id="rId8" imgW="342720" imgH="215640" progId="Equation.3">
                    <p:embed/>
                  </p:oleObj>
                </mc:Choice>
                <mc:Fallback>
                  <p:oleObj name="Ecuación" r:id="rId8" imgW="342720" imgH="215640" progId="Equation.3">
                    <p:embed/>
                    <p:pic>
                      <p:nvPicPr>
                        <p:cNvPr id="15363" name="Object 11">
                          <a:extLst>
                            <a:ext uri="{FF2B5EF4-FFF2-40B4-BE49-F238E27FC236}">
                              <a16:creationId xmlns:a16="http://schemas.microsoft.com/office/drawing/2014/main" id="{2BDFB2E2-05A1-4912-94D5-A6EDF525F4F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1032"/>
                          <a:ext cx="816" cy="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1" name="Text Box 12">
              <a:extLst>
                <a:ext uri="{FF2B5EF4-FFF2-40B4-BE49-F238E27FC236}">
                  <a16:creationId xmlns:a16="http://schemas.microsoft.com/office/drawing/2014/main" id="{9D6E28B7-D6CE-4B5B-B141-A7CB7532DF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2" y="821"/>
              <a:ext cx="601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 sz="4000"/>
                <a:t>N s</a:t>
              </a:r>
              <a:endParaRPr lang="es-ES_tradnl" altLang="en-US"/>
            </a:p>
          </p:txBody>
        </p:sp>
        <p:sp>
          <p:nvSpPr>
            <p:cNvPr id="15382" name="Text Box 13">
              <a:extLst>
                <a:ext uri="{FF2B5EF4-FFF2-40B4-BE49-F238E27FC236}">
                  <a16:creationId xmlns:a16="http://schemas.microsoft.com/office/drawing/2014/main" id="{01B6BA25-E1CA-488D-ACC5-CE0E0BC1F2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1246"/>
              <a:ext cx="709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 sz="4000"/>
                <a:t>C m</a:t>
              </a:r>
              <a:endParaRPr lang="es-ES_tradnl" altLang="en-US"/>
            </a:p>
          </p:txBody>
        </p:sp>
        <p:sp>
          <p:nvSpPr>
            <p:cNvPr id="15383" name="Line 14">
              <a:extLst>
                <a:ext uri="{FF2B5EF4-FFF2-40B4-BE49-F238E27FC236}">
                  <a16:creationId xmlns:a16="http://schemas.microsoft.com/office/drawing/2014/main" id="{EC733123-E95F-4522-A43A-7517E6FE91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296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84" name="Text Box 15">
              <a:extLst>
                <a:ext uri="{FF2B5EF4-FFF2-40B4-BE49-F238E27FC236}">
                  <a16:creationId xmlns:a16="http://schemas.microsoft.com/office/drawing/2014/main" id="{C805FAC0-E7BB-4C89-9F99-9B90DD5D60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7" y="814"/>
              <a:ext cx="347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 sz="4000"/>
                <a:t>N</a:t>
              </a:r>
              <a:endParaRPr lang="es-ES_tradnl" altLang="en-US"/>
            </a:p>
          </p:txBody>
        </p:sp>
        <p:sp>
          <p:nvSpPr>
            <p:cNvPr id="15385" name="Line 16">
              <a:extLst>
                <a:ext uri="{FF2B5EF4-FFF2-40B4-BE49-F238E27FC236}">
                  <a16:creationId xmlns:a16="http://schemas.microsoft.com/office/drawing/2014/main" id="{35900DF4-72F2-498C-87B8-1A4CC360F8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296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86" name="Text Box 17">
              <a:extLst>
                <a:ext uri="{FF2B5EF4-FFF2-40B4-BE49-F238E27FC236}">
                  <a16:creationId xmlns:a16="http://schemas.microsoft.com/office/drawing/2014/main" id="{1EFFEA74-DAFE-4758-A2D0-1F57A422F8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8" y="1246"/>
              <a:ext cx="67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 sz="4000"/>
                <a:t>A m</a:t>
              </a:r>
              <a:endParaRPr lang="es-ES_tradnl" altLang="en-US"/>
            </a:p>
          </p:txBody>
        </p:sp>
        <p:sp>
          <p:nvSpPr>
            <p:cNvPr id="15387" name="Text Box 18">
              <a:extLst>
                <a:ext uri="{FF2B5EF4-FFF2-40B4-BE49-F238E27FC236}">
                  <a16:creationId xmlns:a16="http://schemas.microsoft.com/office/drawing/2014/main" id="{3DC81315-7E0B-480F-A235-6C4C20F699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1" y="1061"/>
              <a:ext cx="305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 sz="4000" i="1"/>
                <a:t>=</a:t>
              </a:r>
              <a:endParaRPr lang="es-ES_tradnl" altLang="en-US" i="1"/>
            </a:p>
          </p:txBody>
        </p:sp>
        <p:sp>
          <p:nvSpPr>
            <p:cNvPr id="15388" name="Text Box 19">
              <a:extLst>
                <a:ext uri="{FF2B5EF4-FFF2-40B4-BE49-F238E27FC236}">
                  <a16:creationId xmlns:a16="http://schemas.microsoft.com/office/drawing/2014/main" id="{22B21257-4BBD-46D2-8FA9-10750055F1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6" y="1058"/>
              <a:ext cx="305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 sz="4000" i="1"/>
                <a:t>=</a:t>
              </a:r>
              <a:endParaRPr lang="es-ES_tradnl" altLang="en-US" i="1"/>
            </a:p>
          </p:txBody>
        </p:sp>
        <p:sp>
          <p:nvSpPr>
            <p:cNvPr id="15389" name="Text Box 20">
              <a:extLst>
                <a:ext uri="{FF2B5EF4-FFF2-40B4-BE49-F238E27FC236}">
                  <a16:creationId xmlns:a16="http://schemas.microsoft.com/office/drawing/2014/main" id="{17FDDF9D-4D06-4093-8A77-5EBA5F1087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978"/>
              <a:ext cx="493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 sz="4000"/>
                <a:t>1T</a:t>
              </a:r>
              <a:endParaRPr lang="es-ES_tradnl" altLang="en-US"/>
            </a:p>
          </p:txBody>
        </p:sp>
      </p:grpSp>
      <p:sp>
        <p:nvSpPr>
          <p:cNvPr id="15368" name="Text Box 22">
            <a:extLst>
              <a:ext uri="{FF2B5EF4-FFF2-40B4-BE49-F238E27FC236}">
                <a16:creationId xmlns:a16="http://schemas.microsoft.com/office/drawing/2014/main" id="{C0E5F4CC-80F4-4901-8C45-A46B6400B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601" y="1889125"/>
            <a:ext cx="161133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 sz="4000" dirty="0"/>
              <a:t>(tesla)</a:t>
            </a:r>
            <a:endParaRPr lang="es-ES_tradnl" altLang="en-US" dirty="0"/>
          </a:p>
        </p:txBody>
      </p:sp>
      <p:sp>
        <p:nvSpPr>
          <p:cNvPr id="15369" name="Rectangle 35">
            <a:extLst>
              <a:ext uri="{FF2B5EF4-FFF2-40B4-BE49-F238E27FC236}">
                <a16:creationId xmlns:a16="http://schemas.microsoft.com/office/drawing/2014/main" id="{F6966AC0-035B-41F4-901E-7BCD3C490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334000"/>
            <a:ext cx="3581400" cy="1219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CL" altLang="en-US"/>
          </a:p>
        </p:txBody>
      </p:sp>
      <p:grpSp>
        <p:nvGrpSpPr>
          <p:cNvPr id="15370" name="Group 30">
            <a:extLst>
              <a:ext uri="{FF2B5EF4-FFF2-40B4-BE49-F238E27FC236}">
                <a16:creationId xmlns:a16="http://schemas.microsoft.com/office/drawing/2014/main" id="{76E7E107-5427-4381-9E0D-DC1362289069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715000"/>
            <a:ext cx="685800" cy="609600"/>
            <a:chOff x="1008" y="3600"/>
            <a:chExt cx="432" cy="384"/>
          </a:xfrm>
        </p:grpSpPr>
        <p:sp>
          <p:nvSpPr>
            <p:cNvPr id="15379" name="Oval 24">
              <a:extLst>
                <a:ext uri="{FF2B5EF4-FFF2-40B4-BE49-F238E27FC236}">
                  <a16:creationId xmlns:a16="http://schemas.microsoft.com/office/drawing/2014/main" id="{1E3FE003-731B-4885-9563-931472F34F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600"/>
              <a:ext cx="432" cy="3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15380" name="Oval 26">
              <a:extLst>
                <a:ext uri="{FF2B5EF4-FFF2-40B4-BE49-F238E27FC236}">
                  <a16:creationId xmlns:a16="http://schemas.microsoft.com/office/drawing/2014/main" id="{58AC7E7C-00C0-42D9-8F56-34A3B659D16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64" y="3756"/>
              <a:ext cx="73" cy="7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</p:grpSp>
      <p:sp>
        <p:nvSpPr>
          <p:cNvPr id="15371" name="Text Box 32">
            <a:extLst>
              <a:ext uri="{FF2B5EF4-FFF2-40B4-BE49-F238E27FC236}">
                <a16:creationId xmlns:a16="http://schemas.microsoft.com/office/drawing/2014/main" id="{2E5CA51C-6F64-459A-9B37-18D3B5356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3764" y="5773887"/>
            <a:ext cx="17267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 b="1"/>
              <a:t>B </a:t>
            </a:r>
            <a:r>
              <a:rPr lang="es-ES_tradnl" altLang="en-US"/>
              <a:t>saliendo </a:t>
            </a:r>
          </a:p>
        </p:txBody>
      </p:sp>
      <p:grpSp>
        <p:nvGrpSpPr>
          <p:cNvPr id="15372" name="Group 39">
            <a:extLst>
              <a:ext uri="{FF2B5EF4-FFF2-40B4-BE49-F238E27FC236}">
                <a16:creationId xmlns:a16="http://schemas.microsoft.com/office/drawing/2014/main" id="{0AB27AC6-D87D-4923-91AE-3EA5E0E4FC1D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5334000"/>
            <a:ext cx="3581400" cy="1219200"/>
            <a:chOff x="3408" y="3360"/>
            <a:chExt cx="2256" cy="768"/>
          </a:xfrm>
        </p:grpSpPr>
        <p:sp>
          <p:nvSpPr>
            <p:cNvPr id="15373" name="Rectangle 36">
              <a:extLst>
                <a:ext uri="{FF2B5EF4-FFF2-40B4-BE49-F238E27FC236}">
                  <a16:creationId xmlns:a16="http://schemas.microsoft.com/office/drawing/2014/main" id="{8C54B6EF-251F-43A2-9BE2-2578185C7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3360"/>
              <a:ext cx="2256" cy="76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grpSp>
          <p:nvGrpSpPr>
            <p:cNvPr id="15374" name="Group 31">
              <a:extLst>
                <a:ext uri="{FF2B5EF4-FFF2-40B4-BE49-F238E27FC236}">
                  <a16:creationId xmlns:a16="http://schemas.microsoft.com/office/drawing/2014/main" id="{90EAE448-1AD8-4117-BD8B-4C1C2267BC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3552"/>
              <a:ext cx="432" cy="384"/>
              <a:chOff x="2112" y="3600"/>
              <a:chExt cx="432" cy="384"/>
            </a:xfrm>
          </p:grpSpPr>
          <p:sp>
            <p:nvSpPr>
              <p:cNvPr id="15376" name="Oval 27">
                <a:extLst>
                  <a:ext uri="{FF2B5EF4-FFF2-40B4-BE49-F238E27FC236}">
                    <a16:creationId xmlns:a16="http://schemas.microsoft.com/office/drawing/2014/main" id="{AB07A486-C61A-4698-B5DB-6ACCA9885F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3600"/>
                <a:ext cx="432" cy="38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s-CL" altLang="en-US"/>
              </a:p>
            </p:txBody>
          </p:sp>
          <p:sp>
            <p:nvSpPr>
              <p:cNvPr id="15377" name="Line 28">
                <a:extLst>
                  <a:ext uri="{FF2B5EF4-FFF2-40B4-BE49-F238E27FC236}">
                    <a16:creationId xmlns:a16="http://schemas.microsoft.com/office/drawing/2014/main" id="{569C5ACE-833C-438B-A882-2917CB424D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20" y="3684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78" name="Line 29">
                <a:extLst>
                  <a:ext uri="{FF2B5EF4-FFF2-40B4-BE49-F238E27FC236}">
                    <a16:creationId xmlns:a16="http://schemas.microsoft.com/office/drawing/2014/main" id="{B7FABD92-EDA9-434E-91FE-E0777CC328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0" y="3684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5375" name="Text Box 34">
              <a:extLst>
                <a:ext uri="{FF2B5EF4-FFF2-40B4-BE49-F238E27FC236}">
                  <a16:creationId xmlns:a16="http://schemas.microsoft.com/office/drawing/2014/main" id="{B5DC18EA-D260-46CD-9D25-13220B64A7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2" y="3589"/>
              <a:ext cx="107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 b="1"/>
                <a:t>B </a:t>
              </a:r>
              <a:r>
                <a:rPr lang="es-ES_tradnl" altLang="en-US"/>
                <a:t>entrando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A6A460C-954C-4975-9604-68DFE2921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725" y="609601"/>
            <a:ext cx="4340932" cy="83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 b="1">
                <a:solidFill>
                  <a:srgbClr val="800000"/>
                </a:solidFill>
              </a:rPr>
              <a:t>1. Un electrón que se mueve</a:t>
            </a:r>
          </a:p>
          <a:p>
            <a:pPr eaLnBrk="1" hangingPunct="1"/>
            <a:r>
              <a:rPr lang="es-ES_tradnl" altLang="en-US" b="1">
                <a:solidFill>
                  <a:srgbClr val="800000"/>
                </a:solidFill>
              </a:rPr>
              <a:t>en un campo magnético</a:t>
            </a:r>
          </a:p>
        </p:txBody>
      </p:sp>
      <p:grpSp>
        <p:nvGrpSpPr>
          <p:cNvPr id="2" name="Group 59">
            <a:extLst>
              <a:ext uri="{FF2B5EF4-FFF2-40B4-BE49-F238E27FC236}">
                <a16:creationId xmlns:a16="http://schemas.microsoft.com/office/drawing/2014/main" id="{8B36EA62-181E-4279-BCAC-9F387549BE3E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1905000"/>
            <a:ext cx="1828800" cy="1676400"/>
            <a:chOff x="192" y="912"/>
            <a:chExt cx="1152" cy="1056"/>
          </a:xfrm>
        </p:grpSpPr>
        <p:sp>
          <p:nvSpPr>
            <p:cNvPr id="45098" name="Rectangle 53">
              <a:extLst>
                <a:ext uri="{FF2B5EF4-FFF2-40B4-BE49-F238E27FC236}">
                  <a16:creationId xmlns:a16="http://schemas.microsoft.com/office/drawing/2014/main" id="{63A548FE-F9B9-4B96-95AA-A892C6864B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912"/>
              <a:ext cx="1152" cy="1056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grpSp>
          <p:nvGrpSpPr>
            <p:cNvPr id="45099" name="Group 52">
              <a:extLst>
                <a:ext uri="{FF2B5EF4-FFF2-40B4-BE49-F238E27FC236}">
                  <a16:creationId xmlns:a16="http://schemas.microsoft.com/office/drawing/2014/main" id="{65C0DF02-169F-4534-8747-FEE878D4C0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" y="1008"/>
              <a:ext cx="677" cy="694"/>
              <a:chOff x="278" y="1008"/>
              <a:chExt cx="677" cy="694"/>
            </a:xfrm>
          </p:grpSpPr>
          <p:sp>
            <p:nvSpPr>
              <p:cNvPr id="45100" name="Text Box 35">
                <a:extLst>
                  <a:ext uri="{FF2B5EF4-FFF2-40B4-BE49-F238E27FC236}">
                    <a16:creationId xmlns:a16="http://schemas.microsoft.com/office/drawing/2014/main" id="{8BD75046-F197-4E0A-A09A-1CAF7AFBCB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" y="1008"/>
                <a:ext cx="67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s-ES_tradnl" altLang="en-US"/>
                  <a:t>Datos:</a:t>
                </a:r>
              </a:p>
            </p:txBody>
          </p:sp>
          <p:grpSp>
            <p:nvGrpSpPr>
              <p:cNvPr id="45101" name="Group 48">
                <a:extLst>
                  <a:ext uri="{FF2B5EF4-FFF2-40B4-BE49-F238E27FC236}">
                    <a16:creationId xmlns:a16="http://schemas.microsoft.com/office/drawing/2014/main" id="{FD45ADBA-31E5-48A2-9DE0-ABCC6E457C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" y="1411"/>
                <a:ext cx="597" cy="291"/>
                <a:chOff x="518" y="3228"/>
                <a:chExt cx="597" cy="291"/>
              </a:xfrm>
            </p:grpSpPr>
            <p:grpSp>
              <p:nvGrpSpPr>
                <p:cNvPr id="45102" name="Group 41">
                  <a:extLst>
                    <a:ext uri="{FF2B5EF4-FFF2-40B4-BE49-F238E27FC236}">
                      <a16:creationId xmlns:a16="http://schemas.microsoft.com/office/drawing/2014/main" id="{D14549A0-6817-4B7F-AB30-70E90B6D1DA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18" y="3228"/>
                  <a:ext cx="234" cy="291"/>
                  <a:chOff x="518" y="3228"/>
                  <a:chExt cx="234" cy="291"/>
                </a:xfrm>
              </p:grpSpPr>
              <p:sp>
                <p:nvSpPr>
                  <p:cNvPr id="45106" name="Text Box 39">
                    <a:extLst>
                      <a:ext uri="{FF2B5EF4-FFF2-40B4-BE49-F238E27FC236}">
                        <a16:creationId xmlns:a16="http://schemas.microsoft.com/office/drawing/2014/main" id="{4FE6899E-F504-4474-886D-6E152E72BD6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18" y="3228"/>
                    <a:ext cx="234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s-ES_tradnl" altLang="en-US"/>
                      <a:t>F</a:t>
                    </a:r>
                  </a:p>
                </p:txBody>
              </p:sp>
              <p:sp>
                <p:nvSpPr>
                  <p:cNvPr id="45107" name="Line 40">
                    <a:extLst>
                      <a:ext uri="{FF2B5EF4-FFF2-40B4-BE49-F238E27FC236}">
                        <a16:creationId xmlns:a16="http://schemas.microsoft.com/office/drawing/2014/main" id="{506B3D50-6CE3-4EFC-A752-AF00C93AFFD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52" y="3264"/>
                    <a:ext cx="192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45103" name="Group 44">
                  <a:extLst>
                    <a:ext uri="{FF2B5EF4-FFF2-40B4-BE49-F238E27FC236}">
                      <a16:creationId xmlns:a16="http://schemas.microsoft.com/office/drawing/2014/main" id="{F1EB985F-C033-4643-A7A2-5C93046504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02" y="3228"/>
                  <a:ext cx="213" cy="291"/>
                  <a:chOff x="902" y="3228"/>
                  <a:chExt cx="213" cy="291"/>
                </a:xfrm>
              </p:grpSpPr>
              <p:sp>
                <p:nvSpPr>
                  <p:cNvPr id="45104" name="Text Box 42">
                    <a:extLst>
                      <a:ext uri="{FF2B5EF4-FFF2-40B4-BE49-F238E27FC236}">
                        <a16:creationId xmlns:a16="http://schemas.microsoft.com/office/drawing/2014/main" id="{F443B858-A14A-4785-8FF4-98B816AABA9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02" y="3228"/>
                    <a:ext cx="213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s-ES_tradnl" altLang="en-US"/>
                      <a:t>v</a:t>
                    </a:r>
                  </a:p>
                </p:txBody>
              </p:sp>
              <p:sp>
                <p:nvSpPr>
                  <p:cNvPr id="45105" name="Line 43">
                    <a:extLst>
                      <a:ext uri="{FF2B5EF4-FFF2-40B4-BE49-F238E27FC236}">
                        <a16:creationId xmlns:a16="http://schemas.microsoft.com/office/drawing/2014/main" id="{0F3C9E79-C918-4F06-81D3-AD18D66AAB5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72" y="3324"/>
                    <a:ext cx="96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grpSp>
        <p:nvGrpSpPr>
          <p:cNvPr id="7" name="Group 58">
            <a:extLst>
              <a:ext uri="{FF2B5EF4-FFF2-40B4-BE49-F238E27FC236}">
                <a16:creationId xmlns:a16="http://schemas.microsoft.com/office/drawing/2014/main" id="{677F2272-965F-414A-B93F-3709CD1C0E58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3657600"/>
            <a:ext cx="1828800" cy="1524000"/>
            <a:chOff x="192" y="2016"/>
            <a:chExt cx="1152" cy="960"/>
          </a:xfrm>
        </p:grpSpPr>
        <p:sp>
          <p:nvSpPr>
            <p:cNvPr id="45090" name="Rectangle 54">
              <a:extLst>
                <a:ext uri="{FF2B5EF4-FFF2-40B4-BE49-F238E27FC236}">
                  <a16:creationId xmlns:a16="http://schemas.microsoft.com/office/drawing/2014/main" id="{352F5E3C-BD51-4807-8374-CE433C12E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2016"/>
              <a:ext cx="1152" cy="960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grpSp>
          <p:nvGrpSpPr>
            <p:cNvPr id="45091" name="Group 51">
              <a:extLst>
                <a:ext uri="{FF2B5EF4-FFF2-40B4-BE49-F238E27FC236}">
                  <a16:creationId xmlns:a16="http://schemas.microsoft.com/office/drawing/2014/main" id="{16C1EA1E-64ED-4451-A6D7-25A244860D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2131"/>
              <a:ext cx="957" cy="675"/>
              <a:chOff x="240" y="1920"/>
              <a:chExt cx="957" cy="675"/>
            </a:xfrm>
          </p:grpSpPr>
          <p:sp>
            <p:nvSpPr>
              <p:cNvPr id="45092" name="Text Box 36">
                <a:extLst>
                  <a:ext uri="{FF2B5EF4-FFF2-40B4-BE49-F238E27FC236}">
                    <a16:creationId xmlns:a16="http://schemas.microsoft.com/office/drawing/2014/main" id="{4FB68A1E-A58D-4142-B930-4039522B80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" y="1920"/>
                <a:ext cx="95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s-ES_tradnl" altLang="en-US"/>
                  <a:t>Incógnita:</a:t>
                </a:r>
              </a:p>
            </p:txBody>
          </p:sp>
          <p:grpSp>
            <p:nvGrpSpPr>
              <p:cNvPr id="45093" name="Group 50">
                <a:extLst>
                  <a:ext uri="{FF2B5EF4-FFF2-40B4-BE49-F238E27FC236}">
                    <a16:creationId xmlns:a16="http://schemas.microsoft.com/office/drawing/2014/main" id="{6E837387-C9EC-41F2-974E-58FAFDC9C6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" y="2275"/>
                <a:ext cx="678" cy="320"/>
                <a:chOff x="336" y="2275"/>
                <a:chExt cx="678" cy="320"/>
              </a:xfrm>
            </p:grpSpPr>
            <p:grpSp>
              <p:nvGrpSpPr>
                <p:cNvPr id="45094" name="Group 47">
                  <a:extLst>
                    <a:ext uri="{FF2B5EF4-FFF2-40B4-BE49-F238E27FC236}">
                      <a16:creationId xmlns:a16="http://schemas.microsoft.com/office/drawing/2014/main" id="{775978ED-77CB-497A-869C-ED493B14E98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6" y="2304"/>
                  <a:ext cx="246" cy="291"/>
                  <a:chOff x="806" y="3756"/>
                  <a:chExt cx="246" cy="291"/>
                </a:xfrm>
              </p:grpSpPr>
              <p:sp>
                <p:nvSpPr>
                  <p:cNvPr id="45096" name="Text Box 45">
                    <a:extLst>
                      <a:ext uri="{FF2B5EF4-FFF2-40B4-BE49-F238E27FC236}">
                        <a16:creationId xmlns:a16="http://schemas.microsoft.com/office/drawing/2014/main" id="{1789BCCC-CD90-4CD7-9456-5B352F8AD98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" y="3756"/>
                    <a:ext cx="246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s-ES_tradnl" altLang="en-US"/>
                      <a:t>B</a:t>
                    </a:r>
                  </a:p>
                </p:txBody>
              </p:sp>
              <p:sp>
                <p:nvSpPr>
                  <p:cNvPr id="45097" name="Line 46">
                    <a:extLst>
                      <a:ext uri="{FF2B5EF4-FFF2-40B4-BE49-F238E27FC236}">
                        <a16:creationId xmlns:a16="http://schemas.microsoft.com/office/drawing/2014/main" id="{E5E5002A-BC49-4478-B6B5-1DDA3B46DA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64" y="3816"/>
                    <a:ext cx="144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5095" name="Text Box 49">
                  <a:extLst>
                    <a:ext uri="{FF2B5EF4-FFF2-40B4-BE49-F238E27FC236}">
                      <a16:creationId xmlns:a16="http://schemas.microsoft.com/office/drawing/2014/main" id="{5C66D3DA-A828-47D9-ABD6-A0908B08739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3" y="2275"/>
                  <a:ext cx="391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s-ES_tradnl" altLang="en-US"/>
                    <a:t>= ?</a:t>
                  </a:r>
                  <a:endParaRPr lang="es-ES_tradnl" altLang="en-US" i="1"/>
                </a:p>
              </p:txBody>
            </p:sp>
          </p:grpSp>
        </p:grpSp>
      </p:grpSp>
      <p:sp>
        <p:nvSpPr>
          <p:cNvPr id="6147" name="AutoShape 3">
            <a:extLst>
              <a:ext uri="{FF2B5EF4-FFF2-40B4-BE49-F238E27FC236}">
                <a16:creationId xmlns:a16="http://schemas.microsoft.com/office/drawing/2014/main" id="{B5FCFB7C-B6E3-4B68-85BC-FE6C4BC517E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191125" y="2403475"/>
            <a:ext cx="4578350" cy="26543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700 w 21600"/>
              <a:gd name="T13" fmla="*/ 3700 h 21600"/>
              <a:gd name="T14" fmla="*/ 17900 w 21600"/>
              <a:gd name="T15" fmla="*/ 179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800" y="21600"/>
                </a:lnTo>
                <a:lnTo>
                  <a:pt x="17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CL" altLang="en-US" i="1"/>
          </a:p>
        </p:txBody>
      </p:sp>
      <p:grpSp>
        <p:nvGrpSpPr>
          <p:cNvPr id="11" name="Group 9">
            <a:extLst>
              <a:ext uri="{FF2B5EF4-FFF2-40B4-BE49-F238E27FC236}">
                <a16:creationId xmlns:a16="http://schemas.microsoft.com/office/drawing/2014/main" id="{D9C4D326-D8BE-4F2F-92F5-4D2E7537333A}"/>
              </a:ext>
            </a:extLst>
          </p:cNvPr>
          <p:cNvGrpSpPr>
            <a:grpSpLocks/>
          </p:cNvGrpSpPr>
          <p:nvPr/>
        </p:nvGrpSpPr>
        <p:grpSpPr bwMode="auto">
          <a:xfrm>
            <a:off x="5572126" y="3622675"/>
            <a:ext cx="1730375" cy="2203450"/>
            <a:chOff x="2198" y="2532"/>
            <a:chExt cx="1090" cy="1388"/>
          </a:xfrm>
        </p:grpSpPr>
        <p:sp>
          <p:nvSpPr>
            <p:cNvPr id="45088" name="Line 7">
              <a:extLst>
                <a:ext uri="{FF2B5EF4-FFF2-40B4-BE49-F238E27FC236}">
                  <a16:creationId xmlns:a16="http://schemas.microsoft.com/office/drawing/2014/main" id="{5C0B6BAE-6462-412D-B178-688CF68819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2532"/>
              <a:ext cx="888" cy="11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89" name="Rectangle 8">
              <a:extLst>
                <a:ext uri="{FF2B5EF4-FFF2-40B4-BE49-F238E27FC236}">
                  <a16:creationId xmlns:a16="http://schemas.microsoft.com/office/drawing/2014/main" id="{EFCC66C8-7FBB-4455-98EF-7A785F5AB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8" y="3629"/>
              <a:ext cx="21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/>
                <a:t>x</a:t>
              </a:r>
            </a:p>
          </p:txBody>
        </p:sp>
      </p:grpSp>
      <p:grpSp>
        <p:nvGrpSpPr>
          <p:cNvPr id="12" name="Group 26">
            <a:extLst>
              <a:ext uri="{FF2B5EF4-FFF2-40B4-BE49-F238E27FC236}">
                <a16:creationId xmlns:a16="http://schemas.microsoft.com/office/drawing/2014/main" id="{C76FCC72-1E03-44C1-AFFD-E82F816EAFA1}"/>
              </a:ext>
            </a:extLst>
          </p:cNvPr>
          <p:cNvGrpSpPr>
            <a:grpSpLocks/>
          </p:cNvGrpSpPr>
          <p:nvPr/>
        </p:nvGrpSpPr>
        <p:grpSpPr bwMode="auto">
          <a:xfrm>
            <a:off x="7629527" y="3165476"/>
            <a:ext cx="2989263" cy="461963"/>
            <a:chOff x="3456" y="1260"/>
            <a:chExt cx="1883" cy="291"/>
          </a:xfrm>
        </p:grpSpPr>
        <p:sp>
          <p:nvSpPr>
            <p:cNvPr id="45086" name="Line 10">
              <a:extLst>
                <a:ext uri="{FF2B5EF4-FFF2-40B4-BE49-F238E27FC236}">
                  <a16:creationId xmlns:a16="http://schemas.microsoft.com/office/drawing/2014/main" id="{0B272ACF-5C8A-4B4D-B652-487A825657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440"/>
              <a:ext cx="16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87" name="Text Box 25">
              <a:extLst>
                <a:ext uri="{FF2B5EF4-FFF2-40B4-BE49-F238E27FC236}">
                  <a16:creationId xmlns:a16="http://schemas.microsoft.com/office/drawing/2014/main" id="{992166D3-068A-40DA-A67E-098028190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6" y="1260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/>
                <a:t>y</a:t>
              </a:r>
            </a:p>
          </p:txBody>
        </p:sp>
      </p:grpSp>
      <p:grpSp>
        <p:nvGrpSpPr>
          <p:cNvPr id="13" name="Group 32">
            <a:extLst>
              <a:ext uri="{FF2B5EF4-FFF2-40B4-BE49-F238E27FC236}">
                <a16:creationId xmlns:a16="http://schemas.microsoft.com/office/drawing/2014/main" id="{CF461A55-E4BF-437E-B752-CA582AE64439}"/>
              </a:ext>
            </a:extLst>
          </p:cNvPr>
          <p:cNvGrpSpPr>
            <a:grpSpLocks/>
          </p:cNvGrpSpPr>
          <p:nvPr/>
        </p:nvGrpSpPr>
        <p:grpSpPr bwMode="auto">
          <a:xfrm>
            <a:off x="7248525" y="3317875"/>
            <a:ext cx="381000" cy="381000"/>
            <a:chOff x="1440" y="2544"/>
            <a:chExt cx="240" cy="240"/>
          </a:xfrm>
        </p:grpSpPr>
        <p:sp>
          <p:nvSpPr>
            <p:cNvPr id="45084" name="Oval 30">
              <a:extLst>
                <a:ext uri="{FF2B5EF4-FFF2-40B4-BE49-F238E27FC236}">
                  <a16:creationId xmlns:a16="http://schemas.microsoft.com/office/drawing/2014/main" id="{8BF2D1ED-0C60-4875-9EE6-61855527D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544"/>
              <a:ext cx="240" cy="24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45085" name="Line 31">
              <a:extLst>
                <a:ext uri="{FF2B5EF4-FFF2-40B4-BE49-F238E27FC236}">
                  <a16:creationId xmlns:a16="http://schemas.microsoft.com/office/drawing/2014/main" id="{629E3D1B-39B2-4CA3-B580-CA6CCBE064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688"/>
              <a:ext cx="144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4" name="Group 34">
            <a:extLst>
              <a:ext uri="{FF2B5EF4-FFF2-40B4-BE49-F238E27FC236}">
                <a16:creationId xmlns:a16="http://schemas.microsoft.com/office/drawing/2014/main" id="{59717791-58A6-4B2A-BD8B-8AE157C3F123}"/>
              </a:ext>
            </a:extLst>
          </p:cNvPr>
          <p:cNvGrpSpPr>
            <a:grpSpLocks/>
          </p:cNvGrpSpPr>
          <p:nvPr/>
        </p:nvGrpSpPr>
        <p:grpSpPr bwMode="auto">
          <a:xfrm>
            <a:off x="7629525" y="2879725"/>
            <a:ext cx="2057400" cy="590550"/>
            <a:chOff x="3504" y="876"/>
            <a:chExt cx="1296" cy="372"/>
          </a:xfrm>
        </p:grpSpPr>
        <p:sp>
          <p:nvSpPr>
            <p:cNvPr id="45082" name="Line 19">
              <a:extLst>
                <a:ext uri="{FF2B5EF4-FFF2-40B4-BE49-F238E27FC236}">
                  <a16:creationId xmlns:a16="http://schemas.microsoft.com/office/drawing/2014/main" id="{9E63D631-3722-4443-A8E6-4F2C7AAF341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152" y="600"/>
              <a:ext cx="0" cy="1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83" name="Text Box 33">
              <a:extLst>
                <a:ext uri="{FF2B5EF4-FFF2-40B4-BE49-F238E27FC236}">
                  <a16:creationId xmlns:a16="http://schemas.microsoft.com/office/drawing/2014/main" id="{07FD7C97-205F-482D-B019-824FCB2E3C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2" y="876"/>
              <a:ext cx="2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 i="1"/>
                <a:t>F</a:t>
              </a:r>
            </a:p>
          </p:txBody>
        </p:sp>
      </p:grpSp>
      <p:grpSp>
        <p:nvGrpSpPr>
          <p:cNvPr id="15" name="Group 38">
            <a:extLst>
              <a:ext uri="{FF2B5EF4-FFF2-40B4-BE49-F238E27FC236}">
                <a16:creationId xmlns:a16="http://schemas.microsoft.com/office/drawing/2014/main" id="{20FEE8F6-3F3C-4441-A950-54EC71EA2851}"/>
              </a:ext>
            </a:extLst>
          </p:cNvPr>
          <p:cNvGrpSpPr>
            <a:grpSpLocks/>
          </p:cNvGrpSpPr>
          <p:nvPr/>
        </p:nvGrpSpPr>
        <p:grpSpPr bwMode="auto">
          <a:xfrm>
            <a:off x="6181725" y="3603624"/>
            <a:ext cx="1123950" cy="1524000"/>
            <a:chOff x="576" y="2784"/>
            <a:chExt cx="708" cy="960"/>
          </a:xfrm>
        </p:grpSpPr>
        <p:sp>
          <p:nvSpPr>
            <p:cNvPr id="45080" name="Line 16">
              <a:extLst>
                <a:ext uri="{FF2B5EF4-FFF2-40B4-BE49-F238E27FC236}">
                  <a16:creationId xmlns:a16="http://schemas.microsoft.com/office/drawing/2014/main" id="{01CB53FE-05B2-49F0-A570-CFFFE57EEC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6" y="2784"/>
              <a:ext cx="708" cy="9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81" name="Text Box 37">
              <a:extLst>
                <a:ext uri="{FF2B5EF4-FFF2-40B4-BE49-F238E27FC236}">
                  <a16:creationId xmlns:a16="http://schemas.microsoft.com/office/drawing/2014/main" id="{D9F42DCC-A5C7-4ED3-BBFC-8E1A162FBD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" y="3420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/>
                <a:t>v</a:t>
              </a:r>
              <a:endParaRPr lang="es-ES_tradnl" altLang="en-US" i="1"/>
            </a:p>
          </p:txBody>
        </p:sp>
      </p:grpSp>
      <p:grpSp>
        <p:nvGrpSpPr>
          <p:cNvPr id="16" name="Group 57">
            <a:extLst>
              <a:ext uri="{FF2B5EF4-FFF2-40B4-BE49-F238E27FC236}">
                <a16:creationId xmlns:a16="http://schemas.microsoft.com/office/drawing/2014/main" id="{2E83B346-59B8-4226-9F1A-3C07071F9DD6}"/>
              </a:ext>
            </a:extLst>
          </p:cNvPr>
          <p:cNvGrpSpPr>
            <a:grpSpLocks/>
          </p:cNvGrpSpPr>
          <p:nvPr/>
        </p:nvGrpSpPr>
        <p:grpSpPr bwMode="auto">
          <a:xfrm>
            <a:off x="7400926" y="879475"/>
            <a:ext cx="542925" cy="2438400"/>
            <a:chOff x="4368" y="432"/>
            <a:chExt cx="342" cy="1536"/>
          </a:xfrm>
        </p:grpSpPr>
        <p:sp>
          <p:nvSpPr>
            <p:cNvPr id="45078" name="Line 55">
              <a:extLst>
                <a:ext uri="{FF2B5EF4-FFF2-40B4-BE49-F238E27FC236}">
                  <a16:creationId xmlns:a16="http://schemas.microsoft.com/office/drawing/2014/main" id="{4C95D0A3-86D8-4975-92B5-BE38A462B8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432"/>
              <a:ext cx="0" cy="15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79" name="Text Box 56">
              <a:extLst>
                <a:ext uri="{FF2B5EF4-FFF2-40B4-BE49-F238E27FC236}">
                  <a16:creationId xmlns:a16="http://schemas.microsoft.com/office/drawing/2014/main" id="{12B24766-63A2-4E66-9645-108768879D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492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 i="1"/>
                <a:t>B</a:t>
              </a:r>
            </a:p>
          </p:txBody>
        </p:sp>
      </p:grpSp>
      <p:grpSp>
        <p:nvGrpSpPr>
          <p:cNvPr id="17" name="Group 65">
            <a:extLst>
              <a:ext uri="{FF2B5EF4-FFF2-40B4-BE49-F238E27FC236}">
                <a16:creationId xmlns:a16="http://schemas.microsoft.com/office/drawing/2014/main" id="{4DC13699-0636-4844-B7EC-EA3992FF0882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5410200"/>
            <a:ext cx="4267200" cy="1219200"/>
            <a:chOff x="2592" y="3552"/>
            <a:chExt cx="2688" cy="768"/>
          </a:xfrm>
        </p:grpSpPr>
        <p:sp>
          <p:nvSpPr>
            <p:cNvPr id="45073" name="Rectangle 64">
              <a:extLst>
                <a:ext uri="{FF2B5EF4-FFF2-40B4-BE49-F238E27FC236}">
                  <a16:creationId xmlns:a16="http://schemas.microsoft.com/office/drawing/2014/main" id="{6F568D4B-C329-46CD-ACDC-83F4F9532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552"/>
              <a:ext cx="2688" cy="768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grpSp>
          <p:nvGrpSpPr>
            <p:cNvPr id="45074" name="Group 62">
              <a:extLst>
                <a:ext uri="{FF2B5EF4-FFF2-40B4-BE49-F238E27FC236}">
                  <a16:creationId xmlns:a16="http://schemas.microsoft.com/office/drawing/2014/main" id="{562D971B-D598-4F5B-AC59-8C9DB4F72C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3648"/>
              <a:ext cx="246" cy="291"/>
              <a:chOff x="2774" y="3660"/>
              <a:chExt cx="246" cy="291"/>
            </a:xfrm>
          </p:grpSpPr>
          <p:sp>
            <p:nvSpPr>
              <p:cNvPr id="45076" name="Text Box 60">
                <a:extLst>
                  <a:ext uri="{FF2B5EF4-FFF2-40B4-BE49-F238E27FC236}">
                    <a16:creationId xmlns:a16="http://schemas.microsoft.com/office/drawing/2014/main" id="{51ECA0FD-0A4B-48BB-9F8D-01C540F49E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4" y="3660"/>
                <a:ext cx="24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s-ES_tradnl" altLang="en-US"/>
                  <a:t>B</a:t>
                </a:r>
                <a:endParaRPr lang="es-ES_tradnl" altLang="en-US" i="1"/>
              </a:p>
            </p:txBody>
          </p:sp>
          <p:sp>
            <p:nvSpPr>
              <p:cNvPr id="45077" name="Line 61">
                <a:extLst>
                  <a:ext uri="{FF2B5EF4-FFF2-40B4-BE49-F238E27FC236}">
                    <a16:creationId xmlns:a16="http://schemas.microsoft.com/office/drawing/2014/main" id="{1524865A-E592-4F60-B959-2A12B9ADA2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3732"/>
                <a:ext cx="14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5075" name="Text Box 63">
              <a:extLst>
                <a:ext uri="{FF2B5EF4-FFF2-40B4-BE49-F238E27FC236}">
                  <a16:creationId xmlns:a16="http://schemas.microsoft.com/office/drawing/2014/main" id="{3818CF07-83D5-46BD-9D39-1F1A90C6C7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3612"/>
              <a:ext cx="178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/>
                <a:t>está en la dirección</a:t>
              </a:r>
            </a:p>
            <a:p>
              <a:pPr eaLnBrk="1" hangingPunct="1"/>
              <a:r>
                <a:rPr lang="es-ES_tradnl" altLang="en-US"/>
                <a:t>de eje z positiva</a:t>
              </a:r>
            </a:p>
          </p:txBody>
        </p:sp>
      </p:grpSp>
      <p:grpSp>
        <p:nvGrpSpPr>
          <p:cNvPr id="19" name="Group 15">
            <a:extLst>
              <a:ext uri="{FF2B5EF4-FFF2-40B4-BE49-F238E27FC236}">
                <a16:creationId xmlns:a16="http://schemas.microsoft.com/office/drawing/2014/main" id="{4C98956F-714D-4B3C-9A69-10838B9D842B}"/>
              </a:ext>
            </a:extLst>
          </p:cNvPr>
          <p:cNvGrpSpPr>
            <a:grpSpLocks/>
          </p:cNvGrpSpPr>
          <p:nvPr/>
        </p:nvGrpSpPr>
        <p:grpSpPr bwMode="auto">
          <a:xfrm>
            <a:off x="7248526" y="-152400"/>
            <a:ext cx="339725" cy="3535363"/>
            <a:chOff x="3158" y="317"/>
            <a:chExt cx="214" cy="2227"/>
          </a:xfrm>
        </p:grpSpPr>
        <p:sp>
          <p:nvSpPr>
            <p:cNvPr id="45071" name="Line 13">
              <a:extLst>
                <a:ext uri="{FF2B5EF4-FFF2-40B4-BE49-F238E27FC236}">
                  <a16:creationId xmlns:a16="http://schemas.microsoft.com/office/drawing/2014/main" id="{91FDCAA7-AD73-440A-9233-768EAE2B7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624"/>
              <a:ext cx="0" cy="19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72" name="Rectangle 14">
              <a:extLst>
                <a:ext uri="{FF2B5EF4-FFF2-40B4-BE49-F238E27FC236}">
                  <a16:creationId xmlns:a16="http://schemas.microsoft.com/office/drawing/2014/main" id="{C300BF73-4C0A-448F-9270-1F4830603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8" y="317"/>
              <a:ext cx="21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/>
                <a:t>z</a:t>
              </a:r>
            </a:p>
          </p:txBody>
        </p:sp>
      </p:grpSp>
      <p:sp>
        <p:nvSpPr>
          <p:cNvPr id="45070" name="Text Box 68">
            <a:extLst>
              <a:ext uri="{FF2B5EF4-FFF2-40B4-BE49-F238E27FC236}">
                <a16:creationId xmlns:a16="http://schemas.microsoft.com/office/drawing/2014/main" id="{AF332D0B-24B4-4583-98E2-06646123B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26" y="-46038"/>
            <a:ext cx="18598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 b="1"/>
              <a:t>EJEMPLOS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  <p:bldP spid="6147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>
            <a:extLst>
              <a:ext uri="{FF2B5EF4-FFF2-40B4-BE49-F238E27FC236}">
                <a16:creationId xmlns:a16="http://schemas.microsoft.com/office/drawing/2014/main" id="{08DF13D0-B4E6-4B01-BAD7-6479F0502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228601"/>
            <a:ext cx="692689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>
                <a:solidFill>
                  <a:srgbClr val="993366"/>
                </a:solidFill>
              </a:rPr>
              <a:t>2.- Fuerza mínima y máxima sobre un electrón </a:t>
            </a:r>
          </a:p>
          <a:p>
            <a:pPr eaLnBrk="1" hangingPunct="1"/>
            <a:r>
              <a:rPr lang="es-ES_tradnl" altLang="en-US">
                <a:solidFill>
                  <a:srgbClr val="993366"/>
                </a:solidFill>
              </a:rPr>
              <a:t>     que ingresa a un campo magnético constante.</a:t>
            </a:r>
          </a:p>
        </p:txBody>
      </p:sp>
      <p:grpSp>
        <p:nvGrpSpPr>
          <p:cNvPr id="2" name="Group 39">
            <a:extLst>
              <a:ext uri="{FF2B5EF4-FFF2-40B4-BE49-F238E27FC236}">
                <a16:creationId xmlns:a16="http://schemas.microsoft.com/office/drawing/2014/main" id="{5007DDCE-4E3E-4068-90FD-13CE1A787687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1981200"/>
            <a:ext cx="3810000" cy="2057400"/>
            <a:chOff x="192" y="1248"/>
            <a:chExt cx="2400" cy="1296"/>
          </a:xfrm>
        </p:grpSpPr>
        <p:sp>
          <p:nvSpPr>
            <p:cNvPr id="16414" name="Rectangle 5">
              <a:extLst>
                <a:ext uri="{FF2B5EF4-FFF2-40B4-BE49-F238E27FC236}">
                  <a16:creationId xmlns:a16="http://schemas.microsoft.com/office/drawing/2014/main" id="{F93EAB3A-C8C9-4E1C-BB5D-0B3C150BD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248"/>
              <a:ext cx="2400" cy="12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16415" name="Text Box 3">
              <a:extLst>
                <a:ext uri="{FF2B5EF4-FFF2-40B4-BE49-F238E27FC236}">
                  <a16:creationId xmlns:a16="http://schemas.microsoft.com/office/drawing/2014/main" id="{347CE048-D2CF-49CF-B830-8CA615178C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" y="1308"/>
              <a:ext cx="1897" cy="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/>
                <a:t>Datos:</a:t>
              </a:r>
            </a:p>
            <a:p>
              <a:pPr eaLnBrk="1" hangingPunct="1"/>
              <a:r>
                <a:rPr lang="es-ES_tradnl" altLang="en-US"/>
                <a:t>Voltaje para acelerar</a:t>
              </a:r>
            </a:p>
            <a:p>
              <a:pPr eaLnBrk="1" hangingPunct="1"/>
              <a:r>
                <a:rPr lang="es-ES_tradnl" altLang="en-US"/>
                <a:t>la carga : 2400 V</a:t>
              </a:r>
            </a:p>
            <a:p>
              <a:pPr eaLnBrk="1" hangingPunct="1"/>
              <a:r>
                <a:rPr lang="es-ES_tradnl" altLang="en-US"/>
                <a:t>B = 1,7 T</a:t>
              </a:r>
            </a:p>
          </p:txBody>
        </p:sp>
      </p:grpSp>
      <p:grpSp>
        <p:nvGrpSpPr>
          <p:cNvPr id="3" name="Group 28">
            <a:extLst>
              <a:ext uri="{FF2B5EF4-FFF2-40B4-BE49-F238E27FC236}">
                <a16:creationId xmlns:a16="http://schemas.microsoft.com/office/drawing/2014/main" id="{27C7E736-C07E-4614-BFCC-38AD30251D31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4495800"/>
            <a:ext cx="2209800" cy="1905000"/>
            <a:chOff x="432" y="2592"/>
            <a:chExt cx="1392" cy="1200"/>
          </a:xfrm>
        </p:grpSpPr>
        <p:sp>
          <p:nvSpPr>
            <p:cNvPr id="16412" name="Rectangle 6">
              <a:extLst>
                <a:ext uri="{FF2B5EF4-FFF2-40B4-BE49-F238E27FC236}">
                  <a16:creationId xmlns:a16="http://schemas.microsoft.com/office/drawing/2014/main" id="{EE4DC67E-EC6A-452A-AFB8-232430A0B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592"/>
              <a:ext cx="1392" cy="1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16413" name="Text Box 4">
              <a:extLst>
                <a:ext uri="{FF2B5EF4-FFF2-40B4-BE49-F238E27FC236}">
                  <a16:creationId xmlns:a16="http://schemas.microsoft.com/office/drawing/2014/main" id="{37B7747C-8013-4E77-9B97-318D5C48BA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" y="2652"/>
              <a:ext cx="957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/>
                <a:t>Incógnita:</a:t>
              </a:r>
            </a:p>
            <a:p>
              <a:pPr eaLnBrk="1" hangingPunct="1"/>
              <a:r>
                <a:rPr lang="es-ES_tradnl" altLang="en-US"/>
                <a:t>F</a:t>
              </a:r>
              <a:r>
                <a:rPr lang="es-ES_tradnl" altLang="en-US" baseline="-25000"/>
                <a:t>max</a:t>
              </a:r>
              <a:r>
                <a:rPr lang="es-ES_tradnl" altLang="en-US"/>
                <a:t> = ?</a:t>
              </a:r>
            </a:p>
            <a:p>
              <a:pPr eaLnBrk="1" hangingPunct="1"/>
              <a:r>
                <a:rPr lang="es-ES_tradnl" altLang="en-US"/>
                <a:t>F</a:t>
              </a:r>
              <a:r>
                <a:rPr lang="es-ES_tradnl" altLang="en-US" baseline="-25000"/>
                <a:t>min</a:t>
              </a:r>
              <a:r>
                <a:rPr lang="es-ES_tradnl" altLang="en-US"/>
                <a:t> = ?</a:t>
              </a:r>
            </a:p>
          </p:txBody>
        </p:sp>
      </p:grpSp>
      <p:grpSp>
        <p:nvGrpSpPr>
          <p:cNvPr id="4" name="Group 34">
            <a:extLst>
              <a:ext uri="{FF2B5EF4-FFF2-40B4-BE49-F238E27FC236}">
                <a16:creationId xmlns:a16="http://schemas.microsoft.com/office/drawing/2014/main" id="{4E2926DA-D068-4114-A920-2F894C726E36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1390650"/>
            <a:ext cx="3810000" cy="2236788"/>
            <a:chOff x="3072" y="876"/>
            <a:chExt cx="2400" cy="1409"/>
          </a:xfrm>
        </p:grpSpPr>
        <p:sp>
          <p:nvSpPr>
            <p:cNvPr id="16398" name="Line 7">
              <a:extLst>
                <a:ext uri="{FF2B5EF4-FFF2-40B4-BE49-F238E27FC236}">
                  <a16:creationId xmlns:a16="http://schemas.microsoft.com/office/drawing/2014/main" id="{B882B38C-DEA8-46B6-9B77-2EC573D64E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1296"/>
              <a:ext cx="22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9" name="Line 8">
              <a:extLst>
                <a:ext uri="{FF2B5EF4-FFF2-40B4-BE49-F238E27FC236}">
                  <a16:creationId xmlns:a16="http://schemas.microsoft.com/office/drawing/2014/main" id="{C7D6ACD9-D6DB-4C25-B408-312DD365BB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536"/>
              <a:ext cx="22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0" name="Line 9">
              <a:extLst>
                <a:ext uri="{FF2B5EF4-FFF2-40B4-BE49-F238E27FC236}">
                  <a16:creationId xmlns:a16="http://schemas.microsoft.com/office/drawing/2014/main" id="{61BED8E1-2680-416B-B567-E5982AA9E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776"/>
              <a:ext cx="22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1" name="Line 10">
              <a:extLst>
                <a:ext uri="{FF2B5EF4-FFF2-40B4-BE49-F238E27FC236}">
                  <a16:creationId xmlns:a16="http://schemas.microsoft.com/office/drawing/2014/main" id="{5313829B-7057-4D14-B0EB-EF972C6360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016"/>
              <a:ext cx="22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2" name="Text Box 11">
              <a:extLst>
                <a:ext uri="{FF2B5EF4-FFF2-40B4-BE49-F238E27FC236}">
                  <a16:creationId xmlns:a16="http://schemas.microsoft.com/office/drawing/2014/main" id="{AFD458AB-A1B8-4518-BD38-6110F31156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6" y="876"/>
              <a:ext cx="25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 b="1"/>
                <a:t>B</a:t>
              </a:r>
              <a:endParaRPr lang="es-ES_tradnl" altLang="en-US"/>
            </a:p>
          </p:txBody>
        </p:sp>
        <p:grpSp>
          <p:nvGrpSpPr>
            <p:cNvPr id="16403" name="Group 21">
              <a:extLst>
                <a:ext uri="{FF2B5EF4-FFF2-40B4-BE49-F238E27FC236}">
                  <a16:creationId xmlns:a16="http://schemas.microsoft.com/office/drawing/2014/main" id="{202AB418-CB77-4DBA-AB8E-1951FB4A32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4" y="1536"/>
              <a:ext cx="540" cy="749"/>
              <a:chOff x="3744" y="2832"/>
              <a:chExt cx="540" cy="749"/>
            </a:xfrm>
          </p:grpSpPr>
          <p:grpSp>
            <p:nvGrpSpPr>
              <p:cNvPr id="16407" name="Group 14">
                <a:extLst>
                  <a:ext uri="{FF2B5EF4-FFF2-40B4-BE49-F238E27FC236}">
                    <a16:creationId xmlns:a16="http://schemas.microsoft.com/office/drawing/2014/main" id="{448710DC-7A35-4035-8D4C-80BC9C103C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4" y="3389"/>
                <a:ext cx="192" cy="192"/>
                <a:chOff x="3744" y="2592"/>
                <a:chExt cx="192" cy="192"/>
              </a:xfrm>
            </p:grpSpPr>
            <p:sp>
              <p:nvSpPr>
                <p:cNvPr id="16410" name="Oval 12">
                  <a:extLst>
                    <a:ext uri="{FF2B5EF4-FFF2-40B4-BE49-F238E27FC236}">
                      <a16:creationId xmlns:a16="http://schemas.microsoft.com/office/drawing/2014/main" id="{4BFE08EE-F1F0-439B-99BE-3CA33150D0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44" y="2592"/>
                  <a:ext cx="192" cy="192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s-CL" altLang="en-US"/>
                </a:p>
              </p:txBody>
            </p:sp>
            <p:sp>
              <p:nvSpPr>
                <p:cNvPr id="16411" name="Line 13">
                  <a:extLst>
                    <a:ext uri="{FF2B5EF4-FFF2-40B4-BE49-F238E27FC236}">
                      <a16:creationId xmlns:a16="http://schemas.microsoft.com/office/drawing/2014/main" id="{15FB1B6A-92D8-4F77-BFE8-1A938E4D17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92" y="2688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6408" name="Line 15">
                <a:extLst>
                  <a:ext uri="{FF2B5EF4-FFF2-40B4-BE49-F238E27FC236}">
                    <a16:creationId xmlns:a16="http://schemas.microsoft.com/office/drawing/2014/main" id="{96A784A7-997E-47C0-8CF8-9A7C1E0096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00" y="3053"/>
                <a:ext cx="384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09" name="Text Box 16">
                <a:extLst>
                  <a:ext uri="{FF2B5EF4-FFF2-40B4-BE49-F238E27FC236}">
                    <a16:creationId xmlns:a16="http://schemas.microsoft.com/office/drawing/2014/main" id="{69538B88-59F6-47E1-B033-4A2CF0CB21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2" y="2832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s-ES_tradnl" altLang="en-US"/>
                  <a:t>v</a:t>
                </a:r>
                <a:endParaRPr lang="es-ES_tradnl" altLang="en-US" i="1"/>
              </a:p>
            </p:txBody>
          </p:sp>
        </p:grpSp>
        <p:sp>
          <p:nvSpPr>
            <p:cNvPr id="16404" name="Line 18">
              <a:extLst>
                <a:ext uri="{FF2B5EF4-FFF2-40B4-BE49-F238E27FC236}">
                  <a16:creationId xmlns:a16="http://schemas.microsoft.com/office/drawing/2014/main" id="{1DA8A1A9-3C12-4B86-81E8-79B2BD517F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208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5" name="Arc 19">
              <a:extLst>
                <a:ext uri="{FF2B5EF4-FFF2-40B4-BE49-F238E27FC236}">
                  <a16:creationId xmlns:a16="http://schemas.microsoft.com/office/drawing/2014/main" id="{663FA14F-0810-4F5D-B618-BEE0AA46F0CE}"/>
                </a:ext>
              </a:extLst>
            </p:cNvPr>
            <p:cNvSpPr>
              <a:spLocks/>
            </p:cNvSpPr>
            <p:nvPr/>
          </p:nvSpPr>
          <p:spPr bwMode="auto">
            <a:xfrm rot="10800000" flipH="1" flipV="1">
              <a:off x="4032" y="2016"/>
              <a:ext cx="144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16406" name="Text Box 20">
              <a:extLst>
                <a:ext uri="{FF2B5EF4-FFF2-40B4-BE49-F238E27FC236}">
                  <a16:creationId xmlns:a16="http://schemas.microsoft.com/office/drawing/2014/main" id="{CB09C1C6-6F47-4799-990D-46B003C95F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879"/>
              <a:ext cx="21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 b="1" i="1">
                  <a:latin typeface="Symbol" panose="05050102010706020507" pitchFamily="18" charset="2"/>
                </a:rPr>
                <a:t>q</a:t>
              </a:r>
              <a:endParaRPr lang="es-ES_tradnl" altLang="en-US" i="1">
                <a:latin typeface="Symbol" panose="05050102010706020507" pitchFamily="18" charset="2"/>
              </a:endParaRPr>
            </a:p>
          </p:txBody>
        </p:sp>
      </p:grpSp>
      <p:grpSp>
        <p:nvGrpSpPr>
          <p:cNvPr id="7" name="Group 38">
            <a:extLst>
              <a:ext uri="{FF2B5EF4-FFF2-40B4-BE49-F238E27FC236}">
                <a16:creationId xmlns:a16="http://schemas.microsoft.com/office/drawing/2014/main" id="{BEF5157E-0BE6-4AFA-98D4-07C474C0BC8F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4267200"/>
            <a:ext cx="5257800" cy="2514600"/>
            <a:chOff x="2256" y="2496"/>
            <a:chExt cx="3312" cy="1584"/>
          </a:xfrm>
        </p:grpSpPr>
        <p:sp>
          <p:nvSpPr>
            <p:cNvPr id="16392" name="Rectangle 37">
              <a:extLst>
                <a:ext uri="{FF2B5EF4-FFF2-40B4-BE49-F238E27FC236}">
                  <a16:creationId xmlns:a16="http://schemas.microsoft.com/office/drawing/2014/main" id="{A9652B6E-4D75-4DB1-BF18-0E20AFB00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496"/>
              <a:ext cx="3312" cy="1584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grpSp>
          <p:nvGrpSpPr>
            <p:cNvPr id="16393" name="Group 36">
              <a:extLst>
                <a:ext uri="{FF2B5EF4-FFF2-40B4-BE49-F238E27FC236}">
                  <a16:creationId xmlns:a16="http://schemas.microsoft.com/office/drawing/2014/main" id="{28EACF4D-65AF-406A-9747-7CE3C580ED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2496"/>
              <a:ext cx="2807" cy="1498"/>
              <a:chOff x="2448" y="2496"/>
              <a:chExt cx="2807" cy="1498"/>
            </a:xfrm>
          </p:grpSpPr>
          <p:sp>
            <p:nvSpPr>
              <p:cNvPr id="16394" name="Text Box 22">
                <a:extLst>
                  <a:ext uri="{FF2B5EF4-FFF2-40B4-BE49-F238E27FC236}">
                    <a16:creationId xmlns:a16="http://schemas.microsoft.com/office/drawing/2014/main" id="{A7A894EA-25F0-47F6-A7BB-22D85A9CE0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2496"/>
                <a:ext cx="182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s-ES_tradnl" altLang="en-US"/>
                  <a:t>F</a:t>
                </a:r>
                <a:r>
                  <a:rPr lang="es-ES_tradnl" altLang="en-US" baseline="-25000"/>
                  <a:t>min</a:t>
                </a:r>
                <a:r>
                  <a:rPr lang="es-ES_tradnl" altLang="en-US"/>
                  <a:t> = 0    para </a:t>
                </a:r>
                <a:r>
                  <a:rPr lang="es-ES_tradnl" altLang="en-US">
                    <a:latin typeface="Symbol" panose="05050102010706020507" pitchFamily="18" charset="2"/>
                  </a:rPr>
                  <a:t>q = 0</a:t>
                </a:r>
                <a:endParaRPr lang="es-ES_tradnl" altLang="en-US"/>
              </a:p>
            </p:txBody>
          </p:sp>
          <p:sp>
            <p:nvSpPr>
              <p:cNvPr id="16395" name="Text Box 23">
                <a:extLst>
                  <a:ext uri="{FF2B5EF4-FFF2-40B4-BE49-F238E27FC236}">
                    <a16:creationId xmlns:a16="http://schemas.microsoft.com/office/drawing/2014/main" id="{DBE327BD-423D-403E-9D49-90BA617D2B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3156"/>
                <a:ext cx="69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s-ES_tradnl" altLang="en-US"/>
                  <a:t>F</a:t>
                </a:r>
                <a:r>
                  <a:rPr lang="es-ES_tradnl" altLang="en-US" baseline="-25000"/>
                  <a:t>max</a:t>
                </a:r>
                <a:r>
                  <a:rPr lang="es-ES_tradnl" altLang="en-US"/>
                  <a:t> = </a:t>
                </a:r>
              </a:p>
            </p:txBody>
          </p:sp>
          <p:sp>
            <p:nvSpPr>
              <p:cNvPr id="16396" name="Text Box 26">
                <a:extLst>
                  <a:ext uri="{FF2B5EF4-FFF2-40B4-BE49-F238E27FC236}">
                    <a16:creationId xmlns:a16="http://schemas.microsoft.com/office/drawing/2014/main" id="{AFB403E8-B489-4CED-BA80-31FA2C7325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3108"/>
                <a:ext cx="117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s-ES_tradnl" altLang="en-US" i="1"/>
                  <a:t>= </a:t>
                </a:r>
                <a:r>
                  <a:rPr lang="es-ES_tradnl" altLang="en-US"/>
                  <a:t>8 x 10</a:t>
                </a:r>
                <a:r>
                  <a:rPr lang="es-ES_tradnl" altLang="en-US" baseline="30000"/>
                  <a:t>-12 </a:t>
                </a:r>
                <a:r>
                  <a:rPr lang="es-ES_tradnl" altLang="en-US"/>
                  <a:t>N</a:t>
                </a:r>
                <a:endParaRPr lang="es-ES_tradnl" altLang="en-US" i="1"/>
              </a:p>
            </p:txBody>
          </p:sp>
          <p:sp>
            <p:nvSpPr>
              <p:cNvPr id="16397" name="Text Box 30">
                <a:extLst>
                  <a:ext uri="{FF2B5EF4-FFF2-40B4-BE49-F238E27FC236}">
                    <a16:creationId xmlns:a16="http://schemas.microsoft.com/office/drawing/2014/main" id="{44DA2ED4-B155-408C-A4B5-D47A24AF0B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46" y="3703"/>
                <a:ext cx="117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s-ES_tradnl" altLang="en-US"/>
                  <a:t>Para </a:t>
                </a:r>
                <a:r>
                  <a:rPr lang="es-ES_tradnl" altLang="en-US">
                    <a:latin typeface="Symbol" panose="05050102010706020507" pitchFamily="18" charset="2"/>
                  </a:rPr>
                  <a:t>q = </a:t>
                </a:r>
                <a:r>
                  <a:rPr lang="es-ES_tradnl" altLang="en-US"/>
                  <a:t>90</a:t>
                </a:r>
                <a:r>
                  <a:rPr lang="es-ES_tradnl" altLang="en-US" baseline="30000"/>
                  <a:t>o</a:t>
                </a:r>
                <a:endParaRPr lang="es-ES_tradnl" altLang="en-US"/>
              </a:p>
            </p:txBody>
          </p:sp>
          <p:graphicFrame>
            <p:nvGraphicFramePr>
              <p:cNvPr id="16386" name="Object 35">
                <a:extLst>
                  <a:ext uri="{FF2B5EF4-FFF2-40B4-BE49-F238E27FC236}">
                    <a16:creationId xmlns:a16="http://schemas.microsoft.com/office/drawing/2014/main" id="{2C95D06C-C6F8-4C86-B90D-D3C9E600176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68" y="2940"/>
              <a:ext cx="1008" cy="7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8" name="Ecuación" r:id="rId4" imgW="609480" imgH="444240" progId="Equation.3">
                      <p:embed/>
                    </p:oleObj>
                  </mc:Choice>
                  <mc:Fallback>
                    <p:oleObj name="Ecuación" r:id="rId4" imgW="609480" imgH="444240" progId="Equation.3">
                      <p:embed/>
                      <p:pic>
                        <p:nvPicPr>
                          <p:cNvPr id="16386" name="Object 35">
                            <a:extLst>
                              <a:ext uri="{FF2B5EF4-FFF2-40B4-BE49-F238E27FC236}">
                                <a16:creationId xmlns:a16="http://schemas.microsoft.com/office/drawing/2014/main" id="{2C95D06C-C6F8-4C86-B90D-D3C9E600176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8" y="2940"/>
                            <a:ext cx="1008" cy="7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ext Box 2">
            <a:extLst>
              <a:ext uri="{FF2B5EF4-FFF2-40B4-BE49-F238E27FC236}">
                <a16:creationId xmlns:a16="http://schemas.microsoft.com/office/drawing/2014/main" id="{95C31A51-088B-4758-8D98-9730ECA0C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04813"/>
            <a:ext cx="861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_tradnl" altLang="en-US" sz="2800">
                <a:latin typeface="Times New Roman" panose="02020603050405020304" pitchFamily="18" charset="0"/>
              </a:rPr>
              <a:t>Calcule el producto vectorial entre los vectores unitarios</a:t>
            </a:r>
            <a:endParaRPr lang="es-ES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17410" name="Object 3">
            <a:extLst>
              <a:ext uri="{FF2B5EF4-FFF2-40B4-BE49-F238E27FC236}">
                <a16:creationId xmlns:a16="http://schemas.microsoft.com/office/drawing/2014/main" id="{D4CA91FA-6395-4C54-BB18-2924B29DB5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7226" y="1162050"/>
          <a:ext cx="8740775" cy="501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3" imgW="3365280" imgH="1930320" progId="Equation.DSMT4">
                  <p:embed/>
                </p:oleObj>
              </mc:Choice>
              <mc:Fallback>
                <p:oleObj name="Equation" r:id="rId3" imgW="3365280" imgH="1930320" progId="Equation.DSMT4">
                  <p:embed/>
                  <p:pic>
                    <p:nvPicPr>
                      <p:cNvPr id="17410" name="Object 3">
                        <a:extLst>
                          <a:ext uri="{FF2B5EF4-FFF2-40B4-BE49-F238E27FC236}">
                            <a16:creationId xmlns:a16="http://schemas.microsoft.com/office/drawing/2014/main" id="{D4CA91FA-6395-4C54-BB18-2924B29DB5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7226" y="1162050"/>
                        <a:ext cx="8740775" cy="501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6">
            <a:extLst>
              <a:ext uri="{FF2B5EF4-FFF2-40B4-BE49-F238E27FC236}">
                <a16:creationId xmlns:a16="http://schemas.microsoft.com/office/drawing/2014/main" id="{02202EA0-99E9-4277-BB88-D8F6AFC7F1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3701" y="1577976"/>
          <a:ext cx="8785225" cy="492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" name="Equation" r:id="rId3" imgW="3124080" imgH="1752480" progId="Equation.DSMT4">
                  <p:embed/>
                </p:oleObj>
              </mc:Choice>
              <mc:Fallback>
                <p:oleObj name="Equation" r:id="rId3" imgW="3124080" imgH="1752480" progId="Equation.DSMT4">
                  <p:embed/>
                  <p:pic>
                    <p:nvPicPr>
                      <p:cNvPr id="18434" name="Object 6">
                        <a:extLst>
                          <a:ext uri="{FF2B5EF4-FFF2-40B4-BE49-F238E27FC236}">
                            <a16:creationId xmlns:a16="http://schemas.microsoft.com/office/drawing/2014/main" id="{02202EA0-99E9-4277-BB88-D8F6AFC7F1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701" y="1577976"/>
                        <a:ext cx="8785225" cy="492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Text Box 7">
            <a:extLst>
              <a:ext uri="{FF2B5EF4-FFF2-40B4-BE49-F238E27FC236}">
                <a16:creationId xmlns:a16="http://schemas.microsoft.com/office/drawing/2014/main" id="{810224A6-3765-4E48-AAA3-2DAD9ED80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52401"/>
            <a:ext cx="845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_tradnl" altLang="en-US" sz="2800">
                <a:latin typeface="Times New Roman" panose="02020603050405020304" pitchFamily="18" charset="0"/>
              </a:rPr>
              <a:t>Calcule el producto vectorial entre los vectores      y </a:t>
            </a:r>
            <a:endParaRPr lang="es-ES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18435" name="Object 8">
            <a:extLst>
              <a:ext uri="{FF2B5EF4-FFF2-40B4-BE49-F238E27FC236}">
                <a16:creationId xmlns:a16="http://schemas.microsoft.com/office/drawing/2014/main" id="{81C1C260-6C36-4172-91F6-FAACFBECB7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78851" y="115888"/>
          <a:ext cx="3968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" name="Equation" r:id="rId5" imgW="126720" imgH="164880" progId="Equation.DSMT4">
                  <p:embed/>
                </p:oleObj>
              </mc:Choice>
              <mc:Fallback>
                <p:oleObj name="Equation" r:id="rId5" imgW="126720" imgH="164880" progId="Equation.DSMT4">
                  <p:embed/>
                  <p:pic>
                    <p:nvPicPr>
                      <p:cNvPr id="18435" name="Object 8">
                        <a:extLst>
                          <a:ext uri="{FF2B5EF4-FFF2-40B4-BE49-F238E27FC236}">
                            <a16:creationId xmlns:a16="http://schemas.microsoft.com/office/drawing/2014/main" id="{81C1C260-6C36-4172-91F6-FAACFBECB7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8851" y="115888"/>
                        <a:ext cx="39687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9">
            <a:extLst>
              <a:ext uri="{FF2B5EF4-FFF2-40B4-BE49-F238E27FC236}">
                <a16:creationId xmlns:a16="http://schemas.microsoft.com/office/drawing/2014/main" id="{86407C4F-BB93-45ED-B332-7732C48638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91626" y="115889"/>
          <a:ext cx="455613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Equation" r:id="rId7" imgW="152280" imgH="203040" progId="Equation.DSMT4">
                  <p:embed/>
                </p:oleObj>
              </mc:Choice>
              <mc:Fallback>
                <p:oleObj name="Equation" r:id="rId7" imgW="152280" imgH="203040" progId="Equation.DSMT4">
                  <p:embed/>
                  <p:pic>
                    <p:nvPicPr>
                      <p:cNvPr id="18436" name="Object 9">
                        <a:extLst>
                          <a:ext uri="{FF2B5EF4-FFF2-40B4-BE49-F238E27FC236}">
                            <a16:creationId xmlns:a16="http://schemas.microsoft.com/office/drawing/2014/main" id="{86407C4F-BB93-45ED-B332-7732C48638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1626" y="115889"/>
                        <a:ext cx="455613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3">
            <a:extLst>
              <a:ext uri="{FF2B5EF4-FFF2-40B4-BE49-F238E27FC236}">
                <a16:creationId xmlns:a16="http://schemas.microsoft.com/office/drawing/2014/main" id="{F30BB849-1ECF-499C-B927-3F62C510D0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51001" y="641351"/>
          <a:ext cx="889317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name="Equation" r:id="rId9" imgW="2755800" imgH="266400" progId="Equation.DSMT4">
                  <p:embed/>
                </p:oleObj>
              </mc:Choice>
              <mc:Fallback>
                <p:oleObj name="Equation" r:id="rId9" imgW="2755800" imgH="266400" progId="Equation.DSMT4">
                  <p:embed/>
                  <p:pic>
                    <p:nvPicPr>
                      <p:cNvPr id="18437" name="Object 3">
                        <a:extLst>
                          <a:ext uri="{FF2B5EF4-FFF2-40B4-BE49-F238E27FC236}">
                            <a16:creationId xmlns:a16="http://schemas.microsoft.com/office/drawing/2014/main" id="{F30BB849-1ECF-499C-B927-3F62C510D0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1" y="641351"/>
                        <a:ext cx="8893175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 Box 2">
            <a:extLst>
              <a:ext uri="{FF2B5EF4-FFF2-40B4-BE49-F238E27FC236}">
                <a16:creationId xmlns:a16="http://schemas.microsoft.com/office/drawing/2014/main" id="{B4ECB533-9498-4FCE-964E-825FCD215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15889"/>
            <a:ext cx="8534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_tradnl" altLang="en-US" sz="3200">
                <a:latin typeface="Times New Roman" panose="02020603050405020304" pitchFamily="18" charset="0"/>
              </a:rPr>
              <a:t>Otra forma de evaluar el producto vectorial es:</a:t>
            </a:r>
            <a:endParaRPr lang="es-ES" altLang="en-US" sz="3200">
              <a:latin typeface="Times New Roman" panose="02020603050405020304" pitchFamily="18" charset="0"/>
            </a:endParaRPr>
          </a:p>
        </p:txBody>
      </p:sp>
      <p:graphicFrame>
        <p:nvGraphicFramePr>
          <p:cNvPr id="19458" name="Object 4">
            <a:extLst>
              <a:ext uri="{FF2B5EF4-FFF2-40B4-BE49-F238E27FC236}">
                <a16:creationId xmlns:a16="http://schemas.microsoft.com/office/drawing/2014/main" id="{395E614F-18B9-45A7-AE01-B488B4D2D7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3388" y="890589"/>
          <a:ext cx="8208962" cy="565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Equation" r:id="rId3" imgW="2692080" imgH="1854000" progId="Equation.DSMT4">
                  <p:embed/>
                </p:oleObj>
              </mc:Choice>
              <mc:Fallback>
                <p:oleObj name="Equation" r:id="rId3" imgW="2692080" imgH="1854000" progId="Equation.DSMT4">
                  <p:embed/>
                  <p:pic>
                    <p:nvPicPr>
                      <p:cNvPr id="19458" name="Object 4">
                        <a:extLst>
                          <a:ext uri="{FF2B5EF4-FFF2-40B4-BE49-F238E27FC236}">
                            <a16:creationId xmlns:a16="http://schemas.microsoft.com/office/drawing/2014/main" id="{395E614F-18B9-45A7-AE01-B488B4D2D7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890589"/>
                        <a:ext cx="8208962" cy="565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79F7607-A4C5-475E-A58A-E1E16C511899}"/>
              </a:ext>
            </a:extLst>
          </p:cNvPr>
          <p:cNvSpPr>
            <a:spLocks/>
          </p:cNvSpPr>
          <p:nvPr/>
        </p:nvSpPr>
        <p:spPr bwMode="auto">
          <a:xfrm>
            <a:off x="2673350" y="260350"/>
            <a:ext cx="7526338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MX" altLang="en-US" sz="3800" b="1">
                <a:solidFill>
                  <a:srgbClr val="990033"/>
                </a:solidFill>
                <a:latin typeface="Trebuchet MS" panose="020B0603020202020204" pitchFamily="34" charset="0"/>
              </a:rPr>
              <a:t>FUERZA EJERCIDA POR UN CAMPO MAGNÉTICO</a:t>
            </a:r>
            <a:endParaRPr lang="es-ES" altLang="en-US" sz="3800" b="1">
              <a:solidFill>
                <a:srgbClr val="990033"/>
              </a:solidFill>
              <a:latin typeface="Trebuchet MS" panose="020B0603020202020204" pitchFamily="34" charset="0"/>
            </a:endParaRPr>
          </a:p>
        </p:txBody>
      </p:sp>
      <p:sp>
        <p:nvSpPr>
          <p:cNvPr id="14339" name="2 Marcador de contenido">
            <a:extLst>
              <a:ext uri="{FF2B5EF4-FFF2-40B4-BE49-F238E27FC236}">
                <a16:creationId xmlns:a16="http://schemas.microsoft.com/office/drawing/2014/main" id="{1BCAE58E-24DD-4670-B74B-8315859F4AFB}"/>
              </a:ext>
            </a:extLst>
          </p:cNvPr>
          <p:cNvSpPr txBox="1">
            <a:spLocks/>
          </p:cNvSpPr>
          <p:nvPr/>
        </p:nvSpPr>
        <p:spPr bwMode="auto">
          <a:xfrm>
            <a:off x="1703388" y="1700214"/>
            <a:ext cx="7561262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Arial" panose="020B0604020202020204" pitchFamily="34" charset="0"/>
              <a:buChar char="•"/>
            </a:pPr>
            <a:r>
              <a:rPr lang="es-ES" altLang="en-US" sz="2600" b="1" dirty="0">
                <a:latin typeface="Trebuchet MS" panose="020B0603020202020204" pitchFamily="34" charset="0"/>
              </a:rPr>
              <a:t>Ejercicio</a:t>
            </a:r>
            <a:r>
              <a:rPr lang="es-ES" altLang="en-US" sz="2400" dirty="0"/>
              <a:t> </a:t>
            </a:r>
          </a:p>
          <a:p>
            <a:pPr lvl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ES" altLang="en-US" sz="2400" dirty="0"/>
              <a:t>El campo magnético en un punto de la superficie de la Tierra tiene un valor de 0.6 G y está dirigido hacia abajo y hacia el norte, formando un ángulo de 70° aproximadamente con la horizontal. Un protón de carga </a:t>
            </a:r>
            <a:r>
              <a:rPr lang="es-ES" altLang="en-US" sz="2400" dirty="0">
                <a:latin typeface="Comic Sans MS" panose="030F0702030302020204" pitchFamily="66" charset="0"/>
              </a:rPr>
              <a:t>q = 1.6 x 10    C</a:t>
            </a:r>
            <a:r>
              <a:rPr lang="es-ES" altLang="en-US" sz="2400" dirty="0"/>
              <a:t> se mueve horizontalmente en dirección norte con velocidad </a:t>
            </a:r>
            <a:r>
              <a:rPr lang="es-ES" altLang="en-US" sz="2400" dirty="0">
                <a:latin typeface="Comic Sans MS" panose="030F0702030302020204" pitchFamily="66" charset="0"/>
              </a:rPr>
              <a:t>v = 10  m/s</a:t>
            </a:r>
            <a:r>
              <a:rPr lang="es-ES" altLang="en-US" sz="2400" dirty="0"/>
              <a:t>. Calcular la fuerza magnética sobre el protón (a) utilizando              </a:t>
            </a:r>
            <a:r>
              <a:rPr lang="es-ES" altLang="en-US" sz="2400" dirty="0">
                <a:latin typeface="Comic Sans MS" panose="030F0702030302020204" pitchFamily="66" charset="0"/>
              </a:rPr>
              <a:t>F = </a:t>
            </a:r>
            <a:r>
              <a:rPr lang="es-ES" altLang="en-US" sz="2400" dirty="0" err="1">
                <a:latin typeface="Comic Sans MS" panose="030F0702030302020204" pitchFamily="66" charset="0"/>
              </a:rPr>
              <a:t>qvB</a:t>
            </a:r>
            <a:r>
              <a:rPr lang="es-ES" altLang="en-US" sz="2400" dirty="0">
                <a:latin typeface="Comic Sans MS" panose="030F0702030302020204" pitchFamily="66" charset="0"/>
              </a:rPr>
              <a:t> </a:t>
            </a:r>
            <a:r>
              <a:rPr lang="es-ES" altLang="en-US" sz="2400" dirty="0" err="1">
                <a:latin typeface="Comic Sans MS" panose="030F0702030302020204" pitchFamily="66" charset="0"/>
              </a:rPr>
              <a:t>sen</a:t>
            </a:r>
            <a:r>
              <a:rPr lang="es-ES" altLang="en-US" sz="2400" dirty="0" err="1">
                <a:latin typeface="Symbol" panose="05050102010706020507" pitchFamily="18" charset="2"/>
              </a:rPr>
              <a:t>q</a:t>
            </a:r>
            <a:r>
              <a:rPr lang="es-ES" altLang="en-US" sz="2400" dirty="0"/>
              <a:t> y (b) expresando </a:t>
            </a:r>
            <a:r>
              <a:rPr lang="es-ES" altLang="en-US" sz="2400" b="1" dirty="0">
                <a:latin typeface="Comic Sans MS" panose="030F0702030302020204" pitchFamily="66" charset="0"/>
              </a:rPr>
              <a:t>v</a:t>
            </a:r>
            <a:r>
              <a:rPr lang="es-ES" altLang="en-US" sz="2400" dirty="0"/>
              <a:t> y </a:t>
            </a:r>
            <a:r>
              <a:rPr lang="es-ES" altLang="en-US" sz="2400" b="1" dirty="0">
                <a:latin typeface="Comic Sans MS" panose="030F0702030302020204" pitchFamily="66" charset="0"/>
              </a:rPr>
              <a:t>B</a:t>
            </a:r>
            <a:r>
              <a:rPr lang="es-ES" altLang="en-US" sz="2400" dirty="0"/>
              <a:t> en función de los vectores </a:t>
            </a:r>
            <a:r>
              <a:rPr lang="es-ES" altLang="en-US" sz="2400" b="1" dirty="0">
                <a:latin typeface="Comic Sans MS" panose="030F0702030302020204" pitchFamily="66" charset="0"/>
              </a:rPr>
              <a:t>i, j </a:t>
            </a:r>
            <a:r>
              <a:rPr lang="es-ES" altLang="en-US" sz="2400" dirty="0">
                <a:latin typeface="Arial Unicode MS" pitchFamily="34" charset="-128"/>
              </a:rPr>
              <a:t>y</a:t>
            </a:r>
            <a:r>
              <a:rPr lang="es-ES" altLang="en-US" sz="2400" b="1" dirty="0">
                <a:latin typeface="Comic Sans MS" panose="030F0702030302020204" pitchFamily="66" charset="0"/>
              </a:rPr>
              <a:t> k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Arial" panose="020B0604020202020204" pitchFamily="34" charset="0"/>
              <a:buChar char="•"/>
            </a:pPr>
            <a:endParaRPr lang="es-ES" altLang="en-US" sz="2400" dirty="0"/>
          </a:p>
          <a:p>
            <a:pPr lvl="1">
              <a:spcBef>
                <a:spcPts val="500"/>
              </a:spcBef>
              <a:buClr>
                <a:srgbClr val="F9B639"/>
              </a:buClr>
              <a:buSzPct val="80000"/>
            </a:pPr>
            <a:endParaRPr lang="es-MX" altLang="en-US" sz="2200" dirty="0">
              <a:latin typeface="Trebuchet MS" panose="020B0603020202020204" pitchFamily="34" charset="0"/>
            </a:endParaRPr>
          </a:p>
        </p:txBody>
      </p:sp>
      <p:sp>
        <p:nvSpPr>
          <p:cNvPr id="14340" name="Text Box 10">
            <a:extLst>
              <a:ext uri="{FF2B5EF4-FFF2-40B4-BE49-F238E27FC236}">
                <a16:creationId xmlns:a16="http://schemas.microsoft.com/office/drawing/2014/main" id="{28F9CA91-3AB4-4A48-B4A6-A8F92E87A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9" y="3573463"/>
            <a:ext cx="9350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/>
              <a:t>-19</a:t>
            </a:r>
          </a:p>
        </p:txBody>
      </p:sp>
      <p:sp>
        <p:nvSpPr>
          <p:cNvPr id="14341" name="Rectangle 11">
            <a:extLst>
              <a:ext uri="{FF2B5EF4-FFF2-40B4-BE49-F238E27FC236}">
                <a16:creationId xmlns:a16="http://schemas.microsoft.com/office/drawing/2014/main" id="{77505656-B695-4F99-BE99-C514969DF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4357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altLang="en-US"/>
              <a:t>7</a:t>
            </a:r>
          </a:p>
        </p:txBody>
      </p:sp>
      <p:sp>
        <p:nvSpPr>
          <p:cNvPr id="14342" name="Line 29">
            <a:extLst>
              <a:ext uri="{FF2B5EF4-FFF2-40B4-BE49-F238E27FC236}">
                <a16:creationId xmlns:a16="http://schemas.microsoft.com/office/drawing/2014/main" id="{009B1F94-EA1E-46C1-8B0C-880B02D5B08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5501" y="5157788"/>
            <a:ext cx="288925" cy="0"/>
          </a:xfrm>
          <a:prstGeom prst="line">
            <a:avLst/>
          </a:prstGeom>
          <a:noFill/>
          <a:ln w="9525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3" name="Line 29">
            <a:extLst>
              <a:ext uri="{FF2B5EF4-FFF2-40B4-BE49-F238E27FC236}">
                <a16:creationId xmlns:a16="http://schemas.microsoft.com/office/drawing/2014/main" id="{29692E5F-F6B2-4627-B2C4-581BAD368683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3701" y="5157788"/>
            <a:ext cx="288925" cy="0"/>
          </a:xfrm>
          <a:prstGeom prst="line">
            <a:avLst/>
          </a:prstGeom>
          <a:noFill/>
          <a:ln w="9525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344" name="Group 13">
            <a:extLst>
              <a:ext uri="{FF2B5EF4-FFF2-40B4-BE49-F238E27FC236}">
                <a16:creationId xmlns:a16="http://schemas.microsoft.com/office/drawing/2014/main" id="{A84DF88F-DDF0-4C1D-A28A-0545447F4F89}"/>
              </a:ext>
            </a:extLst>
          </p:cNvPr>
          <p:cNvGrpSpPr>
            <a:grpSpLocks/>
          </p:cNvGrpSpPr>
          <p:nvPr/>
        </p:nvGrpSpPr>
        <p:grpSpPr bwMode="auto">
          <a:xfrm>
            <a:off x="5591176" y="5445125"/>
            <a:ext cx="144463" cy="71438"/>
            <a:chOff x="1020" y="3929"/>
            <a:chExt cx="91" cy="91"/>
          </a:xfrm>
        </p:grpSpPr>
        <p:sp>
          <p:nvSpPr>
            <p:cNvPr id="14351" name="Line 14">
              <a:extLst>
                <a:ext uri="{FF2B5EF4-FFF2-40B4-BE49-F238E27FC236}">
                  <a16:creationId xmlns:a16="http://schemas.microsoft.com/office/drawing/2014/main" id="{FF4FA378-361E-4C55-932E-9243D1776B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0" y="3929"/>
              <a:ext cx="46" cy="91"/>
            </a:xfrm>
            <a:prstGeom prst="line">
              <a:avLst/>
            </a:prstGeom>
            <a:noFill/>
            <a:ln w="12700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Line 15">
              <a:extLst>
                <a:ext uri="{FF2B5EF4-FFF2-40B4-BE49-F238E27FC236}">
                  <a16:creationId xmlns:a16="http://schemas.microsoft.com/office/drawing/2014/main" id="{721758E4-A008-4655-9645-CBAF62D66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3929"/>
              <a:ext cx="45" cy="91"/>
            </a:xfrm>
            <a:prstGeom prst="line">
              <a:avLst/>
            </a:prstGeom>
            <a:noFill/>
            <a:ln w="28575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5" name="Group 13">
            <a:extLst>
              <a:ext uri="{FF2B5EF4-FFF2-40B4-BE49-F238E27FC236}">
                <a16:creationId xmlns:a16="http://schemas.microsoft.com/office/drawing/2014/main" id="{16D5F70A-2728-44E5-BA82-F86715094763}"/>
              </a:ext>
            </a:extLst>
          </p:cNvPr>
          <p:cNvGrpSpPr>
            <a:grpSpLocks/>
          </p:cNvGrpSpPr>
          <p:nvPr/>
        </p:nvGrpSpPr>
        <p:grpSpPr bwMode="auto">
          <a:xfrm>
            <a:off x="5087938" y="5445125"/>
            <a:ext cx="144462" cy="71438"/>
            <a:chOff x="1020" y="3929"/>
            <a:chExt cx="91" cy="91"/>
          </a:xfrm>
        </p:grpSpPr>
        <p:sp>
          <p:nvSpPr>
            <p:cNvPr id="14349" name="Line 14">
              <a:extLst>
                <a:ext uri="{FF2B5EF4-FFF2-40B4-BE49-F238E27FC236}">
                  <a16:creationId xmlns:a16="http://schemas.microsoft.com/office/drawing/2014/main" id="{22DB6C6B-3279-4C4A-B4B2-A331069CA4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0" y="3929"/>
              <a:ext cx="46" cy="91"/>
            </a:xfrm>
            <a:prstGeom prst="line">
              <a:avLst/>
            </a:prstGeom>
            <a:noFill/>
            <a:ln w="12700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0" name="Line 15">
              <a:extLst>
                <a:ext uri="{FF2B5EF4-FFF2-40B4-BE49-F238E27FC236}">
                  <a16:creationId xmlns:a16="http://schemas.microsoft.com/office/drawing/2014/main" id="{F6A28C21-756C-4FD1-A7F1-4C953EEBCD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3929"/>
              <a:ext cx="45" cy="91"/>
            </a:xfrm>
            <a:prstGeom prst="line">
              <a:avLst/>
            </a:prstGeom>
            <a:noFill/>
            <a:ln w="28575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6" name="Group 13">
            <a:extLst>
              <a:ext uri="{FF2B5EF4-FFF2-40B4-BE49-F238E27FC236}">
                <a16:creationId xmlns:a16="http://schemas.microsoft.com/office/drawing/2014/main" id="{1875445B-54B4-4037-9A02-35409596675F}"/>
              </a:ext>
            </a:extLst>
          </p:cNvPr>
          <p:cNvGrpSpPr>
            <a:grpSpLocks/>
          </p:cNvGrpSpPr>
          <p:nvPr/>
        </p:nvGrpSpPr>
        <p:grpSpPr bwMode="auto">
          <a:xfrm>
            <a:off x="4727576" y="5445125"/>
            <a:ext cx="144463" cy="71438"/>
            <a:chOff x="1020" y="3929"/>
            <a:chExt cx="91" cy="91"/>
          </a:xfrm>
        </p:grpSpPr>
        <p:sp>
          <p:nvSpPr>
            <p:cNvPr id="14347" name="Line 14">
              <a:extLst>
                <a:ext uri="{FF2B5EF4-FFF2-40B4-BE49-F238E27FC236}">
                  <a16:creationId xmlns:a16="http://schemas.microsoft.com/office/drawing/2014/main" id="{847FC9A8-F4AD-42AB-82E1-25BC1CBE80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0" y="3929"/>
              <a:ext cx="46" cy="91"/>
            </a:xfrm>
            <a:prstGeom prst="line">
              <a:avLst/>
            </a:prstGeom>
            <a:noFill/>
            <a:ln w="12700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8" name="Line 15">
              <a:extLst>
                <a:ext uri="{FF2B5EF4-FFF2-40B4-BE49-F238E27FC236}">
                  <a16:creationId xmlns:a16="http://schemas.microsoft.com/office/drawing/2014/main" id="{0240ED0C-24CC-4E21-87F6-CA4E0AB5D1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3929"/>
              <a:ext cx="45" cy="91"/>
            </a:xfrm>
            <a:prstGeom prst="line">
              <a:avLst/>
            </a:prstGeom>
            <a:noFill/>
            <a:ln w="28575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Rectangle 16">
            <a:extLst>
              <a:ext uri="{FF2B5EF4-FFF2-40B4-BE49-F238E27FC236}">
                <a16:creationId xmlns:a16="http://schemas.microsoft.com/office/drawing/2014/main" id="{C54C2234-FCED-4647-B063-9DB4C41AA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57200"/>
            <a:ext cx="7848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CL" altLang="en-US"/>
          </a:p>
        </p:txBody>
      </p:sp>
      <p:sp>
        <p:nvSpPr>
          <p:cNvPr id="20487" name="Rectangle 15">
            <a:extLst>
              <a:ext uri="{FF2B5EF4-FFF2-40B4-BE49-F238E27FC236}">
                <a16:creationId xmlns:a16="http://schemas.microsoft.com/office/drawing/2014/main" id="{7F1C913D-93A4-4DBB-A62F-11FBF66D9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0" y="5029200"/>
            <a:ext cx="3810000" cy="1600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CL" altLang="en-US"/>
          </a:p>
        </p:txBody>
      </p:sp>
      <p:sp>
        <p:nvSpPr>
          <p:cNvPr id="20488" name="Text Box 2">
            <a:extLst>
              <a:ext uri="{FF2B5EF4-FFF2-40B4-BE49-F238E27FC236}">
                <a16:creationId xmlns:a16="http://schemas.microsoft.com/office/drawing/2014/main" id="{873572FD-CF0A-4E23-95A5-DE8C2358B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5" y="531962"/>
            <a:ext cx="65165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/>
              <a:t>Fuerza sobre un alambre recto con corriente I </a:t>
            </a:r>
          </a:p>
        </p:txBody>
      </p:sp>
      <p:sp>
        <p:nvSpPr>
          <p:cNvPr id="20489" name="Line 3">
            <a:extLst>
              <a:ext uri="{FF2B5EF4-FFF2-40B4-BE49-F238E27FC236}">
                <a16:creationId xmlns:a16="http://schemas.microsoft.com/office/drawing/2014/main" id="{838053A8-E070-43CB-8E5E-7D0E028E4D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0900" y="3505200"/>
            <a:ext cx="457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0" name="Line 4">
            <a:extLst>
              <a:ext uri="{FF2B5EF4-FFF2-40B4-BE49-F238E27FC236}">
                <a16:creationId xmlns:a16="http://schemas.microsoft.com/office/drawing/2014/main" id="{0467918D-D152-4884-975D-CD25DE2B42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0900" y="3962400"/>
            <a:ext cx="457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1" name="Freeform 5">
            <a:extLst>
              <a:ext uri="{FF2B5EF4-FFF2-40B4-BE49-F238E27FC236}">
                <a16:creationId xmlns:a16="http://schemas.microsoft.com/office/drawing/2014/main" id="{53CB5CC6-48BC-4D84-BCF6-E59A096605D6}"/>
              </a:ext>
            </a:extLst>
          </p:cNvPr>
          <p:cNvSpPr>
            <a:spLocks/>
          </p:cNvSpPr>
          <p:nvPr/>
        </p:nvSpPr>
        <p:spPr bwMode="auto">
          <a:xfrm>
            <a:off x="4584700" y="3505200"/>
            <a:ext cx="152400" cy="469900"/>
          </a:xfrm>
          <a:custGeom>
            <a:avLst/>
            <a:gdLst>
              <a:gd name="T0" fmla="*/ 76200 w 96"/>
              <a:gd name="T1" fmla="*/ 0 h 296"/>
              <a:gd name="T2" fmla="*/ 76200 w 96"/>
              <a:gd name="T3" fmla="*/ 152400 h 296"/>
              <a:gd name="T4" fmla="*/ 152400 w 96"/>
              <a:gd name="T5" fmla="*/ 304800 h 296"/>
              <a:gd name="T6" fmla="*/ 76200 w 96"/>
              <a:gd name="T7" fmla="*/ 457200 h 296"/>
              <a:gd name="T8" fmla="*/ 0 w 96"/>
              <a:gd name="T9" fmla="*/ 381000 h 296"/>
              <a:gd name="T10" fmla="*/ 76200 w 96"/>
              <a:gd name="T11" fmla="*/ 152400 h 29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6"/>
              <a:gd name="T19" fmla="*/ 0 h 296"/>
              <a:gd name="T20" fmla="*/ 96 w 96"/>
              <a:gd name="T21" fmla="*/ 296 h 29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6" h="296">
                <a:moveTo>
                  <a:pt x="48" y="0"/>
                </a:moveTo>
                <a:cubicBezTo>
                  <a:pt x="44" y="32"/>
                  <a:pt x="40" y="64"/>
                  <a:pt x="48" y="96"/>
                </a:cubicBezTo>
                <a:cubicBezTo>
                  <a:pt x="56" y="128"/>
                  <a:pt x="96" y="160"/>
                  <a:pt x="96" y="192"/>
                </a:cubicBezTo>
                <a:cubicBezTo>
                  <a:pt x="96" y="224"/>
                  <a:pt x="64" y="280"/>
                  <a:pt x="48" y="288"/>
                </a:cubicBezTo>
                <a:cubicBezTo>
                  <a:pt x="32" y="296"/>
                  <a:pt x="0" y="272"/>
                  <a:pt x="0" y="240"/>
                </a:cubicBezTo>
                <a:cubicBezTo>
                  <a:pt x="0" y="208"/>
                  <a:pt x="24" y="152"/>
                  <a:pt x="48" y="9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CL" altLang="en-US"/>
          </a:p>
        </p:txBody>
      </p:sp>
      <p:sp>
        <p:nvSpPr>
          <p:cNvPr id="20492" name="Freeform 6">
            <a:extLst>
              <a:ext uri="{FF2B5EF4-FFF2-40B4-BE49-F238E27FC236}">
                <a16:creationId xmlns:a16="http://schemas.microsoft.com/office/drawing/2014/main" id="{9F6E2FC8-10CF-46B1-B6ED-B997F262684B}"/>
              </a:ext>
            </a:extLst>
          </p:cNvPr>
          <p:cNvSpPr>
            <a:spLocks/>
          </p:cNvSpPr>
          <p:nvPr/>
        </p:nvSpPr>
        <p:spPr bwMode="auto">
          <a:xfrm>
            <a:off x="9156700" y="3505200"/>
            <a:ext cx="152400" cy="457200"/>
          </a:xfrm>
          <a:custGeom>
            <a:avLst/>
            <a:gdLst>
              <a:gd name="T0" fmla="*/ 76200 w 96"/>
              <a:gd name="T1" fmla="*/ 0 h 288"/>
              <a:gd name="T2" fmla="*/ 76200 w 96"/>
              <a:gd name="T3" fmla="*/ 152400 h 288"/>
              <a:gd name="T4" fmla="*/ 0 w 96"/>
              <a:gd name="T5" fmla="*/ 304800 h 288"/>
              <a:gd name="T6" fmla="*/ 76200 w 96"/>
              <a:gd name="T7" fmla="*/ 457200 h 288"/>
              <a:gd name="T8" fmla="*/ 152400 w 96"/>
              <a:gd name="T9" fmla="*/ 304800 h 288"/>
              <a:gd name="T10" fmla="*/ 76200 w 96"/>
              <a:gd name="T11" fmla="*/ 152400 h 28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6"/>
              <a:gd name="T19" fmla="*/ 0 h 288"/>
              <a:gd name="T20" fmla="*/ 96 w 96"/>
              <a:gd name="T21" fmla="*/ 288 h 28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6" h="288">
                <a:moveTo>
                  <a:pt x="48" y="0"/>
                </a:moveTo>
                <a:cubicBezTo>
                  <a:pt x="52" y="32"/>
                  <a:pt x="56" y="64"/>
                  <a:pt x="48" y="96"/>
                </a:cubicBezTo>
                <a:cubicBezTo>
                  <a:pt x="40" y="128"/>
                  <a:pt x="0" y="160"/>
                  <a:pt x="0" y="192"/>
                </a:cubicBezTo>
                <a:cubicBezTo>
                  <a:pt x="0" y="224"/>
                  <a:pt x="32" y="288"/>
                  <a:pt x="48" y="288"/>
                </a:cubicBezTo>
                <a:cubicBezTo>
                  <a:pt x="64" y="288"/>
                  <a:pt x="96" y="224"/>
                  <a:pt x="96" y="192"/>
                </a:cubicBezTo>
                <a:cubicBezTo>
                  <a:pt x="96" y="160"/>
                  <a:pt x="72" y="128"/>
                  <a:pt x="48" y="9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CL" altLang="en-US"/>
          </a:p>
        </p:txBody>
      </p:sp>
      <p:sp>
        <p:nvSpPr>
          <p:cNvPr id="20493" name="Line 7">
            <a:extLst>
              <a:ext uri="{FF2B5EF4-FFF2-40B4-BE49-F238E27FC236}">
                <a16:creationId xmlns:a16="http://schemas.microsoft.com/office/drawing/2014/main" id="{9E69DD48-BD48-4E8E-92F5-FF78FF8FC7D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0900" y="4114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4" name="Line 8">
            <a:extLst>
              <a:ext uri="{FF2B5EF4-FFF2-40B4-BE49-F238E27FC236}">
                <a16:creationId xmlns:a16="http://schemas.microsoft.com/office/drawing/2014/main" id="{E9A617F5-1A0D-4F02-958F-63DB3434A1D1}"/>
              </a:ext>
            </a:extLst>
          </p:cNvPr>
          <p:cNvSpPr>
            <a:spLocks noChangeShapeType="1"/>
          </p:cNvSpPr>
          <p:nvPr/>
        </p:nvSpPr>
        <p:spPr bwMode="auto">
          <a:xfrm>
            <a:off x="9309100" y="4114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5" name="Line 9">
            <a:extLst>
              <a:ext uri="{FF2B5EF4-FFF2-40B4-BE49-F238E27FC236}">
                <a16:creationId xmlns:a16="http://schemas.microsoft.com/office/drawing/2014/main" id="{24617C81-6880-4CDD-B455-7E78731FE5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0900" y="4343400"/>
            <a:ext cx="464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6" name="Text Box 10">
            <a:extLst>
              <a:ext uri="{FF2B5EF4-FFF2-40B4-BE49-F238E27FC236}">
                <a16:creationId xmlns:a16="http://schemas.microsoft.com/office/drawing/2014/main" id="{A4E0312E-9D45-4E18-96FE-A64E1F582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0663" y="2954487"/>
            <a:ext cx="2535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 i="1"/>
              <a:t>l</a:t>
            </a:r>
            <a:endParaRPr lang="es-ES_tradnl" altLang="en-US"/>
          </a:p>
        </p:txBody>
      </p:sp>
      <p:sp>
        <p:nvSpPr>
          <p:cNvPr id="20497" name="Line 11">
            <a:extLst>
              <a:ext uri="{FF2B5EF4-FFF2-40B4-BE49-F238E27FC236}">
                <a16:creationId xmlns:a16="http://schemas.microsoft.com/office/drawing/2014/main" id="{D8AF897B-17E6-4A1D-98CC-9253B96552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0100" y="3733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8" name="Text Box 12">
            <a:extLst>
              <a:ext uri="{FF2B5EF4-FFF2-40B4-BE49-F238E27FC236}">
                <a16:creationId xmlns:a16="http://schemas.microsoft.com/office/drawing/2014/main" id="{5C996FEE-78ED-436C-82E5-886FAC2C9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4350" y="3487887"/>
            <a:ext cx="2696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/>
              <a:t>I</a:t>
            </a:r>
          </a:p>
        </p:txBody>
      </p:sp>
      <p:graphicFrame>
        <p:nvGraphicFramePr>
          <p:cNvPr id="20482" name="Object 13">
            <a:extLst>
              <a:ext uri="{FF2B5EF4-FFF2-40B4-BE49-F238E27FC236}">
                <a16:creationId xmlns:a16="http://schemas.microsoft.com/office/drawing/2014/main" id="{104900F3-2E36-42FA-9AFC-0C8FB580AA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94501" y="4311650"/>
          <a:ext cx="29686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Ecuación" r:id="rId4" imgW="114120" imgH="215640" progId="Equation.3">
                  <p:embed/>
                </p:oleObj>
              </mc:Choice>
              <mc:Fallback>
                <p:oleObj name="Ecuación" r:id="rId4" imgW="114120" imgH="215640" progId="Equation.3">
                  <p:embed/>
                  <p:pic>
                    <p:nvPicPr>
                      <p:cNvPr id="20482" name="Object 13">
                        <a:extLst>
                          <a:ext uri="{FF2B5EF4-FFF2-40B4-BE49-F238E27FC236}">
                            <a16:creationId xmlns:a16="http://schemas.microsoft.com/office/drawing/2014/main" id="{104900F3-2E36-42FA-9AFC-0C8FB580AA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1" y="4311650"/>
                        <a:ext cx="296863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14">
            <a:extLst>
              <a:ext uri="{FF2B5EF4-FFF2-40B4-BE49-F238E27FC236}">
                <a16:creationId xmlns:a16="http://schemas.microsoft.com/office/drawing/2014/main" id="{54D22A3C-06D9-4F5A-96B7-7050610460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37100" y="5257801"/>
          <a:ext cx="3359150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7" name="Ecuación" r:id="rId6" imgW="622080" imgH="215640" progId="Equation.3">
                  <p:embed/>
                </p:oleObj>
              </mc:Choice>
              <mc:Fallback>
                <p:oleObj name="Ecuación" r:id="rId6" imgW="622080" imgH="215640" progId="Equation.3">
                  <p:embed/>
                  <p:pic>
                    <p:nvPicPr>
                      <p:cNvPr id="20483" name="Object 14">
                        <a:extLst>
                          <a:ext uri="{FF2B5EF4-FFF2-40B4-BE49-F238E27FC236}">
                            <a16:creationId xmlns:a16="http://schemas.microsoft.com/office/drawing/2014/main" id="{54D22A3C-06D9-4F5A-96B7-7050610460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5257801"/>
                        <a:ext cx="3359150" cy="1160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99" name="Group 20">
            <a:extLst>
              <a:ext uri="{FF2B5EF4-FFF2-40B4-BE49-F238E27FC236}">
                <a16:creationId xmlns:a16="http://schemas.microsoft.com/office/drawing/2014/main" id="{445A8371-CBAF-445A-ADEA-D1044DDE9946}"/>
              </a:ext>
            </a:extLst>
          </p:cNvPr>
          <p:cNvGrpSpPr>
            <a:grpSpLocks/>
          </p:cNvGrpSpPr>
          <p:nvPr/>
        </p:nvGrpSpPr>
        <p:grpSpPr bwMode="auto">
          <a:xfrm>
            <a:off x="9880600" y="3352800"/>
            <a:ext cx="533400" cy="533400"/>
            <a:chOff x="4920" y="1440"/>
            <a:chExt cx="336" cy="336"/>
          </a:xfrm>
        </p:grpSpPr>
        <p:sp>
          <p:nvSpPr>
            <p:cNvPr id="20504" name="Oval 17">
              <a:extLst>
                <a:ext uri="{FF2B5EF4-FFF2-40B4-BE49-F238E27FC236}">
                  <a16:creationId xmlns:a16="http://schemas.microsoft.com/office/drawing/2014/main" id="{12A75286-673E-409E-AD1F-B98214EE9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0" y="1440"/>
              <a:ext cx="336" cy="336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20505" name="Line 18">
              <a:extLst>
                <a:ext uri="{FF2B5EF4-FFF2-40B4-BE49-F238E27FC236}">
                  <a16:creationId xmlns:a16="http://schemas.microsoft.com/office/drawing/2014/main" id="{63EBD772-F6E4-46BA-86A9-6FE9B3CC26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2" y="1536"/>
              <a:ext cx="19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6" name="Line 19">
              <a:extLst>
                <a:ext uri="{FF2B5EF4-FFF2-40B4-BE49-F238E27FC236}">
                  <a16:creationId xmlns:a16="http://schemas.microsoft.com/office/drawing/2014/main" id="{2C48F188-C188-4F20-86D8-329C53A5CB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1536"/>
              <a:ext cx="19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500" name="Text Box 21">
            <a:extLst>
              <a:ext uri="{FF2B5EF4-FFF2-40B4-BE49-F238E27FC236}">
                <a16:creationId xmlns:a16="http://schemas.microsoft.com/office/drawing/2014/main" id="{1493A35B-53B8-4832-985E-92393C81A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3088" y="2970362"/>
            <a:ext cx="4074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 b="1"/>
              <a:t>B</a:t>
            </a:r>
            <a:endParaRPr lang="es-ES_tradnl" altLang="en-US"/>
          </a:p>
        </p:txBody>
      </p:sp>
      <p:graphicFrame>
        <p:nvGraphicFramePr>
          <p:cNvPr id="20484" name="Object 11">
            <a:extLst>
              <a:ext uri="{FF2B5EF4-FFF2-40B4-BE49-F238E27FC236}">
                <a16:creationId xmlns:a16="http://schemas.microsoft.com/office/drawing/2014/main" id="{7D1165D1-3CAC-463B-9BA0-77AFE4AD39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3439" y="1420814"/>
          <a:ext cx="213042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8" name="Ecuación" r:id="rId8" imgW="990360" imgH="393480" progId="Equation.3">
                  <p:embed/>
                </p:oleObj>
              </mc:Choice>
              <mc:Fallback>
                <p:oleObj name="Ecuación" r:id="rId8" imgW="990360" imgH="393480" progId="Equation.3">
                  <p:embed/>
                  <p:pic>
                    <p:nvPicPr>
                      <p:cNvPr id="20484" name="Object 11">
                        <a:extLst>
                          <a:ext uri="{FF2B5EF4-FFF2-40B4-BE49-F238E27FC236}">
                            <a16:creationId xmlns:a16="http://schemas.microsoft.com/office/drawing/2014/main" id="{7D1165D1-3CAC-463B-9BA0-77AFE4AD39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3439" y="1420814"/>
                        <a:ext cx="213042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1" name="Rectangle 12">
            <a:extLst>
              <a:ext uri="{FF2B5EF4-FFF2-40B4-BE49-F238E27FC236}">
                <a16:creationId xmlns:a16="http://schemas.microsoft.com/office/drawing/2014/main" id="{0C46A0DD-C73A-4EC7-A2CF-18F4C3D59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5313" y="1346200"/>
            <a:ext cx="2487612" cy="979488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CL" altLang="en-US"/>
          </a:p>
        </p:txBody>
      </p:sp>
      <p:grpSp>
        <p:nvGrpSpPr>
          <p:cNvPr id="20502" name="27 Grupo">
            <a:extLst>
              <a:ext uri="{FF2B5EF4-FFF2-40B4-BE49-F238E27FC236}">
                <a16:creationId xmlns:a16="http://schemas.microsoft.com/office/drawing/2014/main" id="{2A8D31D6-58F2-4F00-957D-5638A4CB6B4B}"/>
              </a:ext>
            </a:extLst>
          </p:cNvPr>
          <p:cNvGrpSpPr>
            <a:grpSpLocks/>
          </p:cNvGrpSpPr>
          <p:nvPr/>
        </p:nvGrpSpPr>
        <p:grpSpPr bwMode="auto">
          <a:xfrm>
            <a:off x="6159500" y="1498600"/>
            <a:ext cx="2552700" cy="825500"/>
            <a:chOff x="4635500" y="1498599"/>
            <a:chExt cx="2552700" cy="825501"/>
          </a:xfrm>
        </p:grpSpPr>
        <p:sp>
          <p:nvSpPr>
            <p:cNvPr id="20503" name="Rectangle 45">
              <a:extLst>
                <a:ext uri="{FF2B5EF4-FFF2-40B4-BE49-F238E27FC236}">
                  <a16:creationId xmlns:a16="http://schemas.microsoft.com/office/drawing/2014/main" id="{DFDAEAFE-7FE7-492A-9773-9F3175403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5500" y="1574800"/>
              <a:ext cx="2552700" cy="6858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graphicFrame>
          <p:nvGraphicFramePr>
            <p:cNvPr id="20485" name="Object 14">
              <a:extLst>
                <a:ext uri="{FF2B5EF4-FFF2-40B4-BE49-F238E27FC236}">
                  <a16:creationId xmlns:a16="http://schemas.microsoft.com/office/drawing/2014/main" id="{78E0A31B-A832-4952-A16B-8143ABD848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63751" y="1498599"/>
            <a:ext cx="2448249" cy="8255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9" name="Ecuación" r:id="rId10" imgW="660240" imgH="215640" progId="Equation.3">
                    <p:embed/>
                  </p:oleObj>
                </mc:Choice>
                <mc:Fallback>
                  <p:oleObj name="Ecuación" r:id="rId10" imgW="660240" imgH="215640" progId="Equation.3">
                    <p:embed/>
                    <p:pic>
                      <p:nvPicPr>
                        <p:cNvPr id="20485" name="Object 14">
                          <a:extLst>
                            <a:ext uri="{FF2B5EF4-FFF2-40B4-BE49-F238E27FC236}">
                              <a16:creationId xmlns:a16="http://schemas.microsoft.com/office/drawing/2014/main" id="{78E0A31B-A832-4952-A16B-8143ABD8483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3751" y="1498599"/>
                          <a:ext cx="2448249" cy="8255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59ABE6A8-AE3E-4F7C-A0EC-15A6DA7333CD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381000"/>
            <a:ext cx="838200" cy="4191000"/>
            <a:chOff x="1584" y="624"/>
            <a:chExt cx="528" cy="2640"/>
          </a:xfrm>
        </p:grpSpPr>
        <p:sp>
          <p:nvSpPr>
            <p:cNvPr id="21559" name="Line 2">
              <a:extLst>
                <a:ext uri="{FF2B5EF4-FFF2-40B4-BE49-F238E27FC236}">
                  <a16:creationId xmlns:a16="http://schemas.microsoft.com/office/drawing/2014/main" id="{4F9639FF-342B-4166-BF81-B44A535E2A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624"/>
              <a:ext cx="528" cy="264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60" name="Line 3">
              <a:extLst>
                <a:ext uri="{FF2B5EF4-FFF2-40B4-BE49-F238E27FC236}">
                  <a16:creationId xmlns:a16="http://schemas.microsoft.com/office/drawing/2014/main" id="{1355EC46-7480-4426-A3F0-A93AAA4683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6" y="1824"/>
              <a:ext cx="48" cy="192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64">
            <a:extLst>
              <a:ext uri="{FF2B5EF4-FFF2-40B4-BE49-F238E27FC236}">
                <a16:creationId xmlns:a16="http://schemas.microsoft.com/office/drawing/2014/main" id="{3FD5C6A3-37BE-42F4-A896-F2822D591580}"/>
              </a:ext>
            </a:extLst>
          </p:cNvPr>
          <p:cNvGrpSpPr>
            <a:grpSpLocks/>
          </p:cNvGrpSpPr>
          <p:nvPr/>
        </p:nvGrpSpPr>
        <p:grpSpPr bwMode="auto">
          <a:xfrm>
            <a:off x="8002589" y="228601"/>
            <a:ext cx="407987" cy="461963"/>
            <a:chOff x="1526" y="1373"/>
            <a:chExt cx="257" cy="291"/>
          </a:xfrm>
        </p:grpSpPr>
        <p:sp>
          <p:nvSpPr>
            <p:cNvPr id="21557" name="Rectangle 26">
              <a:extLst>
                <a:ext uri="{FF2B5EF4-FFF2-40B4-BE49-F238E27FC236}">
                  <a16:creationId xmlns:a16="http://schemas.microsoft.com/office/drawing/2014/main" id="{A90C9A72-A0EC-4722-BFB7-948356CDA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" y="1373"/>
              <a:ext cx="25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 b="1"/>
                <a:t>B</a:t>
              </a:r>
              <a:endParaRPr lang="es-ES_tradnl" altLang="en-US" i="1"/>
            </a:p>
          </p:txBody>
        </p:sp>
        <p:sp>
          <p:nvSpPr>
            <p:cNvPr id="21558" name="Line 63">
              <a:extLst>
                <a:ext uri="{FF2B5EF4-FFF2-40B4-BE49-F238E27FC236}">
                  <a16:creationId xmlns:a16="http://schemas.microsoft.com/office/drawing/2014/main" id="{8575A0ED-1869-4B93-B9BD-4CB698EF98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0" y="1416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71">
            <a:extLst>
              <a:ext uri="{FF2B5EF4-FFF2-40B4-BE49-F238E27FC236}">
                <a16:creationId xmlns:a16="http://schemas.microsoft.com/office/drawing/2014/main" id="{D3787F13-F439-437D-9252-752CB585936B}"/>
              </a:ext>
            </a:extLst>
          </p:cNvPr>
          <p:cNvGrpSpPr>
            <a:grpSpLocks/>
          </p:cNvGrpSpPr>
          <p:nvPr/>
        </p:nvGrpSpPr>
        <p:grpSpPr bwMode="auto">
          <a:xfrm>
            <a:off x="5205414" y="668338"/>
            <a:ext cx="661987" cy="992188"/>
            <a:chOff x="1311" y="623"/>
            <a:chExt cx="417" cy="625"/>
          </a:xfrm>
        </p:grpSpPr>
        <p:grpSp>
          <p:nvGrpSpPr>
            <p:cNvPr id="21552" name="Group 67">
              <a:extLst>
                <a:ext uri="{FF2B5EF4-FFF2-40B4-BE49-F238E27FC236}">
                  <a16:creationId xmlns:a16="http://schemas.microsoft.com/office/drawing/2014/main" id="{C0D81BA7-C0A6-41BD-9817-2286169E84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912"/>
              <a:ext cx="336" cy="336"/>
              <a:chOff x="912" y="1392"/>
              <a:chExt cx="336" cy="336"/>
            </a:xfrm>
          </p:grpSpPr>
          <p:sp>
            <p:nvSpPr>
              <p:cNvPr id="21555" name="Oval 65">
                <a:extLst>
                  <a:ext uri="{FF2B5EF4-FFF2-40B4-BE49-F238E27FC236}">
                    <a16:creationId xmlns:a16="http://schemas.microsoft.com/office/drawing/2014/main" id="{40B97F59-5D35-4C19-8C33-4314FBF967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1392"/>
                <a:ext cx="336" cy="33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s-CL" altLang="en-US"/>
              </a:p>
            </p:txBody>
          </p:sp>
          <p:sp>
            <p:nvSpPr>
              <p:cNvPr id="21556" name="Oval 66">
                <a:extLst>
                  <a:ext uri="{FF2B5EF4-FFF2-40B4-BE49-F238E27FC236}">
                    <a16:creationId xmlns:a16="http://schemas.microsoft.com/office/drawing/2014/main" id="{B00A2C62-7339-487F-B5E4-522D978700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33" y="1536"/>
                <a:ext cx="59" cy="5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s-CL" altLang="en-US"/>
              </a:p>
            </p:txBody>
          </p:sp>
        </p:grpSp>
        <p:sp>
          <p:nvSpPr>
            <p:cNvPr id="21553" name="Text Box 68">
              <a:extLst>
                <a:ext uri="{FF2B5EF4-FFF2-40B4-BE49-F238E27FC236}">
                  <a16:creationId xmlns:a16="http://schemas.microsoft.com/office/drawing/2014/main" id="{BAD753FC-3231-4741-8CDC-2DB02C69B2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1" y="623"/>
              <a:ext cx="2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/>
                <a:t>F</a:t>
              </a:r>
            </a:p>
          </p:txBody>
        </p:sp>
        <p:sp>
          <p:nvSpPr>
            <p:cNvPr id="21554" name="Line 70">
              <a:extLst>
                <a:ext uri="{FF2B5EF4-FFF2-40B4-BE49-F238E27FC236}">
                  <a16:creationId xmlns:a16="http://schemas.microsoft.com/office/drawing/2014/main" id="{E726DE41-BFAD-4118-B1DF-8C1B8B0248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624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113">
            <a:extLst>
              <a:ext uri="{FF2B5EF4-FFF2-40B4-BE49-F238E27FC236}">
                <a16:creationId xmlns:a16="http://schemas.microsoft.com/office/drawing/2014/main" id="{2B5DBCC3-7520-474D-9AD5-7FEE75EC1597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590800"/>
            <a:ext cx="3429000" cy="2057400"/>
            <a:chOff x="192" y="1632"/>
            <a:chExt cx="2160" cy="1296"/>
          </a:xfrm>
        </p:grpSpPr>
        <p:sp>
          <p:nvSpPr>
            <p:cNvPr id="21551" name="Rectangle 74">
              <a:extLst>
                <a:ext uri="{FF2B5EF4-FFF2-40B4-BE49-F238E27FC236}">
                  <a16:creationId xmlns:a16="http://schemas.microsoft.com/office/drawing/2014/main" id="{52E3303B-9D46-4832-95A6-D1DB9C3E3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632"/>
              <a:ext cx="2160" cy="1296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graphicFrame>
          <p:nvGraphicFramePr>
            <p:cNvPr id="21506" name="Object 72">
              <a:extLst>
                <a:ext uri="{FF2B5EF4-FFF2-40B4-BE49-F238E27FC236}">
                  <a16:creationId xmlns:a16="http://schemas.microsoft.com/office/drawing/2014/main" id="{3B2608B5-F67A-474C-8A0F-6CBF8F673D1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" y="1680"/>
            <a:ext cx="2016" cy="1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8" name="Ecuación" r:id="rId4" imgW="799920" imgH="482400" progId="Equation.3">
                    <p:embed/>
                  </p:oleObj>
                </mc:Choice>
                <mc:Fallback>
                  <p:oleObj name="Ecuación" r:id="rId4" imgW="799920" imgH="482400" progId="Equation.3">
                    <p:embed/>
                    <p:pic>
                      <p:nvPicPr>
                        <p:cNvPr id="21506" name="Object 72">
                          <a:extLst>
                            <a:ext uri="{FF2B5EF4-FFF2-40B4-BE49-F238E27FC236}">
                              <a16:creationId xmlns:a16="http://schemas.microsoft.com/office/drawing/2014/main" id="{3B2608B5-F67A-474C-8A0F-6CBF8F673D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1680"/>
                          <a:ext cx="2016" cy="1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CDB2A284-B73A-4062-B48D-C7BE9E84443B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304800"/>
            <a:ext cx="838200" cy="4191000"/>
            <a:chOff x="1920" y="624"/>
            <a:chExt cx="528" cy="2640"/>
          </a:xfrm>
        </p:grpSpPr>
        <p:sp>
          <p:nvSpPr>
            <p:cNvPr id="21549" name="Line 5">
              <a:extLst>
                <a:ext uri="{FF2B5EF4-FFF2-40B4-BE49-F238E27FC236}">
                  <a16:creationId xmlns:a16="http://schemas.microsoft.com/office/drawing/2014/main" id="{E54D40F1-159F-4EC6-99C7-370751B508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0" y="624"/>
              <a:ext cx="528" cy="264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0" name="Line 6">
              <a:extLst>
                <a:ext uri="{FF2B5EF4-FFF2-40B4-BE49-F238E27FC236}">
                  <a16:creationId xmlns:a16="http://schemas.microsoft.com/office/drawing/2014/main" id="{42AA8395-3BF0-4E80-8120-D33C7CB047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2" y="1824"/>
              <a:ext cx="48" cy="192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0C5E1A99-3922-4081-B597-54C09FBE8A4F}"/>
              </a:ext>
            </a:extLst>
          </p:cNvPr>
          <p:cNvGrpSpPr>
            <a:grpSpLocks/>
          </p:cNvGrpSpPr>
          <p:nvPr/>
        </p:nvGrpSpPr>
        <p:grpSpPr bwMode="auto">
          <a:xfrm>
            <a:off x="8915400" y="381000"/>
            <a:ext cx="838200" cy="4191000"/>
            <a:chOff x="2208" y="672"/>
            <a:chExt cx="528" cy="2640"/>
          </a:xfrm>
        </p:grpSpPr>
        <p:sp>
          <p:nvSpPr>
            <p:cNvPr id="21547" name="Line 8">
              <a:extLst>
                <a:ext uri="{FF2B5EF4-FFF2-40B4-BE49-F238E27FC236}">
                  <a16:creationId xmlns:a16="http://schemas.microsoft.com/office/drawing/2014/main" id="{8E0A97F3-A206-41A7-8668-AC11317BDD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672"/>
              <a:ext cx="528" cy="264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8" name="Line 9">
              <a:extLst>
                <a:ext uri="{FF2B5EF4-FFF2-40B4-BE49-F238E27FC236}">
                  <a16:creationId xmlns:a16="http://schemas.microsoft.com/office/drawing/2014/main" id="{37E27A25-E6B2-4AE4-BE08-A65355938B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0" y="1872"/>
              <a:ext cx="48" cy="192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" name="Group 13">
            <a:extLst>
              <a:ext uri="{FF2B5EF4-FFF2-40B4-BE49-F238E27FC236}">
                <a16:creationId xmlns:a16="http://schemas.microsoft.com/office/drawing/2014/main" id="{001AE758-5F38-4037-A7AF-0743FDC18618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381000"/>
            <a:ext cx="838200" cy="4191000"/>
            <a:chOff x="2544" y="672"/>
            <a:chExt cx="528" cy="2640"/>
          </a:xfrm>
        </p:grpSpPr>
        <p:sp>
          <p:nvSpPr>
            <p:cNvPr id="21545" name="Line 11">
              <a:extLst>
                <a:ext uri="{FF2B5EF4-FFF2-40B4-BE49-F238E27FC236}">
                  <a16:creationId xmlns:a16="http://schemas.microsoft.com/office/drawing/2014/main" id="{3B6ECB94-15C5-4B59-8DB3-33AA231AC7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4" y="672"/>
              <a:ext cx="528" cy="264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6" name="Line 12">
              <a:extLst>
                <a:ext uri="{FF2B5EF4-FFF2-40B4-BE49-F238E27FC236}">
                  <a16:creationId xmlns:a16="http://schemas.microsoft.com/office/drawing/2014/main" id="{DE9E966C-4E28-400E-9F5E-4E7CCA2CD0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96" y="1872"/>
              <a:ext cx="48" cy="192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" name="Group 16">
            <a:extLst>
              <a:ext uri="{FF2B5EF4-FFF2-40B4-BE49-F238E27FC236}">
                <a16:creationId xmlns:a16="http://schemas.microsoft.com/office/drawing/2014/main" id="{97073785-9916-4336-B67A-0F02BA7F5DBA}"/>
              </a:ext>
            </a:extLst>
          </p:cNvPr>
          <p:cNvGrpSpPr>
            <a:grpSpLocks/>
          </p:cNvGrpSpPr>
          <p:nvPr/>
        </p:nvGrpSpPr>
        <p:grpSpPr bwMode="auto">
          <a:xfrm>
            <a:off x="8382000" y="457200"/>
            <a:ext cx="838200" cy="4191000"/>
            <a:chOff x="2928" y="672"/>
            <a:chExt cx="528" cy="2640"/>
          </a:xfrm>
        </p:grpSpPr>
        <p:sp>
          <p:nvSpPr>
            <p:cNvPr id="21543" name="Line 14">
              <a:extLst>
                <a:ext uri="{FF2B5EF4-FFF2-40B4-BE49-F238E27FC236}">
                  <a16:creationId xmlns:a16="http://schemas.microsoft.com/office/drawing/2014/main" id="{893C45A7-458F-479B-A09E-C26A84306B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672"/>
              <a:ext cx="528" cy="264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4" name="Line 15">
              <a:extLst>
                <a:ext uri="{FF2B5EF4-FFF2-40B4-BE49-F238E27FC236}">
                  <a16:creationId xmlns:a16="http://schemas.microsoft.com/office/drawing/2014/main" id="{58DEF7DE-433D-4B05-ACD6-5C2A4039AE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80" y="1872"/>
              <a:ext cx="48" cy="192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" name="Group 19">
            <a:extLst>
              <a:ext uri="{FF2B5EF4-FFF2-40B4-BE49-F238E27FC236}">
                <a16:creationId xmlns:a16="http://schemas.microsoft.com/office/drawing/2014/main" id="{5F32B1C2-9144-477A-AC96-CFB57CA0BAAA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457200"/>
            <a:ext cx="838200" cy="4191000"/>
            <a:chOff x="3252" y="648"/>
            <a:chExt cx="528" cy="2640"/>
          </a:xfrm>
        </p:grpSpPr>
        <p:sp>
          <p:nvSpPr>
            <p:cNvPr id="21541" name="Line 17">
              <a:extLst>
                <a:ext uri="{FF2B5EF4-FFF2-40B4-BE49-F238E27FC236}">
                  <a16:creationId xmlns:a16="http://schemas.microsoft.com/office/drawing/2014/main" id="{263F39FB-96D2-4F06-8CCB-019E821200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52" y="648"/>
              <a:ext cx="528" cy="264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2" name="Line 18">
              <a:extLst>
                <a:ext uri="{FF2B5EF4-FFF2-40B4-BE49-F238E27FC236}">
                  <a16:creationId xmlns:a16="http://schemas.microsoft.com/office/drawing/2014/main" id="{A986465D-8DAD-457E-A695-81D7498D3A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1848"/>
              <a:ext cx="48" cy="192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EF779E19-CD95-4944-87C1-76C4AD2DE82B}"/>
              </a:ext>
            </a:extLst>
          </p:cNvPr>
          <p:cNvGrpSpPr>
            <a:grpSpLocks/>
          </p:cNvGrpSpPr>
          <p:nvPr/>
        </p:nvGrpSpPr>
        <p:grpSpPr bwMode="auto">
          <a:xfrm>
            <a:off x="9525000" y="381000"/>
            <a:ext cx="838200" cy="4191000"/>
            <a:chOff x="3552" y="624"/>
            <a:chExt cx="528" cy="2640"/>
          </a:xfrm>
        </p:grpSpPr>
        <p:sp>
          <p:nvSpPr>
            <p:cNvPr id="21539" name="Line 20">
              <a:extLst>
                <a:ext uri="{FF2B5EF4-FFF2-40B4-BE49-F238E27FC236}">
                  <a16:creationId xmlns:a16="http://schemas.microsoft.com/office/drawing/2014/main" id="{6AB80690-36BA-4A82-92A9-43079ED768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624"/>
              <a:ext cx="528" cy="264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0" name="Line 21">
              <a:extLst>
                <a:ext uri="{FF2B5EF4-FFF2-40B4-BE49-F238E27FC236}">
                  <a16:creationId xmlns:a16="http://schemas.microsoft.com/office/drawing/2014/main" id="{3206F772-E9A2-4C5C-BDD7-FA2C3550E8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04" y="1824"/>
              <a:ext cx="48" cy="192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3" name="Group 25">
            <a:extLst>
              <a:ext uri="{FF2B5EF4-FFF2-40B4-BE49-F238E27FC236}">
                <a16:creationId xmlns:a16="http://schemas.microsoft.com/office/drawing/2014/main" id="{45A87C81-9E4D-44C8-A72F-A65B0296BE53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533400"/>
            <a:ext cx="838200" cy="4191000"/>
            <a:chOff x="3840" y="672"/>
            <a:chExt cx="528" cy="2640"/>
          </a:xfrm>
        </p:grpSpPr>
        <p:sp>
          <p:nvSpPr>
            <p:cNvPr id="21537" name="Line 23">
              <a:extLst>
                <a:ext uri="{FF2B5EF4-FFF2-40B4-BE49-F238E27FC236}">
                  <a16:creationId xmlns:a16="http://schemas.microsoft.com/office/drawing/2014/main" id="{41B7923A-851D-4FC8-A209-82B58DCABB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672"/>
              <a:ext cx="528" cy="264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8" name="Line 24">
              <a:extLst>
                <a:ext uri="{FF2B5EF4-FFF2-40B4-BE49-F238E27FC236}">
                  <a16:creationId xmlns:a16="http://schemas.microsoft.com/office/drawing/2014/main" id="{23188C8F-980C-443E-8842-0DE21B8A29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2" y="1872"/>
              <a:ext cx="48" cy="192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4" name="Group 116">
            <a:extLst>
              <a:ext uri="{FF2B5EF4-FFF2-40B4-BE49-F238E27FC236}">
                <a16:creationId xmlns:a16="http://schemas.microsoft.com/office/drawing/2014/main" id="{9AC6696E-4404-4D64-8AA9-FDAFB0C2C752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066800"/>
            <a:ext cx="3619500" cy="3543300"/>
            <a:chOff x="2904" y="696"/>
            <a:chExt cx="2280" cy="2232"/>
          </a:xfrm>
        </p:grpSpPr>
        <p:sp>
          <p:nvSpPr>
            <p:cNvPr id="21525" name="Freeform 96">
              <a:extLst>
                <a:ext uri="{FF2B5EF4-FFF2-40B4-BE49-F238E27FC236}">
                  <a16:creationId xmlns:a16="http://schemas.microsoft.com/office/drawing/2014/main" id="{7FB07498-7A39-4B6B-AD9A-8ED9999F5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1008"/>
              <a:ext cx="2016" cy="1920"/>
            </a:xfrm>
            <a:custGeom>
              <a:avLst/>
              <a:gdLst>
                <a:gd name="T0" fmla="*/ 0 w 2016"/>
                <a:gd name="T1" fmla="*/ 1920 h 1920"/>
                <a:gd name="T2" fmla="*/ 288 w 2016"/>
                <a:gd name="T3" fmla="*/ 1008 h 1920"/>
                <a:gd name="T4" fmla="*/ 1536 w 2016"/>
                <a:gd name="T5" fmla="*/ 624 h 1920"/>
                <a:gd name="T6" fmla="*/ 2016 w 2016"/>
                <a:gd name="T7" fmla="*/ 0 h 19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16"/>
                <a:gd name="T13" fmla="*/ 0 h 1920"/>
                <a:gd name="T14" fmla="*/ 2016 w 2016"/>
                <a:gd name="T15" fmla="*/ 1920 h 19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16" h="1920">
                  <a:moveTo>
                    <a:pt x="0" y="1920"/>
                  </a:moveTo>
                  <a:cubicBezTo>
                    <a:pt x="16" y="1572"/>
                    <a:pt x="32" y="1224"/>
                    <a:pt x="288" y="1008"/>
                  </a:cubicBezTo>
                  <a:cubicBezTo>
                    <a:pt x="544" y="792"/>
                    <a:pt x="1248" y="792"/>
                    <a:pt x="1536" y="624"/>
                  </a:cubicBezTo>
                  <a:cubicBezTo>
                    <a:pt x="1824" y="456"/>
                    <a:pt x="1920" y="228"/>
                    <a:pt x="2016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21526" name="Freeform 106">
              <a:extLst>
                <a:ext uri="{FF2B5EF4-FFF2-40B4-BE49-F238E27FC236}">
                  <a16:creationId xmlns:a16="http://schemas.microsoft.com/office/drawing/2014/main" id="{38E00413-8393-46FA-B9DC-599596F49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984"/>
              <a:ext cx="2016" cy="1920"/>
            </a:xfrm>
            <a:custGeom>
              <a:avLst/>
              <a:gdLst>
                <a:gd name="T0" fmla="*/ 0 w 2016"/>
                <a:gd name="T1" fmla="*/ 1920 h 1920"/>
                <a:gd name="T2" fmla="*/ 288 w 2016"/>
                <a:gd name="T3" fmla="*/ 1008 h 1920"/>
                <a:gd name="T4" fmla="*/ 1536 w 2016"/>
                <a:gd name="T5" fmla="*/ 624 h 1920"/>
                <a:gd name="T6" fmla="*/ 2016 w 2016"/>
                <a:gd name="T7" fmla="*/ 0 h 19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16"/>
                <a:gd name="T13" fmla="*/ 0 h 1920"/>
                <a:gd name="T14" fmla="*/ 2016 w 2016"/>
                <a:gd name="T15" fmla="*/ 1920 h 19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16" h="1920">
                  <a:moveTo>
                    <a:pt x="0" y="1920"/>
                  </a:moveTo>
                  <a:cubicBezTo>
                    <a:pt x="16" y="1572"/>
                    <a:pt x="32" y="1224"/>
                    <a:pt x="288" y="1008"/>
                  </a:cubicBezTo>
                  <a:cubicBezTo>
                    <a:pt x="544" y="792"/>
                    <a:pt x="1248" y="792"/>
                    <a:pt x="1536" y="624"/>
                  </a:cubicBezTo>
                  <a:cubicBezTo>
                    <a:pt x="1824" y="456"/>
                    <a:pt x="1920" y="228"/>
                    <a:pt x="2016" y="0"/>
                  </a:cubicBezTo>
                </a:path>
              </a:pathLst>
            </a:custGeom>
            <a:noFill/>
            <a:ln w="762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21527" name="Freeform 107">
              <a:extLst>
                <a:ext uri="{FF2B5EF4-FFF2-40B4-BE49-F238E27FC236}">
                  <a16:creationId xmlns:a16="http://schemas.microsoft.com/office/drawing/2014/main" id="{68E89CB0-319F-436D-92B3-7B19684D7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" y="972"/>
              <a:ext cx="2016" cy="1920"/>
            </a:xfrm>
            <a:custGeom>
              <a:avLst/>
              <a:gdLst>
                <a:gd name="T0" fmla="*/ 0 w 2016"/>
                <a:gd name="T1" fmla="*/ 1920 h 1920"/>
                <a:gd name="T2" fmla="*/ 288 w 2016"/>
                <a:gd name="T3" fmla="*/ 1008 h 1920"/>
                <a:gd name="T4" fmla="*/ 1536 w 2016"/>
                <a:gd name="T5" fmla="*/ 624 h 1920"/>
                <a:gd name="T6" fmla="*/ 2016 w 2016"/>
                <a:gd name="T7" fmla="*/ 0 h 19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16"/>
                <a:gd name="T13" fmla="*/ 0 h 1920"/>
                <a:gd name="T14" fmla="*/ 2016 w 2016"/>
                <a:gd name="T15" fmla="*/ 1920 h 19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16" h="1920">
                  <a:moveTo>
                    <a:pt x="0" y="1920"/>
                  </a:moveTo>
                  <a:cubicBezTo>
                    <a:pt x="16" y="1572"/>
                    <a:pt x="32" y="1224"/>
                    <a:pt x="288" y="1008"/>
                  </a:cubicBezTo>
                  <a:cubicBezTo>
                    <a:pt x="544" y="792"/>
                    <a:pt x="1248" y="792"/>
                    <a:pt x="1536" y="624"/>
                  </a:cubicBezTo>
                  <a:cubicBezTo>
                    <a:pt x="1824" y="456"/>
                    <a:pt x="1920" y="228"/>
                    <a:pt x="2016" y="0"/>
                  </a:cubicBezTo>
                </a:path>
              </a:pathLst>
            </a:custGeom>
            <a:noFill/>
            <a:ln w="762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21528" name="Freeform 95">
              <a:extLst>
                <a:ext uri="{FF2B5EF4-FFF2-40B4-BE49-F238E27FC236}">
                  <a16:creationId xmlns:a16="http://schemas.microsoft.com/office/drawing/2014/main" id="{32D07A38-6E38-4EE1-BE63-2703362F1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780"/>
              <a:ext cx="2016" cy="1920"/>
            </a:xfrm>
            <a:custGeom>
              <a:avLst/>
              <a:gdLst>
                <a:gd name="T0" fmla="*/ 0 w 2016"/>
                <a:gd name="T1" fmla="*/ 1920 h 1920"/>
                <a:gd name="T2" fmla="*/ 288 w 2016"/>
                <a:gd name="T3" fmla="*/ 1008 h 1920"/>
                <a:gd name="T4" fmla="*/ 1536 w 2016"/>
                <a:gd name="T5" fmla="*/ 624 h 1920"/>
                <a:gd name="T6" fmla="*/ 2016 w 2016"/>
                <a:gd name="T7" fmla="*/ 0 h 19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16"/>
                <a:gd name="T13" fmla="*/ 0 h 1920"/>
                <a:gd name="T14" fmla="*/ 2016 w 2016"/>
                <a:gd name="T15" fmla="*/ 1920 h 19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16" h="1920">
                  <a:moveTo>
                    <a:pt x="0" y="1920"/>
                  </a:moveTo>
                  <a:cubicBezTo>
                    <a:pt x="16" y="1572"/>
                    <a:pt x="32" y="1224"/>
                    <a:pt x="288" y="1008"/>
                  </a:cubicBezTo>
                  <a:cubicBezTo>
                    <a:pt x="544" y="792"/>
                    <a:pt x="1248" y="792"/>
                    <a:pt x="1536" y="624"/>
                  </a:cubicBezTo>
                  <a:cubicBezTo>
                    <a:pt x="1824" y="456"/>
                    <a:pt x="1920" y="228"/>
                    <a:pt x="2016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21529" name="Freeform 97">
              <a:extLst>
                <a:ext uri="{FF2B5EF4-FFF2-40B4-BE49-F238E27FC236}">
                  <a16:creationId xmlns:a16="http://schemas.microsoft.com/office/drawing/2014/main" id="{904524E2-A6E0-4974-B56A-F93F92AF1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" y="804"/>
              <a:ext cx="2016" cy="1920"/>
            </a:xfrm>
            <a:custGeom>
              <a:avLst/>
              <a:gdLst>
                <a:gd name="T0" fmla="*/ 0 w 2016"/>
                <a:gd name="T1" fmla="*/ 1920 h 1920"/>
                <a:gd name="T2" fmla="*/ 288 w 2016"/>
                <a:gd name="T3" fmla="*/ 1008 h 1920"/>
                <a:gd name="T4" fmla="*/ 1536 w 2016"/>
                <a:gd name="T5" fmla="*/ 624 h 1920"/>
                <a:gd name="T6" fmla="*/ 2016 w 2016"/>
                <a:gd name="T7" fmla="*/ 0 h 19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16"/>
                <a:gd name="T13" fmla="*/ 0 h 1920"/>
                <a:gd name="T14" fmla="*/ 2016 w 2016"/>
                <a:gd name="T15" fmla="*/ 1920 h 19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16" h="1920">
                  <a:moveTo>
                    <a:pt x="0" y="1920"/>
                  </a:moveTo>
                  <a:cubicBezTo>
                    <a:pt x="16" y="1572"/>
                    <a:pt x="32" y="1224"/>
                    <a:pt x="288" y="1008"/>
                  </a:cubicBezTo>
                  <a:cubicBezTo>
                    <a:pt x="544" y="792"/>
                    <a:pt x="1248" y="792"/>
                    <a:pt x="1536" y="624"/>
                  </a:cubicBezTo>
                  <a:cubicBezTo>
                    <a:pt x="1824" y="456"/>
                    <a:pt x="1920" y="228"/>
                    <a:pt x="2016" y="0"/>
                  </a:cubicBezTo>
                </a:path>
              </a:pathLst>
            </a:custGeom>
            <a:noFill/>
            <a:ln w="762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21530" name="Freeform 103">
              <a:extLst>
                <a:ext uri="{FF2B5EF4-FFF2-40B4-BE49-F238E27FC236}">
                  <a16:creationId xmlns:a16="http://schemas.microsoft.com/office/drawing/2014/main" id="{7865C427-9CCE-4C6B-8694-65954C8C78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8" y="840"/>
              <a:ext cx="2016" cy="1920"/>
            </a:xfrm>
            <a:custGeom>
              <a:avLst/>
              <a:gdLst>
                <a:gd name="T0" fmla="*/ 0 w 2016"/>
                <a:gd name="T1" fmla="*/ 1920 h 1920"/>
                <a:gd name="T2" fmla="*/ 288 w 2016"/>
                <a:gd name="T3" fmla="*/ 1008 h 1920"/>
                <a:gd name="T4" fmla="*/ 1536 w 2016"/>
                <a:gd name="T5" fmla="*/ 624 h 1920"/>
                <a:gd name="T6" fmla="*/ 2016 w 2016"/>
                <a:gd name="T7" fmla="*/ 0 h 19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16"/>
                <a:gd name="T13" fmla="*/ 0 h 1920"/>
                <a:gd name="T14" fmla="*/ 2016 w 2016"/>
                <a:gd name="T15" fmla="*/ 1920 h 19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16" h="1920">
                  <a:moveTo>
                    <a:pt x="0" y="1920"/>
                  </a:moveTo>
                  <a:cubicBezTo>
                    <a:pt x="16" y="1572"/>
                    <a:pt x="32" y="1224"/>
                    <a:pt x="288" y="1008"/>
                  </a:cubicBezTo>
                  <a:cubicBezTo>
                    <a:pt x="544" y="792"/>
                    <a:pt x="1248" y="792"/>
                    <a:pt x="1536" y="624"/>
                  </a:cubicBezTo>
                  <a:cubicBezTo>
                    <a:pt x="1824" y="456"/>
                    <a:pt x="1920" y="228"/>
                    <a:pt x="2016" y="0"/>
                  </a:cubicBezTo>
                </a:path>
              </a:pathLst>
            </a:custGeom>
            <a:noFill/>
            <a:ln w="762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21531" name="Freeform 104">
              <a:extLst>
                <a:ext uri="{FF2B5EF4-FFF2-40B4-BE49-F238E27FC236}">
                  <a16:creationId xmlns:a16="http://schemas.microsoft.com/office/drawing/2014/main" id="{4F27F9EE-40D2-4330-815A-C5775C5FBD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864"/>
              <a:ext cx="2016" cy="1920"/>
            </a:xfrm>
            <a:custGeom>
              <a:avLst/>
              <a:gdLst>
                <a:gd name="T0" fmla="*/ 0 w 2016"/>
                <a:gd name="T1" fmla="*/ 1920 h 1920"/>
                <a:gd name="T2" fmla="*/ 288 w 2016"/>
                <a:gd name="T3" fmla="*/ 1008 h 1920"/>
                <a:gd name="T4" fmla="*/ 1536 w 2016"/>
                <a:gd name="T5" fmla="*/ 624 h 1920"/>
                <a:gd name="T6" fmla="*/ 2016 w 2016"/>
                <a:gd name="T7" fmla="*/ 0 h 19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16"/>
                <a:gd name="T13" fmla="*/ 0 h 1920"/>
                <a:gd name="T14" fmla="*/ 2016 w 2016"/>
                <a:gd name="T15" fmla="*/ 1920 h 19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16" h="1920">
                  <a:moveTo>
                    <a:pt x="0" y="1920"/>
                  </a:moveTo>
                  <a:cubicBezTo>
                    <a:pt x="16" y="1572"/>
                    <a:pt x="32" y="1224"/>
                    <a:pt x="288" y="1008"/>
                  </a:cubicBezTo>
                  <a:cubicBezTo>
                    <a:pt x="544" y="792"/>
                    <a:pt x="1248" y="792"/>
                    <a:pt x="1536" y="624"/>
                  </a:cubicBezTo>
                  <a:cubicBezTo>
                    <a:pt x="1824" y="456"/>
                    <a:pt x="1920" y="228"/>
                    <a:pt x="2016" y="0"/>
                  </a:cubicBezTo>
                </a:path>
              </a:pathLst>
            </a:custGeom>
            <a:noFill/>
            <a:ln w="762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21532" name="Freeform 105">
              <a:extLst>
                <a:ext uri="{FF2B5EF4-FFF2-40B4-BE49-F238E27FC236}">
                  <a16:creationId xmlns:a16="http://schemas.microsoft.com/office/drawing/2014/main" id="{993E9683-9018-4CD1-86B6-F502AFC9C7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" y="900"/>
              <a:ext cx="2016" cy="1920"/>
            </a:xfrm>
            <a:custGeom>
              <a:avLst/>
              <a:gdLst>
                <a:gd name="T0" fmla="*/ 0 w 2016"/>
                <a:gd name="T1" fmla="*/ 1920 h 1920"/>
                <a:gd name="T2" fmla="*/ 288 w 2016"/>
                <a:gd name="T3" fmla="*/ 1008 h 1920"/>
                <a:gd name="T4" fmla="*/ 1536 w 2016"/>
                <a:gd name="T5" fmla="*/ 624 h 1920"/>
                <a:gd name="T6" fmla="*/ 2016 w 2016"/>
                <a:gd name="T7" fmla="*/ 0 h 19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16"/>
                <a:gd name="T13" fmla="*/ 0 h 1920"/>
                <a:gd name="T14" fmla="*/ 2016 w 2016"/>
                <a:gd name="T15" fmla="*/ 1920 h 19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16" h="1920">
                  <a:moveTo>
                    <a:pt x="0" y="1920"/>
                  </a:moveTo>
                  <a:cubicBezTo>
                    <a:pt x="16" y="1572"/>
                    <a:pt x="32" y="1224"/>
                    <a:pt x="288" y="1008"/>
                  </a:cubicBezTo>
                  <a:cubicBezTo>
                    <a:pt x="544" y="792"/>
                    <a:pt x="1248" y="792"/>
                    <a:pt x="1536" y="624"/>
                  </a:cubicBezTo>
                  <a:cubicBezTo>
                    <a:pt x="1824" y="456"/>
                    <a:pt x="1920" y="228"/>
                    <a:pt x="2016" y="0"/>
                  </a:cubicBezTo>
                </a:path>
              </a:pathLst>
            </a:custGeom>
            <a:noFill/>
            <a:ln w="762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21533" name="Freeform 108">
              <a:extLst>
                <a:ext uri="{FF2B5EF4-FFF2-40B4-BE49-F238E27FC236}">
                  <a16:creationId xmlns:a16="http://schemas.microsoft.com/office/drawing/2014/main" id="{969FC6FB-3C18-4D5A-9BB8-333AB8BB1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8" y="912"/>
              <a:ext cx="2016" cy="1920"/>
            </a:xfrm>
            <a:custGeom>
              <a:avLst/>
              <a:gdLst>
                <a:gd name="T0" fmla="*/ 0 w 2016"/>
                <a:gd name="T1" fmla="*/ 1920 h 1920"/>
                <a:gd name="T2" fmla="*/ 288 w 2016"/>
                <a:gd name="T3" fmla="*/ 1008 h 1920"/>
                <a:gd name="T4" fmla="*/ 1536 w 2016"/>
                <a:gd name="T5" fmla="*/ 624 h 1920"/>
                <a:gd name="T6" fmla="*/ 2016 w 2016"/>
                <a:gd name="T7" fmla="*/ 0 h 19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16"/>
                <a:gd name="T13" fmla="*/ 0 h 1920"/>
                <a:gd name="T14" fmla="*/ 2016 w 2016"/>
                <a:gd name="T15" fmla="*/ 1920 h 19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16" h="1920">
                  <a:moveTo>
                    <a:pt x="0" y="1920"/>
                  </a:moveTo>
                  <a:cubicBezTo>
                    <a:pt x="16" y="1572"/>
                    <a:pt x="32" y="1224"/>
                    <a:pt x="288" y="1008"/>
                  </a:cubicBezTo>
                  <a:cubicBezTo>
                    <a:pt x="544" y="792"/>
                    <a:pt x="1248" y="792"/>
                    <a:pt x="1536" y="624"/>
                  </a:cubicBezTo>
                  <a:cubicBezTo>
                    <a:pt x="1824" y="456"/>
                    <a:pt x="1920" y="228"/>
                    <a:pt x="2016" y="0"/>
                  </a:cubicBezTo>
                </a:path>
              </a:pathLst>
            </a:custGeom>
            <a:noFill/>
            <a:ln w="762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21534" name="Freeform 109">
              <a:extLst>
                <a:ext uri="{FF2B5EF4-FFF2-40B4-BE49-F238E27FC236}">
                  <a16:creationId xmlns:a16="http://schemas.microsoft.com/office/drawing/2014/main" id="{0A78A48E-EAC8-433B-939A-8FEC268E4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960"/>
              <a:ext cx="2016" cy="1920"/>
            </a:xfrm>
            <a:custGeom>
              <a:avLst/>
              <a:gdLst>
                <a:gd name="T0" fmla="*/ 0 w 2016"/>
                <a:gd name="T1" fmla="*/ 1920 h 1920"/>
                <a:gd name="T2" fmla="*/ 288 w 2016"/>
                <a:gd name="T3" fmla="*/ 1008 h 1920"/>
                <a:gd name="T4" fmla="*/ 1536 w 2016"/>
                <a:gd name="T5" fmla="*/ 624 h 1920"/>
                <a:gd name="T6" fmla="*/ 2016 w 2016"/>
                <a:gd name="T7" fmla="*/ 0 h 19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16"/>
                <a:gd name="T13" fmla="*/ 0 h 1920"/>
                <a:gd name="T14" fmla="*/ 2016 w 2016"/>
                <a:gd name="T15" fmla="*/ 1920 h 19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16" h="1920">
                  <a:moveTo>
                    <a:pt x="0" y="1920"/>
                  </a:moveTo>
                  <a:cubicBezTo>
                    <a:pt x="16" y="1572"/>
                    <a:pt x="32" y="1224"/>
                    <a:pt x="288" y="1008"/>
                  </a:cubicBezTo>
                  <a:cubicBezTo>
                    <a:pt x="544" y="792"/>
                    <a:pt x="1248" y="792"/>
                    <a:pt x="1536" y="624"/>
                  </a:cubicBezTo>
                  <a:cubicBezTo>
                    <a:pt x="1824" y="456"/>
                    <a:pt x="1920" y="228"/>
                    <a:pt x="2016" y="0"/>
                  </a:cubicBezTo>
                </a:path>
              </a:pathLst>
            </a:custGeom>
            <a:noFill/>
            <a:ln w="762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21535" name="Oval 112">
              <a:extLst>
                <a:ext uri="{FF2B5EF4-FFF2-40B4-BE49-F238E27FC236}">
                  <a16:creationId xmlns:a16="http://schemas.microsoft.com/office/drawing/2014/main" id="{E467AD80-FECA-4D9D-986A-1C0B8D9F3C2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51654">
              <a:off x="4956" y="696"/>
              <a:ext cx="192" cy="384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21536" name="Freeform 111">
              <a:extLst>
                <a:ext uri="{FF2B5EF4-FFF2-40B4-BE49-F238E27FC236}">
                  <a16:creationId xmlns:a16="http://schemas.microsoft.com/office/drawing/2014/main" id="{EEB16356-5FC2-42CC-84AC-9B33B7CBA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4" y="2616"/>
              <a:ext cx="288" cy="288"/>
            </a:xfrm>
            <a:custGeom>
              <a:avLst/>
              <a:gdLst>
                <a:gd name="T0" fmla="*/ 264 w 288"/>
                <a:gd name="T1" fmla="*/ 264 h 288"/>
                <a:gd name="T2" fmla="*/ 216 w 288"/>
                <a:gd name="T3" fmla="*/ 72 h 288"/>
                <a:gd name="T4" fmla="*/ 24 w 288"/>
                <a:gd name="T5" fmla="*/ 24 h 288"/>
                <a:gd name="T6" fmla="*/ 72 w 288"/>
                <a:gd name="T7" fmla="*/ 216 h 288"/>
                <a:gd name="T8" fmla="*/ 264 w 288"/>
                <a:gd name="T9" fmla="*/ 264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8"/>
                <a:gd name="T16" fmla="*/ 0 h 288"/>
                <a:gd name="T17" fmla="*/ 288 w 288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8" h="288">
                  <a:moveTo>
                    <a:pt x="264" y="264"/>
                  </a:moveTo>
                  <a:cubicBezTo>
                    <a:pt x="288" y="240"/>
                    <a:pt x="256" y="112"/>
                    <a:pt x="216" y="72"/>
                  </a:cubicBezTo>
                  <a:cubicBezTo>
                    <a:pt x="176" y="32"/>
                    <a:pt x="48" y="0"/>
                    <a:pt x="24" y="24"/>
                  </a:cubicBezTo>
                  <a:cubicBezTo>
                    <a:pt x="0" y="48"/>
                    <a:pt x="32" y="176"/>
                    <a:pt x="72" y="216"/>
                  </a:cubicBezTo>
                  <a:cubicBezTo>
                    <a:pt x="112" y="256"/>
                    <a:pt x="240" y="288"/>
                    <a:pt x="264" y="264"/>
                  </a:cubicBezTo>
                  <a:close/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</p:grpSp>
      <p:grpSp>
        <p:nvGrpSpPr>
          <p:cNvPr id="15" name="Group 120">
            <a:extLst>
              <a:ext uri="{FF2B5EF4-FFF2-40B4-BE49-F238E27FC236}">
                <a16:creationId xmlns:a16="http://schemas.microsoft.com/office/drawing/2014/main" id="{E079F81B-FF0A-4660-A421-B7974E27F637}"/>
              </a:ext>
            </a:extLst>
          </p:cNvPr>
          <p:cNvGrpSpPr>
            <a:grpSpLocks/>
          </p:cNvGrpSpPr>
          <p:nvPr/>
        </p:nvGrpSpPr>
        <p:grpSpPr bwMode="auto">
          <a:xfrm>
            <a:off x="9372596" y="990600"/>
            <a:ext cx="796925" cy="838200"/>
            <a:chOff x="4848" y="3120"/>
            <a:chExt cx="502" cy="528"/>
          </a:xfrm>
        </p:grpSpPr>
        <p:sp>
          <p:nvSpPr>
            <p:cNvPr id="21523" name="Line 118">
              <a:extLst>
                <a:ext uri="{FF2B5EF4-FFF2-40B4-BE49-F238E27FC236}">
                  <a16:creationId xmlns:a16="http://schemas.microsoft.com/office/drawing/2014/main" id="{56B9DE10-24A6-40AE-8754-DF4E3632D9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3120"/>
              <a:ext cx="384" cy="52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4" name="Text Box 119">
              <a:extLst>
                <a:ext uri="{FF2B5EF4-FFF2-40B4-BE49-F238E27FC236}">
                  <a16:creationId xmlns:a16="http://schemas.microsoft.com/office/drawing/2014/main" id="{2074373E-052F-426F-8D46-850B725F4D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0" y="3311"/>
              <a:ext cx="17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/>
                <a:t>I</a:t>
              </a:r>
            </a:p>
          </p:txBody>
        </p:sp>
      </p:grpSp>
      <p:grpSp>
        <p:nvGrpSpPr>
          <p:cNvPr id="16" name="Group 124">
            <a:extLst>
              <a:ext uri="{FF2B5EF4-FFF2-40B4-BE49-F238E27FC236}">
                <a16:creationId xmlns:a16="http://schemas.microsoft.com/office/drawing/2014/main" id="{D72CF1EC-F944-4C97-8386-4B9ED99E31B6}"/>
              </a:ext>
            </a:extLst>
          </p:cNvPr>
          <p:cNvGrpSpPr>
            <a:grpSpLocks/>
          </p:cNvGrpSpPr>
          <p:nvPr/>
        </p:nvGrpSpPr>
        <p:grpSpPr bwMode="auto">
          <a:xfrm>
            <a:off x="6858002" y="2667005"/>
            <a:ext cx="1106488" cy="627063"/>
            <a:chOff x="3312" y="3216"/>
            <a:chExt cx="697" cy="395"/>
          </a:xfrm>
        </p:grpSpPr>
        <p:sp>
          <p:nvSpPr>
            <p:cNvPr id="21521" name="Line 121">
              <a:extLst>
                <a:ext uri="{FF2B5EF4-FFF2-40B4-BE49-F238E27FC236}">
                  <a16:creationId xmlns:a16="http://schemas.microsoft.com/office/drawing/2014/main" id="{289AC277-68B3-4A14-A528-4173CB4986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2" y="3216"/>
              <a:ext cx="384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2" name="Text Box 122">
              <a:extLst>
                <a:ext uri="{FF2B5EF4-FFF2-40B4-BE49-F238E27FC236}">
                  <a16:creationId xmlns:a16="http://schemas.microsoft.com/office/drawing/2014/main" id="{A47373CE-3960-46DE-8EDD-29A25C756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8" y="3320"/>
              <a:ext cx="32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 i="1"/>
                <a:t>ds</a:t>
              </a:r>
              <a:endParaRPr lang="es-ES_tradnl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AC50CC2-842B-44F3-8521-3129C2941D6B}"/>
              </a:ext>
            </a:extLst>
          </p:cNvPr>
          <p:cNvSpPr>
            <a:spLocks noChangeArrowheads="1"/>
          </p:cNvSpPr>
          <p:nvPr/>
        </p:nvSpPr>
        <p:spPr bwMode="auto">
          <a:xfrm rot="1173750">
            <a:off x="7014859" y="561804"/>
            <a:ext cx="391133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 i="1"/>
              <a:t>B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0B3D82AB-FE49-40E3-BE90-B0C892001346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685800"/>
            <a:ext cx="4114800" cy="1371600"/>
            <a:chOff x="2544" y="432"/>
            <a:chExt cx="2592" cy="864"/>
          </a:xfrm>
        </p:grpSpPr>
        <p:sp>
          <p:nvSpPr>
            <p:cNvPr id="22600" name="Line 3">
              <a:extLst>
                <a:ext uri="{FF2B5EF4-FFF2-40B4-BE49-F238E27FC236}">
                  <a16:creationId xmlns:a16="http://schemas.microsoft.com/office/drawing/2014/main" id="{43EED2C0-0F2B-4C82-8384-296E687C40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432"/>
              <a:ext cx="2592" cy="86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1" name="Line 4">
              <a:extLst>
                <a:ext uri="{FF2B5EF4-FFF2-40B4-BE49-F238E27FC236}">
                  <a16:creationId xmlns:a16="http://schemas.microsoft.com/office/drawing/2014/main" id="{6F2E41DF-938B-4A49-B837-8859ACA61B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864"/>
              <a:ext cx="84" cy="2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18B0F655-A756-4684-B097-4890FAE58473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143000"/>
            <a:ext cx="4114800" cy="1371600"/>
            <a:chOff x="2400" y="720"/>
            <a:chExt cx="2592" cy="864"/>
          </a:xfrm>
        </p:grpSpPr>
        <p:sp>
          <p:nvSpPr>
            <p:cNvPr id="22598" name="Line 6">
              <a:extLst>
                <a:ext uri="{FF2B5EF4-FFF2-40B4-BE49-F238E27FC236}">
                  <a16:creationId xmlns:a16="http://schemas.microsoft.com/office/drawing/2014/main" id="{0C1C99E4-79E7-48DD-8979-89D94A7A8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720"/>
              <a:ext cx="2592" cy="86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9" name="Line 7">
              <a:extLst>
                <a:ext uri="{FF2B5EF4-FFF2-40B4-BE49-F238E27FC236}">
                  <a16:creationId xmlns:a16="http://schemas.microsoft.com/office/drawing/2014/main" id="{3367B52F-D6E9-4A82-8797-53D8C996F7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1152"/>
              <a:ext cx="84" cy="2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1">
            <a:extLst>
              <a:ext uri="{FF2B5EF4-FFF2-40B4-BE49-F238E27FC236}">
                <a16:creationId xmlns:a16="http://schemas.microsoft.com/office/drawing/2014/main" id="{74B2E536-6C04-4B49-B10C-A866326BEBA9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1600200"/>
            <a:ext cx="4114800" cy="1371600"/>
            <a:chOff x="2256" y="1008"/>
            <a:chExt cx="2592" cy="864"/>
          </a:xfrm>
        </p:grpSpPr>
        <p:sp>
          <p:nvSpPr>
            <p:cNvPr id="22596" name="Line 9">
              <a:extLst>
                <a:ext uri="{FF2B5EF4-FFF2-40B4-BE49-F238E27FC236}">
                  <a16:creationId xmlns:a16="http://schemas.microsoft.com/office/drawing/2014/main" id="{9240AD57-A10A-45A3-AC03-A2AEFDBBA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008"/>
              <a:ext cx="2592" cy="86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7" name="Line 10">
              <a:extLst>
                <a:ext uri="{FF2B5EF4-FFF2-40B4-BE49-F238E27FC236}">
                  <a16:creationId xmlns:a16="http://schemas.microsoft.com/office/drawing/2014/main" id="{9D7C16B5-8F25-44EE-B0EA-22A6019EF5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440"/>
              <a:ext cx="84" cy="2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14">
            <a:extLst>
              <a:ext uri="{FF2B5EF4-FFF2-40B4-BE49-F238E27FC236}">
                <a16:creationId xmlns:a16="http://schemas.microsoft.com/office/drawing/2014/main" id="{B1AF011C-309C-44AF-BEEE-8CFB3107AA14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2057400"/>
            <a:ext cx="4114800" cy="1371600"/>
            <a:chOff x="2064" y="1296"/>
            <a:chExt cx="2592" cy="864"/>
          </a:xfrm>
        </p:grpSpPr>
        <p:sp>
          <p:nvSpPr>
            <p:cNvPr id="22594" name="Line 12">
              <a:extLst>
                <a:ext uri="{FF2B5EF4-FFF2-40B4-BE49-F238E27FC236}">
                  <a16:creationId xmlns:a16="http://schemas.microsoft.com/office/drawing/2014/main" id="{923E87DF-2A34-448E-A796-75BB313974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296"/>
              <a:ext cx="2592" cy="86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5" name="Line 13">
              <a:extLst>
                <a:ext uri="{FF2B5EF4-FFF2-40B4-BE49-F238E27FC236}">
                  <a16:creationId xmlns:a16="http://schemas.microsoft.com/office/drawing/2014/main" id="{4760F138-9275-49DD-A79E-D895B5F1BA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728"/>
              <a:ext cx="84" cy="2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17">
            <a:extLst>
              <a:ext uri="{FF2B5EF4-FFF2-40B4-BE49-F238E27FC236}">
                <a16:creationId xmlns:a16="http://schemas.microsoft.com/office/drawing/2014/main" id="{91717799-9E2B-422C-BC52-38BC475C6D9E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514600"/>
            <a:ext cx="4114800" cy="1371600"/>
            <a:chOff x="1920" y="1584"/>
            <a:chExt cx="2592" cy="864"/>
          </a:xfrm>
        </p:grpSpPr>
        <p:sp>
          <p:nvSpPr>
            <p:cNvPr id="22592" name="Line 15">
              <a:extLst>
                <a:ext uri="{FF2B5EF4-FFF2-40B4-BE49-F238E27FC236}">
                  <a16:creationId xmlns:a16="http://schemas.microsoft.com/office/drawing/2014/main" id="{A784E0F9-CE0F-422F-A29E-CA6E782E01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584"/>
              <a:ext cx="2592" cy="86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3" name="Line 16">
              <a:extLst>
                <a:ext uri="{FF2B5EF4-FFF2-40B4-BE49-F238E27FC236}">
                  <a16:creationId xmlns:a16="http://schemas.microsoft.com/office/drawing/2014/main" id="{355B835A-9DD9-4853-84DA-2627B018F3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016"/>
              <a:ext cx="84" cy="2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20">
            <a:extLst>
              <a:ext uri="{FF2B5EF4-FFF2-40B4-BE49-F238E27FC236}">
                <a16:creationId xmlns:a16="http://schemas.microsoft.com/office/drawing/2014/main" id="{70478324-C070-4D67-833D-4CF7A2302AAF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048000"/>
            <a:ext cx="4114800" cy="1371600"/>
            <a:chOff x="1776" y="1920"/>
            <a:chExt cx="2592" cy="864"/>
          </a:xfrm>
        </p:grpSpPr>
        <p:sp>
          <p:nvSpPr>
            <p:cNvPr id="22590" name="Line 18">
              <a:extLst>
                <a:ext uri="{FF2B5EF4-FFF2-40B4-BE49-F238E27FC236}">
                  <a16:creationId xmlns:a16="http://schemas.microsoft.com/office/drawing/2014/main" id="{BA61B8C1-11BC-4034-A848-5B7FFA5D8D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920"/>
              <a:ext cx="2592" cy="86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1" name="Line 19">
              <a:extLst>
                <a:ext uri="{FF2B5EF4-FFF2-40B4-BE49-F238E27FC236}">
                  <a16:creationId xmlns:a16="http://schemas.microsoft.com/office/drawing/2014/main" id="{5B53F7BB-0186-45AE-A4BA-F3A130CBFD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352"/>
              <a:ext cx="84" cy="2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23">
            <a:extLst>
              <a:ext uri="{FF2B5EF4-FFF2-40B4-BE49-F238E27FC236}">
                <a16:creationId xmlns:a16="http://schemas.microsoft.com/office/drawing/2014/main" id="{B8314B5A-393D-4F9E-AF0F-2B3727F463F2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3505200"/>
            <a:ext cx="4114800" cy="1371600"/>
            <a:chOff x="1632" y="2208"/>
            <a:chExt cx="2592" cy="864"/>
          </a:xfrm>
        </p:grpSpPr>
        <p:sp>
          <p:nvSpPr>
            <p:cNvPr id="22588" name="Line 21">
              <a:extLst>
                <a:ext uri="{FF2B5EF4-FFF2-40B4-BE49-F238E27FC236}">
                  <a16:creationId xmlns:a16="http://schemas.microsoft.com/office/drawing/2014/main" id="{8F835EF0-CFD9-4069-B10E-EB539CADCB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208"/>
              <a:ext cx="2592" cy="86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9" name="Line 22">
              <a:extLst>
                <a:ext uri="{FF2B5EF4-FFF2-40B4-BE49-F238E27FC236}">
                  <a16:creationId xmlns:a16="http://schemas.microsoft.com/office/drawing/2014/main" id="{4E3BB659-F976-462B-94B2-510264D11E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640"/>
              <a:ext cx="84" cy="2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" name="Group 26">
            <a:extLst>
              <a:ext uri="{FF2B5EF4-FFF2-40B4-BE49-F238E27FC236}">
                <a16:creationId xmlns:a16="http://schemas.microsoft.com/office/drawing/2014/main" id="{204039A3-B478-43AF-B8ED-9D196F611AD6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3962400"/>
            <a:ext cx="4114800" cy="1371600"/>
            <a:chOff x="1536" y="2496"/>
            <a:chExt cx="2592" cy="864"/>
          </a:xfrm>
        </p:grpSpPr>
        <p:sp>
          <p:nvSpPr>
            <p:cNvPr id="22586" name="Line 24">
              <a:extLst>
                <a:ext uri="{FF2B5EF4-FFF2-40B4-BE49-F238E27FC236}">
                  <a16:creationId xmlns:a16="http://schemas.microsoft.com/office/drawing/2014/main" id="{E702486E-7DA1-4CAF-9E31-2905572804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496"/>
              <a:ext cx="2592" cy="86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7" name="Line 25">
              <a:extLst>
                <a:ext uri="{FF2B5EF4-FFF2-40B4-BE49-F238E27FC236}">
                  <a16:creationId xmlns:a16="http://schemas.microsoft.com/office/drawing/2014/main" id="{A5C4D2FF-6B39-4F5E-823B-4E15A3395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928"/>
              <a:ext cx="84" cy="2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" name="Group 29">
            <a:extLst>
              <a:ext uri="{FF2B5EF4-FFF2-40B4-BE49-F238E27FC236}">
                <a16:creationId xmlns:a16="http://schemas.microsoft.com/office/drawing/2014/main" id="{E13E2433-E932-4536-9131-9CE5CDA3A2C3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4419600"/>
            <a:ext cx="4114800" cy="1371600"/>
            <a:chOff x="1392" y="2784"/>
            <a:chExt cx="2592" cy="864"/>
          </a:xfrm>
        </p:grpSpPr>
        <p:sp>
          <p:nvSpPr>
            <p:cNvPr id="22584" name="Line 27">
              <a:extLst>
                <a:ext uri="{FF2B5EF4-FFF2-40B4-BE49-F238E27FC236}">
                  <a16:creationId xmlns:a16="http://schemas.microsoft.com/office/drawing/2014/main" id="{902193F7-AA2B-49E9-A50A-08A21057DC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784"/>
              <a:ext cx="2592" cy="86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5" name="Line 28">
              <a:extLst>
                <a:ext uri="{FF2B5EF4-FFF2-40B4-BE49-F238E27FC236}">
                  <a16:creationId xmlns:a16="http://schemas.microsoft.com/office/drawing/2014/main" id="{51A12367-2864-479D-B4AC-6BD5E519D4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3216"/>
              <a:ext cx="84" cy="2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" name="Group 32">
            <a:extLst>
              <a:ext uri="{FF2B5EF4-FFF2-40B4-BE49-F238E27FC236}">
                <a16:creationId xmlns:a16="http://schemas.microsoft.com/office/drawing/2014/main" id="{5F7CC2A4-9041-46CF-A651-A4BF25C977B9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4876800"/>
            <a:ext cx="4114800" cy="1371600"/>
            <a:chOff x="1248" y="3072"/>
            <a:chExt cx="2592" cy="864"/>
          </a:xfrm>
        </p:grpSpPr>
        <p:sp>
          <p:nvSpPr>
            <p:cNvPr id="22582" name="Line 30">
              <a:extLst>
                <a:ext uri="{FF2B5EF4-FFF2-40B4-BE49-F238E27FC236}">
                  <a16:creationId xmlns:a16="http://schemas.microsoft.com/office/drawing/2014/main" id="{38833987-CA69-489F-A996-AC08854260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072"/>
              <a:ext cx="2592" cy="86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3" name="Line 31">
              <a:extLst>
                <a:ext uri="{FF2B5EF4-FFF2-40B4-BE49-F238E27FC236}">
                  <a16:creationId xmlns:a16="http://schemas.microsoft.com/office/drawing/2014/main" id="{AF3E6C5C-CF21-4201-A6FB-1D969BFE1A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3504"/>
              <a:ext cx="84" cy="2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" name="Group 35">
            <a:extLst>
              <a:ext uri="{FF2B5EF4-FFF2-40B4-BE49-F238E27FC236}">
                <a16:creationId xmlns:a16="http://schemas.microsoft.com/office/drawing/2014/main" id="{0A1BED22-B27F-4B9D-87EA-6A1B3568386F}"/>
              </a:ext>
            </a:extLst>
          </p:cNvPr>
          <p:cNvGrpSpPr>
            <a:grpSpLocks/>
          </p:cNvGrpSpPr>
          <p:nvPr/>
        </p:nvGrpSpPr>
        <p:grpSpPr bwMode="auto">
          <a:xfrm>
            <a:off x="4041776" y="4618037"/>
            <a:ext cx="485775" cy="461962"/>
            <a:chOff x="1586" y="2909"/>
            <a:chExt cx="306" cy="291"/>
          </a:xfrm>
        </p:grpSpPr>
        <p:sp>
          <p:nvSpPr>
            <p:cNvPr id="22580" name="Oval 33">
              <a:extLst>
                <a:ext uri="{FF2B5EF4-FFF2-40B4-BE49-F238E27FC236}">
                  <a16:creationId xmlns:a16="http://schemas.microsoft.com/office/drawing/2014/main" id="{93B1792A-52A0-4A02-AB41-19F3313D9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4" y="3088"/>
              <a:ext cx="88" cy="8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22581" name="Rectangle 34">
              <a:extLst>
                <a:ext uri="{FF2B5EF4-FFF2-40B4-BE49-F238E27FC236}">
                  <a16:creationId xmlns:a16="http://schemas.microsoft.com/office/drawing/2014/main" id="{731B0C4E-7430-4FA1-8F50-5E5DF228D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6" y="2909"/>
              <a:ext cx="22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/>
                <a:t>a</a:t>
              </a:r>
            </a:p>
          </p:txBody>
        </p:sp>
      </p:grpSp>
      <p:grpSp>
        <p:nvGrpSpPr>
          <p:cNvPr id="13" name="Group 38">
            <a:extLst>
              <a:ext uri="{FF2B5EF4-FFF2-40B4-BE49-F238E27FC236}">
                <a16:creationId xmlns:a16="http://schemas.microsoft.com/office/drawing/2014/main" id="{C584DB56-F004-40BC-AA9B-020898B86C1C}"/>
              </a:ext>
            </a:extLst>
          </p:cNvPr>
          <p:cNvGrpSpPr>
            <a:grpSpLocks/>
          </p:cNvGrpSpPr>
          <p:nvPr/>
        </p:nvGrpSpPr>
        <p:grpSpPr bwMode="auto">
          <a:xfrm>
            <a:off x="8007357" y="1474788"/>
            <a:ext cx="582613" cy="461962"/>
            <a:chOff x="4084" y="929"/>
            <a:chExt cx="367" cy="291"/>
          </a:xfrm>
        </p:grpSpPr>
        <p:sp>
          <p:nvSpPr>
            <p:cNvPr id="22578" name="Oval 36">
              <a:extLst>
                <a:ext uri="{FF2B5EF4-FFF2-40B4-BE49-F238E27FC236}">
                  <a16:creationId xmlns:a16="http://schemas.microsoft.com/office/drawing/2014/main" id="{2C146BAE-125A-4A4E-BCB3-E9A467A74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4" y="1132"/>
              <a:ext cx="88" cy="8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22579" name="Rectangle 37">
              <a:extLst>
                <a:ext uri="{FF2B5EF4-FFF2-40B4-BE49-F238E27FC236}">
                  <a16:creationId xmlns:a16="http://schemas.microsoft.com/office/drawing/2014/main" id="{A7787B35-A92C-4DF6-ABA8-5B84A72912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929"/>
              <a:ext cx="225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/>
                <a:t>b</a:t>
              </a:r>
            </a:p>
          </p:txBody>
        </p:sp>
      </p:grpSp>
      <p:sp>
        <p:nvSpPr>
          <p:cNvPr id="9255" name="Line 39">
            <a:extLst>
              <a:ext uri="{FF2B5EF4-FFF2-40B4-BE49-F238E27FC236}">
                <a16:creationId xmlns:a16="http://schemas.microsoft.com/office/drawing/2014/main" id="{CA22B10C-1E2B-4F26-B144-D51F79285C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19600" y="1885950"/>
            <a:ext cx="3657600" cy="3105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6" name="Rectangle 40">
            <a:extLst>
              <a:ext uri="{FF2B5EF4-FFF2-40B4-BE49-F238E27FC236}">
                <a16:creationId xmlns:a16="http://schemas.microsoft.com/office/drawing/2014/main" id="{E870D12A-5101-44F8-9323-8F749C849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6" y="2560639"/>
            <a:ext cx="339837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 b="1" i="1"/>
              <a:t>l</a:t>
            </a:r>
            <a:r>
              <a:rPr lang="es-ES_tradnl" altLang="en-US" i="1"/>
              <a:t>’</a:t>
            </a:r>
          </a:p>
        </p:txBody>
      </p:sp>
      <p:grpSp>
        <p:nvGrpSpPr>
          <p:cNvPr id="14" name="Group 58">
            <a:extLst>
              <a:ext uri="{FF2B5EF4-FFF2-40B4-BE49-F238E27FC236}">
                <a16:creationId xmlns:a16="http://schemas.microsoft.com/office/drawing/2014/main" id="{EEC5A45F-5F04-44FE-8D70-1C0216E72BF1}"/>
              </a:ext>
            </a:extLst>
          </p:cNvPr>
          <p:cNvGrpSpPr>
            <a:grpSpLocks/>
          </p:cNvGrpSpPr>
          <p:nvPr/>
        </p:nvGrpSpPr>
        <p:grpSpPr bwMode="auto">
          <a:xfrm>
            <a:off x="4418014" y="1871664"/>
            <a:ext cx="3659187" cy="3157537"/>
            <a:chOff x="1823" y="1179"/>
            <a:chExt cx="2305" cy="1989"/>
          </a:xfrm>
        </p:grpSpPr>
        <p:grpSp>
          <p:nvGrpSpPr>
            <p:cNvPr id="22561" name="Group 43">
              <a:extLst>
                <a:ext uri="{FF2B5EF4-FFF2-40B4-BE49-F238E27FC236}">
                  <a16:creationId xmlns:a16="http://schemas.microsoft.com/office/drawing/2014/main" id="{769EF3E4-7E0E-4321-BF20-38B2C7CC1B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3" y="1179"/>
              <a:ext cx="2305" cy="1989"/>
              <a:chOff x="1823" y="1179"/>
              <a:chExt cx="2305" cy="1989"/>
            </a:xfrm>
          </p:grpSpPr>
          <p:sp>
            <p:nvSpPr>
              <p:cNvPr id="22576" name="Arc 41">
                <a:extLst>
                  <a:ext uri="{FF2B5EF4-FFF2-40B4-BE49-F238E27FC236}">
                    <a16:creationId xmlns:a16="http://schemas.microsoft.com/office/drawing/2014/main" id="{45DEAF8C-E61B-4E50-8816-E38B58BA55C2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823" y="2352"/>
                <a:ext cx="925" cy="816"/>
              </a:xfrm>
              <a:custGeom>
                <a:avLst/>
                <a:gdLst>
                  <a:gd name="T0" fmla="*/ 35 w 24488"/>
                  <a:gd name="T1" fmla="*/ 0 h 21600"/>
                  <a:gd name="T2" fmla="*/ 0 w 24488"/>
                  <a:gd name="T3" fmla="*/ 31 h 21600"/>
                  <a:gd name="T4" fmla="*/ 4 w 2448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4488"/>
                  <a:gd name="T10" fmla="*/ 0 h 21600"/>
                  <a:gd name="T11" fmla="*/ 24488 w 2448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488" h="21600" fill="none" extrusionOk="0">
                    <a:moveTo>
                      <a:pt x="24488" y="0"/>
                    </a:moveTo>
                    <a:cubicBezTo>
                      <a:pt x="24488" y="11929"/>
                      <a:pt x="14817" y="21600"/>
                      <a:pt x="2888" y="21600"/>
                    </a:cubicBezTo>
                    <a:cubicBezTo>
                      <a:pt x="1922" y="21600"/>
                      <a:pt x="957" y="21535"/>
                      <a:pt x="-1" y="21406"/>
                    </a:cubicBezTo>
                  </a:path>
                  <a:path w="24488" h="21600" stroke="0" extrusionOk="0">
                    <a:moveTo>
                      <a:pt x="24488" y="0"/>
                    </a:moveTo>
                    <a:cubicBezTo>
                      <a:pt x="24488" y="11929"/>
                      <a:pt x="14817" y="21600"/>
                      <a:pt x="2888" y="21600"/>
                    </a:cubicBezTo>
                    <a:cubicBezTo>
                      <a:pt x="1922" y="21600"/>
                      <a:pt x="957" y="21535"/>
                      <a:pt x="-1" y="21406"/>
                    </a:cubicBezTo>
                    <a:lnTo>
                      <a:pt x="2888" y="0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s-CL" altLang="en-US"/>
              </a:p>
            </p:txBody>
          </p:sp>
          <p:sp>
            <p:nvSpPr>
              <p:cNvPr id="22577" name="Arc 42">
                <a:extLst>
                  <a:ext uri="{FF2B5EF4-FFF2-40B4-BE49-F238E27FC236}">
                    <a16:creationId xmlns:a16="http://schemas.microsoft.com/office/drawing/2014/main" id="{476661F2-78E4-4842-8562-067E14A4CB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1179"/>
                <a:ext cx="1360" cy="1222"/>
              </a:xfrm>
              <a:custGeom>
                <a:avLst/>
                <a:gdLst>
                  <a:gd name="T0" fmla="*/ 66 w 27954"/>
                  <a:gd name="T1" fmla="*/ 0 h 24374"/>
                  <a:gd name="T2" fmla="*/ 0 w 27954"/>
                  <a:gd name="T3" fmla="*/ 59 h 24374"/>
                  <a:gd name="T4" fmla="*/ 15 w 27954"/>
                  <a:gd name="T5" fmla="*/ 7 h 24374"/>
                  <a:gd name="T6" fmla="*/ 0 60000 65536"/>
                  <a:gd name="T7" fmla="*/ 0 60000 65536"/>
                  <a:gd name="T8" fmla="*/ 0 60000 65536"/>
                  <a:gd name="T9" fmla="*/ 0 w 27954"/>
                  <a:gd name="T10" fmla="*/ 0 h 24374"/>
                  <a:gd name="T11" fmla="*/ 27954 w 27954"/>
                  <a:gd name="T12" fmla="*/ 24374 h 243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954" h="24374" fill="none" extrusionOk="0">
                    <a:moveTo>
                      <a:pt x="27775" y="-1"/>
                    </a:moveTo>
                    <a:cubicBezTo>
                      <a:pt x="27894" y="919"/>
                      <a:pt x="27954" y="1846"/>
                      <a:pt x="27954" y="2774"/>
                    </a:cubicBezTo>
                    <a:cubicBezTo>
                      <a:pt x="27954" y="14703"/>
                      <a:pt x="18283" y="24374"/>
                      <a:pt x="6354" y="24374"/>
                    </a:cubicBezTo>
                    <a:cubicBezTo>
                      <a:pt x="4200" y="24374"/>
                      <a:pt x="2058" y="24051"/>
                      <a:pt x="-1" y="23418"/>
                    </a:cubicBezTo>
                  </a:path>
                  <a:path w="27954" h="24374" stroke="0" extrusionOk="0">
                    <a:moveTo>
                      <a:pt x="27775" y="-1"/>
                    </a:moveTo>
                    <a:cubicBezTo>
                      <a:pt x="27894" y="919"/>
                      <a:pt x="27954" y="1846"/>
                      <a:pt x="27954" y="2774"/>
                    </a:cubicBezTo>
                    <a:cubicBezTo>
                      <a:pt x="27954" y="14703"/>
                      <a:pt x="18283" y="24374"/>
                      <a:pt x="6354" y="24374"/>
                    </a:cubicBezTo>
                    <a:cubicBezTo>
                      <a:pt x="4200" y="24374"/>
                      <a:pt x="2058" y="24051"/>
                      <a:pt x="-1" y="23418"/>
                    </a:cubicBezTo>
                    <a:lnTo>
                      <a:pt x="6354" y="2774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s-CL" altLang="en-US"/>
              </a:p>
            </p:txBody>
          </p:sp>
        </p:grpSp>
        <p:sp>
          <p:nvSpPr>
            <p:cNvPr id="22562" name="Line 44">
              <a:extLst>
                <a:ext uri="{FF2B5EF4-FFF2-40B4-BE49-F238E27FC236}">
                  <a16:creationId xmlns:a16="http://schemas.microsoft.com/office/drawing/2014/main" id="{08B13DD9-D1E8-4809-A291-3BAA138D00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2904"/>
              <a:ext cx="48" cy="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3" name="Line 45">
              <a:extLst>
                <a:ext uri="{FF2B5EF4-FFF2-40B4-BE49-F238E27FC236}">
                  <a16:creationId xmlns:a16="http://schemas.microsoft.com/office/drawing/2014/main" id="{3D31E636-0FDC-4481-AC90-3BAE4C430C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2" y="2712"/>
              <a:ext cx="60" cy="1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4" name="Line 46">
              <a:extLst>
                <a:ext uri="{FF2B5EF4-FFF2-40B4-BE49-F238E27FC236}">
                  <a16:creationId xmlns:a16="http://schemas.microsoft.com/office/drawing/2014/main" id="{36CC7314-603A-4F0A-BEEF-6B5DD6CE93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4" y="2538"/>
              <a:ext cx="72" cy="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5" name="Line 47">
              <a:extLst>
                <a:ext uri="{FF2B5EF4-FFF2-40B4-BE49-F238E27FC236}">
                  <a16:creationId xmlns:a16="http://schemas.microsoft.com/office/drawing/2014/main" id="{3D526402-3960-4BB1-AA2A-0B7D863E75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4" y="2424"/>
              <a:ext cx="72" cy="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6" name="Line 48">
              <a:extLst>
                <a:ext uri="{FF2B5EF4-FFF2-40B4-BE49-F238E27FC236}">
                  <a16:creationId xmlns:a16="http://schemas.microsoft.com/office/drawing/2014/main" id="{F6E59593-CBD3-415B-A213-49BB1BEA15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2358"/>
              <a:ext cx="90" cy="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7" name="Line 49">
              <a:extLst>
                <a:ext uri="{FF2B5EF4-FFF2-40B4-BE49-F238E27FC236}">
                  <a16:creationId xmlns:a16="http://schemas.microsoft.com/office/drawing/2014/main" id="{DD86F3B1-B303-4241-AF00-53DE715475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36" y="2346"/>
              <a:ext cx="108" cy="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8" name="Line 50">
              <a:extLst>
                <a:ext uri="{FF2B5EF4-FFF2-40B4-BE49-F238E27FC236}">
                  <a16:creationId xmlns:a16="http://schemas.microsoft.com/office/drawing/2014/main" id="{D78D3EAA-C8B8-4CD0-A8D7-0C3E824488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2400"/>
              <a:ext cx="102" cy="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9" name="Line 51">
              <a:extLst>
                <a:ext uri="{FF2B5EF4-FFF2-40B4-BE49-F238E27FC236}">
                  <a16:creationId xmlns:a16="http://schemas.microsoft.com/office/drawing/2014/main" id="{D8AF9FA3-B387-4E8C-B703-479E37A31E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6" y="2340"/>
              <a:ext cx="102" cy="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0" name="Line 52">
              <a:extLst>
                <a:ext uri="{FF2B5EF4-FFF2-40B4-BE49-F238E27FC236}">
                  <a16:creationId xmlns:a16="http://schemas.microsoft.com/office/drawing/2014/main" id="{01F9F9A2-3782-4589-B16C-7D5828B5D0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6" y="2226"/>
              <a:ext cx="102" cy="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1" name="Line 53">
              <a:extLst>
                <a:ext uri="{FF2B5EF4-FFF2-40B4-BE49-F238E27FC236}">
                  <a16:creationId xmlns:a16="http://schemas.microsoft.com/office/drawing/2014/main" id="{51A53C77-4156-43BF-AC1B-1538A9FA15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2076"/>
              <a:ext cx="90" cy="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2" name="Line 54">
              <a:extLst>
                <a:ext uri="{FF2B5EF4-FFF2-40B4-BE49-F238E27FC236}">
                  <a16:creationId xmlns:a16="http://schemas.microsoft.com/office/drawing/2014/main" id="{3B6B074C-F3CE-45D5-9B99-F18E6C6268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4" y="1884"/>
              <a:ext cx="54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3" name="Line 55">
              <a:extLst>
                <a:ext uri="{FF2B5EF4-FFF2-40B4-BE49-F238E27FC236}">
                  <a16:creationId xmlns:a16="http://schemas.microsoft.com/office/drawing/2014/main" id="{9604685F-C388-4CD8-B739-30F94D9508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8" y="1680"/>
              <a:ext cx="24" cy="1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4" name="Line 56">
              <a:extLst>
                <a:ext uri="{FF2B5EF4-FFF2-40B4-BE49-F238E27FC236}">
                  <a16:creationId xmlns:a16="http://schemas.microsoft.com/office/drawing/2014/main" id="{4C753FA7-64BF-47AB-8BBA-5F72C7D8CF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8" y="1470"/>
              <a:ext cx="24" cy="1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5" name="Line 57">
              <a:extLst>
                <a:ext uri="{FF2B5EF4-FFF2-40B4-BE49-F238E27FC236}">
                  <a16:creationId xmlns:a16="http://schemas.microsoft.com/office/drawing/2014/main" id="{F1C0A5B6-869C-4F62-B1EC-DD68440D2A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2" y="1236"/>
              <a:ext cx="0" cy="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75" name="Rectangle 59">
            <a:extLst>
              <a:ext uri="{FF2B5EF4-FFF2-40B4-BE49-F238E27FC236}">
                <a16:creationId xmlns:a16="http://schemas.microsoft.com/office/drawing/2014/main" id="{B8497B30-5A23-4B6F-8BD1-EB511296A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9325" y="3627439"/>
            <a:ext cx="270908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 i="1"/>
              <a:t>I</a:t>
            </a:r>
          </a:p>
        </p:txBody>
      </p:sp>
      <p:sp>
        <p:nvSpPr>
          <p:cNvPr id="9276" name="Rectangle 60">
            <a:extLst>
              <a:ext uri="{FF2B5EF4-FFF2-40B4-BE49-F238E27FC236}">
                <a16:creationId xmlns:a16="http://schemas.microsoft.com/office/drawing/2014/main" id="{44821FD3-AB6E-411E-AC7C-D3884D8B1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0" y="3535364"/>
            <a:ext cx="511358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 i="1"/>
              <a:t>ds</a:t>
            </a:r>
          </a:p>
        </p:txBody>
      </p:sp>
      <p:sp>
        <p:nvSpPr>
          <p:cNvPr id="9277" name="Text Box 61">
            <a:extLst>
              <a:ext uri="{FF2B5EF4-FFF2-40B4-BE49-F238E27FC236}">
                <a16:creationId xmlns:a16="http://schemas.microsoft.com/office/drawing/2014/main" id="{AC9BD08A-131F-4224-B4EE-4B5BE2C77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2464" y="227162"/>
            <a:ext cx="18261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/>
              <a:t>EJEMPLOS</a:t>
            </a:r>
          </a:p>
        </p:txBody>
      </p:sp>
      <p:sp>
        <p:nvSpPr>
          <p:cNvPr id="9278" name="Text Box 62">
            <a:extLst>
              <a:ext uri="{FF2B5EF4-FFF2-40B4-BE49-F238E27FC236}">
                <a16:creationId xmlns:a16="http://schemas.microsoft.com/office/drawing/2014/main" id="{18C6E268-F029-4DC8-A3CB-FED34D3D6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451" y="908755"/>
            <a:ext cx="328327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_tradnl" altLang="en-US"/>
              <a:t>1.- Fuerza sobre una </a:t>
            </a:r>
          </a:p>
          <a:p>
            <a:pPr eaLnBrk="1" hangingPunct="1"/>
            <a:r>
              <a:rPr lang="es-ES_tradnl" altLang="en-US"/>
              <a:t>corriente dentro de un </a:t>
            </a:r>
          </a:p>
          <a:p>
            <a:pPr eaLnBrk="1" hangingPunct="1"/>
            <a:r>
              <a:rPr lang="es-ES_tradnl" altLang="en-US"/>
              <a:t>campo constante </a:t>
            </a:r>
            <a:r>
              <a:rPr lang="es-ES_tradnl" altLang="en-US" b="1"/>
              <a:t>B</a:t>
            </a:r>
            <a:endParaRPr lang="es-ES_tradnl" altLang="en-US"/>
          </a:p>
        </p:txBody>
      </p:sp>
      <p:sp>
        <p:nvSpPr>
          <p:cNvPr id="22551" name="Text Box 63">
            <a:extLst>
              <a:ext uri="{FF2B5EF4-FFF2-40B4-BE49-F238E27FC236}">
                <a16:creationId xmlns:a16="http://schemas.microsoft.com/office/drawing/2014/main" id="{87C81451-12CA-476E-9C1F-EA30A6D40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6" y="159876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CL" altLang="en-US"/>
          </a:p>
        </p:txBody>
      </p:sp>
      <p:grpSp>
        <p:nvGrpSpPr>
          <p:cNvPr id="16" name="Group 73">
            <a:extLst>
              <a:ext uri="{FF2B5EF4-FFF2-40B4-BE49-F238E27FC236}">
                <a16:creationId xmlns:a16="http://schemas.microsoft.com/office/drawing/2014/main" id="{B9EEF31C-7A9F-42EA-8568-6A535944F434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2438399"/>
            <a:ext cx="1981200" cy="1066800"/>
            <a:chOff x="144" y="1536"/>
            <a:chExt cx="1248" cy="672"/>
          </a:xfrm>
        </p:grpSpPr>
        <p:sp>
          <p:nvSpPr>
            <p:cNvPr id="22559" name="Rectangle 68">
              <a:extLst>
                <a:ext uri="{FF2B5EF4-FFF2-40B4-BE49-F238E27FC236}">
                  <a16:creationId xmlns:a16="http://schemas.microsoft.com/office/drawing/2014/main" id="{996DFD0B-7D31-4DC0-AAC5-8036DDCDF6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536"/>
              <a:ext cx="1248" cy="6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22560" name="Text Box 64">
              <a:extLst>
                <a:ext uri="{FF2B5EF4-FFF2-40B4-BE49-F238E27FC236}">
                  <a16:creationId xmlns:a16="http://schemas.microsoft.com/office/drawing/2014/main" id="{EEAE2C14-193D-4184-8E30-64E594C34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" y="1611"/>
              <a:ext cx="677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/>
                <a:t>Datos:</a:t>
              </a:r>
            </a:p>
            <a:p>
              <a:pPr eaLnBrk="1" hangingPunct="1"/>
              <a:r>
                <a:rPr lang="es-ES_tradnl" altLang="en-US"/>
                <a:t>I, </a:t>
              </a:r>
              <a:r>
                <a:rPr lang="es-ES_tradnl" altLang="en-US" b="1" i="1"/>
                <a:t>l</a:t>
              </a:r>
              <a:r>
                <a:rPr lang="es-ES_tradnl" altLang="en-US" i="1"/>
                <a:t>’ , </a:t>
              </a:r>
              <a:r>
                <a:rPr lang="es-ES_tradnl" altLang="en-US" b="1"/>
                <a:t>B</a:t>
              </a:r>
              <a:endParaRPr lang="es-ES_tradnl" altLang="en-US"/>
            </a:p>
          </p:txBody>
        </p:sp>
      </p:grpSp>
      <p:grpSp>
        <p:nvGrpSpPr>
          <p:cNvPr id="17" name="Group 72">
            <a:extLst>
              <a:ext uri="{FF2B5EF4-FFF2-40B4-BE49-F238E27FC236}">
                <a16:creationId xmlns:a16="http://schemas.microsoft.com/office/drawing/2014/main" id="{EB731650-74C5-4771-8885-9C13242E131C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3657602"/>
            <a:ext cx="1981200" cy="1066800"/>
            <a:chOff x="144" y="2304"/>
            <a:chExt cx="1248" cy="672"/>
          </a:xfrm>
        </p:grpSpPr>
        <p:sp>
          <p:nvSpPr>
            <p:cNvPr id="22557" name="Rectangle 69">
              <a:extLst>
                <a:ext uri="{FF2B5EF4-FFF2-40B4-BE49-F238E27FC236}">
                  <a16:creationId xmlns:a16="http://schemas.microsoft.com/office/drawing/2014/main" id="{26AAD172-568F-4AA5-8AD0-36214BD4E7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304"/>
              <a:ext cx="1248" cy="6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22558" name="Text Box 65">
              <a:extLst>
                <a:ext uri="{FF2B5EF4-FFF2-40B4-BE49-F238E27FC236}">
                  <a16:creationId xmlns:a16="http://schemas.microsoft.com/office/drawing/2014/main" id="{DFF61328-AFD4-46D5-8CF9-D9C86312B7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" y="2331"/>
              <a:ext cx="957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n-US"/>
                <a:t>Incógnita:</a:t>
              </a:r>
            </a:p>
            <a:p>
              <a:pPr eaLnBrk="1" hangingPunct="1"/>
              <a:r>
                <a:rPr lang="es-ES_tradnl" altLang="en-US"/>
                <a:t>F = ?</a:t>
              </a:r>
            </a:p>
          </p:txBody>
        </p:sp>
      </p:grpSp>
      <p:grpSp>
        <p:nvGrpSpPr>
          <p:cNvPr id="18" name="Group 71">
            <a:extLst>
              <a:ext uri="{FF2B5EF4-FFF2-40B4-BE49-F238E27FC236}">
                <a16:creationId xmlns:a16="http://schemas.microsoft.com/office/drawing/2014/main" id="{AFE15F97-9493-4254-B71C-FBA8B195E479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5486400"/>
            <a:ext cx="3505200" cy="1219200"/>
            <a:chOff x="96" y="3456"/>
            <a:chExt cx="2208" cy="768"/>
          </a:xfrm>
        </p:grpSpPr>
        <p:sp>
          <p:nvSpPr>
            <p:cNvPr id="22555" name="Rectangle 70">
              <a:extLst>
                <a:ext uri="{FF2B5EF4-FFF2-40B4-BE49-F238E27FC236}">
                  <a16:creationId xmlns:a16="http://schemas.microsoft.com/office/drawing/2014/main" id="{BB2CDE9E-4794-4B4E-8FDC-837911B3B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3504"/>
              <a:ext cx="2208" cy="72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22556" name="Text Box 66">
              <a:extLst>
                <a:ext uri="{FF2B5EF4-FFF2-40B4-BE49-F238E27FC236}">
                  <a16:creationId xmlns:a16="http://schemas.microsoft.com/office/drawing/2014/main" id="{EE3B13F9-3199-466B-AAE2-32F41DCD99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2" y="3887"/>
              <a:ext cx="11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graphicFrame>
          <p:nvGraphicFramePr>
            <p:cNvPr id="22530" name="Object 67">
              <a:extLst>
                <a:ext uri="{FF2B5EF4-FFF2-40B4-BE49-F238E27FC236}">
                  <a16:creationId xmlns:a16="http://schemas.microsoft.com/office/drawing/2014/main" id="{063EC0A9-E37E-4335-BA34-50CEA95D9F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" y="3456"/>
            <a:ext cx="2064" cy="6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2" name="Ecuación" r:id="rId4" imgW="672840" imgH="215640" progId="Equation.3">
                    <p:embed/>
                  </p:oleObj>
                </mc:Choice>
                <mc:Fallback>
                  <p:oleObj name="Ecuación" r:id="rId4" imgW="672840" imgH="215640" progId="Equation.3">
                    <p:embed/>
                    <p:pic>
                      <p:nvPicPr>
                        <p:cNvPr id="22530" name="Object 67">
                          <a:extLst>
                            <a:ext uri="{FF2B5EF4-FFF2-40B4-BE49-F238E27FC236}">
                              <a16:creationId xmlns:a16="http://schemas.microsoft.com/office/drawing/2014/main" id="{063EC0A9-E37E-4335-BA34-50CEA95D9FF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" y="3456"/>
                          <a:ext cx="2064" cy="6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9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1" dur="500"/>
                                        <p:tgtEl>
                                          <p:spTgt spid="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9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0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utoUpdateAnimBg="0"/>
      <p:bldP spid="9256" grpId="0" autoUpdateAnimBg="0"/>
      <p:bldP spid="9275" grpId="0" autoUpdateAnimBg="0"/>
      <p:bldP spid="9276" grpId="0" autoUpdateAnimBg="0"/>
      <p:bldP spid="9277" grpId="0" autoUpdateAnimBg="0"/>
      <p:bldP spid="927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7CEDB63-A89B-4412-B28D-9746293D596D}"/>
              </a:ext>
            </a:extLst>
          </p:cNvPr>
          <p:cNvSpPr>
            <a:spLocks/>
          </p:cNvSpPr>
          <p:nvPr/>
        </p:nvSpPr>
        <p:spPr bwMode="auto">
          <a:xfrm>
            <a:off x="2673350" y="260350"/>
            <a:ext cx="7526338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MX" altLang="en-US" sz="3800" b="1">
                <a:solidFill>
                  <a:srgbClr val="990033"/>
                </a:solidFill>
                <a:latin typeface="Trebuchet MS" panose="020B0603020202020204" pitchFamily="34" charset="0"/>
              </a:rPr>
              <a:t>FUERZA EJERCIDA POR UN CAMPO MAGNÉTICO</a:t>
            </a:r>
            <a:endParaRPr lang="es-ES" altLang="en-US" sz="3800" b="1">
              <a:solidFill>
                <a:srgbClr val="990033"/>
              </a:solidFill>
              <a:latin typeface="Trebuchet MS" panose="020B0603020202020204" pitchFamily="34" charset="0"/>
            </a:endParaRPr>
          </a:p>
        </p:txBody>
      </p:sp>
      <p:sp>
        <p:nvSpPr>
          <p:cNvPr id="19459" name="2 Marcador de contenido">
            <a:extLst>
              <a:ext uri="{FF2B5EF4-FFF2-40B4-BE49-F238E27FC236}">
                <a16:creationId xmlns:a16="http://schemas.microsoft.com/office/drawing/2014/main" id="{F3C70D45-1B41-467F-BF73-B0E862A7C4C1}"/>
              </a:ext>
            </a:extLst>
          </p:cNvPr>
          <p:cNvSpPr txBox="1">
            <a:spLocks/>
          </p:cNvSpPr>
          <p:nvPr/>
        </p:nvSpPr>
        <p:spPr bwMode="auto">
          <a:xfrm>
            <a:off x="1703388" y="1700214"/>
            <a:ext cx="7561262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Arial" panose="020B0604020202020204" pitchFamily="34" charset="0"/>
              <a:buChar char="•"/>
            </a:pPr>
            <a:r>
              <a:rPr lang="es-ES" altLang="en-US" sz="2600" b="1">
                <a:latin typeface="Trebuchet MS" panose="020B0603020202020204" pitchFamily="34" charset="0"/>
              </a:rPr>
              <a:t>Ejercicio</a:t>
            </a:r>
            <a:r>
              <a:rPr lang="es-ES" altLang="en-US" sz="2400"/>
              <a:t> </a:t>
            </a:r>
          </a:p>
          <a:p>
            <a:pPr lvl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ES" altLang="en-US" sz="2400"/>
              <a:t>Un segmento de cable de 3 mm de longitud transporta una corriente de 3 A en la dirección </a:t>
            </a:r>
            <a:r>
              <a:rPr lang="es-ES" altLang="en-US" sz="2400">
                <a:latin typeface="Comic Sans MS" panose="030F0702030302020204" pitchFamily="66" charset="0"/>
              </a:rPr>
              <a:t>X</a:t>
            </a:r>
            <a:r>
              <a:rPr lang="es-ES" altLang="en-US" sz="2400"/>
              <a:t>. Se encuentra en el interior de un campo magnético de magnitud 0.02 T en el plano </a:t>
            </a:r>
            <a:r>
              <a:rPr lang="es-ES" altLang="en-US" sz="2400">
                <a:latin typeface="Comic Sans MS" panose="030F0702030302020204" pitchFamily="66" charset="0"/>
              </a:rPr>
              <a:t>XY</a:t>
            </a:r>
            <a:r>
              <a:rPr lang="es-ES" altLang="en-US" sz="2400"/>
              <a:t> formando un ángulo de 30° con el eje X.  ¿Cuál es la fuerza magnética ejercida sobre el segmento de cable? </a:t>
            </a:r>
          </a:p>
          <a:p>
            <a:pPr lvl="1">
              <a:spcBef>
                <a:spcPts val="500"/>
              </a:spcBef>
              <a:buClr>
                <a:srgbClr val="F9B639"/>
              </a:buClr>
              <a:buSzPct val="80000"/>
            </a:pPr>
            <a:endParaRPr lang="es-MX" altLang="en-US" sz="220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07D6C80-042F-40F5-97D9-8B2C8613C574}"/>
              </a:ext>
            </a:extLst>
          </p:cNvPr>
          <p:cNvSpPr>
            <a:spLocks/>
          </p:cNvSpPr>
          <p:nvPr/>
        </p:nvSpPr>
        <p:spPr bwMode="auto">
          <a:xfrm>
            <a:off x="2673350" y="260350"/>
            <a:ext cx="7526338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MX" altLang="en-US" sz="3800" b="1">
                <a:solidFill>
                  <a:srgbClr val="990033"/>
                </a:solidFill>
                <a:latin typeface="Trebuchet MS" panose="020B0603020202020204" pitchFamily="34" charset="0"/>
              </a:rPr>
              <a:t>FUERZA EJERCIDA POR UN CAMPO MAGNÉTICO</a:t>
            </a:r>
            <a:endParaRPr lang="es-ES" altLang="en-US" sz="3800" b="1">
              <a:solidFill>
                <a:srgbClr val="990033"/>
              </a:solidFill>
              <a:latin typeface="Trebuchet MS" panose="020B0603020202020204" pitchFamily="34" charset="0"/>
            </a:endParaRPr>
          </a:p>
        </p:txBody>
      </p:sp>
      <p:sp>
        <p:nvSpPr>
          <p:cNvPr id="22531" name="2 Marcador de contenido">
            <a:extLst>
              <a:ext uri="{FF2B5EF4-FFF2-40B4-BE49-F238E27FC236}">
                <a16:creationId xmlns:a16="http://schemas.microsoft.com/office/drawing/2014/main" id="{E0E77F73-7F96-4B0D-B6F6-43274D64C212}"/>
              </a:ext>
            </a:extLst>
          </p:cNvPr>
          <p:cNvSpPr txBox="1">
            <a:spLocks/>
          </p:cNvSpPr>
          <p:nvPr/>
        </p:nvSpPr>
        <p:spPr bwMode="auto">
          <a:xfrm>
            <a:off x="1703388" y="1700214"/>
            <a:ext cx="7561262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Arial" panose="020B0604020202020204" pitchFamily="34" charset="0"/>
              <a:buChar char="•"/>
            </a:pPr>
            <a:r>
              <a:rPr lang="es-ES" altLang="en-US" sz="2600" b="1">
                <a:latin typeface="Trebuchet MS" panose="020B0603020202020204" pitchFamily="34" charset="0"/>
              </a:rPr>
              <a:t>Ejercicio</a:t>
            </a:r>
            <a:r>
              <a:rPr lang="es-ES" altLang="en-US" sz="2400"/>
              <a:t> </a:t>
            </a:r>
          </a:p>
          <a:p>
            <a:pPr lvl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ES" altLang="en-US" sz="2400"/>
              <a:t>Un alambre curvado en forma semicircular de radio </a:t>
            </a:r>
            <a:r>
              <a:rPr lang="es-ES" altLang="en-US" sz="2400">
                <a:latin typeface="Comic Sans MS" panose="030F0702030302020204" pitchFamily="66" charset="0"/>
              </a:rPr>
              <a:t>R</a:t>
            </a:r>
            <a:r>
              <a:rPr lang="es-ES" altLang="en-US" sz="2400"/>
              <a:t> se encuentra en el plano </a:t>
            </a:r>
            <a:r>
              <a:rPr lang="es-ES" altLang="en-US" sz="2400">
                <a:latin typeface="Comic Sans MS" panose="030F0702030302020204" pitchFamily="66" charset="0"/>
              </a:rPr>
              <a:t>XY</a:t>
            </a:r>
            <a:r>
              <a:rPr lang="es-ES" altLang="en-US" sz="2400"/>
              <a:t>. Por él circula una corriente I del punto </a:t>
            </a:r>
            <a:r>
              <a:rPr lang="es-ES" altLang="en-US" sz="2400">
                <a:latin typeface="Comic Sans MS" panose="030F0702030302020204" pitchFamily="66" charset="0"/>
              </a:rPr>
              <a:t>a</a:t>
            </a:r>
            <a:r>
              <a:rPr lang="es-ES" altLang="en-US" sz="2400"/>
              <a:t> al punto </a:t>
            </a:r>
            <a:r>
              <a:rPr lang="es-ES" altLang="en-US" sz="2400">
                <a:latin typeface="Comic Sans MS" panose="030F0702030302020204" pitchFamily="66" charset="0"/>
              </a:rPr>
              <a:t>b</a:t>
            </a:r>
            <a:r>
              <a:rPr lang="es-ES" altLang="en-US" sz="2400"/>
              <a:t>. Un campo magnético uniforme </a:t>
            </a:r>
            <a:r>
              <a:rPr lang="es-ES" altLang="en-US" sz="2400">
                <a:latin typeface="Comic Sans MS" panose="030F0702030302020204" pitchFamily="66" charset="0"/>
              </a:rPr>
              <a:t>B = Bk</a:t>
            </a:r>
            <a:r>
              <a:rPr lang="es-ES" altLang="en-US" sz="2400"/>
              <a:t> está dirigido perpendicularmente al plano de la espira. Determinar la fuerza que actúa sobre la parte semicircular del alambre.</a:t>
            </a:r>
          </a:p>
          <a:p>
            <a:pPr lvl="1">
              <a:spcBef>
                <a:spcPts val="500"/>
              </a:spcBef>
              <a:buClr>
                <a:srgbClr val="F9B639"/>
              </a:buClr>
              <a:buSzPct val="80000"/>
            </a:pPr>
            <a:endParaRPr lang="es-MX" altLang="en-US" sz="2200">
              <a:latin typeface="Trebuchet MS" panose="020B0603020202020204" pitchFamily="34" charset="0"/>
            </a:endParaRPr>
          </a:p>
        </p:txBody>
      </p:sp>
      <p:sp>
        <p:nvSpPr>
          <p:cNvPr id="22532" name="Line 29">
            <a:extLst>
              <a:ext uri="{FF2B5EF4-FFF2-40B4-BE49-F238E27FC236}">
                <a16:creationId xmlns:a16="http://schemas.microsoft.com/office/drawing/2014/main" id="{1C1EE6D5-D955-4525-AC04-9814A14119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284538"/>
            <a:ext cx="288925" cy="0"/>
          </a:xfrm>
          <a:prstGeom prst="line">
            <a:avLst/>
          </a:prstGeom>
          <a:noFill/>
          <a:ln w="9525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2533" name="Group 13">
            <a:extLst>
              <a:ext uri="{FF2B5EF4-FFF2-40B4-BE49-F238E27FC236}">
                <a16:creationId xmlns:a16="http://schemas.microsoft.com/office/drawing/2014/main" id="{420492B7-B794-4BFE-8E03-5BC29FA52FAE}"/>
              </a:ext>
            </a:extLst>
          </p:cNvPr>
          <p:cNvGrpSpPr>
            <a:grpSpLocks/>
          </p:cNvGrpSpPr>
          <p:nvPr/>
        </p:nvGrpSpPr>
        <p:grpSpPr bwMode="auto">
          <a:xfrm>
            <a:off x="7102475" y="3286125"/>
            <a:ext cx="146050" cy="71438"/>
            <a:chOff x="1020" y="3929"/>
            <a:chExt cx="91" cy="91"/>
          </a:xfrm>
        </p:grpSpPr>
        <p:sp>
          <p:nvSpPr>
            <p:cNvPr id="22534" name="Line 14">
              <a:extLst>
                <a:ext uri="{FF2B5EF4-FFF2-40B4-BE49-F238E27FC236}">
                  <a16:creationId xmlns:a16="http://schemas.microsoft.com/office/drawing/2014/main" id="{6444FD42-AF16-4C43-9E09-E1F7C56EF2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0" y="3929"/>
              <a:ext cx="46" cy="91"/>
            </a:xfrm>
            <a:prstGeom prst="line">
              <a:avLst/>
            </a:prstGeom>
            <a:noFill/>
            <a:ln w="25400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5" name="Line 15">
              <a:extLst>
                <a:ext uri="{FF2B5EF4-FFF2-40B4-BE49-F238E27FC236}">
                  <a16:creationId xmlns:a16="http://schemas.microsoft.com/office/drawing/2014/main" id="{0A8864A5-FFD8-46E3-B3EF-C03B91A0CC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3929"/>
              <a:ext cx="45" cy="91"/>
            </a:xfrm>
            <a:prstGeom prst="line">
              <a:avLst/>
            </a:prstGeom>
            <a:noFill/>
            <a:ln w="22225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E09FDC7F-4BB4-4512-A405-32C0021CAE05}"/>
              </a:ext>
            </a:extLst>
          </p:cNvPr>
          <p:cNvSpPr>
            <a:spLocks/>
          </p:cNvSpPr>
          <p:nvPr/>
        </p:nvSpPr>
        <p:spPr bwMode="auto">
          <a:xfrm>
            <a:off x="2673350" y="260350"/>
            <a:ext cx="7526338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MX" altLang="en-US" sz="3800" b="1">
                <a:solidFill>
                  <a:srgbClr val="990033"/>
                </a:solidFill>
                <a:latin typeface="Trebuchet MS" panose="020B0603020202020204" pitchFamily="34" charset="0"/>
              </a:rPr>
              <a:t>FUERZA EJERCIDA POR UN CAMPO MAGNÉTICO</a:t>
            </a:r>
            <a:endParaRPr lang="es-ES" altLang="en-US" sz="3800" b="1">
              <a:solidFill>
                <a:srgbClr val="990033"/>
              </a:solidFill>
              <a:latin typeface="Trebuchet MS" panose="020B0603020202020204" pitchFamily="34" charset="0"/>
            </a:endParaRPr>
          </a:p>
        </p:txBody>
      </p:sp>
      <p:sp>
        <p:nvSpPr>
          <p:cNvPr id="23555" name="2 Marcador de contenido">
            <a:extLst>
              <a:ext uri="{FF2B5EF4-FFF2-40B4-BE49-F238E27FC236}">
                <a16:creationId xmlns:a16="http://schemas.microsoft.com/office/drawing/2014/main" id="{DB6BDEBE-1621-4D1E-9999-C392DD99F85A}"/>
              </a:ext>
            </a:extLst>
          </p:cNvPr>
          <p:cNvSpPr txBox="1">
            <a:spLocks/>
          </p:cNvSpPr>
          <p:nvPr/>
        </p:nvSpPr>
        <p:spPr bwMode="auto">
          <a:xfrm>
            <a:off x="1990726" y="1700214"/>
            <a:ext cx="69135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400" b="1"/>
              <a:t> Solución:</a:t>
            </a:r>
            <a:endParaRPr lang="es-ES" altLang="en-US" sz="2400" b="1"/>
          </a:p>
          <a:p>
            <a:pPr lvl="1">
              <a:spcBef>
                <a:spcPts val="500"/>
              </a:spcBef>
              <a:buClr>
                <a:srgbClr val="F9B639"/>
              </a:buClr>
              <a:buSzPct val="80000"/>
            </a:pPr>
            <a:endParaRPr lang="es-MX" altLang="en-US" sz="2200" b="1">
              <a:latin typeface="Trebuchet MS" panose="020B0603020202020204" pitchFamily="34" charset="0"/>
            </a:endParaRPr>
          </a:p>
        </p:txBody>
      </p:sp>
      <p:cxnSp>
        <p:nvCxnSpPr>
          <p:cNvPr id="24" name="23 Conector recto de flecha">
            <a:extLst>
              <a:ext uri="{FF2B5EF4-FFF2-40B4-BE49-F238E27FC236}">
                <a16:creationId xmlns:a16="http://schemas.microsoft.com/office/drawing/2014/main" id="{3D5DB4D3-E8C0-4D56-A33E-008FFCA4BD3F}"/>
              </a:ext>
            </a:extLst>
          </p:cNvPr>
          <p:cNvCxnSpPr/>
          <p:nvPr/>
        </p:nvCxnSpPr>
        <p:spPr>
          <a:xfrm>
            <a:off x="1992314" y="4365625"/>
            <a:ext cx="6262687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57" name="23 Conector recto de flecha">
            <a:extLst>
              <a:ext uri="{FF2B5EF4-FFF2-40B4-BE49-F238E27FC236}">
                <a16:creationId xmlns:a16="http://schemas.microsoft.com/office/drawing/2014/main" id="{355C71D7-2AE2-4E54-A16A-A534511F2DE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375275" y="1557339"/>
            <a:ext cx="1588" cy="3959225"/>
          </a:xfrm>
          <a:prstGeom prst="straightConnector1">
            <a:avLst/>
          </a:prstGeom>
          <a:noFill/>
          <a:ln w="1143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58" name="Line 12">
            <a:extLst>
              <a:ext uri="{FF2B5EF4-FFF2-40B4-BE49-F238E27FC236}">
                <a16:creationId xmlns:a16="http://schemas.microsoft.com/office/drawing/2014/main" id="{0E80C4A4-9611-4FDB-94AA-4ED93BC567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75275" y="3213101"/>
            <a:ext cx="1441450" cy="1152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59" name="Line 14">
            <a:extLst>
              <a:ext uri="{FF2B5EF4-FFF2-40B4-BE49-F238E27FC236}">
                <a16:creationId xmlns:a16="http://schemas.microsoft.com/office/drawing/2014/main" id="{4C9EB3EF-24EC-499D-B69C-CD26F029995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00826" y="2636839"/>
            <a:ext cx="358775" cy="504825"/>
          </a:xfrm>
          <a:prstGeom prst="line">
            <a:avLst/>
          </a:prstGeom>
          <a:noFill/>
          <a:ln w="4445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0" name="2 Marcador de contenido">
            <a:extLst>
              <a:ext uri="{FF2B5EF4-FFF2-40B4-BE49-F238E27FC236}">
                <a16:creationId xmlns:a16="http://schemas.microsoft.com/office/drawing/2014/main" id="{B11440B1-E434-4C4D-A0E2-0FE40DAC6D93}"/>
              </a:ext>
            </a:extLst>
          </p:cNvPr>
          <p:cNvSpPr>
            <a:spLocks/>
          </p:cNvSpPr>
          <p:nvPr/>
        </p:nvSpPr>
        <p:spPr bwMode="auto">
          <a:xfrm>
            <a:off x="6888164" y="2492375"/>
            <a:ext cx="7905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Idl</a:t>
            </a:r>
            <a:endParaRPr lang="es-MX" altLang="en-US" sz="2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3561" name="2 Marcador de contenido">
            <a:extLst>
              <a:ext uri="{FF2B5EF4-FFF2-40B4-BE49-F238E27FC236}">
                <a16:creationId xmlns:a16="http://schemas.microsoft.com/office/drawing/2014/main" id="{35B13F41-66DD-47C1-A718-196DA3E77BBE}"/>
              </a:ext>
            </a:extLst>
          </p:cNvPr>
          <p:cNvSpPr>
            <a:spLocks/>
          </p:cNvSpPr>
          <p:nvPr/>
        </p:nvSpPr>
        <p:spPr bwMode="auto">
          <a:xfrm>
            <a:off x="4873626" y="4870450"/>
            <a:ext cx="7905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B</a:t>
            </a:r>
            <a:endParaRPr lang="es-MX" altLang="en-US" sz="2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3562" name="2 Marcador de contenido">
            <a:extLst>
              <a:ext uri="{FF2B5EF4-FFF2-40B4-BE49-F238E27FC236}">
                <a16:creationId xmlns:a16="http://schemas.microsoft.com/office/drawing/2014/main" id="{6A9DB0F4-0BF7-4D73-A611-9DEAEDA6391C}"/>
              </a:ext>
            </a:extLst>
          </p:cNvPr>
          <p:cNvSpPr>
            <a:spLocks/>
          </p:cNvSpPr>
          <p:nvPr/>
        </p:nvSpPr>
        <p:spPr bwMode="auto">
          <a:xfrm>
            <a:off x="4224339" y="2997201"/>
            <a:ext cx="503237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R</a:t>
            </a:r>
            <a:endParaRPr lang="es-MX" altLang="en-US" sz="2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3563" name="Line 29">
            <a:extLst>
              <a:ext uri="{FF2B5EF4-FFF2-40B4-BE49-F238E27FC236}">
                <a16:creationId xmlns:a16="http://schemas.microsoft.com/office/drawing/2014/main" id="{C3AF8056-1082-4A46-8976-BC80B2EB91B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9964" y="2565400"/>
            <a:ext cx="288925" cy="0"/>
          </a:xfrm>
          <a:prstGeom prst="line">
            <a:avLst/>
          </a:prstGeom>
          <a:noFill/>
          <a:ln w="9525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4" name="Line 29">
            <a:extLst>
              <a:ext uri="{FF2B5EF4-FFF2-40B4-BE49-F238E27FC236}">
                <a16:creationId xmlns:a16="http://schemas.microsoft.com/office/drawing/2014/main" id="{7B67FF10-1905-4E23-9F1D-872F756D0A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5064" y="4941888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5" name="2 Marcador de contenido">
            <a:extLst>
              <a:ext uri="{FF2B5EF4-FFF2-40B4-BE49-F238E27FC236}">
                <a16:creationId xmlns:a16="http://schemas.microsoft.com/office/drawing/2014/main" id="{12BE8509-A607-476B-8700-2752D914D2DB}"/>
              </a:ext>
            </a:extLst>
          </p:cNvPr>
          <p:cNvSpPr>
            <a:spLocks/>
          </p:cNvSpPr>
          <p:nvPr/>
        </p:nvSpPr>
        <p:spPr bwMode="auto">
          <a:xfrm>
            <a:off x="4943476" y="1341438"/>
            <a:ext cx="576263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Y</a:t>
            </a:r>
            <a:endParaRPr lang="es-MX" altLang="en-US" sz="2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3566" name="2 Marcador de contenido">
            <a:extLst>
              <a:ext uri="{FF2B5EF4-FFF2-40B4-BE49-F238E27FC236}">
                <a16:creationId xmlns:a16="http://schemas.microsoft.com/office/drawing/2014/main" id="{B2CA0F60-D8B0-4CCB-A081-CB71F4FACB4E}"/>
              </a:ext>
            </a:extLst>
          </p:cNvPr>
          <p:cNvSpPr>
            <a:spLocks/>
          </p:cNvSpPr>
          <p:nvPr/>
        </p:nvSpPr>
        <p:spPr bwMode="auto">
          <a:xfrm>
            <a:off x="8472489" y="4076700"/>
            <a:ext cx="7905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X</a:t>
            </a:r>
            <a:endParaRPr lang="es-MX" altLang="en-US" sz="2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3567" name="Oval 30">
            <a:extLst>
              <a:ext uri="{FF2B5EF4-FFF2-40B4-BE49-F238E27FC236}">
                <a16:creationId xmlns:a16="http://schemas.microsoft.com/office/drawing/2014/main" id="{A0BB7F2A-D81F-434E-8171-07FE771AB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626" y="4510088"/>
            <a:ext cx="360363" cy="360362"/>
          </a:xfrm>
          <a:prstGeom prst="ellips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MX" altLang="en-US"/>
          </a:p>
        </p:txBody>
      </p:sp>
      <p:sp>
        <p:nvSpPr>
          <p:cNvPr id="23568" name="Oval 31">
            <a:extLst>
              <a:ext uri="{FF2B5EF4-FFF2-40B4-BE49-F238E27FC236}">
                <a16:creationId xmlns:a16="http://schemas.microsoft.com/office/drawing/2014/main" id="{5F728214-AAC4-4114-AFA4-F127134EF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8089" y="4654550"/>
            <a:ext cx="71437" cy="71438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MX" altLang="en-US"/>
          </a:p>
        </p:txBody>
      </p:sp>
      <p:sp>
        <p:nvSpPr>
          <p:cNvPr id="23569" name="AutoShape 33">
            <a:extLst>
              <a:ext uri="{FF2B5EF4-FFF2-40B4-BE49-F238E27FC236}">
                <a16:creationId xmlns:a16="http://schemas.microsoft.com/office/drawing/2014/main" id="{44684FBC-C5B2-4CB6-B2FD-B66ACDF6F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5" y="2349500"/>
            <a:ext cx="3887788" cy="4103688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49 w 21600"/>
              <a:gd name="T13" fmla="*/ 0 h 21600"/>
              <a:gd name="T14" fmla="*/ 21251 w 21600"/>
              <a:gd name="T15" fmla="*/ 1336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653" y="10475"/>
                </a:moveTo>
                <a:cubicBezTo>
                  <a:pt x="828" y="4997"/>
                  <a:pt x="5319" y="647"/>
                  <a:pt x="10800" y="648"/>
                </a:cubicBezTo>
                <a:cubicBezTo>
                  <a:pt x="16280" y="648"/>
                  <a:pt x="20771" y="4997"/>
                  <a:pt x="20946" y="10475"/>
                </a:cubicBezTo>
                <a:lnTo>
                  <a:pt x="21594" y="10454"/>
                </a:lnTo>
                <a:cubicBezTo>
                  <a:pt x="21407" y="4627"/>
                  <a:pt x="16630" y="-1"/>
                  <a:pt x="10799" y="0"/>
                </a:cubicBezTo>
                <a:cubicBezTo>
                  <a:pt x="4969" y="0"/>
                  <a:pt x="192" y="4627"/>
                  <a:pt x="5" y="10454"/>
                </a:cubicBezTo>
                <a:lnTo>
                  <a:pt x="653" y="1047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70" name="Line 34">
            <a:extLst>
              <a:ext uri="{FF2B5EF4-FFF2-40B4-BE49-F238E27FC236}">
                <a16:creationId xmlns:a16="http://schemas.microsoft.com/office/drawing/2014/main" id="{2B560C4B-08F4-4229-8F1B-CB57F879B9D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11675" y="2708275"/>
            <a:ext cx="863600" cy="1657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1" name="2 Marcador de contenido">
            <a:extLst>
              <a:ext uri="{FF2B5EF4-FFF2-40B4-BE49-F238E27FC236}">
                <a16:creationId xmlns:a16="http://schemas.microsoft.com/office/drawing/2014/main" id="{39339F43-1688-44DB-A492-C1D2AECC40E9}"/>
              </a:ext>
            </a:extLst>
          </p:cNvPr>
          <p:cNvSpPr>
            <a:spLocks/>
          </p:cNvSpPr>
          <p:nvPr/>
        </p:nvSpPr>
        <p:spPr bwMode="auto">
          <a:xfrm>
            <a:off x="4224339" y="5949951"/>
            <a:ext cx="367347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dF = I dl x B</a:t>
            </a:r>
            <a:endParaRPr lang="es-MX" altLang="en-US" sz="2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3572" name="Line 29">
            <a:extLst>
              <a:ext uri="{FF2B5EF4-FFF2-40B4-BE49-F238E27FC236}">
                <a16:creationId xmlns:a16="http://schemas.microsoft.com/office/drawing/2014/main" id="{058381F2-E2F7-4697-BF11-38EB615957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1676" y="5948363"/>
            <a:ext cx="288925" cy="0"/>
          </a:xfrm>
          <a:prstGeom prst="line">
            <a:avLst/>
          </a:prstGeom>
          <a:noFill/>
          <a:ln w="9525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3" name="Line 29">
            <a:extLst>
              <a:ext uri="{FF2B5EF4-FFF2-40B4-BE49-F238E27FC236}">
                <a16:creationId xmlns:a16="http://schemas.microsoft.com/office/drawing/2014/main" id="{DC7DFE2C-C7BE-4528-9667-26A318A86A2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1176" y="5948363"/>
            <a:ext cx="288925" cy="0"/>
          </a:xfrm>
          <a:prstGeom prst="line">
            <a:avLst/>
          </a:prstGeom>
          <a:noFill/>
          <a:ln w="9525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4" name="Line 29">
            <a:extLst>
              <a:ext uri="{FF2B5EF4-FFF2-40B4-BE49-F238E27FC236}">
                <a16:creationId xmlns:a16="http://schemas.microsoft.com/office/drawing/2014/main" id="{6C1D412C-D757-474F-B74A-C473F45AA1DF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7439" y="5948363"/>
            <a:ext cx="288925" cy="0"/>
          </a:xfrm>
          <a:prstGeom prst="line">
            <a:avLst/>
          </a:prstGeom>
          <a:noFill/>
          <a:ln w="9525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36D0378-4CE7-4FBD-A87D-4142F212EC35}"/>
              </a:ext>
            </a:extLst>
          </p:cNvPr>
          <p:cNvSpPr>
            <a:spLocks/>
          </p:cNvSpPr>
          <p:nvPr/>
        </p:nvSpPr>
        <p:spPr bwMode="auto">
          <a:xfrm>
            <a:off x="2673350" y="260350"/>
            <a:ext cx="7526338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MX" altLang="en-US" sz="3800" b="1">
                <a:solidFill>
                  <a:srgbClr val="990033"/>
                </a:solidFill>
                <a:latin typeface="Trebuchet MS" panose="020B0603020202020204" pitchFamily="34" charset="0"/>
              </a:rPr>
              <a:t>FUERZA EJERCIDA POR UN CAMPO MAGNÉTICO</a:t>
            </a:r>
            <a:endParaRPr lang="es-ES" altLang="en-US" sz="3800" b="1">
              <a:solidFill>
                <a:srgbClr val="990033"/>
              </a:solidFill>
              <a:latin typeface="Trebuchet MS" panose="020B0603020202020204" pitchFamily="34" charset="0"/>
            </a:endParaRPr>
          </a:p>
        </p:txBody>
      </p:sp>
      <p:sp>
        <p:nvSpPr>
          <p:cNvPr id="24579" name="2 Marcador de contenido">
            <a:extLst>
              <a:ext uri="{FF2B5EF4-FFF2-40B4-BE49-F238E27FC236}">
                <a16:creationId xmlns:a16="http://schemas.microsoft.com/office/drawing/2014/main" id="{616E475F-326E-4745-99A6-9E9946365E94}"/>
              </a:ext>
            </a:extLst>
          </p:cNvPr>
          <p:cNvSpPr txBox="1">
            <a:spLocks/>
          </p:cNvSpPr>
          <p:nvPr/>
        </p:nvSpPr>
        <p:spPr bwMode="auto">
          <a:xfrm>
            <a:off x="1990726" y="1700214"/>
            <a:ext cx="69135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400" b="1"/>
              <a:t> Solución:</a:t>
            </a:r>
            <a:endParaRPr lang="es-ES" altLang="en-US" sz="2400" b="1"/>
          </a:p>
          <a:p>
            <a:pPr lvl="1">
              <a:spcBef>
                <a:spcPts val="500"/>
              </a:spcBef>
              <a:buClr>
                <a:srgbClr val="F9B639"/>
              </a:buClr>
              <a:buSzPct val="80000"/>
            </a:pPr>
            <a:endParaRPr lang="es-MX" altLang="en-US" sz="2200" b="1">
              <a:latin typeface="Trebuchet MS" panose="020B0603020202020204" pitchFamily="34" charset="0"/>
            </a:endParaRPr>
          </a:p>
        </p:txBody>
      </p:sp>
      <p:sp>
        <p:nvSpPr>
          <p:cNvPr id="24580" name="2 Marcador de contenido">
            <a:extLst>
              <a:ext uri="{FF2B5EF4-FFF2-40B4-BE49-F238E27FC236}">
                <a16:creationId xmlns:a16="http://schemas.microsoft.com/office/drawing/2014/main" id="{B422EA13-B72A-4082-A87B-BC4CA60DBAD4}"/>
              </a:ext>
            </a:extLst>
          </p:cNvPr>
          <p:cNvSpPr>
            <a:spLocks/>
          </p:cNvSpPr>
          <p:nvPr/>
        </p:nvSpPr>
        <p:spPr bwMode="auto">
          <a:xfrm>
            <a:off x="2352676" y="4148138"/>
            <a:ext cx="63357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dF = I   -dl sen </a:t>
            </a:r>
            <a:r>
              <a:rPr lang="es-MX" altLang="en-US" sz="2800">
                <a:solidFill>
                  <a:srgbClr val="4D4D4D"/>
                </a:solidFill>
                <a:latin typeface="Symbol" panose="05050102010706020507" pitchFamily="18" charset="2"/>
              </a:rPr>
              <a:t>q</a:t>
            </a: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	   dl cos </a:t>
            </a:r>
            <a:r>
              <a:rPr lang="es-MX" altLang="en-US" sz="2800">
                <a:solidFill>
                  <a:srgbClr val="4D4D4D"/>
                </a:solidFill>
                <a:latin typeface="Symbol" panose="05050102010706020507" pitchFamily="18" charset="2"/>
              </a:rPr>
              <a:t>q 	         0</a:t>
            </a:r>
          </a:p>
        </p:txBody>
      </p:sp>
      <p:sp>
        <p:nvSpPr>
          <p:cNvPr id="24581" name="Line 29">
            <a:extLst>
              <a:ext uri="{FF2B5EF4-FFF2-40B4-BE49-F238E27FC236}">
                <a16:creationId xmlns:a16="http://schemas.microsoft.com/office/drawing/2014/main" id="{4C00738F-0A63-4550-833E-733C874E4B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1676" y="2203450"/>
            <a:ext cx="288925" cy="0"/>
          </a:xfrm>
          <a:prstGeom prst="line">
            <a:avLst/>
          </a:prstGeom>
          <a:noFill/>
          <a:ln w="9525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2" name="Line 29">
            <a:extLst>
              <a:ext uri="{FF2B5EF4-FFF2-40B4-BE49-F238E27FC236}">
                <a16:creationId xmlns:a16="http://schemas.microsoft.com/office/drawing/2014/main" id="{D30F98A6-2B11-49D2-82C6-27120FA307A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1176" y="2203450"/>
            <a:ext cx="288925" cy="0"/>
          </a:xfrm>
          <a:prstGeom prst="line">
            <a:avLst/>
          </a:prstGeom>
          <a:noFill/>
          <a:ln w="9525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3" name="Line 29">
            <a:extLst>
              <a:ext uri="{FF2B5EF4-FFF2-40B4-BE49-F238E27FC236}">
                <a16:creationId xmlns:a16="http://schemas.microsoft.com/office/drawing/2014/main" id="{514F0DD1-1589-40D2-A788-E006C0F25B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7439" y="2203450"/>
            <a:ext cx="288925" cy="0"/>
          </a:xfrm>
          <a:prstGeom prst="line">
            <a:avLst/>
          </a:prstGeom>
          <a:noFill/>
          <a:ln w="9525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4" name="2 Marcador de contenido">
            <a:extLst>
              <a:ext uri="{FF2B5EF4-FFF2-40B4-BE49-F238E27FC236}">
                <a16:creationId xmlns:a16="http://schemas.microsoft.com/office/drawing/2014/main" id="{F3F9D49C-1AE8-447E-A3C9-3D02EC22D523}"/>
              </a:ext>
            </a:extLst>
          </p:cNvPr>
          <p:cNvSpPr>
            <a:spLocks/>
          </p:cNvSpPr>
          <p:nvPr/>
        </p:nvSpPr>
        <p:spPr bwMode="auto">
          <a:xfrm>
            <a:off x="4224338" y="2998788"/>
            <a:ext cx="5040312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dl =- dl sen </a:t>
            </a:r>
            <a:r>
              <a:rPr lang="es-MX" altLang="en-US" sz="2800">
                <a:solidFill>
                  <a:srgbClr val="4D4D4D"/>
                </a:solidFill>
                <a:latin typeface="Symbol" panose="05050102010706020507" pitchFamily="18" charset="2"/>
              </a:rPr>
              <a:t>q</a:t>
            </a: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 i + dl cos </a:t>
            </a:r>
            <a:r>
              <a:rPr lang="es-MX" altLang="en-US" sz="2800">
                <a:solidFill>
                  <a:srgbClr val="4D4D4D"/>
                </a:solidFill>
                <a:latin typeface="Symbol" panose="05050102010706020507" pitchFamily="18" charset="2"/>
              </a:rPr>
              <a:t>q </a:t>
            </a: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j</a:t>
            </a:r>
            <a:endParaRPr lang="es-MX" altLang="en-US" sz="2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4585" name="Line 29">
            <a:extLst>
              <a:ext uri="{FF2B5EF4-FFF2-40B4-BE49-F238E27FC236}">
                <a16:creationId xmlns:a16="http://schemas.microsoft.com/office/drawing/2014/main" id="{C27713C1-D57C-456C-BFA8-BD434DC9D0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1675" y="2997200"/>
            <a:ext cx="215900" cy="0"/>
          </a:xfrm>
          <a:prstGeom prst="line">
            <a:avLst/>
          </a:prstGeom>
          <a:noFill/>
          <a:ln w="9525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586" name="Group 13">
            <a:extLst>
              <a:ext uri="{FF2B5EF4-FFF2-40B4-BE49-F238E27FC236}">
                <a16:creationId xmlns:a16="http://schemas.microsoft.com/office/drawing/2014/main" id="{9E52DB66-CEFF-4185-A037-BD594F6782DB}"/>
              </a:ext>
            </a:extLst>
          </p:cNvPr>
          <p:cNvGrpSpPr>
            <a:grpSpLocks/>
          </p:cNvGrpSpPr>
          <p:nvPr/>
        </p:nvGrpSpPr>
        <p:grpSpPr bwMode="auto">
          <a:xfrm>
            <a:off x="8326438" y="2997200"/>
            <a:ext cx="146050" cy="71438"/>
            <a:chOff x="1020" y="3929"/>
            <a:chExt cx="91" cy="91"/>
          </a:xfrm>
        </p:grpSpPr>
        <p:sp>
          <p:nvSpPr>
            <p:cNvPr id="24613" name="Line 14">
              <a:extLst>
                <a:ext uri="{FF2B5EF4-FFF2-40B4-BE49-F238E27FC236}">
                  <a16:creationId xmlns:a16="http://schemas.microsoft.com/office/drawing/2014/main" id="{9762C13A-8069-473F-9A5D-4175106AA1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0" y="3929"/>
              <a:ext cx="46" cy="91"/>
            </a:xfrm>
            <a:prstGeom prst="line">
              <a:avLst/>
            </a:prstGeom>
            <a:noFill/>
            <a:ln w="25400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4" name="Line 15">
              <a:extLst>
                <a:ext uri="{FF2B5EF4-FFF2-40B4-BE49-F238E27FC236}">
                  <a16:creationId xmlns:a16="http://schemas.microsoft.com/office/drawing/2014/main" id="{5EA89BDA-7E31-4FFA-AC91-038DD01B38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3929"/>
              <a:ext cx="45" cy="91"/>
            </a:xfrm>
            <a:prstGeom prst="line">
              <a:avLst/>
            </a:prstGeom>
            <a:noFill/>
            <a:ln w="22225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7" name="Group 13">
            <a:extLst>
              <a:ext uri="{FF2B5EF4-FFF2-40B4-BE49-F238E27FC236}">
                <a16:creationId xmlns:a16="http://schemas.microsoft.com/office/drawing/2014/main" id="{28A78F0C-02B7-4531-A960-3A9615102F5D}"/>
              </a:ext>
            </a:extLst>
          </p:cNvPr>
          <p:cNvGrpSpPr>
            <a:grpSpLocks/>
          </p:cNvGrpSpPr>
          <p:nvPr/>
        </p:nvGrpSpPr>
        <p:grpSpPr bwMode="auto">
          <a:xfrm>
            <a:off x="6526213" y="2997200"/>
            <a:ext cx="146050" cy="71438"/>
            <a:chOff x="1020" y="3929"/>
            <a:chExt cx="91" cy="91"/>
          </a:xfrm>
        </p:grpSpPr>
        <p:sp>
          <p:nvSpPr>
            <p:cNvPr id="24611" name="Line 14">
              <a:extLst>
                <a:ext uri="{FF2B5EF4-FFF2-40B4-BE49-F238E27FC236}">
                  <a16:creationId xmlns:a16="http://schemas.microsoft.com/office/drawing/2014/main" id="{BD5E5D7D-CF45-463E-8E6A-81491D3257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0" y="3929"/>
              <a:ext cx="46" cy="91"/>
            </a:xfrm>
            <a:prstGeom prst="line">
              <a:avLst/>
            </a:prstGeom>
            <a:noFill/>
            <a:ln w="25400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2" name="Line 15">
              <a:extLst>
                <a:ext uri="{FF2B5EF4-FFF2-40B4-BE49-F238E27FC236}">
                  <a16:creationId xmlns:a16="http://schemas.microsoft.com/office/drawing/2014/main" id="{7CA019BB-FE24-4B6F-A47D-4128F77423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3929"/>
              <a:ext cx="45" cy="91"/>
            </a:xfrm>
            <a:prstGeom prst="line">
              <a:avLst/>
            </a:prstGeom>
            <a:noFill/>
            <a:ln w="22225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588" name="2 Marcador de contenido">
            <a:extLst>
              <a:ext uri="{FF2B5EF4-FFF2-40B4-BE49-F238E27FC236}">
                <a16:creationId xmlns:a16="http://schemas.microsoft.com/office/drawing/2014/main" id="{980D1968-CF80-417D-B14A-2B95D231D68C}"/>
              </a:ext>
            </a:extLst>
          </p:cNvPr>
          <p:cNvSpPr>
            <a:spLocks/>
          </p:cNvSpPr>
          <p:nvPr/>
        </p:nvSpPr>
        <p:spPr bwMode="auto">
          <a:xfrm>
            <a:off x="4224339" y="2205038"/>
            <a:ext cx="37433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dF = I dl x B</a:t>
            </a:r>
            <a:endParaRPr lang="es-MX" altLang="en-US" sz="2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4589" name="2 Marcador de contenido">
            <a:extLst>
              <a:ext uri="{FF2B5EF4-FFF2-40B4-BE49-F238E27FC236}">
                <a16:creationId xmlns:a16="http://schemas.microsoft.com/office/drawing/2014/main" id="{12F7BF4A-83C1-4300-A88A-4EA6C72ACDAE}"/>
              </a:ext>
            </a:extLst>
          </p:cNvPr>
          <p:cNvSpPr>
            <a:spLocks/>
          </p:cNvSpPr>
          <p:nvPr/>
        </p:nvSpPr>
        <p:spPr bwMode="auto">
          <a:xfrm>
            <a:off x="4079876" y="3716338"/>
            <a:ext cx="43926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i			j		k		</a:t>
            </a:r>
            <a:r>
              <a:rPr lang="es-MX" altLang="en-US" sz="2800">
                <a:solidFill>
                  <a:srgbClr val="4D4D4D"/>
                </a:solidFill>
                <a:latin typeface="Symbol" panose="05050102010706020507" pitchFamily="18" charset="2"/>
              </a:rPr>
              <a:t> </a:t>
            </a:r>
          </a:p>
        </p:txBody>
      </p:sp>
      <p:sp>
        <p:nvSpPr>
          <p:cNvPr id="24590" name="2 Marcador de contenido">
            <a:extLst>
              <a:ext uri="{FF2B5EF4-FFF2-40B4-BE49-F238E27FC236}">
                <a16:creationId xmlns:a16="http://schemas.microsoft.com/office/drawing/2014/main" id="{1142DF26-0AD5-4B35-AC53-5FBEF812C88C}"/>
              </a:ext>
            </a:extLst>
          </p:cNvPr>
          <p:cNvSpPr>
            <a:spLocks/>
          </p:cNvSpPr>
          <p:nvPr/>
        </p:nvSpPr>
        <p:spPr bwMode="auto">
          <a:xfrm>
            <a:off x="4079876" y="4868863"/>
            <a:ext cx="43926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0			0		B		</a:t>
            </a:r>
            <a:r>
              <a:rPr lang="es-MX" altLang="en-US" sz="2800">
                <a:solidFill>
                  <a:srgbClr val="4D4D4D"/>
                </a:solidFill>
                <a:latin typeface="Symbol" panose="05050102010706020507" pitchFamily="18" charset="2"/>
              </a:rPr>
              <a:t> </a:t>
            </a:r>
          </a:p>
        </p:txBody>
      </p:sp>
      <p:grpSp>
        <p:nvGrpSpPr>
          <p:cNvPr id="24591" name="Group 13">
            <a:extLst>
              <a:ext uri="{FF2B5EF4-FFF2-40B4-BE49-F238E27FC236}">
                <a16:creationId xmlns:a16="http://schemas.microsoft.com/office/drawing/2014/main" id="{CD867648-E33F-4C81-836F-A11AC58EE56F}"/>
              </a:ext>
            </a:extLst>
          </p:cNvPr>
          <p:cNvGrpSpPr>
            <a:grpSpLocks/>
          </p:cNvGrpSpPr>
          <p:nvPr/>
        </p:nvGrpSpPr>
        <p:grpSpPr bwMode="auto">
          <a:xfrm>
            <a:off x="7821613" y="3716339"/>
            <a:ext cx="146050" cy="71437"/>
            <a:chOff x="1020" y="3929"/>
            <a:chExt cx="91" cy="91"/>
          </a:xfrm>
        </p:grpSpPr>
        <p:sp>
          <p:nvSpPr>
            <p:cNvPr id="24609" name="Line 14">
              <a:extLst>
                <a:ext uri="{FF2B5EF4-FFF2-40B4-BE49-F238E27FC236}">
                  <a16:creationId xmlns:a16="http://schemas.microsoft.com/office/drawing/2014/main" id="{54F73B0B-B2F2-464D-94C4-29D32BF3AC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0" y="3929"/>
              <a:ext cx="46" cy="91"/>
            </a:xfrm>
            <a:prstGeom prst="line">
              <a:avLst/>
            </a:prstGeom>
            <a:noFill/>
            <a:ln w="25400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0" name="Line 15">
              <a:extLst>
                <a:ext uri="{FF2B5EF4-FFF2-40B4-BE49-F238E27FC236}">
                  <a16:creationId xmlns:a16="http://schemas.microsoft.com/office/drawing/2014/main" id="{7E5E181F-D12F-4E77-A746-96B4C27966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3929"/>
              <a:ext cx="45" cy="91"/>
            </a:xfrm>
            <a:prstGeom prst="line">
              <a:avLst/>
            </a:prstGeom>
            <a:noFill/>
            <a:ln w="22225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2" name="Group 13">
            <a:extLst>
              <a:ext uri="{FF2B5EF4-FFF2-40B4-BE49-F238E27FC236}">
                <a16:creationId xmlns:a16="http://schemas.microsoft.com/office/drawing/2014/main" id="{E8C50E49-E054-422C-A55F-42E15CD6DA0B}"/>
              </a:ext>
            </a:extLst>
          </p:cNvPr>
          <p:cNvGrpSpPr>
            <a:grpSpLocks/>
          </p:cNvGrpSpPr>
          <p:nvPr/>
        </p:nvGrpSpPr>
        <p:grpSpPr bwMode="auto">
          <a:xfrm>
            <a:off x="6022975" y="3716339"/>
            <a:ext cx="146050" cy="71437"/>
            <a:chOff x="1020" y="3929"/>
            <a:chExt cx="91" cy="91"/>
          </a:xfrm>
        </p:grpSpPr>
        <p:sp>
          <p:nvSpPr>
            <p:cNvPr id="24607" name="Line 14">
              <a:extLst>
                <a:ext uri="{FF2B5EF4-FFF2-40B4-BE49-F238E27FC236}">
                  <a16:creationId xmlns:a16="http://schemas.microsoft.com/office/drawing/2014/main" id="{F5C4D509-5152-4680-B572-D12707A38C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0" y="3929"/>
              <a:ext cx="46" cy="91"/>
            </a:xfrm>
            <a:prstGeom prst="line">
              <a:avLst/>
            </a:prstGeom>
            <a:noFill/>
            <a:ln w="25400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8" name="Line 15">
              <a:extLst>
                <a:ext uri="{FF2B5EF4-FFF2-40B4-BE49-F238E27FC236}">
                  <a16:creationId xmlns:a16="http://schemas.microsoft.com/office/drawing/2014/main" id="{DB071C98-DD20-4E23-82E8-105CF6FD7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3929"/>
              <a:ext cx="45" cy="91"/>
            </a:xfrm>
            <a:prstGeom prst="line">
              <a:avLst/>
            </a:prstGeom>
            <a:noFill/>
            <a:ln w="22225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3" name="Group 13">
            <a:extLst>
              <a:ext uri="{FF2B5EF4-FFF2-40B4-BE49-F238E27FC236}">
                <a16:creationId xmlns:a16="http://schemas.microsoft.com/office/drawing/2014/main" id="{1ECA0650-E8E0-40E7-9241-15C8F3B861A3}"/>
              </a:ext>
            </a:extLst>
          </p:cNvPr>
          <p:cNvGrpSpPr>
            <a:grpSpLocks/>
          </p:cNvGrpSpPr>
          <p:nvPr/>
        </p:nvGrpSpPr>
        <p:grpSpPr bwMode="auto">
          <a:xfrm>
            <a:off x="4151313" y="3644900"/>
            <a:ext cx="146050" cy="71438"/>
            <a:chOff x="1020" y="3929"/>
            <a:chExt cx="91" cy="91"/>
          </a:xfrm>
        </p:grpSpPr>
        <p:sp>
          <p:nvSpPr>
            <p:cNvPr id="24605" name="Line 14">
              <a:extLst>
                <a:ext uri="{FF2B5EF4-FFF2-40B4-BE49-F238E27FC236}">
                  <a16:creationId xmlns:a16="http://schemas.microsoft.com/office/drawing/2014/main" id="{91166C3E-83CD-462C-8667-4AEF68E79A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0" y="3929"/>
              <a:ext cx="46" cy="91"/>
            </a:xfrm>
            <a:prstGeom prst="line">
              <a:avLst/>
            </a:prstGeom>
            <a:noFill/>
            <a:ln w="25400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6" name="Line 15">
              <a:extLst>
                <a:ext uri="{FF2B5EF4-FFF2-40B4-BE49-F238E27FC236}">
                  <a16:creationId xmlns:a16="http://schemas.microsoft.com/office/drawing/2014/main" id="{C1A4C774-2FBE-41FC-9B95-5CC474D348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3929"/>
              <a:ext cx="45" cy="91"/>
            </a:xfrm>
            <a:prstGeom prst="line">
              <a:avLst/>
            </a:prstGeom>
            <a:noFill/>
            <a:ln w="22225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594" name="Line 45">
            <a:extLst>
              <a:ext uri="{FF2B5EF4-FFF2-40B4-BE49-F238E27FC236}">
                <a16:creationId xmlns:a16="http://schemas.microsoft.com/office/drawing/2014/main" id="{970A41DD-2843-45D4-A253-6A88CBC10B15}"/>
              </a:ext>
            </a:extLst>
          </p:cNvPr>
          <p:cNvSpPr>
            <a:spLocks noChangeShapeType="1"/>
          </p:cNvSpPr>
          <p:nvPr/>
        </p:nvSpPr>
        <p:spPr bwMode="auto">
          <a:xfrm>
            <a:off x="8256588" y="3571875"/>
            <a:ext cx="0" cy="1944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5" name="Line 46">
            <a:extLst>
              <a:ext uri="{FF2B5EF4-FFF2-40B4-BE49-F238E27FC236}">
                <a16:creationId xmlns:a16="http://schemas.microsoft.com/office/drawing/2014/main" id="{7D0EDCB6-0A81-46FC-A70E-1B5B08CB16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75050" y="3571875"/>
            <a:ext cx="0" cy="1944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6" name="2 Marcador de contenido">
            <a:extLst>
              <a:ext uri="{FF2B5EF4-FFF2-40B4-BE49-F238E27FC236}">
                <a16:creationId xmlns:a16="http://schemas.microsoft.com/office/drawing/2014/main" id="{F2AD8EE6-5DD6-49A2-A201-E39C5E5E7A14}"/>
              </a:ext>
            </a:extLst>
          </p:cNvPr>
          <p:cNvSpPr>
            <a:spLocks/>
          </p:cNvSpPr>
          <p:nvPr/>
        </p:nvSpPr>
        <p:spPr bwMode="auto">
          <a:xfrm>
            <a:off x="2640013" y="5876926"/>
            <a:ext cx="6335712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dF = IB dl cos </a:t>
            </a:r>
            <a:r>
              <a:rPr lang="es-MX" altLang="en-US" sz="2800">
                <a:solidFill>
                  <a:srgbClr val="4D4D4D"/>
                </a:solidFill>
                <a:latin typeface="Symbol" panose="05050102010706020507" pitchFamily="18" charset="2"/>
              </a:rPr>
              <a:t>q</a:t>
            </a: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  i + IB dl sen </a:t>
            </a:r>
            <a:r>
              <a:rPr lang="es-MX" altLang="en-US" sz="2800">
                <a:solidFill>
                  <a:srgbClr val="4D4D4D"/>
                </a:solidFill>
                <a:latin typeface="Symbol" panose="05050102010706020507" pitchFamily="18" charset="2"/>
              </a:rPr>
              <a:t>q</a:t>
            </a: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  j</a:t>
            </a:r>
          </a:p>
        </p:txBody>
      </p:sp>
      <p:grpSp>
        <p:nvGrpSpPr>
          <p:cNvPr id="24597" name="Group 13">
            <a:extLst>
              <a:ext uri="{FF2B5EF4-FFF2-40B4-BE49-F238E27FC236}">
                <a16:creationId xmlns:a16="http://schemas.microsoft.com/office/drawing/2014/main" id="{797D6991-6254-4A67-B39D-BA6CA0219DFF}"/>
              </a:ext>
            </a:extLst>
          </p:cNvPr>
          <p:cNvGrpSpPr>
            <a:grpSpLocks/>
          </p:cNvGrpSpPr>
          <p:nvPr/>
        </p:nvGrpSpPr>
        <p:grpSpPr bwMode="auto">
          <a:xfrm>
            <a:off x="5518150" y="5878514"/>
            <a:ext cx="146050" cy="71437"/>
            <a:chOff x="1020" y="3929"/>
            <a:chExt cx="91" cy="91"/>
          </a:xfrm>
        </p:grpSpPr>
        <p:sp>
          <p:nvSpPr>
            <p:cNvPr id="24603" name="Line 14">
              <a:extLst>
                <a:ext uri="{FF2B5EF4-FFF2-40B4-BE49-F238E27FC236}">
                  <a16:creationId xmlns:a16="http://schemas.microsoft.com/office/drawing/2014/main" id="{F069EBF8-39A0-4D0B-A7B8-846CA824CB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0" y="3929"/>
              <a:ext cx="46" cy="91"/>
            </a:xfrm>
            <a:prstGeom prst="line">
              <a:avLst/>
            </a:prstGeom>
            <a:noFill/>
            <a:ln w="25400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4" name="Line 15">
              <a:extLst>
                <a:ext uri="{FF2B5EF4-FFF2-40B4-BE49-F238E27FC236}">
                  <a16:creationId xmlns:a16="http://schemas.microsoft.com/office/drawing/2014/main" id="{33822875-F9B0-4D2F-A6E2-F5655326D7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3929"/>
              <a:ext cx="45" cy="91"/>
            </a:xfrm>
            <a:prstGeom prst="line">
              <a:avLst/>
            </a:prstGeom>
            <a:noFill/>
            <a:ln w="22225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8" name="Group 13">
            <a:extLst>
              <a:ext uri="{FF2B5EF4-FFF2-40B4-BE49-F238E27FC236}">
                <a16:creationId xmlns:a16="http://schemas.microsoft.com/office/drawing/2014/main" id="{A70FF21B-56FE-43CF-AB3F-0C763969B038}"/>
              </a:ext>
            </a:extLst>
          </p:cNvPr>
          <p:cNvGrpSpPr>
            <a:grpSpLocks/>
          </p:cNvGrpSpPr>
          <p:nvPr/>
        </p:nvGrpSpPr>
        <p:grpSpPr bwMode="auto">
          <a:xfrm>
            <a:off x="7967663" y="5878514"/>
            <a:ext cx="146050" cy="71437"/>
            <a:chOff x="1020" y="3929"/>
            <a:chExt cx="91" cy="91"/>
          </a:xfrm>
        </p:grpSpPr>
        <p:sp>
          <p:nvSpPr>
            <p:cNvPr id="24601" name="Line 14">
              <a:extLst>
                <a:ext uri="{FF2B5EF4-FFF2-40B4-BE49-F238E27FC236}">
                  <a16:creationId xmlns:a16="http://schemas.microsoft.com/office/drawing/2014/main" id="{D21AAD00-CB4E-4412-8D71-01781F6E4A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0" y="3929"/>
              <a:ext cx="46" cy="91"/>
            </a:xfrm>
            <a:prstGeom prst="line">
              <a:avLst/>
            </a:prstGeom>
            <a:noFill/>
            <a:ln w="25400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2" name="Line 15">
              <a:extLst>
                <a:ext uri="{FF2B5EF4-FFF2-40B4-BE49-F238E27FC236}">
                  <a16:creationId xmlns:a16="http://schemas.microsoft.com/office/drawing/2014/main" id="{9318FF70-D5A2-4D87-807C-133D53547D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3929"/>
              <a:ext cx="45" cy="91"/>
            </a:xfrm>
            <a:prstGeom prst="line">
              <a:avLst/>
            </a:prstGeom>
            <a:noFill/>
            <a:ln w="22225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599" name="Line 29">
            <a:extLst>
              <a:ext uri="{FF2B5EF4-FFF2-40B4-BE49-F238E27FC236}">
                <a16:creationId xmlns:a16="http://schemas.microsoft.com/office/drawing/2014/main" id="{62F7832E-46B3-4F01-B3EF-AB374A3051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0375" y="4149725"/>
            <a:ext cx="215900" cy="0"/>
          </a:xfrm>
          <a:prstGeom prst="line">
            <a:avLst/>
          </a:prstGeom>
          <a:noFill/>
          <a:ln w="9525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0" name="Line 29">
            <a:extLst>
              <a:ext uri="{FF2B5EF4-FFF2-40B4-BE49-F238E27FC236}">
                <a16:creationId xmlns:a16="http://schemas.microsoft.com/office/drawing/2014/main" id="{E5317BAD-F0A1-4FA4-B114-EDEE99CC24E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8788" y="5949950"/>
            <a:ext cx="215900" cy="0"/>
          </a:xfrm>
          <a:prstGeom prst="line">
            <a:avLst/>
          </a:prstGeom>
          <a:noFill/>
          <a:ln w="9525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CC4B40A7-05C3-4779-B9EE-E59FAD611EAA}"/>
              </a:ext>
            </a:extLst>
          </p:cNvPr>
          <p:cNvSpPr>
            <a:spLocks/>
          </p:cNvSpPr>
          <p:nvPr/>
        </p:nvSpPr>
        <p:spPr bwMode="auto">
          <a:xfrm>
            <a:off x="2673350" y="260350"/>
            <a:ext cx="7526338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MX" altLang="en-US" sz="3800" b="1">
                <a:solidFill>
                  <a:srgbClr val="990033"/>
                </a:solidFill>
                <a:latin typeface="Trebuchet MS" panose="020B0603020202020204" pitchFamily="34" charset="0"/>
              </a:rPr>
              <a:t>FUERZA EJERCIDA POR UN CAMPO MAGNÉTICO</a:t>
            </a:r>
            <a:endParaRPr lang="es-ES" altLang="en-US" sz="3800" b="1">
              <a:solidFill>
                <a:srgbClr val="990033"/>
              </a:solidFill>
              <a:latin typeface="Trebuchet MS" panose="020B0603020202020204" pitchFamily="34" charset="0"/>
            </a:endParaRPr>
          </a:p>
        </p:txBody>
      </p:sp>
      <p:sp>
        <p:nvSpPr>
          <p:cNvPr id="25603" name="2 Marcador de contenido">
            <a:extLst>
              <a:ext uri="{FF2B5EF4-FFF2-40B4-BE49-F238E27FC236}">
                <a16:creationId xmlns:a16="http://schemas.microsoft.com/office/drawing/2014/main" id="{2C5422C5-A20B-4BC3-802E-C208E656E84D}"/>
              </a:ext>
            </a:extLst>
          </p:cNvPr>
          <p:cNvSpPr txBox="1">
            <a:spLocks/>
          </p:cNvSpPr>
          <p:nvPr/>
        </p:nvSpPr>
        <p:spPr bwMode="auto">
          <a:xfrm>
            <a:off x="1990726" y="1700214"/>
            <a:ext cx="69135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400" b="1"/>
              <a:t>Con:</a:t>
            </a:r>
            <a:endParaRPr lang="es-ES" altLang="en-US" sz="2400" b="1"/>
          </a:p>
          <a:p>
            <a:pPr lvl="1">
              <a:spcBef>
                <a:spcPts val="500"/>
              </a:spcBef>
              <a:buClr>
                <a:srgbClr val="F9B639"/>
              </a:buClr>
              <a:buSzPct val="80000"/>
            </a:pPr>
            <a:endParaRPr lang="es-MX" altLang="en-US" sz="2200" b="1">
              <a:latin typeface="Trebuchet MS" panose="020B0603020202020204" pitchFamily="34" charset="0"/>
            </a:endParaRPr>
          </a:p>
        </p:txBody>
      </p:sp>
      <p:sp>
        <p:nvSpPr>
          <p:cNvPr id="25604" name="2 Marcador de contenido">
            <a:extLst>
              <a:ext uri="{FF2B5EF4-FFF2-40B4-BE49-F238E27FC236}">
                <a16:creationId xmlns:a16="http://schemas.microsoft.com/office/drawing/2014/main" id="{BABFBAEE-650B-4635-BF7F-C8B18191ADB6}"/>
              </a:ext>
            </a:extLst>
          </p:cNvPr>
          <p:cNvSpPr>
            <a:spLocks/>
          </p:cNvSpPr>
          <p:nvPr/>
        </p:nvSpPr>
        <p:spPr bwMode="auto">
          <a:xfrm>
            <a:off x="3144838" y="2709863"/>
            <a:ext cx="6335712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  F = IB  cos </a:t>
            </a:r>
            <a:r>
              <a:rPr lang="es-MX" altLang="en-US" sz="2800">
                <a:solidFill>
                  <a:srgbClr val="4D4D4D"/>
                </a:solidFill>
                <a:latin typeface="Symbol" panose="05050102010706020507" pitchFamily="18" charset="2"/>
              </a:rPr>
              <a:t>q</a:t>
            </a: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 dl i + IB  sen </a:t>
            </a:r>
            <a:r>
              <a:rPr lang="es-MX" altLang="en-US" sz="2800">
                <a:solidFill>
                  <a:srgbClr val="4D4D4D"/>
                </a:solidFill>
                <a:latin typeface="Symbol" panose="05050102010706020507" pitchFamily="18" charset="2"/>
              </a:rPr>
              <a:t>q</a:t>
            </a: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 dl j</a:t>
            </a:r>
          </a:p>
        </p:txBody>
      </p:sp>
      <p:grpSp>
        <p:nvGrpSpPr>
          <p:cNvPr id="25605" name="Group 13">
            <a:extLst>
              <a:ext uri="{FF2B5EF4-FFF2-40B4-BE49-F238E27FC236}">
                <a16:creationId xmlns:a16="http://schemas.microsoft.com/office/drawing/2014/main" id="{7CE78C32-829C-4596-A697-709E73FD1CD6}"/>
              </a:ext>
            </a:extLst>
          </p:cNvPr>
          <p:cNvGrpSpPr>
            <a:grpSpLocks/>
          </p:cNvGrpSpPr>
          <p:nvPr/>
        </p:nvGrpSpPr>
        <p:grpSpPr bwMode="auto">
          <a:xfrm>
            <a:off x="5808663" y="2711450"/>
            <a:ext cx="146050" cy="71438"/>
            <a:chOff x="1020" y="3929"/>
            <a:chExt cx="91" cy="91"/>
          </a:xfrm>
        </p:grpSpPr>
        <p:sp>
          <p:nvSpPr>
            <p:cNvPr id="25632" name="Line 14">
              <a:extLst>
                <a:ext uri="{FF2B5EF4-FFF2-40B4-BE49-F238E27FC236}">
                  <a16:creationId xmlns:a16="http://schemas.microsoft.com/office/drawing/2014/main" id="{5DED8479-C8FE-4875-BF3B-C375EBFECD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0" y="3929"/>
              <a:ext cx="46" cy="91"/>
            </a:xfrm>
            <a:prstGeom prst="line">
              <a:avLst/>
            </a:prstGeom>
            <a:noFill/>
            <a:ln w="25400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3" name="Line 15">
              <a:extLst>
                <a:ext uri="{FF2B5EF4-FFF2-40B4-BE49-F238E27FC236}">
                  <a16:creationId xmlns:a16="http://schemas.microsoft.com/office/drawing/2014/main" id="{A2210FBC-CD61-4440-A072-26B454DAE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3929"/>
              <a:ext cx="45" cy="91"/>
            </a:xfrm>
            <a:prstGeom prst="line">
              <a:avLst/>
            </a:prstGeom>
            <a:noFill/>
            <a:ln w="22225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06" name="Group 13">
            <a:extLst>
              <a:ext uri="{FF2B5EF4-FFF2-40B4-BE49-F238E27FC236}">
                <a16:creationId xmlns:a16="http://schemas.microsoft.com/office/drawing/2014/main" id="{4624B958-A09F-41B5-A658-C4F5D339F082}"/>
              </a:ext>
            </a:extLst>
          </p:cNvPr>
          <p:cNvGrpSpPr>
            <a:grpSpLocks/>
          </p:cNvGrpSpPr>
          <p:nvPr/>
        </p:nvGrpSpPr>
        <p:grpSpPr bwMode="auto">
          <a:xfrm>
            <a:off x="8542338" y="2711450"/>
            <a:ext cx="146050" cy="71438"/>
            <a:chOff x="1020" y="3929"/>
            <a:chExt cx="91" cy="91"/>
          </a:xfrm>
        </p:grpSpPr>
        <p:sp>
          <p:nvSpPr>
            <p:cNvPr id="25630" name="Line 14">
              <a:extLst>
                <a:ext uri="{FF2B5EF4-FFF2-40B4-BE49-F238E27FC236}">
                  <a16:creationId xmlns:a16="http://schemas.microsoft.com/office/drawing/2014/main" id="{F621353D-37CC-4064-B6E4-154D2FA952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0" y="3929"/>
              <a:ext cx="46" cy="91"/>
            </a:xfrm>
            <a:prstGeom prst="line">
              <a:avLst/>
            </a:prstGeom>
            <a:noFill/>
            <a:ln w="25400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1" name="Line 15">
              <a:extLst>
                <a:ext uri="{FF2B5EF4-FFF2-40B4-BE49-F238E27FC236}">
                  <a16:creationId xmlns:a16="http://schemas.microsoft.com/office/drawing/2014/main" id="{EE5B1392-5362-490E-A151-76BB3C02C4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3929"/>
              <a:ext cx="45" cy="91"/>
            </a:xfrm>
            <a:prstGeom prst="line">
              <a:avLst/>
            </a:prstGeom>
            <a:noFill/>
            <a:ln w="22225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607" name="Line 29">
            <a:extLst>
              <a:ext uri="{FF2B5EF4-FFF2-40B4-BE49-F238E27FC236}">
                <a16:creationId xmlns:a16="http://schemas.microsoft.com/office/drawing/2014/main" id="{97386C5E-2CAF-4DA0-9BF0-879E77426EB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3613" y="2782888"/>
            <a:ext cx="215900" cy="0"/>
          </a:xfrm>
          <a:prstGeom prst="line">
            <a:avLst/>
          </a:prstGeom>
          <a:noFill/>
          <a:ln w="9525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8" name="Freeform 8">
            <a:extLst>
              <a:ext uri="{FF2B5EF4-FFF2-40B4-BE49-F238E27FC236}">
                <a16:creationId xmlns:a16="http://schemas.microsoft.com/office/drawing/2014/main" id="{6A931EEE-C771-48B3-B571-1831FB6D69FA}"/>
              </a:ext>
            </a:extLst>
          </p:cNvPr>
          <p:cNvSpPr>
            <a:spLocks/>
          </p:cNvSpPr>
          <p:nvPr/>
        </p:nvSpPr>
        <p:spPr bwMode="auto">
          <a:xfrm>
            <a:off x="6959601" y="2565401"/>
            <a:ext cx="144463" cy="792163"/>
          </a:xfrm>
          <a:custGeom>
            <a:avLst/>
            <a:gdLst>
              <a:gd name="T0" fmla="*/ 2147483647 w 181"/>
              <a:gd name="T1" fmla="*/ 2147483647 h 574"/>
              <a:gd name="T2" fmla="*/ 2147483647 w 181"/>
              <a:gd name="T3" fmla="*/ 2147483647 h 574"/>
              <a:gd name="T4" fmla="*/ 2147483647 w 181"/>
              <a:gd name="T5" fmla="*/ 2147483647 h 574"/>
              <a:gd name="T6" fmla="*/ 2147483647 w 181"/>
              <a:gd name="T7" fmla="*/ 2147483647 h 574"/>
              <a:gd name="T8" fmla="*/ 0 w 181"/>
              <a:gd name="T9" fmla="*/ 2147483647 h 5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1"/>
              <a:gd name="T16" fmla="*/ 0 h 574"/>
              <a:gd name="T17" fmla="*/ 181 w 181"/>
              <a:gd name="T18" fmla="*/ 574 h 57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1" h="574">
                <a:moveTo>
                  <a:pt x="181" y="30"/>
                </a:moveTo>
                <a:cubicBezTo>
                  <a:pt x="113" y="15"/>
                  <a:pt x="45" y="0"/>
                  <a:pt x="45" y="75"/>
                </a:cubicBezTo>
                <a:cubicBezTo>
                  <a:pt x="45" y="150"/>
                  <a:pt x="181" y="400"/>
                  <a:pt x="181" y="483"/>
                </a:cubicBezTo>
                <a:cubicBezTo>
                  <a:pt x="181" y="566"/>
                  <a:pt x="75" y="574"/>
                  <a:pt x="45" y="574"/>
                </a:cubicBezTo>
                <a:cubicBezTo>
                  <a:pt x="15" y="574"/>
                  <a:pt x="7" y="528"/>
                  <a:pt x="0" y="483"/>
                </a:cubicBezTo>
              </a:path>
            </a:pathLst>
          </a:custGeom>
          <a:noFill/>
          <a:ln w="9525">
            <a:solidFill>
              <a:srgbClr val="5F5F5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9" name="Freeform 8">
            <a:extLst>
              <a:ext uri="{FF2B5EF4-FFF2-40B4-BE49-F238E27FC236}">
                <a16:creationId xmlns:a16="http://schemas.microsoft.com/office/drawing/2014/main" id="{A3E148F0-D40F-4C82-AD7B-2EF84EB7DF6E}"/>
              </a:ext>
            </a:extLst>
          </p:cNvPr>
          <p:cNvSpPr>
            <a:spLocks/>
          </p:cNvSpPr>
          <p:nvPr/>
        </p:nvSpPr>
        <p:spPr bwMode="auto">
          <a:xfrm>
            <a:off x="4511676" y="2565401"/>
            <a:ext cx="144463" cy="792163"/>
          </a:xfrm>
          <a:custGeom>
            <a:avLst/>
            <a:gdLst>
              <a:gd name="T0" fmla="*/ 2147483647 w 181"/>
              <a:gd name="T1" fmla="*/ 2147483647 h 574"/>
              <a:gd name="T2" fmla="*/ 2147483647 w 181"/>
              <a:gd name="T3" fmla="*/ 2147483647 h 574"/>
              <a:gd name="T4" fmla="*/ 2147483647 w 181"/>
              <a:gd name="T5" fmla="*/ 2147483647 h 574"/>
              <a:gd name="T6" fmla="*/ 2147483647 w 181"/>
              <a:gd name="T7" fmla="*/ 2147483647 h 574"/>
              <a:gd name="T8" fmla="*/ 0 w 181"/>
              <a:gd name="T9" fmla="*/ 2147483647 h 5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1"/>
              <a:gd name="T16" fmla="*/ 0 h 574"/>
              <a:gd name="T17" fmla="*/ 181 w 181"/>
              <a:gd name="T18" fmla="*/ 574 h 57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1" h="574">
                <a:moveTo>
                  <a:pt x="181" y="30"/>
                </a:moveTo>
                <a:cubicBezTo>
                  <a:pt x="113" y="15"/>
                  <a:pt x="45" y="0"/>
                  <a:pt x="45" y="75"/>
                </a:cubicBezTo>
                <a:cubicBezTo>
                  <a:pt x="45" y="150"/>
                  <a:pt x="181" y="400"/>
                  <a:pt x="181" y="483"/>
                </a:cubicBezTo>
                <a:cubicBezTo>
                  <a:pt x="181" y="566"/>
                  <a:pt x="75" y="574"/>
                  <a:pt x="45" y="574"/>
                </a:cubicBezTo>
                <a:cubicBezTo>
                  <a:pt x="15" y="574"/>
                  <a:pt x="7" y="528"/>
                  <a:pt x="0" y="483"/>
                </a:cubicBezTo>
              </a:path>
            </a:pathLst>
          </a:custGeom>
          <a:noFill/>
          <a:ln w="9525">
            <a:solidFill>
              <a:srgbClr val="5F5F5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0" name="Text Box 41">
            <a:extLst>
              <a:ext uri="{FF2B5EF4-FFF2-40B4-BE49-F238E27FC236}">
                <a16:creationId xmlns:a16="http://schemas.microsoft.com/office/drawing/2014/main" id="{F4954BA5-8906-4B79-93CE-ABF1EBFBE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4338" y="3141663"/>
            <a:ext cx="360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n-US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25611" name="Text Box 42">
            <a:extLst>
              <a:ext uri="{FF2B5EF4-FFF2-40B4-BE49-F238E27FC236}">
                <a16:creationId xmlns:a16="http://schemas.microsoft.com/office/drawing/2014/main" id="{75118708-B0D4-4EF4-820F-FA25B2C72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3" y="3141663"/>
            <a:ext cx="360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n-US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25612" name="Text Box 43">
            <a:extLst>
              <a:ext uri="{FF2B5EF4-FFF2-40B4-BE49-F238E27FC236}">
                <a16:creationId xmlns:a16="http://schemas.microsoft.com/office/drawing/2014/main" id="{44CB0029-E001-4A6C-A54B-35410F6F1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113" y="2349501"/>
            <a:ext cx="3603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n-US">
                <a:latin typeface="Symbol" panose="05050102010706020507" pitchFamily="18" charset="2"/>
              </a:rPr>
              <a:t>p</a:t>
            </a:r>
          </a:p>
        </p:txBody>
      </p:sp>
      <p:sp>
        <p:nvSpPr>
          <p:cNvPr id="25613" name="Text Box 44">
            <a:extLst>
              <a:ext uri="{FF2B5EF4-FFF2-40B4-BE49-F238E27FC236}">
                <a16:creationId xmlns:a16="http://schemas.microsoft.com/office/drawing/2014/main" id="{64BAAC6E-646B-4659-A020-9E6A35ECC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1038" y="2349501"/>
            <a:ext cx="3603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n-US">
                <a:latin typeface="Symbol" panose="05050102010706020507" pitchFamily="18" charset="2"/>
              </a:rPr>
              <a:t>p</a:t>
            </a:r>
          </a:p>
        </p:txBody>
      </p:sp>
      <p:sp>
        <p:nvSpPr>
          <p:cNvPr id="25614" name="2 Marcador de contenido">
            <a:extLst>
              <a:ext uri="{FF2B5EF4-FFF2-40B4-BE49-F238E27FC236}">
                <a16:creationId xmlns:a16="http://schemas.microsoft.com/office/drawing/2014/main" id="{2AD90BD6-129D-4789-B5B4-BAE6A3617C90}"/>
              </a:ext>
            </a:extLst>
          </p:cNvPr>
          <p:cNvSpPr>
            <a:spLocks/>
          </p:cNvSpPr>
          <p:nvPr/>
        </p:nvSpPr>
        <p:spPr bwMode="auto">
          <a:xfrm>
            <a:off x="3144838" y="3854451"/>
            <a:ext cx="6335712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  F = I [-BR  sen </a:t>
            </a:r>
            <a:r>
              <a:rPr lang="es-MX" altLang="en-US" sz="2800">
                <a:solidFill>
                  <a:srgbClr val="4D4D4D"/>
                </a:solidFill>
                <a:latin typeface="Symbol" panose="05050102010706020507" pitchFamily="18" charset="2"/>
              </a:rPr>
              <a:t>q</a:t>
            </a: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 i + BR cos </a:t>
            </a:r>
            <a:r>
              <a:rPr lang="es-MX" altLang="en-US" sz="2800">
                <a:solidFill>
                  <a:srgbClr val="4D4D4D"/>
                </a:solidFill>
                <a:latin typeface="Symbol" panose="05050102010706020507" pitchFamily="18" charset="2"/>
              </a:rPr>
              <a:t>q</a:t>
            </a: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 j ]</a:t>
            </a:r>
          </a:p>
        </p:txBody>
      </p:sp>
      <p:grpSp>
        <p:nvGrpSpPr>
          <p:cNvPr id="25615" name="Group 13">
            <a:extLst>
              <a:ext uri="{FF2B5EF4-FFF2-40B4-BE49-F238E27FC236}">
                <a16:creationId xmlns:a16="http://schemas.microsoft.com/office/drawing/2014/main" id="{C7E31B83-7B5F-410F-A1DD-A18FAD7FBA35}"/>
              </a:ext>
            </a:extLst>
          </p:cNvPr>
          <p:cNvGrpSpPr>
            <a:grpSpLocks/>
          </p:cNvGrpSpPr>
          <p:nvPr/>
        </p:nvGrpSpPr>
        <p:grpSpPr bwMode="auto">
          <a:xfrm>
            <a:off x="6237288" y="3856039"/>
            <a:ext cx="146050" cy="71437"/>
            <a:chOff x="1020" y="3929"/>
            <a:chExt cx="91" cy="91"/>
          </a:xfrm>
        </p:grpSpPr>
        <p:sp>
          <p:nvSpPr>
            <p:cNvPr id="25628" name="Line 14">
              <a:extLst>
                <a:ext uri="{FF2B5EF4-FFF2-40B4-BE49-F238E27FC236}">
                  <a16:creationId xmlns:a16="http://schemas.microsoft.com/office/drawing/2014/main" id="{3135813C-DE26-4993-8F5F-584ED578C3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0" y="3929"/>
              <a:ext cx="46" cy="91"/>
            </a:xfrm>
            <a:prstGeom prst="line">
              <a:avLst/>
            </a:prstGeom>
            <a:noFill/>
            <a:ln w="25400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9" name="Line 15">
              <a:extLst>
                <a:ext uri="{FF2B5EF4-FFF2-40B4-BE49-F238E27FC236}">
                  <a16:creationId xmlns:a16="http://schemas.microsoft.com/office/drawing/2014/main" id="{AEA48F5B-165F-49F0-AA13-BFEEB30A5B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3929"/>
              <a:ext cx="45" cy="91"/>
            </a:xfrm>
            <a:prstGeom prst="line">
              <a:avLst/>
            </a:prstGeom>
            <a:noFill/>
            <a:ln w="22225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6" name="Group 13">
            <a:extLst>
              <a:ext uri="{FF2B5EF4-FFF2-40B4-BE49-F238E27FC236}">
                <a16:creationId xmlns:a16="http://schemas.microsoft.com/office/drawing/2014/main" id="{7A0CFC27-AA9F-4901-8D8B-4F4415A71DD1}"/>
              </a:ext>
            </a:extLst>
          </p:cNvPr>
          <p:cNvGrpSpPr>
            <a:grpSpLocks/>
          </p:cNvGrpSpPr>
          <p:nvPr/>
        </p:nvGrpSpPr>
        <p:grpSpPr bwMode="auto">
          <a:xfrm>
            <a:off x="8253413" y="3856039"/>
            <a:ext cx="146050" cy="71437"/>
            <a:chOff x="1020" y="3929"/>
            <a:chExt cx="91" cy="91"/>
          </a:xfrm>
        </p:grpSpPr>
        <p:sp>
          <p:nvSpPr>
            <p:cNvPr id="25626" name="Line 14">
              <a:extLst>
                <a:ext uri="{FF2B5EF4-FFF2-40B4-BE49-F238E27FC236}">
                  <a16:creationId xmlns:a16="http://schemas.microsoft.com/office/drawing/2014/main" id="{03B46A0E-B9A4-46F2-A4E2-DB2A0419F0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0" y="3929"/>
              <a:ext cx="46" cy="91"/>
            </a:xfrm>
            <a:prstGeom prst="line">
              <a:avLst/>
            </a:prstGeom>
            <a:noFill/>
            <a:ln w="25400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7" name="Line 15">
              <a:extLst>
                <a:ext uri="{FF2B5EF4-FFF2-40B4-BE49-F238E27FC236}">
                  <a16:creationId xmlns:a16="http://schemas.microsoft.com/office/drawing/2014/main" id="{5200E422-347E-4396-B180-6FE115717D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3929"/>
              <a:ext cx="45" cy="91"/>
            </a:xfrm>
            <a:prstGeom prst="line">
              <a:avLst/>
            </a:prstGeom>
            <a:noFill/>
            <a:ln w="22225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617" name="Line 29">
            <a:extLst>
              <a:ext uri="{FF2B5EF4-FFF2-40B4-BE49-F238E27FC236}">
                <a16:creationId xmlns:a16="http://schemas.microsoft.com/office/drawing/2014/main" id="{47F48279-D06B-413D-B60D-888525552D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3613" y="3927475"/>
            <a:ext cx="215900" cy="0"/>
          </a:xfrm>
          <a:prstGeom prst="line">
            <a:avLst/>
          </a:prstGeom>
          <a:noFill/>
          <a:ln w="9525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8" name="Text Box 56">
            <a:extLst>
              <a:ext uri="{FF2B5EF4-FFF2-40B4-BE49-F238E27FC236}">
                <a16:creationId xmlns:a16="http://schemas.microsoft.com/office/drawing/2014/main" id="{ED94DC24-FD66-48F6-8C68-E9C1FF691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026" y="4286251"/>
            <a:ext cx="3603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n-US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25619" name="Text Box 58">
            <a:extLst>
              <a:ext uri="{FF2B5EF4-FFF2-40B4-BE49-F238E27FC236}">
                <a16:creationId xmlns:a16="http://schemas.microsoft.com/office/drawing/2014/main" id="{C4871106-82BE-4036-92FD-D5EACA718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026" y="3638551"/>
            <a:ext cx="3603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n-US">
                <a:latin typeface="Symbol" panose="05050102010706020507" pitchFamily="18" charset="2"/>
              </a:rPr>
              <a:t>p</a:t>
            </a:r>
          </a:p>
        </p:txBody>
      </p:sp>
      <p:sp>
        <p:nvSpPr>
          <p:cNvPr id="25620" name="2 Marcador de contenido">
            <a:extLst>
              <a:ext uri="{FF2B5EF4-FFF2-40B4-BE49-F238E27FC236}">
                <a16:creationId xmlns:a16="http://schemas.microsoft.com/office/drawing/2014/main" id="{38ABF1E7-ED47-4100-B2F6-F33A20FD45A0}"/>
              </a:ext>
            </a:extLst>
          </p:cNvPr>
          <p:cNvSpPr>
            <a:spLocks/>
          </p:cNvSpPr>
          <p:nvPr/>
        </p:nvSpPr>
        <p:spPr bwMode="auto">
          <a:xfrm>
            <a:off x="3359150" y="1700214"/>
            <a:ext cx="252095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  dl = R d</a:t>
            </a:r>
            <a:r>
              <a:rPr lang="es-MX" altLang="en-US" sz="2800">
                <a:solidFill>
                  <a:srgbClr val="4D4D4D"/>
                </a:solidFill>
                <a:latin typeface="Symbol" panose="05050102010706020507" pitchFamily="18" charset="2"/>
              </a:rPr>
              <a:t>q</a:t>
            </a:r>
            <a:endParaRPr lang="es-MX" altLang="en-US" sz="28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5621" name="2 Marcador de contenido">
            <a:extLst>
              <a:ext uri="{FF2B5EF4-FFF2-40B4-BE49-F238E27FC236}">
                <a16:creationId xmlns:a16="http://schemas.microsoft.com/office/drawing/2014/main" id="{9BCC2397-D381-4492-A046-AD8CDEE1C614}"/>
              </a:ext>
            </a:extLst>
          </p:cNvPr>
          <p:cNvSpPr>
            <a:spLocks/>
          </p:cNvSpPr>
          <p:nvPr/>
        </p:nvSpPr>
        <p:spPr bwMode="auto">
          <a:xfrm>
            <a:off x="3143251" y="5013326"/>
            <a:ext cx="6335713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  F = -2IBR j</a:t>
            </a:r>
          </a:p>
        </p:txBody>
      </p:sp>
      <p:grpSp>
        <p:nvGrpSpPr>
          <p:cNvPr id="25622" name="Group 13">
            <a:extLst>
              <a:ext uri="{FF2B5EF4-FFF2-40B4-BE49-F238E27FC236}">
                <a16:creationId xmlns:a16="http://schemas.microsoft.com/office/drawing/2014/main" id="{51027E1A-9A34-4086-9136-EB26255F3838}"/>
              </a:ext>
            </a:extLst>
          </p:cNvPr>
          <p:cNvGrpSpPr>
            <a:grpSpLocks/>
          </p:cNvGrpSpPr>
          <p:nvPr/>
        </p:nvGrpSpPr>
        <p:grpSpPr bwMode="auto">
          <a:xfrm>
            <a:off x="5164138" y="5013325"/>
            <a:ext cx="146050" cy="71438"/>
            <a:chOff x="1020" y="3929"/>
            <a:chExt cx="91" cy="91"/>
          </a:xfrm>
        </p:grpSpPr>
        <p:sp>
          <p:nvSpPr>
            <p:cNvPr id="25624" name="Line 14">
              <a:extLst>
                <a:ext uri="{FF2B5EF4-FFF2-40B4-BE49-F238E27FC236}">
                  <a16:creationId xmlns:a16="http://schemas.microsoft.com/office/drawing/2014/main" id="{92CE23BA-7DA6-42F3-9AC8-51DF2B47C8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0" y="3929"/>
              <a:ext cx="46" cy="91"/>
            </a:xfrm>
            <a:prstGeom prst="line">
              <a:avLst/>
            </a:prstGeom>
            <a:noFill/>
            <a:ln w="25400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5" name="Line 15">
              <a:extLst>
                <a:ext uri="{FF2B5EF4-FFF2-40B4-BE49-F238E27FC236}">
                  <a16:creationId xmlns:a16="http://schemas.microsoft.com/office/drawing/2014/main" id="{68E98C2D-50B8-4095-8AB8-2C669052AC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3929"/>
              <a:ext cx="45" cy="91"/>
            </a:xfrm>
            <a:prstGeom prst="line">
              <a:avLst/>
            </a:prstGeom>
            <a:noFill/>
            <a:ln w="22225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623" name="Line 29">
            <a:extLst>
              <a:ext uri="{FF2B5EF4-FFF2-40B4-BE49-F238E27FC236}">
                <a16:creationId xmlns:a16="http://schemas.microsoft.com/office/drawing/2014/main" id="{CEC64B9D-EDFD-440C-B734-960EFBB3E06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3613" y="5084763"/>
            <a:ext cx="215900" cy="0"/>
          </a:xfrm>
          <a:prstGeom prst="line">
            <a:avLst/>
          </a:prstGeom>
          <a:noFill/>
          <a:ln w="9525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F37254D-3DE7-4FED-B74A-D4B481D10AE3}"/>
              </a:ext>
            </a:extLst>
          </p:cNvPr>
          <p:cNvSpPr>
            <a:spLocks/>
          </p:cNvSpPr>
          <p:nvPr/>
        </p:nvSpPr>
        <p:spPr bwMode="auto">
          <a:xfrm>
            <a:off x="2673350" y="44450"/>
            <a:ext cx="7023100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MX" altLang="en-US" sz="3200" b="1">
                <a:solidFill>
                  <a:srgbClr val="990033"/>
                </a:solidFill>
                <a:latin typeface="Trebuchet MS" panose="020B0603020202020204" pitchFamily="34" charset="0"/>
              </a:rPr>
              <a:t>CARGA PUNTUAL EN UN CAMPO MAGNÉTICO</a:t>
            </a:r>
            <a:endParaRPr lang="es-ES" altLang="en-US" sz="3200" b="1">
              <a:solidFill>
                <a:srgbClr val="990033"/>
              </a:solidFill>
              <a:latin typeface="Trebuchet MS" panose="020B0603020202020204" pitchFamily="34" charset="0"/>
            </a:endParaRPr>
          </a:p>
        </p:txBody>
      </p:sp>
      <p:sp>
        <p:nvSpPr>
          <p:cNvPr id="26627" name="2 Marcador de contenido">
            <a:extLst>
              <a:ext uri="{FF2B5EF4-FFF2-40B4-BE49-F238E27FC236}">
                <a16:creationId xmlns:a16="http://schemas.microsoft.com/office/drawing/2014/main" id="{2BBD84C9-1DDA-457F-867C-1723E2D63A20}"/>
              </a:ext>
            </a:extLst>
          </p:cNvPr>
          <p:cNvSpPr>
            <a:spLocks/>
          </p:cNvSpPr>
          <p:nvPr/>
        </p:nvSpPr>
        <p:spPr bwMode="auto">
          <a:xfrm>
            <a:off x="1847850" y="1701801"/>
            <a:ext cx="2592388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F = ma = m</a:t>
            </a:r>
            <a:endParaRPr lang="es-MX" altLang="en-US" sz="2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6628" name="2 Marcador de contenido">
            <a:extLst>
              <a:ext uri="{FF2B5EF4-FFF2-40B4-BE49-F238E27FC236}">
                <a16:creationId xmlns:a16="http://schemas.microsoft.com/office/drawing/2014/main" id="{DDB2ED25-363A-42F2-98B3-B1B8F84AA31F}"/>
              </a:ext>
            </a:extLst>
          </p:cNvPr>
          <p:cNvSpPr>
            <a:spLocks/>
          </p:cNvSpPr>
          <p:nvPr/>
        </p:nvSpPr>
        <p:spPr bwMode="auto">
          <a:xfrm>
            <a:off x="3792539" y="1558925"/>
            <a:ext cx="50323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600">
                <a:solidFill>
                  <a:srgbClr val="4D4D4D"/>
                </a:solidFill>
                <a:latin typeface="Comic Sans MS" panose="030F0702030302020204" pitchFamily="66" charset="0"/>
              </a:rPr>
              <a:t>v</a:t>
            </a: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6629" name="2 Marcador de contenido">
            <a:extLst>
              <a:ext uri="{FF2B5EF4-FFF2-40B4-BE49-F238E27FC236}">
                <a16:creationId xmlns:a16="http://schemas.microsoft.com/office/drawing/2014/main" id="{FE91AD80-CF0A-44D2-B501-743C9EDAD2E4}"/>
              </a:ext>
            </a:extLst>
          </p:cNvPr>
          <p:cNvSpPr>
            <a:spLocks/>
          </p:cNvSpPr>
          <p:nvPr/>
        </p:nvSpPr>
        <p:spPr bwMode="auto">
          <a:xfrm>
            <a:off x="3865564" y="1917700"/>
            <a:ext cx="503237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600">
                <a:solidFill>
                  <a:srgbClr val="4D4D4D"/>
                </a:solidFill>
                <a:latin typeface="Comic Sans MS" panose="030F0702030302020204" pitchFamily="66" charset="0"/>
              </a:rPr>
              <a:t>r</a:t>
            </a: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6630" name="Line 11">
            <a:extLst>
              <a:ext uri="{FF2B5EF4-FFF2-40B4-BE49-F238E27FC236}">
                <a16:creationId xmlns:a16="http://schemas.microsoft.com/office/drawing/2014/main" id="{08DCEE1F-B2DE-42E4-A6B7-32B5EAFDC9A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0950" y="1989139"/>
            <a:ext cx="433388" cy="1587"/>
          </a:xfrm>
          <a:prstGeom prst="line">
            <a:avLst/>
          </a:prstGeom>
          <a:noFill/>
          <a:ln w="254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1" name="Text Box 12">
            <a:extLst>
              <a:ext uri="{FF2B5EF4-FFF2-40B4-BE49-F238E27FC236}">
                <a16:creationId xmlns:a16="http://schemas.microsoft.com/office/drawing/2014/main" id="{F858E468-AA44-42DC-8962-F3EE2E334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8438" y="1557338"/>
            <a:ext cx="360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26632" name="2 Marcador de contenido">
            <a:extLst>
              <a:ext uri="{FF2B5EF4-FFF2-40B4-BE49-F238E27FC236}">
                <a16:creationId xmlns:a16="http://schemas.microsoft.com/office/drawing/2014/main" id="{96849ECD-C6D0-4CEE-B50A-53D878641885}"/>
              </a:ext>
            </a:extLst>
          </p:cNvPr>
          <p:cNvSpPr>
            <a:spLocks/>
          </p:cNvSpPr>
          <p:nvPr/>
        </p:nvSpPr>
        <p:spPr bwMode="auto">
          <a:xfrm>
            <a:off x="1920876" y="2493963"/>
            <a:ext cx="15843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qvB = m</a:t>
            </a:r>
            <a:endParaRPr lang="es-MX" altLang="en-US" sz="2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6633" name="2 Marcador de contenido">
            <a:extLst>
              <a:ext uri="{FF2B5EF4-FFF2-40B4-BE49-F238E27FC236}">
                <a16:creationId xmlns:a16="http://schemas.microsoft.com/office/drawing/2014/main" id="{7EA3A3C1-3AB4-44E1-97B6-D3A321F04808}"/>
              </a:ext>
            </a:extLst>
          </p:cNvPr>
          <p:cNvSpPr>
            <a:spLocks/>
          </p:cNvSpPr>
          <p:nvPr/>
        </p:nvSpPr>
        <p:spPr bwMode="auto">
          <a:xfrm>
            <a:off x="3360739" y="2351088"/>
            <a:ext cx="50323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600">
                <a:solidFill>
                  <a:srgbClr val="4D4D4D"/>
                </a:solidFill>
                <a:latin typeface="Comic Sans MS" panose="030F0702030302020204" pitchFamily="66" charset="0"/>
              </a:rPr>
              <a:t>v</a:t>
            </a: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6634" name="2 Marcador de contenido">
            <a:extLst>
              <a:ext uri="{FF2B5EF4-FFF2-40B4-BE49-F238E27FC236}">
                <a16:creationId xmlns:a16="http://schemas.microsoft.com/office/drawing/2014/main" id="{B7942DCB-52F7-41B4-A731-467E574C913C}"/>
              </a:ext>
            </a:extLst>
          </p:cNvPr>
          <p:cNvSpPr>
            <a:spLocks/>
          </p:cNvSpPr>
          <p:nvPr/>
        </p:nvSpPr>
        <p:spPr bwMode="auto">
          <a:xfrm>
            <a:off x="3433764" y="2709864"/>
            <a:ext cx="503237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600">
                <a:solidFill>
                  <a:srgbClr val="4D4D4D"/>
                </a:solidFill>
                <a:latin typeface="Comic Sans MS" panose="030F0702030302020204" pitchFamily="66" charset="0"/>
              </a:rPr>
              <a:t>r</a:t>
            </a: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6635" name="Line 16">
            <a:extLst>
              <a:ext uri="{FF2B5EF4-FFF2-40B4-BE49-F238E27FC236}">
                <a16:creationId xmlns:a16="http://schemas.microsoft.com/office/drawing/2014/main" id="{AEE75E81-5EA9-4407-8A10-DDA6E3CC82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9150" y="2781300"/>
            <a:ext cx="433388" cy="1588"/>
          </a:xfrm>
          <a:prstGeom prst="line">
            <a:avLst/>
          </a:prstGeom>
          <a:noFill/>
          <a:ln w="254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6" name="Text Box 17">
            <a:extLst>
              <a:ext uri="{FF2B5EF4-FFF2-40B4-BE49-F238E27FC236}">
                <a16:creationId xmlns:a16="http://schemas.microsoft.com/office/drawing/2014/main" id="{696904E5-C3FE-46BE-9663-A1345CD66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6638" y="2349501"/>
            <a:ext cx="3603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26637" name="2 Marcador de contenido">
            <a:extLst>
              <a:ext uri="{FF2B5EF4-FFF2-40B4-BE49-F238E27FC236}">
                <a16:creationId xmlns:a16="http://schemas.microsoft.com/office/drawing/2014/main" id="{A4D61AF9-30DE-4F2F-8A86-ABC8BB734AD7}"/>
              </a:ext>
            </a:extLst>
          </p:cNvPr>
          <p:cNvSpPr>
            <a:spLocks/>
          </p:cNvSpPr>
          <p:nvPr/>
        </p:nvSpPr>
        <p:spPr bwMode="auto">
          <a:xfrm>
            <a:off x="1847851" y="3284538"/>
            <a:ext cx="15843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r = </a:t>
            </a:r>
            <a:endParaRPr lang="es-MX" altLang="en-US" sz="2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6638" name="2 Marcador de contenido">
            <a:extLst>
              <a:ext uri="{FF2B5EF4-FFF2-40B4-BE49-F238E27FC236}">
                <a16:creationId xmlns:a16="http://schemas.microsoft.com/office/drawing/2014/main" id="{8D079D1B-3DE9-4E49-A95D-B72440AC9535}"/>
              </a:ext>
            </a:extLst>
          </p:cNvPr>
          <p:cNvSpPr>
            <a:spLocks/>
          </p:cNvSpPr>
          <p:nvPr/>
        </p:nvSpPr>
        <p:spPr bwMode="auto">
          <a:xfrm>
            <a:off x="2495550" y="3141663"/>
            <a:ext cx="865188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600">
                <a:solidFill>
                  <a:srgbClr val="4D4D4D"/>
                </a:solidFill>
                <a:latin typeface="Comic Sans MS" panose="030F0702030302020204" pitchFamily="66" charset="0"/>
              </a:rPr>
              <a:t>mv</a:t>
            </a: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6639" name="2 Marcador de contenido">
            <a:extLst>
              <a:ext uri="{FF2B5EF4-FFF2-40B4-BE49-F238E27FC236}">
                <a16:creationId xmlns:a16="http://schemas.microsoft.com/office/drawing/2014/main" id="{A3A17B42-8C1E-469F-980A-CB2F46CB27BA}"/>
              </a:ext>
            </a:extLst>
          </p:cNvPr>
          <p:cNvSpPr>
            <a:spLocks/>
          </p:cNvSpPr>
          <p:nvPr/>
        </p:nvSpPr>
        <p:spPr bwMode="auto">
          <a:xfrm>
            <a:off x="2495551" y="3500439"/>
            <a:ext cx="862013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600">
                <a:solidFill>
                  <a:srgbClr val="4D4D4D"/>
                </a:solidFill>
                <a:latin typeface="Comic Sans MS" panose="030F0702030302020204" pitchFamily="66" charset="0"/>
              </a:rPr>
              <a:t>qB</a:t>
            </a: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6640" name="Line 21">
            <a:extLst>
              <a:ext uri="{FF2B5EF4-FFF2-40B4-BE49-F238E27FC236}">
                <a16:creationId xmlns:a16="http://schemas.microsoft.com/office/drawing/2014/main" id="{73E57A9A-88AD-4135-BEAC-85B86D20B3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6989" y="3571875"/>
            <a:ext cx="433387" cy="1588"/>
          </a:xfrm>
          <a:prstGeom prst="line">
            <a:avLst/>
          </a:prstGeom>
          <a:noFill/>
          <a:ln w="254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6641" name="Picture 23">
            <a:extLst>
              <a:ext uri="{FF2B5EF4-FFF2-40B4-BE49-F238E27FC236}">
                <a16:creationId xmlns:a16="http://schemas.microsoft.com/office/drawing/2014/main" id="{243ABE56-6239-4EB5-A7DA-4707ABC77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0" y="1268414"/>
            <a:ext cx="5011738" cy="626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42" name="2 Marcador de contenido">
            <a:extLst>
              <a:ext uri="{FF2B5EF4-FFF2-40B4-BE49-F238E27FC236}">
                <a16:creationId xmlns:a16="http://schemas.microsoft.com/office/drawing/2014/main" id="{14F250C9-78E7-4E96-983A-FE21497062EA}"/>
              </a:ext>
            </a:extLst>
          </p:cNvPr>
          <p:cNvSpPr>
            <a:spLocks/>
          </p:cNvSpPr>
          <p:nvPr/>
        </p:nvSpPr>
        <p:spPr bwMode="auto">
          <a:xfrm>
            <a:off x="1847851" y="4079876"/>
            <a:ext cx="15843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Symbol" panose="05050102010706020507" pitchFamily="18" charset="2"/>
              </a:rPr>
              <a:t>T</a:t>
            </a: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 = </a:t>
            </a:r>
            <a:endParaRPr lang="es-MX" altLang="en-US" sz="2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6643" name="2 Marcador de contenido">
            <a:extLst>
              <a:ext uri="{FF2B5EF4-FFF2-40B4-BE49-F238E27FC236}">
                <a16:creationId xmlns:a16="http://schemas.microsoft.com/office/drawing/2014/main" id="{C5F436BA-3279-43E3-8B90-371F926A6AF0}"/>
              </a:ext>
            </a:extLst>
          </p:cNvPr>
          <p:cNvSpPr>
            <a:spLocks/>
          </p:cNvSpPr>
          <p:nvPr/>
        </p:nvSpPr>
        <p:spPr bwMode="auto">
          <a:xfrm>
            <a:off x="2711451" y="4295775"/>
            <a:ext cx="5048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600">
                <a:solidFill>
                  <a:srgbClr val="4D4D4D"/>
                </a:solidFill>
                <a:latin typeface="Comic Sans MS" panose="030F0702030302020204" pitchFamily="66" charset="0"/>
              </a:rPr>
              <a:t>v</a:t>
            </a: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6644" name="Line 27">
            <a:extLst>
              <a:ext uri="{FF2B5EF4-FFF2-40B4-BE49-F238E27FC236}">
                <a16:creationId xmlns:a16="http://schemas.microsoft.com/office/drawing/2014/main" id="{599B1D94-2628-488B-8440-4196419257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66989" y="4365625"/>
            <a:ext cx="649287" cy="1588"/>
          </a:xfrm>
          <a:prstGeom prst="line">
            <a:avLst/>
          </a:prstGeom>
          <a:noFill/>
          <a:ln w="254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45" name="2 Marcador de contenido">
            <a:extLst>
              <a:ext uri="{FF2B5EF4-FFF2-40B4-BE49-F238E27FC236}">
                <a16:creationId xmlns:a16="http://schemas.microsoft.com/office/drawing/2014/main" id="{CD72C387-7B8C-4A06-A9AE-3F4264AB6673}"/>
              </a:ext>
            </a:extLst>
          </p:cNvPr>
          <p:cNvSpPr>
            <a:spLocks/>
          </p:cNvSpPr>
          <p:nvPr/>
        </p:nvSpPr>
        <p:spPr bwMode="auto">
          <a:xfrm>
            <a:off x="2568576" y="3933826"/>
            <a:ext cx="10080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600">
                <a:solidFill>
                  <a:srgbClr val="4D4D4D"/>
                </a:solidFill>
                <a:latin typeface="Comic Sans MS" panose="030F0702030302020204" pitchFamily="66" charset="0"/>
              </a:rPr>
              <a:t>2</a:t>
            </a:r>
            <a:r>
              <a:rPr lang="es-MX" altLang="en-US" sz="2600">
                <a:solidFill>
                  <a:srgbClr val="4D4D4D"/>
                </a:solidFill>
                <a:latin typeface="Symbol" panose="05050102010706020507" pitchFamily="18" charset="2"/>
              </a:rPr>
              <a:t>p</a:t>
            </a:r>
            <a:r>
              <a:rPr lang="es-MX" altLang="en-US" sz="2600">
                <a:solidFill>
                  <a:srgbClr val="4D4D4D"/>
                </a:solidFill>
                <a:latin typeface="Comic Sans MS" panose="030F0702030302020204" pitchFamily="66" charset="0"/>
              </a:rPr>
              <a:t>r</a:t>
            </a: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6646" name="2 Marcador de contenido">
            <a:extLst>
              <a:ext uri="{FF2B5EF4-FFF2-40B4-BE49-F238E27FC236}">
                <a16:creationId xmlns:a16="http://schemas.microsoft.com/office/drawing/2014/main" id="{5D4B93E1-9DAC-4185-B1C8-6F3619943F89}"/>
              </a:ext>
            </a:extLst>
          </p:cNvPr>
          <p:cNvSpPr>
            <a:spLocks/>
          </p:cNvSpPr>
          <p:nvPr/>
        </p:nvSpPr>
        <p:spPr bwMode="auto">
          <a:xfrm>
            <a:off x="1847851" y="4943476"/>
            <a:ext cx="15843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Symbol" panose="05050102010706020507" pitchFamily="18" charset="2"/>
              </a:rPr>
              <a:t>T</a:t>
            </a: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 = </a:t>
            </a:r>
            <a:endParaRPr lang="es-MX" altLang="en-US" sz="2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6647" name="2 Marcador de contenido">
            <a:extLst>
              <a:ext uri="{FF2B5EF4-FFF2-40B4-BE49-F238E27FC236}">
                <a16:creationId xmlns:a16="http://schemas.microsoft.com/office/drawing/2014/main" id="{04DBBFED-2B42-4900-941B-E21FD5146AB1}"/>
              </a:ext>
            </a:extLst>
          </p:cNvPr>
          <p:cNvSpPr>
            <a:spLocks/>
          </p:cNvSpPr>
          <p:nvPr/>
        </p:nvSpPr>
        <p:spPr bwMode="auto">
          <a:xfrm>
            <a:off x="2640014" y="5230814"/>
            <a:ext cx="865187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600">
                <a:solidFill>
                  <a:srgbClr val="4D4D4D"/>
                </a:solidFill>
                <a:latin typeface="Comic Sans MS" panose="030F0702030302020204" pitchFamily="66" charset="0"/>
              </a:rPr>
              <a:t>qB</a:t>
            </a: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6648" name="Line 31">
            <a:extLst>
              <a:ext uri="{FF2B5EF4-FFF2-40B4-BE49-F238E27FC236}">
                <a16:creationId xmlns:a16="http://schemas.microsoft.com/office/drawing/2014/main" id="{6CDE6C5D-4A37-4DAC-9FA8-170FBB1F96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66989" y="5229225"/>
            <a:ext cx="649287" cy="1588"/>
          </a:xfrm>
          <a:prstGeom prst="line">
            <a:avLst/>
          </a:prstGeom>
          <a:noFill/>
          <a:ln w="254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49" name="2 Marcador de contenido">
            <a:extLst>
              <a:ext uri="{FF2B5EF4-FFF2-40B4-BE49-F238E27FC236}">
                <a16:creationId xmlns:a16="http://schemas.microsoft.com/office/drawing/2014/main" id="{444B258A-C113-4BAA-A85F-F02750FFE25F}"/>
              </a:ext>
            </a:extLst>
          </p:cNvPr>
          <p:cNvSpPr>
            <a:spLocks/>
          </p:cNvSpPr>
          <p:nvPr/>
        </p:nvSpPr>
        <p:spPr bwMode="auto">
          <a:xfrm>
            <a:off x="2568576" y="4797426"/>
            <a:ext cx="10080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600">
                <a:solidFill>
                  <a:srgbClr val="4D4D4D"/>
                </a:solidFill>
                <a:latin typeface="Comic Sans MS" panose="030F0702030302020204" pitchFamily="66" charset="0"/>
              </a:rPr>
              <a:t>2</a:t>
            </a:r>
            <a:r>
              <a:rPr lang="es-MX" altLang="en-US" sz="2600">
                <a:solidFill>
                  <a:srgbClr val="4D4D4D"/>
                </a:solidFill>
                <a:latin typeface="Symbol" panose="05050102010706020507" pitchFamily="18" charset="2"/>
              </a:rPr>
              <a:t>p</a:t>
            </a:r>
            <a:r>
              <a:rPr lang="es-MX" altLang="en-US" sz="2600">
                <a:solidFill>
                  <a:srgbClr val="4D4D4D"/>
                </a:solidFill>
                <a:latin typeface="Comic Sans MS" panose="030F0702030302020204" pitchFamily="66" charset="0"/>
              </a:rPr>
              <a:t>m</a:t>
            </a: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6650" name="2 Marcador de contenido">
            <a:extLst>
              <a:ext uri="{FF2B5EF4-FFF2-40B4-BE49-F238E27FC236}">
                <a16:creationId xmlns:a16="http://schemas.microsoft.com/office/drawing/2014/main" id="{E75D320C-2C84-47BF-88C4-E5CFBE819B44}"/>
              </a:ext>
            </a:extLst>
          </p:cNvPr>
          <p:cNvSpPr>
            <a:spLocks/>
          </p:cNvSpPr>
          <p:nvPr/>
        </p:nvSpPr>
        <p:spPr bwMode="auto">
          <a:xfrm>
            <a:off x="1917701" y="5735638"/>
            <a:ext cx="15843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f = </a:t>
            </a:r>
            <a:endParaRPr lang="es-MX" altLang="en-US" sz="2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6651" name="Line 35">
            <a:extLst>
              <a:ext uri="{FF2B5EF4-FFF2-40B4-BE49-F238E27FC236}">
                <a16:creationId xmlns:a16="http://schemas.microsoft.com/office/drawing/2014/main" id="{45428B58-BAB3-41B7-A74C-C510ECCF15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36839" y="6021389"/>
            <a:ext cx="649287" cy="1587"/>
          </a:xfrm>
          <a:prstGeom prst="line">
            <a:avLst/>
          </a:prstGeom>
          <a:noFill/>
          <a:ln w="254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52" name="2 Marcador de contenido">
            <a:extLst>
              <a:ext uri="{FF2B5EF4-FFF2-40B4-BE49-F238E27FC236}">
                <a16:creationId xmlns:a16="http://schemas.microsoft.com/office/drawing/2014/main" id="{FB210BD6-AE75-43E3-BA5C-01022D0FF940}"/>
              </a:ext>
            </a:extLst>
          </p:cNvPr>
          <p:cNvSpPr>
            <a:spLocks/>
          </p:cNvSpPr>
          <p:nvPr/>
        </p:nvSpPr>
        <p:spPr bwMode="auto">
          <a:xfrm>
            <a:off x="2638425" y="5589589"/>
            <a:ext cx="863600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600">
                <a:solidFill>
                  <a:srgbClr val="4D4D4D"/>
                </a:solidFill>
                <a:latin typeface="Comic Sans MS" panose="030F0702030302020204" pitchFamily="66" charset="0"/>
              </a:rPr>
              <a:t>qB</a:t>
            </a: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6653" name="2 Marcador de contenido">
            <a:extLst>
              <a:ext uri="{FF2B5EF4-FFF2-40B4-BE49-F238E27FC236}">
                <a16:creationId xmlns:a16="http://schemas.microsoft.com/office/drawing/2014/main" id="{5EC74397-4732-42C6-85B8-EE33069AE5E6}"/>
              </a:ext>
            </a:extLst>
          </p:cNvPr>
          <p:cNvSpPr>
            <a:spLocks/>
          </p:cNvSpPr>
          <p:nvPr/>
        </p:nvSpPr>
        <p:spPr bwMode="auto">
          <a:xfrm>
            <a:off x="2566988" y="6022976"/>
            <a:ext cx="1008062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600">
                <a:solidFill>
                  <a:srgbClr val="4D4D4D"/>
                </a:solidFill>
                <a:latin typeface="Comic Sans MS" panose="030F0702030302020204" pitchFamily="66" charset="0"/>
              </a:rPr>
              <a:t>2</a:t>
            </a:r>
            <a:r>
              <a:rPr lang="es-MX" altLang="en-US" sz="2600">
                <a:solidFill>
                  <a:srgbClr val="4D4D4D"/>
                </a:solidFill>
                <a:latin typeface="Symbol" panose="05050102010706020507" pitchFamily="18" charset="2"/>
              </a:rPr>
              <a:t>p</a:t>
            </a:r>
            <a:r>
              <a:rPr lang="es-MX" altLang="en-US" sz="2600">
                <a:solidFill>
                  <a:srgbClr val="4D4D4D"/>
                </a:solidFill>
                <a:latin typeface="Comic Sans MS" panose="030F0702030302020204" pitchFamily="66" charset="0"/>
              </a:rPr>
              <a:t>m</a:t>
            </a: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2 Marcador de contenido">
            <a:extLst>
              <a:ext uri="{FF2B5EF4-FFF2-40B4-BE49-F238E27FC236}">
                <a16:creationId xmlns:a16="http://schemas.microsoft.com/office/drawing/2014/main" id="{CCFD1883-6255-4900-8B06-2AE124AE4B20}"/>
              </a:ext>
            </a:extLst>
          </p:cNvPr>
          <p:cNvSpPr txBox="1">
            <a:spLocks/>
          </p:cNvSpPr>
          <p:nvPr/>
        </p:nvSpPr>
        <p:spPr bwMode="auto">
          <a:xfrm>
            <a:off x="1703388" y="1700213"/>
            <a:ext cx="7993062" cy="331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Arial" panose="020B0604020202020204" pitchFamily="34" charset="0"/>
              <a:buChar char="•"/>
            </a:pPr>
            <a:r>
              <a:rPr lang="es-ES" altLang="en-US" sz="2600" b="1">
                <a:latin typeface="Trebuchet MS" panose="020B0603020202020204" pitchFamily="34" charset="0"/>
              </a:rPr>
              <a:t>Ejercicio</a:t>
            </a:r>
            <a:r>
              <a:rPr lang="es-ES" altLang="en-US" sz="2400"/>
              <a:t> </a:t>
            </a:r>
          </a:p>
          <a:p>
            <a:pPr lvl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ES" altLang="en-US" sz="2400"/>
              <a:t>Un protón de masa </a:t>
            </a:r>
            <a:r>
              <a:rPr lang="es-ES" altLang="en-US" sz="2400">
                <a:latin typeface="Comic Sans MS" panose="030F0702030302020204" pitchFamily="66" charset="0"/>
              </a:rPr>
              <a:t>m</a:t>
            </a:r>
            <a:r>
              <a:rPr lang="es-ES" altLang="en-US" sz="2400"/>
              <a:t> = 1.67 x 10    kg y carga </a:t>
            </a:r>
            <a:r>
              <a:rPr lang="es-ES" altLang="en-US" sz="2400">
                <a:latin typeface="Comic Sans MS" panose="030F0702030302020204" pitchFamily="66" charset="0"/>
              </a:rPr>
              <a:t>q = e =</a:t>
            </a:r>
            <a:r>
              <a:rPr lang="es-ES" altLang="en-US" sz="2400"/>
              <a:t> 1.6 x 10   C se mueve en un circulo de radio 21 cm, perpendicularmente a un campo magnético </a:t>
            </a:r>
            <a:r>
              <a:rPr lang="es-ES" altLang="en-US" sz="2400">
                <a:latin typeface="Comic Sans MS" panose="030F0702030302020204" pitchFamily="66" charset="0"/>
              </a:rPr>
              <a:t>B</a:t>
            </a:r>
            <a:r>
              <a:rPr lang="es-ES" altLang="en-US" sz="2400"/>
              <a:t> = 4000 G. Determinar (a) el período del movimiento y (b) la velocidad del protón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Arial" panose="020B0604020202020204" pitchFamily="34" charset="0"/>
              <a:buChar char="•"/>
            </a:pPr>
            <a:r>
              <a:rPr lang="es-ES" altLang="en-US" sz="2400"/>
              <a:t>Solución: </a:t>
            </a:r>
          </a:p>
          <a:p>
            <a:pPr lvl="1">
              <a:spcBef>
                <a:spcPts val="500"/>
              </a:spcBef>
              <a:buClr>
                <a:srgbClr val="F9B639"/>
              </a:buClr>
              <a:buSzPct val="80000"/>
            </a:pPr>
            <a:endParaRPr lang="es-MX" altLang="en-US" sz="2200">
              <a:latin typeface="Trebuchet MS" panose="020B0603020202020204" pitchFamily="34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B82274C7-EDD9-4845-80FD-2DCD5782A68B}"/>
              </a:ext>
            </a:extLst>
          </p:cNvPr>
          <p:cNvSpPr>
            <a:spLocks/>
          </p:cNvSpPr>
          <p:nvPr/>
        </p:nvSpPr>
        <p:spPr bwMode="auto">
          <a:xfrm>
            <a:off x="2673350" y="260350"/>
            <a:ext cx="7023100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MX" altLang="en-US" sz="3800" b="1">
                <a:solidFill>
                  <a:srgbClr val="990033"/>
                </a:solidFill>
                <a:latin typeface="Trebuchet MS" panose="020B0603020202020204" pitchFamily="34" charset="0"/>
              </a:rPr>
              <a:t>CARGA PUNTUAL EN UN CAMPO MAGNÉTICO</a:t>
            </a:r>
            <a:endParaRPr lang="es-ES" altLang="en-US" sz="3800" b="1">
              <a:solidFill>
                <a:srgbClr val="990033"/>
              </a:solidFill>
              <a:latin typeface="Trebuchet MS" panose="020B0603020202020204" pitchFamily="34" charset="0"/>
            </a:endParaRPr>
          </a:p>
        </p:txBody>
      </p:sp>
      <p:sp>
        <p:nvSpPr>
          <p:cNvPr id="85001" name="2 Marcador de contenido">
            <a:extLst>
              <a:ext uri="{FF2B5EF4-FFF2-40B4-BE49-F238E27FC236}">
                <a16:creationId xmlns:a16="http://schemas.microsoft.com/office/drawing/2014/main" id="{F064B80A-C9E4-4A64-8353-8FFDF3A973EE}"/>
              </a:ext>
            </a:extLst>
          </p:cNvPr>
          <p:cNvSpPr>
            <a:spLocks/>
          </p:cNvSpPr>
          <p:nvPr/>
        </p:nvSpPr>
        <p:spPr bwMode="auto">
          <a:xfrm>
            <a:off x="2351089" y="5662613"/>
            <a:ext cx="15843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r = </a:t>
            </a:r>
            <a:endParaRPr lang="es-MX" altLang="en-US" sz="2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85002" name="2 Marcador de contenido">
            <a:extLst>
              <a:ext uri="{FF2B5EF4-FFF2-40B4-BE49-F238E27FC236}">
                <a16:creationId xmlns:a16="http://schemas.microsoft.com/office/drawing/2014/main" id="{1AF0682A-6F54-40DC-8A50-F0B4E398451E}"/>
              </a:ext>
            </a:extLst>
          </p:cNvPr>
          <p:cNvSpPr>
            <a:spLocks/>
          </p:cNvSpPr>
          <p:nvPr/>
        </p:nvSpPr>
        <p:spPr bwMode="auto">
          <a:xfrm>
            <a:off x="2998789" y="5519738"/>
            <a:ext cx="865187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600">
                <a:solidFill>
                  <a:srgbClr val="4D4D4D"/>
                </a:solidFill>
                <a:latin typeface="Comic Sans MS" panose="030F0702030302020204" pitchFamily="66" charset="0"/>
              </a:rPr>
              <a:t>mv</a:t>
            </a: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85003" name="2 Marcador de contenido">
            <a:extLst>
              <a:ext uri="{FF2B5EF4-FFF2-40B4-BE49-F238E27FC236}">
                <a16:creationId xmlns:a16="http://schemas.microsoft.com/office/drawing/2014/main" id="{20894483-91BC-4FB4-8FE1-6728BDC863AE}"/>
              </a:ext>
            </a:extLst>
          </p:cNvPr>
          <p:cNvSpPr>
            <a:spLocks/>
          </p:cNvSpPr>
          <p:nvPr/>
        </p:nvSpPr>
        <p:spPr bwMode="auto">
          <a:xfrm>
            <a:off x="2998788" y="5878514"/>
            <a:ext cx="862012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600">
                <a:solidFill>
                  <a:srgbClr val="4D4D4D"/>
                </a:solidFill>
                <a:latin typeface="Comic Sans MS" panose="030F0702030302020204" pitchFamily="66" charset="0"/>
              </a:rPr>
              <a:t>qB</a:t>
            </a: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85004" name="Line 12">
            <a:extLst>
              <a:ext uri="{FF2B5EF4-FFF2-40B4-BE49-F238E27FC236}">
                <a16:creationId xmlns:a16="http://schemas.microsoft.com/office/drawing/2014/main" id="{8E83E404-F93B-42C1-8D27-0CB3A5728DC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0225" y="5949950"/>
            <a:ext cx="433388" cy="1588"/>
          </a:xfrm>
          <a:prstGeom prst="line">
            <a:avLst/>
          </a:prstGeom>
          <a:noFill/>
          <a:ln w="254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05" name="2 Marcador de contenido">
            <a:extLst>
              <a:ext uri="{FF2B5EF4-FFF2-40B4-BE49-F238E27FC236}">
                <a16:creationId xmlns:a16="http://schemas.microsoft.com/office/drawing/2014/main" id="{4E4DB9A3-494C-4527-8805-309C112B0DEC}"/>
              </a:ext>
            </a:extLst>
          </p:cNvPr>
          <p:cNvSpPr>
            <a:spLocks/>
          </p:cNvSpPr>
          <p:nvPr/>
        </p:nvSpPr>
        <p:spPr bwMode="auto">
          <a:xfrm>
            <a:off x="4438650" y="4583113"/>
            <a:ext cx="46101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Symbol" panose="05050102010706020507" pitchFamily="18" charset="2"/>
              </a:rPr>
              <a:t>T</a:t>
            </a: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 =		= 1.6 x 10  s </a:t>
            </a:r>
            <a:endParaRPr lang="es-MX" altLang="en-US" sz="2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85006" name="2 Marcador de contenido">
            <a:extLst>
              <a:ext uri="{FF2B5EF4-FFF2-40B4-BE49-F238E27FC236}">
                <a16:creationId xmlns:a16="http://schemas.microsoft.com/office/drawing/2014/main" id="{228A5BA9-58C3-42EC-9666-352E6FCB5BC1}"/>
              </a:ext>
            </a:extLst>
          </p:cNvPr>
          <p:cNvSpPr>
            <a:spLocks/>
          </p:cNvSpPr>
          <p:nvPr/>
        </p:nvSpPr>
        <p:spPr bwMode="auto">
          <a:xfrm>
            <a:off x="5230814" y="4870450"/>
            <a:ext cx="865187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600">
                <a:solidFill>
                  <a:srgbClr val="4D4D4D"/>
                </a:solidFill>
                <a:latin typeface="Comic Sans MS" panose="030F0702030302020204" pitchFamily="66" charset="0"/>
              </a:rPr>
              <a:t>qB</a:t>
            </a: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85007" name="Line 15">
            <a:extLst>
              <a:ext uri="{FF2B5EF4-FFF2-40B4-BE49-F238E27FC236}">
                <a16:creationId xmlns:a16="http://schemas.microsoft.com/office/drawing/2014/main" id="{FE5D3E1C-4305-4313-AF4F-D98063D44D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57789" y="4868864"/>
            <a:ext cx="649287" cy="1587"/>
          </a:xfrm>
          <a:prstGeom prst="line">
            <a:avLst/>
          </a:prstGeom>
          <a:noFill/>
          <a:ln w="254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08" name="2 Marcador de contenido">
            <a:extLst>
              <a:ext uri="{FF2B5EF4-FFF2-40B4-BE49-F238E27FC236}">
                <a16:creationId xmlns:a16="http://schemas.microsoft.com/office/drawing/2014/main" id="{D13DDE50-466C-49D3-8B7C-B0B45ECBEC53}"/>
              </a:ext>
            </a:extLst>
          </p:cNvPr>
          <p:cNvSpPr>
            <a:spLocks/>
          </p:cNvSpPr>
          <p:nvPr/>
        </p:nvSpPr>
        <p:spPr bwMode="auto">
          <a:xfrm>
            <a:off x="5159376" y="4437063"/>
            <a:ext cx="10080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600">
                <a:solidFill>
                  <a:srgbClr val="4D4D4D"/>
                </a:solidFill>
                <a:latin typeface="Comic Sans MS" panose="030F0702030302020204" pitchFamily="66" charset="0"/>
              </a:rPr>
              <a:t>2</a:t>
            </a:r>
            <a:r>
              <a:rPr lang="es-MX" altLang="en-US" sz="2600">
                <a:solidFill>
                  <a:srgbClr val="4D4D4D"/>
                </a:solidFill>
                <a:latin typeface="Symbol" panose="05050102010706020507" pitchFamily="18" charset="2"/>
              </a:rPr>
              <a:t>p</a:t>
            </a:r>
            <a:r>
              <a:rPr lang="es-MX" altLang="en-US" sz="2600">
                <a:solidFill>
                  <a:srgbClr val="4D4D4D"/>
                </a:solidFill>
                <a:latin typeface="Comic Sans MS" panose="030F0702030302020204" pitchFamily="66" charset="0"/>
              </a:rPr>
              <a:t>m</a:t>
            </a: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85009" name="2 Marcador de contenido">
            <a:extLst>
              <a:ext uri="{FF2B5EF4-FFF2-40B4-BE49-F238E27FC236}">
                <a16:creationId xmlns:a16="http://schemas.microsoft.com/office/drawing/2014/main" id="{84547C24-58BB-4AC0-947A-2C9E59629C30}"/>
              </a:ext>
            </a:extLst>
          </p:cNvPr>
          <p:cNvSpPr>
            <a:spLocks/>
          </p:cNvSpPr>
          <p:nvPr/>
        </p:nvSpPr>
        <p:spPr bwMode="auto">
          <a:xfrm>
            <a:off x="5087938" y="5661026"/>
            <a:ext cx="3960812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2800">
                <a:solidFill>
                  <a:srgbClr val="4D4D4D"/>
                </a:solidFill>
                <a:latin typeface="Comic Sans MS" panose="030F0702030302020204" pitchFamily="66" charset="0"/>
              </a:rPr>
              <a:t>v = 8.05 x 10 m/s</a:t>
            </a:r>
            <a:endParaRPr lang="es-MX" altLang="en-US" sz="2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7661" name="2 Marcador de contenido">
            <a:extLst>
              <a:ext uri="{FF2B5EF4-FFF2-40B4-BE49-F238E27FC236}">
                <a16:creationId xmlns:a16="http://schemas.microsoft.com/office/drawing/2014/main" id="{4F4BC1E9-6DFD-44CD-A0AA-B398CE83B0A5}"/>
              </a:ext>
            </a:extLst>
          </p:cNvPr>
          <p:cNvSpPr>
            <a:spLocks/>
          </p:cNvSpPr>
          <p:nvPr/>
        </p:nvSpPr>
        <p:spPr bwMode="auto">
          <a:xfrm>
            <a:off x="6672264" y="2133601"/>
            <a:ext cx="57467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1600">
                <a:solidFill>
                  <a:srgbClr val="4D4D4D"/>
                </a:solidFill>
                <a:latin typeface="Comic Sans MS" panose="030F0702030302020204" pitchFamily="66" charset="0"/>
              </a:rPr>
              <a:t>-27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27662" name="2 Marcador de contenido">
            <a:extLst>
              <a:ext uri="{FF2B5EF4-FFF2-40B4-BE49-F238E27FC236}">
                <a16:creationId xmlns:a16="http://schemas.microsoft.com/office/drawing/2014/main" id="{F1991B18-0274-4082-8C49-943FDC9EF44F}"/>
              </a:ext>
            </a:extLst>
          </p:cNvPr>
          <p:cNvSpPr>
            <a:spLocks/>
          </p:cNvSpPr>
          <p:nvPr/>
        </p:nvSpPr>
        <p:spPr bwMode="auto">
          <a:xfrm>
            <a:off x="3575051" y="2492376"/>
            <a:ext cx="57467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1600">
                <a:solidFill>
                  <a:srgbClr val="4D4D4D"/>
                </a:solidFill>
                <a:latin typeface="Comic Sans MS" panose="030F0702030302020204" pitchFamily="66" charset="0"/>
              </a:rPr>
              <a:t>-19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85012" name="2 Marcador de contenido">
            <a:extLst>
              <a:ext uri="{FF2B5EF4-FFF2-40B4-BE49-F238E27FC236}">
                <a16:creationId xmlns:a16="http://schemas.microsoft.com/office/drawing/2014/main" id="{63AFA85F-FF8B-4173-99B2-E2C8E8FC93F9}"/>
              </a:ext>
            </a:extLst>
          </p:cNvPr>
          <p:cNvSpPr>
            <a:spLocks/>
          </p:cNvSpPr>
          <p:nvPr/>
        </p:nvSpPr>
        <p:spPr bwMode="auto">
          <a:xfrm>
            <a:off x="7753351" y="4508501"/>
            <a:ext cx="57467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1600">
                <a:solidFill>
                  <a:srgbClr val="4D4D4D"/>
                </a:solidFill>
                <a:latin typeface="Comic Sans MS" panose="030F0702030302020204" pitchFamily="66" charset="0"/>
              </a:rPr>
              <a:t>- 7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  <p:sp>
        <p:nvSpPr>
          <p:cNvPr id="85013" name="2 Marcador de contenido">
            <a:extLst>
              <a:ext uri="{FF2B5EF4-FFF2-40B4-BE49-F238E27FC236}">
                <a16:creationId xmlns:a16="http://schemas.microsoft.com/office/drawing/2014/main" id="{7AA0FA87-9973-49EB-B126-B30F0D5A9C26}"/>
              </a:ext>
            </a:extLst>
          </p:cNvPr>
          <p:cNvSpPr>
            <a:spLocks/>
          </p:cNvSpPr>
          <p:nvPr/>
        </p:nvSpPr>
        <p:spPr bwMode="auto">
          <a:xfrm>
            <a:off x="7177089" y="5589588"/>
            <a:ext cx="57467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es-MX" altLang="en-US" sz="1600">
                <a:solidFill>
                  <a:srgbClr val="4D4D4D"/>
                </a:solidFill>
                <a:latin typeface="Comic Sans MS" panose="030F0702030302020204" pitchFamily="66" charset="0"/>
              </a:rPr>
              <a:t>6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</a:pPr>
            <a:endParaRPr lang="es-MX" altLang="en-US" sz="1600">
              <a:solidFill>
                <a:srgbClr val="4D4D4D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01" grpId="0"/>
      <p:bldP spid="85002" grpId="0"/>
      <p:bldP spid="85003" grpId="0"/>
      <p:bldP spid="85005" grpId="0"/>
      <p:bldP spid="85006" grpId="0"/>
      <p:bldP spid="85008" grpId="0"/>
      <p:bldP spid="85009" grpId="0"/>
      <p:bldP spid="85012" grpId="0"/>
      <p:bldP spid="850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Text Box 2">
            <a:extLst>
              <a:ext uri="{FF2B5EF4-FFF2-40B4-BE49-F238E27FC236}">
                <a16:creationId xmlns:a16="http://schemas.microsoft.com/office/drawing/2014/main" id="{E8B8840D-1411-4EC7-BF33-C9CDD4143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0" y="468313"/>
            <a:ext cx="4294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_tradnl" altLang="en-US" b="1">
                <a:solidFill>
                  <a:srgbClr val="008000"/>
                </a:solidFill>
                <a:latin typeface="Comic Sans MS" panose="030F0702030302020204" pitchFamily="66" charset="0"/>
              </a:rPr>
              <a:t>9.1	Ley de Biot-Savart</a:t>
            </a:r>
            <a:endParaRPr lang="es-ES" altLang="en-US" b="1">
              <a:solidFill>
                <a:srgbClr val="008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24581" name="Picture 3" descr="BD14710_">
            <a:extLst>
              <a:ext uri="{FF2B5EF4-FFF2-40B4-BE49-F238E27FC236}">
                <a16:creationId xmlns:a16="http://schemas.microsoft.com/office/drawing/2014/main" id="{7099D48E-2F08-4D77-8C70-52B9F8BBB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887413"/>
            <a:ext cx="8305800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4" name="Text Box 4">
            <a:extLst>
              <a:ext uri="{FF2B5EF4-FFF2-40B4-BE49-F238E27FC236}">
                <a16:creationId xmlns:a16="http://schemas.microsoft.com/office/drawing/2014/main" id="{E4B62AF6-3097-447A-BC7A-8F1515D1F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306514"/>
            <a:ext cx="7543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_tradnl" altLang="en-US" sz="2000">
                <a:solidFill>
                  <a:srgbClr val="CC9900"/>
                </a:solidFill>
              </a:rPr>
              <a:t>Campo magnético creado por cargas puntuales en movimiento</a:t>
            </a:r>
            <a:endParaRPr lang="es-ES" altLang="en-US" sz="2000">
              <a:solidFill>
                <a:srgbClr val="CC9900"/>
              </a:solidFill>
            </a:endParaRPr>
          </a:p>
        </p:txBody>
      </p:sp>
      <p:pic>
        <p:nvPicPr>
          <p:cNvPr id="71685" name="Picture 5" descr="F29-01">
            <a:extLst>
              <a:ext uri="{FF2B5EF4-FFF2-40B4-BE49-F238E27FC236}">
                <a16:creationId xmlns:a16="http://schemas.microsoft.com/office/drawing/2014/main" id="{72ED4C16-89F4-4D3D-84D7-798BA3C6C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1" y="1865313"/>
            <a:ext cx="4016375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1686" name="Object 2">
            <a:extLst>
              <a:ext uri="{FF2B5EF4-FFF2-40B4-BE49-F238E27FC236}">
                <a16:creationId xmlns:a16="http://schemas.microsoft.com/office/drawing/2014/main" id="{25AB77F4-7ABC-49D4-9C43-C8D524EA29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5200" y="2220913"/>
          <a:ext cx="1612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Ecuación" r:id="rId5" imgW="1612800" imgH="647640" progId="Equation.3">
                  <p:embed/>
                </p:oleObj>
              </mc:Choice>
              <mc:Fallback>
                <p:oleObj name="Ecuación" r:id="rId5" imgW="1612800" imgH="647640" progId="Equation.3">
                  <p:embed/>
                  <p:pic>
                    <p:nvPicPr>
                      <p:cNvPr id="71686" name="Object 2">
                        <a:extLst>
                          <a:ext uri="{FF2B5EF4-FFF2-40B4-BE49-F238E27FC236}">
                            <a16:creationId xmlns:a16="http://schemas.microsoft.com/office/drawing/2014/main" id="{25AB77F4-7ABC-49D4-9C43-C8D524EA29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2220913"/>
                        <a:ext cx="16129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7" name="Text Box 7">
            <a:extLst>
              <a:ext uri="{FF2B5EF4-FFF2-40B4-BE49-F238E27FC236}">
                <a16:creationId xmlns:a16="http://schemas.microsoft.com/office/drawing/2014/main" id="{61CA8135-996B-46E8-AD53-F33AEB0B2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440114"/>
            <a:ext cx="7543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_tradnl" altLang="en-US" sz="2000">
                <a:solidFill>
                  <a:srgbClr val="996633"/>
                </a:solidFill>
              </a:rPr>
              <a:t>Campo magnético creado por un elemento de corriente</a:t>
            </a:r>
            <a:endParaRPr lang="es-ES" altLang="en-US" sz="2000">
              <a:solidFill>
                <a:srgbClr val="996633"/>
              </a:solidFill>
            </a:endParaRPr>
          </a:p>
        </p:txBody>
      </p:sp>
      <p:pic>
        <p:nvPicPr>
          <p:cNvPr id="71688" name="Picture 8" descr="F29-03">
            <a:extLst>
              <a:ext uri="{FF2B5EF4-FFF2-40B4-BE49-F238E27FC236}">
                <a16:creationId xmlns:a16="http://schemas.microsoft.com/office/drawing/2014/main" id="{2B4DEFC9-E178-434E-81D0-35DEB5281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200" y="3897313"/>
            <a:ext cx="40132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1689" name="Object 3">
            <a:extLst>
              <a:ext uri="{FF2B5EF4-FFF2-40B4-BE49-F238E27FC236}">
                <a16:creationId xmlns:a16="http://schemas.microsoft.com/office/drawing/2014/main" id="{3353BD34-9199-460A-BF59-F72B0F004C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19950" y="4646613"/>
          <a:ext cx="18034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" name="Ecuación" r:id="rId8" imgW="1803240" imgH="672840" progId="Equation.3">
                  <p:embed/>
                </p:oleObj>
              </mc:Choice>
              <mc:Fallback>
                <p:oleObj name="Ecuación" r:id="rId8" imgW="1803240" imgH="672840" progId="Equation.3">
                  <p:embed/>
                  <p:pic>
                    <p:nvPicPr>
                      <p:cNvPr id="71689" name="Object 3">
                        <a:extLst>
                          <a:ext uri="{FF2B5EF4-FFF2-40B4-BE49-F238E27FC236}">
                            <a16:creationId xmlns:a16="http://schemas.microsoft.com/office/drawing/2014/main" id="{3353BD34-9199-460A-BF59-F72B0F004C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9950" y="4646613"/>
                        <a:ext cx="18034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>
            <a:extLst>
              <a:ext uri="{FF2B5EF4-FFF2-40B4-BE49-F238E27FC236}">
                <a16:creationId xmlns:a16="http://schemas.microsoft.com/office/drawing/2014/main" id="{C2821821-D886-4D8A-AF4D-5DCDE9B63BD8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4983164"/>
            <a:ext cx="2819400" cy="1493837"/>
            <a:chOff x="2880" y="3139"/>
            <a:chExt cx="1776" cy="941"/>
          </a:xfrm>
        </p:grpSpPr>
        <p:cxnSp>
          <p:nvCxnSpPr>
            <p:cNvPr id="24588" name="AutoShape 11">
              <a:extLst>
                <a:ext uri="{FF2B5EF4-FFF2-40B4-BE49-F238E27FC236}">
                  <a16:creationId xmlns:a16="http://schemas.microsoft.com/office/drawing/2014/main" id="{9B4C60AB-5CB9-4DFC-B78F-C5C710506FE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 flipV="1">
              <a:off x="3504" y="3139"/>
              <a:ext cx="156" cy="509"/>
            </a:xfrm>
            <a:prstGeom prst="bentConnector4">
              <a:avLst>
                <a:gd name="adj1" fmla="val -92306"/>
                <a:gd name="adj2" fmla="val 70921"/>
              </a:avLst>
            </a:prstGeom>
            <a:noFill/>
            <a:ln w="38100">
              <a:solidFill>
                <a:srgbClr val="FF66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589" name="Text Box 12">
              <a:extLst>
                <a:ext uri="{FF2B5EF4-FFF2-40B4-BE49-F238E27FC236}">
                  <a16:creationId xmlns:a16="http://schemas.microsoft.com/office/drawing/2014/main" id="{BE3104D7-1A75-4B04-AE42-4CF99463DF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792"/>
              <a:ext cx="17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_tradnl" altLang="en-US">
                  <a:solidFill>
                    <a:srgbClr val="CC3399"/>
                  </a:solidFill>
                </a:rPr>
                <a:t>Ley de Biot-Savart</a:t>
              </a:r>
              <a:endParaRPr lang="es-ES" altLang="en-US">
                <a:solidFill>
                  <a:srgbClr val="CC3399"/>
                </a:solidFill>
              </a:endParaRPr>
            </a:p>
          </p:txBody>
        </p:sp>
      </p:grpSp>
      <p:sp>
        <p:nvSpPr>
          <p:cNvPr id="24587" name="Text Box 13">
            <a:extLst>
              <a:ext uri="{FF2B5EF4-FFF2-40B4-BE49-F238E27FC236}">
                <a16:creationId xmlns:a16="http://schemas.microsoft.com/office/drawing/2014/main" id="{6867D83A-D1D3-44DF-8CD5-B0877E66E3C3}"/>
              </a:ext>
            </a:extLst>
          </p:cNvPr>
          <p:cNvSpPr txBox="1">
            <a:spLocks noChangeArrowheads="1"/>
          </p:cNvSpPr>
          <p:nvPr/>
        </p:nvSpPr>
        <p:spPr bwMode="auto">
          <a:xfrm rot="16206223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Autores Mar Artigao Castillo, Manuel Sánchez Martínez</a:t>
            </a:r>
          </a:p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Dpto de Física Aplicada, Escuela Politécnica Superior de Albacete (UCLM)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7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16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16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16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16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1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1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4" grpId="0" autoUpdateAnimBg="0"/>
      <p:bldP spid="71687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2">
            <a:extLst>
              <a:ext uri="{FF2B5EF4-FFF2-40B4-BE49-F238E27FC236}">
                <a16:creationId xmlns:a16="http://schemas.microsoft.com/office/drawing/2014/main" id="{C3A719B1-279A-48D4-9CD4-86BF782C0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762001"/>
            <a:ext cx="6705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000"/>
          </a:p>
        </p:txBody>
      </p:sp>
      <p:sp>
        <p:nvSpPr>
          <p:cNvPr id="72707" name="Text Box 3">
            <a:extLst>
              <a:ext uri="{FF2B5EF4-FFF2-40B4-BE49-F238E27FC236}">
                <a16:creationId xmlns:a16="http://schemas.microsoft.com/office/drawing/2014/main" id="{BDECE3BB-BCA4-4E35-A83A-95FA4D79E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1938" y="1371601"/>
            <a:ext cx="21510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_tradnl" altLang="en-US" sz="2000">
                <a:solidFill>
                  <a:srgbClr val="008000"/>
                </a:solidFill>
              </a:rPr>
              <a:t>Constantes de proporcionalidad</a:t>
            </a:r>
            <a:endParaRPr lang="es-ES" altLang="en-US" sz="2000">
              <a:solidFill>
                <a:srgbClr val="008000"/>
              </a:solidFill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5E1C5779-3A3D-43BB-9D41-85A3B1A7F532}"/>
              </a:ext>
            </a:extLst>
          </p:cNvPr>
          <p:cNvGrpSpPr>
            <a:grpSpLocks/>
          </p:cNvGrpSpPr>
          <p:nvPr/>
        </p:nvGrpSpPr>
        <p:grpSpPr bwMode="auto">
          <a:xfrm>
            <a:off x="4943476" y="762001"/>
            <a:ext cx="4657725" cy="2378075"/>
            <a:chOff x="2154" y="480"/>
            <a:chExt cx="2934" cy="1498"/>
          </a:xfrm>
        </p:grpSpPr>
        <p:sp>
          <p:nvSpPr>
            <p:cNvPr id="77829" name="AutoShape 5">
              <a:extLst>
                <a:ext uri="{FF2B5EF4-FFF2-40B4-BE49-F238E27FC236}">
                  <a16:creationId xmlns:a16="http://schemas.microsoft.com/office/drawing/2014/main" id="{2F87603D-4672-4452-81CA-7A4FA004C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4" y="480"/>
              <a:ext cx="48" cy="1344"/>
            </a:xfrm>
            <a:prstGeom prst="leftBracket">
              <a:avLst>
                <a:gd name="adj" fmla="val 233333"/>
              </a:avLst>
            </a:prstGeom>
            <a:noFill/>
            <a:ln w="28575">
              <a:solidFill>
                <a:srgbClr val="33CC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77830" name="Text Box 6">
              <a:extLst>
                <a:ext uri="{FF2B5EF4-FFF2-40B4-BE49-F238E27FC236}">
                  <a16:creationId xmlns:a16="http://schemas.microsoft.com/office/drawing/2014/main" id="{2A247FDE-E2AB-4C70-866D-EFA5076344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681"/>
              <a:ext cx="17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_tradnl" altLang="en-US" sz="2000">
                  <a:solidFill>
                    <a:srgbClr val="0066CC"/>
                  </a:solidFill>
                </a:rPr>
                <a:t>k</a:t>
              </a:r>
              <a:r>
                <a:rPr lang="es-ES_tradnl" altLang="en-US" sz="2000" baseline="-26000">
                  <a:solidFill>
                    <a:srgbClr val="0066CC"/>
                  </a:solidFill>
                </a:rPr>
                <a:t>m</a:t>
              </a:r>
              <a:r>
                <a:rPr lang="es-ES_tradnl" altLang="en-US" sz="2000">
                  <a:solidFill>
                    <a:srgbClr val="0066CC"/>
                  </a:solidFill>
                </a:rPr>
                <a:t> = 10</a:t>
              </a:r>
              <a:r>
                <a:rPr lang="es-ES_tradnl" altLang="en-US" sz="2000" baseline="50000">
                  <a:solidFill>
                    <a:srgbClr val="0066CC"/>
                  </a:solidFill>
                </a:rPr>
                <a:t>-7</a:t>
              </a:r>
              <a:r>
                <a:rPr lang="es-ES_tradnl" altLang="en-US" sz="2000">
                  <a:solidFill>
                    <a:srgbClr val="0066CC"/>
                  </a:solidFill>
                </a:rPr>
                <a:t> N/A</a:t>
              </a:r>
              <a:r>
                <a:rPr lang="es-ES_tradnl" altLang="en-US" sz="2000" baseline="50000">
                  <a:solidFill>
                    <a:srgbClr val="0066CC"/>
                  </a:solidFill>
                </a:rPr>
                <a:t>2</a:t>
              </a:r>
              <a:endParaRPr lang="es-ES" altLang="en-US" sz="2000" baseline="50000">
                <a:solidFill>
                  <a:srgbClr val="0066CC"/>
                </a:solidFill>
              </a:endParaRPr>
            </a:p>
          </p:txBody>
        </p:sp>
        <p:sp>
          <p:nvSpPr>
            <p:cNvPr id="77831" name="Text Box 7">
              <a:extLst>
                <a:ext uri="{FF2B5EF4-FFF2-40B4-BE49-F238E27FC236}">
                  <a16:creationId xmlns:a16="http://schemas.microsoft.com/office/drawing/2014/main" id="{3EEA05A0-D578-43AB-AC03-EB8D58EF9C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104"/>
              <a:ext cx="17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_tradnl" altLang="en-US" sz="2000">
                  <a:solidFill>
                    <a:srgbClr val="0066CC"/>
                  </a:solidFill>
                  <a:latin typeface="Symbol" panose="05050102010706020507" pitchFamily="18" charset="2"/>
                </a:rPr>
                <a:t>m</a:t>
              </a:r>
              <a:r>
                <a:rPr lang="es-ES_tradnl" altLang="en-US" sz="2000" baseline="-26000">
                  <a:solidFill>
                    <a:srgbClr val="0066CC"/>
                  </a:solidFill>
                </a:rPr>
                <a:t>o</a:t>
              </a:r>
              <a:r>
                <a:rPr lang="es-ES_tradnl" altLang="en-US" sz="2000">
                  <a:solidFill>
                    <a:srgbClr val="0066CC"/>
                  </a:solidFill>
                </a:rPr>
                <a:t> = 4</a:t>
              </a:r>
              <a:r>
                <a:rPr lang="es-ES_tradnl" altLang="en-US" sz="2000">
                  <a:solidFill>
                    <a:srgbClr val="0066CC"/>
                  </a:solidFill>
                  <a:latin typeface="Symbol" panose="05050102010706020507" pitchFamily="18" charset="2"/>
                </a:rPr>
                <a:t>p</a:t>
              </a:r>
              <a:r>
                <a:rPr lang="es-ES_tradnl" altLang="en-US" sz="2000">
                  <a:solidFill>
                    <a:srgbClr val="0066CC"/>
                  </a:solidFill>
                </a:rPr>
                <a:t>·10</a:t>
              </a:r>
              <a:r>
                <a:rPr lang="es-ES_tradnl" altLang="en-US" sz="2000" baseline="50000">
                  <a:solidFill>
                    <a:srgbClr val="0066CC"/>
                  </a:solidFill>
                </a:rPr>
                <a:t>-7</a:t>
              </a:r>
              <a:r>
                <a:rPr lang="es-ES_tradnl" altLang="en-US" sz="2000">
                  <a:solidFill>
                    <a:srgbClr val="0066CC"/>
                  </a:solidFill>
                </a:rPr>
                <a:t> T m/A</a:t>
              </a:r>
              <a:endParaRPr lang="es-ES" altLang="en-US" sz="2000" baseline="50000">
                <a:solidFill>
                  <a:srgbClr val="0066CC"/>
                </a:solidFill>
              </a:endParaRPr>
            </a:p>
          </p:txBody>
        </p:sp>
        <p:cxnSp>
          <p:nvCxnSpPr>
            <p:cNvPr id="77832" name="AutoShape 8">
              <a:extLst>
                <a:ext uri="{FF2B5EF4-FFF2-40B4-BE49-F238E27FC236}">
                  <a16:creationId xmlns:a16="http://schemas.microsoft.com/office/drawing/2014/main" id="{E15EAB94-BCEF-4B16-ACB8-7940BF83C5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2616" y="1464"/>
              <a:ext cx="240" cy="192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rgbClr val="FF3399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7833" name="Text Box 9">
              <a:extLst>
                <a:ext uri="{FF2B5EF4-FFF2-40B4-BE49-F238E27FC236}">
                  <a16:creationId xmlns:a16="http://schemas.microsoft.com/office/drawing/2014/main" id="{48D69BBC-6F8D-4730-B673-19CABCA45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728"/>
              <a:ext cx="24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_tradnl" altLang="en-US" sz="2000">
                  <a:solidFill>
                    <a:srgbClr val="FF9933"/>
                  </a:solidFill>
                </a:rPr>
                <a:t>Permeabilidad del vacío</a:t>
              </a:r>
              <a:endParaRPr lang="es-ES" altLang="en-US" sz="2000">
                <a:solidFill>
                  <a:srgbClr val="FF9933"/>
                </a:solidFill>
              </a:endParaRPr>
            </a:p>
          </p:txBody>
        </p:sp>
      </p:grpSp>
      <p:grpSp>
        <p:nvGrpSpPr>
          <p:cNvPr id="3" name="Group 10">
            <a:extLst>
              <a:ext uri="{FF2B5EF4-FFF2-40B4-BE49-F238E27FC236}">
                <a16:creationId xmlns:a16="http://schemas.microsoft.com/office/drawing/2014/main" id="{C619F4A6-7A9E-4641-8D2E-732362191979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327526"/>
            <a:ext cx="7162800" cy="1006475"/>
            <a:chOff x="864" y="2726"/>
            <a:chExt cx="4512" cy="634"/>
          </a:xfrm>
        </p:grpSpPr>
        <p:sp>
          <p:nvSpPr>
            <p:cNvPr id="77835" name="Text Box 11">
              <a:extLst>
                <a:ext uri="{FF2B5EF4-FFF2-40B4-BE49-F238E27FC236}">
                  <a16:creationId xmlns:a16="http://schemas.microsoft.com/office/drawing/2014/main" id="{AF4EDADC-AEB4-4E78-8C0D-D74EDBA16B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726"/>
              <a:ext cx="4512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s-ES_tradnl" altLang="en-US" sz="2000">
                  <a:solidFill>
                    <a:srgbClr val="CC3300"/>
                  </a:solidFill>
                </a:rPr>
                <a:t>La fuente de campo eléctrico es la carga puntual (q), mientras que, para el campo magnético, es la carga móvil (qv) o un elemento de corriente (      ).</a:t>
              </a:r>
              <a:endParaRPr lang="es-ES" altLang="en-US" sz="2000">
                <a:solidFill>
                  <a:srgbClr val="CC3300"/>
                </a:solidFill>
              </a:endParaRPr>
            </a:p>
          </p:txBody>
        </p:sp>
        <p:graphicFrame>
          <p:nvGraphicFramePr>
            <p:cNvPr id="77836" name="Object 12">
              <a:extLst>
                <a:ext uri="{FF2B5EF4-FFF2-40B4-BE49-F238E27FC236}">
                  <a16:creationId xmlns:a16="http://schemas.microsoft.com/office/drawing/2014/main" id="{BEDA8126-15C9-4261-8995-3EF9791378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0" y="3158"/>
            <a:ext cx="232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0" name="Ecuación" r:id="rId3" imgW="368280" imgH="266400" progId="Equation.3">
                    <p:embed/>
                  </p:oleObj>
                </mc:Choice>
                <mc:Fallback>
                  <p:oleObj name="Ecuación" r:id="rId3" imgW="368280" imgH="266400" progId="Equation.3">
                    <p:embed/>
                    <p:pic>
                      <p:nvPicPr>
                        <p:cNvPr id="77836" name="Object 12">
                          <a:extLst>
                            <a:ext uri="{FF2B5EF4-FFF2-40B4-BE49-F238E27FC236}">
                              <a16:creationId xmlns:a16="http://schemas.microsoft.com/office/drawing/2014/main" id="{BEDA8126-15C9-4261-8995-3EF9791378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0" y="3158"/>
                          <a:ext cx="232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7837" name="Text Box 13">
            <a:extLst>
              <a:ext uri="{FF2B5EF4-FFF2-40B4-BE49-F238E27FC236}">
                <a16:creationId xmlns:a16="http://schemas.microsoft.com/office/drawing/2014/main" id="{CDF0D838-AA21-49AF-925F-CE3F8F25391E}"/>
              </a:ext>
            </a:extLst>
          </p:cNvPr>
          <p:cNvSpPr txBox="1">
            <a:spLocks noChangeArrowheads="1"/>
          </p:cNvSpPr>
          <p:nvPr/>
        </p:nvSpPr>
        <p:spPr bwMode="auto">
          <a:xfrm rot="16206223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Autores Mar Artigao Castillo, Manuel Sánchez Martínez</a:t>
            </a:r>
          </a:p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Dpto de Física Aplicada, Escuela Politécnica Superior de Albacete (UCLM)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Text Box 2">
            <a:extLst>
              <a:ext uri="{FF2B5EF4-FFF2-40B4-BE49-F238E27FC236}">
                <a16:creationId xmlns:a16="http://schemas.microsoft.com/office/drawing/2014/main" id="{AA2FB029-B5D9-4FE5-AE38-CE7E974AA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0" y="468313"/>
            <a:ext cx="8115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_tradnl" altLang="en-US" b="1">
                <a:solidFill>
                  <a:srgbClr val="008000"/>
                </a:solidFill>
                <a:latin typeface="Comic Sans MS" panose="030F0702030302020204" pitchFamily="66" charset="0"/>
              </a:rPr>
              <a:t>9.2	Campo magnético de una espira de corriente</a:t>
            </a:r>
            <a:endParaRPr lang="es-ES" altLang="en-US" b="1">
              <a:solidFill>
                <a:srgbClr val="008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25606" name="Picture 3" descr="BD14710_">
            <a:extLst>
              <a:ext uri="{FF2B5EF4-FFF2-40B4-BE49-F238E27FC236}">
                <a16:creationId xmlns:a16="http://schemas.microsoft.com/office/drawing/2014/main" id="{C021C8D1-B970-41F9-8494-81767086F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887413"/>
            <a:ext cx="8305800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4">
            <a:extLst>
              <a:ext uri="{FF2B5EF4-FFF2-40B4-BE49-F238E27FC236}">
                <a16:creationId xmlns:a16="http://schemas.microsoft.com/office/drawing/2014/main" id="{B9B625BD-C431-40AF-B405-0BF103BF056F}"/>
              </a:ext>
            </a:extLst>
          </p:cNvPr>
          <p:cNvGrpSpPr>
            <a:grpSpLocks/>
          </p:cNvGrpSpPr>
          <p:nvPr/>
        </p:nvGrpSpPr>
        <p:grpSpPr bwMode="auto">
          <a:xfrm>
            <a:off x="2598738" y="1177926"/>
            <a:ext cx="3213100" cy="3141663"/>
            <a:chOff x="677" y="742"/>
            <a:chExt cx="2024" cy="1979"/>
          </a:xfrm>
        </p:grpSpPr>
        <p:sp>
          <p:nvSpPr>
            <p:cNvPr id="25615" name="Text Box 5">
              <a:extLst>
                <a:ext uri="{FF2B5EF4-FFF2-40B4-BE49-F238E27FC236}">
                  <a16:creationId xmlns:a16="http://schemas.microsoft.com/office/drawing/2014/main" id="{7F0A006E-B280-40BB-89BC-FA845E46DD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1848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_tradnl" altLang="en-US" sz="1800"/>
                <a:t>x</a:t>
              </a:r>
              <a:endParaRPr lang="es-ES" altLang="en-US" sz="1800"/>
            </a:p>
          </p:txBody>
        </p:sp>
        <p:sp>
          <p:nvSpPr>
            <p:cNvPr id="25616" name="Oval 6">
              <a:extLst>
                <a:ext uri="{FF2B5EF4-FFF2-40B4-BE49-F238E27FC236}">
                  <a16:creationId xmlns:a16="http://schemas.microsoft.com/office/drawing/2014/main" id="{73BF8E9F-825C-4A52-A431-2F0073EA079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46" y="1156"/>
              <a:ext cx="1483" cy="1419"/>
            </a:xfrm>
            <a:prstGeom prst="ellipse">
              <a:avLst/>
            </a:prstGeom>
            <a:noFill/>
            <a:ln w="57150">
              <a:pattFill prst="sphere">
                <a:fgClr>
                  <a:srgbClr val="F6EC2C"/>
                </a:fgClr>
                <a:bgClr>
                  <a:schemeClr val="accent1"/>
                </a:bgClr>
              </a:patt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25617" name="Line 7">
              <a:extLst>
                <a:ext uri="{FF2B5EF4-FFF2-40B4-BE49-F238E27FC236}">
                  <a16:creationId xmlns:a16="http://schemas.microsoft.com/office/drawing/2014/main" id="{310BF04E-2F2E-4F59-9724-D6FF0415B2C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91" y="783"/>
              <a:ext cx="0" cy="1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618" name="Line 8">
              <a:extLst>
                <a:ext uri="{FF2B5EF4-FFF2-40B4-BE49-F238E27FC236}">
                  <a16:creationId xmlns:a16="http://schemas.microsoft.com/office/drawing/2014/main" id="{7A9AD0B0-B02A-4654-BCEA-3FBD947EF25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77" y="1866"/>
              <a:ext cx="19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619" name="Text Box 9">
              <a:extLst>
                <a:ext uri="{FF2B5EF4-FFF2-40B4-BE49-F238E27FC236}">
                  <a16:creationId xmlns:a16="http://schemas.microsoft.com/office/drawing/2014/main" id="{1EF7B3DA-FA0F-43FC-B146-0ADEC67ABA0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620" y="742"/>
              <a:ext cx="3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_tradnl" altLang="en-US" sz="1800"/>
                <a:t>y</a:t>
              </a:r>
              <a:endParaRPr lang="es-ES" altLang="en-US" sz="1800"/>
            </a:p>
          </p:txBody>
        </p:sp>
        <p:sp>
          <p:nvSpPr>
            <p:cNvPr id="25620" name="Line 10">
              <a:extLst>
                <a:ext uri="{FF2B5EF4-FFF2-40B4-BE49-F238E27FC236}">
                  <a16:creationId xmlns:a16="http://schemas.microsoft.com/office/drawing/2014/main" id="{78ACF988-6DA6-46F2-9DE9-CC04EA17AEC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11" y="1033"/>
              <a:ext cx="292" cy="323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621" name="Line 11">
              <a:extLst>
                <a:ext uri="{FF2B5EF4-FFF2-40B4-BE49-F238E27FC236}">
                  <a16:creationId xmlns:a16="http://schemas.microsoft.com/office/drawing/2014/main" id="{C51DDEF2-1118-4486-8484-FA4C926B79F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585" y="1358"/>
              <a:ext cx="519" cy="5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622" name="Line 12">
              <a:extLst>
                <a:ext uri="{FF2B5EF4-FFF2-40B4-BE49-F238E27FC236}">
                  <a16:creationId xmlns:a16="http://schemas.microsoft.com/office/drawing/2014/main" id="{50EA1D7D-CBDD-45B9-AEDF-273F7CF950D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867" y="1361"/>
              <a:ext cx="237" cy="237"/>
            </a:xfrm>
            <a:prstGeom prst="line">
              <a:avLst/>
            </a:prstGeom>
            <a:noFill/>
            <a:ln w="28575">
              <a:solidFill>
                <a:srgbClr val="00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623" name="Arc 13">
              <a:extLst>
                <a:ext uri="{FF2B5EF4-FFF2-40B4-BE49-F238E27FC236}">
                  <a16:creationId xmlns:a16="http://schemas.microsoft.com/office/drawing/2014/main" id="{95A46DB2-47B9-47C0-8580-C41FD10041F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678" y="1790"/>
              <a:ext cx="64" cy="86"/>
            </a:xfrm>
            <a:custGeom>
              <a:avLst/>
              <a:gdLst>
                <a:gd name="T0" fmla="*/ 0 w 21600"/>
                <a:gd name="T1" fmla="*/ 0 h 21600"/>
                <a:gd name="T2" fmla="*/ 64 w 21600"/>
                <a:gd name="T3" fmla="*/ 86 h 21600"/>
                <a:gd name="T4" fmla="*/ 0 w 21600"/>
                <a:gd name="T5" fmla="*/ 86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25624" name="Text Box 14">
              <a:extLst>
                <a:ext uri="{FF2B5EF4-FFF2-40B4-BE49-F238E27FC236}">
                  <a16:creationId xmlns:a16="http://schemas.microsoft.com/office/drawing/2014/main" id="{C770C4DB-26F4-4F34-8C56-493F0EDF67C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697" y="1652"/>
              <a:ext cx="18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_tradnl" altLang="en-US" sz="1800">
                  <a:solidFill>
                    <a:srgbClr val="009900"/>
                  </a:solidFill>
                  <a:latin typeface="Symbol" panose="05050102010706020507" pitchFamily="18" charset="2"/>
                </a:rPr>
                <a:t>a</a:t>
              </a:r>
              <a:endParaRPr lang="es-ES" altLang="en-US" sz="1800">
                <a:solidFill>
                  <a:srgbClr val="0099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25625" name="Line 15">
              <a:extLst>
                <a:ext uri="{FF2B5EF4-FFF2-40B4-BE49-F238E27FC236}">
                  <a16:creationId xmlns:a16="http://schemas.microsoft.com/office/drawing/2014/main" id="{1972AAEB-B5C0-43CF-ADD9-7D0E430F74E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768" y="1361"/>
              <a:ext cx="6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626" name="Arc 16">
              <a:extLst>
                <a:ext uri="{FF2B5EF4-FFF2-40B4-BE49-F238E27FC236}">
                  <a16:creationId xmlns:a16="http://schemas.microsoft.com/office/drawing/2014/main" id="{E48169BD-9D21-427F-BA04-E950CACE61EC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 flipV="1">
              <a:off x="1982" y="1361"/>
              <a:ext cx="58" cy="58"/>
            </a:xfrm>
            <a:custGeom>
              <a:avLst/>
              <a:gdLst>
                <a:gd name="T0" fmla="*/ 0 w 21600"/>
                <a:gd name="T1" fmla="*/ 0 h 21600"/>
                <a:gd name="T2" fmla="*/ 58 w 21600"/>
                <a:gd name="T3" fmla="*/ 58 h 21600"/>
                <a:gd name="T4" fmla="*/ 0 w 21600"/>
                <a:gd name="T5" fmla="*/ 58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25627" name="Text Box 17">
              <a:extLst>
                <a:ext uri="{FF2B5EF4-FFF2-40B4-BE49-F238E27FC236}">
                  <a16:creationId xmlns:a16="http://schemas.microsoft.com/office/drawing/2014/main" id="{E10C5017-220E-4009-95B8-0473E207CDB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824" y="1285"/>
              <a:ext cx="18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_tradnl" altLang="en-US" sz="1800">
                  <a:solidFill>
                    <a:srgbClr val="009900"/>
                  </a:solidFill>
                  <a:latin typeface="Symbol" panose="05050102010706020507" pitchFamily="18" charset="2"/>
                </a:rPr>
                <a:t>a</a:t>
              </a:r>
              <a:endParaRPr lang="es-ES" altLang="en-US" sz="1800">
                <a:solidFill>
                  <a:srgbClr val="0099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25628" name="Line 18">
              <a:extLst>
                <a:ext uri="{FF2B5EF4-FFF2-40B4-BE49-F238E27FC236}">
                  <a16:creationId xmlns:a16="http://schemas.microsoft.com/office/drawing/2014/main" id="{0A344932-C6BD-42EB-ACB5-7FE0C568947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07" y="971"/>
              <a:ext cx="0" cy="7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629" name="Arc 19">
              <a:extLst>
                <a:ext uri="{FF2B5EF4-FFF2-40B4-BE49-F238E27FC236}">
                  <a16:creationId xmlns:a16="http://schemas.microsoft.com/office/drawing/2014/main" id="{6A4E8B1A-7191-43A9-B213-344A6FE3B1DE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>
              <a:off x="2027" y="1227"/>
              <a:ext cx="83" cy="45"/>
            </a:xfrm>
            <a:custGeom>
              <a:avLst/>
              <a:gdLst>
                <a:gd name="T0" fmla="*/ 0 w 21600"/>
                <a:gd name="T1" fmla="*/ 0 h 21600"/>
                <a:gd name="T2" fmla="*/ 83 w 21600"/>
                <a:gd name="T3" fmla="*/ 45 h 21600"/>
                <a:gd name="T4" fmla="*/ 0 w 21600"/>
                <a:gd name="T5" fmla="*/ 45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25630" name="Text Box 20">
              <a:extLst>
                <a:ext uri="{FF2B5EF4-FFF2-40B4-BE49-F238E27FC236}">
                  <a16:creationId xmlns:a16="http://schemas.microsoft.com/office/drawing/2014/main" id="{4210F4CC-C13B-48A4-B478-06354CB564C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940" y="1023"/>
              <a:ext cx="18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_tradnl" altLang="en-US" sz="1800">
                  <a:solidFill>
                    <a:srgbClr val="009900"/>
                  </a:solidFill>
                  <a:latin typeface="Symbol" panose="05050102010706020507" pitchFamily="18" charset="2"/>
                </a:rPr>
                <a:t>a</a:t>
              </a:r>
              <a:endParaRPr lang="es-ES" altLang="en-US" sz="1800">
                <a:solidFill>
                  <a:srgbClr val="009900"/>
                </a:solidFill>
                <a:latin typeface="Symbol" panose="05050102010706020507" pitchFamily="18" charset="2"/>
              </a:endParaRPr>
            </a:p>
          </p:txBody>
        </p:sp>
        <p:graphicFrame>
          <p:nvGraphicFramePr>
            <p:cNvPr id="25603" name="Object 21">
              <a:extLst>
                <a:ext uri="{FF2B5EF4-FFF2-40B4-BE49-F238E27FC236}">
                  <a16:creationId xmlns:a16="http://schemas.microsoft.com/office/drawing/2014/main" id="{F108C0FF-9031-4ECB-BF8B-C3FC6EC065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41" y="926"/>
            <a:ext cx="186" cy="1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2" name="Ecuación" r:id="rId4" imgW="368280" imgH="279360" progId="Equation.3">
                    <p:embed/>
                  </p:oleObj>
                </mc:Choice>
                <mc:Fallback>
                  <p:oleObj name="Ecuación" r:id="rId4" imgW="368280" imgH="279360" progId="Equation.3">
                    <p:embed/>
                    <p:pic>
                      <p:nvPicPr>
                        <p:cNvPr id="25603" name="Object 21">
                          <a:extLst>
                            <a:ext uri="{FF2B5EF4-FFF2-40B4-BE49-F238E27FC236}">
                              <a16:creationId xmlns:a16="http://schemas.microsoft.com/office/drawing/2014/main" id="{F108C0FF-9031-4ECB-BF8B-C3FC6EC065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1" y="926"/>
                          <a:ext cx="186" cy="1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04" name="Object 22">
              <a:extLst>
                <a:ext uri="{FF2B5EF4-FFF2-40B4-BE49-F238E27FC236}">
                  <a16:creationId xmlns:a16="http://schemas.microsoft.com/office/drawing/2014/main" id="{17BC87B3-9838-43E5-9AC7-9BCF4C5ECB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76" y="1451"/>
            <a:ext cx="134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3" name="Ecuación" r:id="rId6" imgW="266400" imgH="317160" progId="Equation.3">
                    <p:embed/>
                  </p:oleObj>
                </mc:Choice>
                <mc:Fallback>
                  <p:oleObj name="Ecuación" r:id="rId6" imgW="266400" imgH="317160" progId="Equation.3">
                    <p:embed/>
                    <p:pic>
                      <p:nvPicPr>
                        <p:cNvPr id="25604" name="Object 22">
                          <a:extLst>
                            <a:ext uri="{FF2B5EF4-FFF2-40B4-BE49-F238E27FC236}">
                              <a16:creationId xmlns:a16="http://schemas.microsoft.com/office/drawing/2014/main" id="{17BC87B3-9838-43E5-9AC7-9BCF4C5ECB3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6" y="1451"/>
                          <a:ext cx="134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4775" name="Text Box 23">
            <a:extLst>
              <a:ext uri="{FF2B5EF4-FFF2-40B4-BE49-F238E27FC236}">
                <a16:creationId xmlns:a16="http://schemas.microsoft.com/office/drawing/2014/main" id="{ED710716-5652-4D8B-A3ED-38BD922CA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76" y="4573589"/>
            <a:ext cx="310197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_tradnl" altLang="en-US" sz="2000">
                <a:solidFill>
                  <a:srgbClr val="CC0000"/>
                </a:solidFill>
              </a:rPr>
              <a:t>En una espira circular el elemento de corriente siempre es perpendicular al vector unitario</a:t>
            </a:r>
            <a:endParaRPr lang="es-ES" altLang="en-US" sz="2000">
              <a:solidFill>
                <a:srgbClr val="CC0000"/>
              </a:solidFill>
            </a:endParaRPr>
          </a:p>
        </p:txBody>
      </p:sp>
      <p:grpSp>
        <p:nvGrpSpPr>
          <p:cNvPr id="3" name="Group 24">
            <a:extLst>
              <a:ext uri="{FF2B5EF4-FFF2-40B4-BE49-F238E27FC236}">
                <a16:creationId xmlns:a16="http://schemas.microsoft.com/office/drawing/2014/main" id="{A65B18A6-9E3D-4765-83F8-15D8A231EB81}"/>
              </a:ext>
            </a:extLst>
          </p:cNvPr>
          <p:cNvGrpSpPr>
            <a:grpSpLocks/>
          </p:cNvGrpSpPr>
          <p:nvPr/>
        </p:nvGrpSpPr>
        <p:grpSpPr bwMode="auto">
          <a:xfrm>
            <a:off x="4860926" y="3127376"/>
            <a:ext cx="4627563" cy="3730625"/>
            <a:chOff x="2102" y="1970"/>
            <a:chExt cx="2915" cy="2350"/>
          </a:xfrm>
        </p:grpSpPr>
        <p:sp>
          <p:nvSpPr>
            <p:cNvPr id="25613" name="AutoShape 25">
              <a:extLst>
                <a:ext uri="{FF2B5EF4-FFF2-40B4-BE49-F238E27FC236}">
                  <a16:creationId xmlns:a16="http://schemas.microsoft.com/office/drawing/2014/main" id="{CFC73681-A579-4EC7-8EFA-A5076E017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2" y="3657"/>
              <a:ext cx="1024" cy="292"/>
            </a:xfrm>
            <a:prstGeom prst="curvedUpArrow">
              <a:avLst>
                <a:gd name="adj1" fmla="val 70137"/>
                <a:gd name="adj2" fmla="val 140274"/>
                <a:gd name="adj3" fmla="val 33333"/>
              </a:avLst>
            </a:prstGeom>
            <a:gradFill rotWithShape="0">
              <a:gsLst>
                <a:gs pos="0">
                  <a:srgbClr val="FF9933"/>
                </a:gs>
                <a:gs pos="100000">
                  <a:srgbClr val="F0F4A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pic>
          <p:nvPicPr>
            <p:cNvPr id="25614" name="Picture 26" descr="F29-04">
              <a:extLst>
                <a:ext uri="{FF2B5EF4-FFF2-40B4-BE49-F238E27FC236}">
                  <a16:creationId xmlns:a16="http://schemas.microsoft.com/office/drawing/2014/main" id="{6841BB61-4F30-47F9-9F21-2FB3642DEE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70" y="1970"/>
              <a:ext cx="1947" cy="2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27">
            <a:extLst>
              <a:ext uri="{FF2B5EF4-FFF2-40B4-BE49-F238E27FC236}">
                <a16:creationId xmlns:a16="http://schemas.microsoft.com/office/drawing/2014/main" id="{FCA12EB3-BEBB-4088-BFD7-F89D2116103C}"/>
              </a:ext>
            </a:extLst>
          </p:cNvPr>
          <p:cNvGrpSpPr>
            <a:grpSpLocks/>
          </p:cNvGrpSpPr>
          <p:nvPr/>
        </p:nvGrpSpPr>
        <p:grpSpPr bwMode="auto">
          <a:xfrm>
            <a:off x="6894514" y="1887539"/>
            <a:ext cx="2060575" cy="1044575"/>
            <a:chOff x="3383" y="1189"/>
            <a:chExt cx="1298" cy="658"/>
          </a:xfrm>
        </p:grpSpPr>
        <p:graphicFrame>
          <p:nvGraphicFramePr>
            <p:cNvPr id="25602" name="Object 28">
              <a:extLst>
                <a:ext uri="{FF2B5EF4-FFF2-40B4-BE49-F238E27FC236}">
                  <a16:creationId xmlns:a16="http://schemas.microsoft.com/office/drawing/2014/main" id="{87E36478-4B51-4819-AC0C-DD09528999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14" y="1286"/>
            <a:ext cx="778" cy="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4" name="Ecuación" r:id="rId9" imgW="1002960" imgH="609480" progId="Equation.3">
                    <p:embed/>
                  </p:oleObj>
                </mc:Choice>
                <mc:Fallback>
                  <p:oleObj name="Ecuación" r:id="rId9" imgW="1002960" imgH="609480" progId="Equation.3">
                    <p:embed/>
                    <p:pic>
                      <p:nvPicPr>
                        <p:cNvPr id="25602" name="Object 28">
                          <a:extLst>
                            <a:ext uri="{FF2B5EF4-FFF2-40B4-BE49-F238E27FC236}">
                              <a16:creationId xmlns:a16="http://schemas.microsoft.com/office/drawing/2014/main" id="{87E36478-4B51-4819-AC0C-DD095289997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4" y="1286"/>
                          <a:ext cx="778" cy="4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2" name="Rectangle 29">
              <a:extLst>
                <a:ext uri="{FF2B5EF4-FFF2-40B4-BE49-F238E27FC236}">
                  <a16:creationId xmlns:a16="http://schemas.microsoft.com/office/drawing/2014/main" id="{BD8B1CBA-AC7D-4008-9ECD-395DCE158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3" y="1189"/>
              <a:ext cx="1298" cy="658"/>
            </a:xfrm>
            <a:prstGeom prst="rect">
              <a:avLst/>
            </a:prstGeom>
            <a:noFill/>
            <a:ln w="28575">
              <a:solidFill>
                <a:srgbClr val="0066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</p:grpSp>
      <p:sp>
        <p:nvSpPr>
          <p:cNvPr id="25611" name="Text Box 30">
            <a:extLst>
              <a:ext uri="{FF2B5EF4-FFF2-40B4-BE49-F238E27FC236}">
                <a16:creationId xmlns:a16="http://schemas.microsoft.com/office/drawing/2014/main" id="{81564E93-73FC-4FD9-8517-5B93039C7799}"/>
              </a:ext>
            </a:extLst>
          </p:cNvPr>
          <p:cNvSpPr txBox="1">
            <a:spLocks noChangeArrowheads="1"/>
          </p:cNvSpPr>
          <p:nvPr/>
        </p:nvSpPr>
        <p:spPr bwMode="auto">
          <a:xfrm rot="16206223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Autores Mar Artigao Castillo, Manuel Sánchez Martínez</a:t>
            </a:r>
          </a:p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Dpto de Física Aplicada, Escuela Politécnica Superior de Albacete (UCLM)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4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75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2">
            <a:extLst>
              <a:ext uri="{FF2B5EF4-FFF2-40B4-BE49-F238E27FC236}">
                <a16:creationId xmlns:a16="http://schemas.microsoft.com/office/drawing/2014/main" id="{B1770F0A-2677-4491-9ACB-CCFC91F6C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81013"/>
            <a:ext cx="71707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s-ES_tradnl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Líneas de campo magnético de una espira de corriente circular</a:t>
            </a:r>
            <a:endParaRPr lang="es-ES" b="1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</p:txBody>
      </p:sp>
      <p:pic>
        <p:nvPicPr>
          <p:cNvPr id="75779" name="Picture 3" descr="F29-06">
            <a:extLst>
              <a:ext uri="{FF2B5EF4-FFF2-40B4-BE49-F238E27FC236}">
                <a16:creationId xmlns:a16="http://schemas.microsoft.com/office/drawing/2014/main" id="{E7B34061-1BAA-4650-AB38-CA78EAE25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8551" y="4129089"/>
            <a:ext cx="2479675" cy="247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0" name="Picture 4" descr="F29-20b">
            <a:extLst>
              <a:ext uri="{FF2B5EF4-FFF2-40B4-BE49-F238E27FC236}">
                <a16:creationId xmlns:a16="http://schemas.microsoft.com/office/drawing/2014/main" id="{A79CB1E5-616B-4A72-B6E0-E15CDCFA1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801" y="1063625"/>
            <a:ext cx="4067175" cy="533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5" name="Text Box 5">
            <a:extLst>
              <a:ext uri="{FF2B5EF4-FFF2-40B4-BE49-F238E27FC236}">
                <a16:creationId xmlns:a16="http://schemas.microsoft.com/office/drawing/2014/main" id="{D719FA49-BCCB-421F-8174-65F50304C292}"/>
              </a:ext>
            </a:extLst>
          </p:cNvPr>
          <p:cNvSpPr txBox="1">
            <a:spLocks noChangeArrowheads="1"/>
          </p:cNvSpPr>
          <p:nvPr/>
        </p:nvSpPr>
        <p:spPr bwMode="auto">
          <a:xfrm rot="16206223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Autores Mar Artigao Castillo, Manuel Sánchez Martínez</a:t>
            </a:r>
          </a:p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Dpto de Física Aplicada, Escuela Politécnica Superior de Albacete (UCLM)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Text Box 2">
            <a:extLst>
              <a:ext uri="{FF2B5EF4-FFF2-40B4-BE49-F238E27FC236}">
                <a16:creationId xmlns:a16="http://schemas.microsoft.com/office/drawing/2014/main" id="{DC5E6122-4519-4DF0-9801-069345F4C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1364" y="565151"/>
            <a:ext cx="60674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en-US" sz="2000" b="1">
                <a:solidFill>
                  <a:srgbClr val="CC0000"/>
                </a:solidFill>
              </a:rPr>
              <a:t>Campo magnético creado por un arco de circunferencia en un punto de su eje.</a:t>
            </a:r>
            <a:endParaRPr lang="es-ES" altLang="en-US" sz="2000" b="1">
              <a:solidFill>
                <a:srgbClr val="CC0000"/>
              </a:solidFill>
            </a:endParaRPr>
          </a:p>
        </p:txBody>
      </p:sp>
      <p:sp>
        <p:nvSpPr>
          <p:cNvPr id="76803" name="Text Box 3">
            <a:extLst>
              <a:ext uri="{FF2B5EF4-FFF2-40B4-BE49-F238E27FC236}">
                <a16:creationId xmlns:a16="http://schemas.microsoft.com/office/drawing/2014/main" id="{218E5F96-8064-4D01-88FB-06104A3F9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4288" y="5224464"/>
            <a:ext cx="3251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_tradnl" altLang="en-US" sz="2000">
                <a:solidFill>
                  <a:srgbClr val="009900"/>
                </a:solidFill>
              </a:rPr>
              <a:t>Campo magnético creado por una espira circular en un punto de su eje (</a:t>
            </a:r>
            <a:r>
              <a:rPr lang="es-ES_tradnl" altLang="en-US" sz="2000">
                <a:solidFill>
                  <a:srgbClr val="009900"/>
                </a:solidFill>
                <a:sym typeface="Symbol" panose="05050102010706020507" pitchFamily="18" charset="2"/>
              </a:rPr>
              <a:t>=2</a:t>
            </a:r>
            <a:r>
              <a:rPr lang="es-ES_tradnl" altLang="en-US" sz="2000">
                <a:solidFill>
                  <a:srgbClr val="0099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p</a:t>
            </a:r>
            <a:r>
              <a:rPr lang="es-ES_tradnl" altLang="en-US" sz="2000">
                <a:solidFill>
                  <a:srgbClr val="009900"/>
                </a:solidFill>
                <a:sym typeface="Symbol" panose="05050102010706020507" pitchFamily="18" charset="2"/>
              </a:rPr>
              <a:t>)</a:t>
            </a:r>
            <a:endParaRPr lang="es-ES" altLang="en-US" sz="2000">
              <a:solidFill>
                <a:srgbClr val="009900"/>
              </a:solidFill>
            </a:endParaRPr>
          </a:p>
        </p:txBody>
      </p:sp>
      <p:sp>
        <p:nvSpPr>
          <p:cNvPr id="26630" name="Text Box 4">
            <a:extLst>
              <a:ext uri="{FF2B5EF4-FFF2-40B4-BE49-F238E27FC236}">
                <a16:creationId xmlns:a16="http://schemas.microsoft.com/office/drawing/2014/main" id="{B26EACEE-9433-4F68-B6BA-C1A84075DF90}"/>
              </a:ext>
            </a:extLst>
          </p:cNvPr>
          <p:cNvSpPr txBox="1">
            <a:spLocks noChangeArrowheads="1"/>
          </p:cNvSpPr>
          <p:nvPr/>
        </p:nvSpPr>
        <p:spPr bwMode="auto">
          <a:xfrm rot="16206223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Autores Mar Artigao Castillo, Manuel Sánchez Martínez</a:t>
            </a:r>
          </a:p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Dpto de Física Aplicada, Escuela Politécnica Superior de Albacete (UCLM)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A505B896-12AF-4B18-AB2D-0B6C7A495E72}"/>
              </a:ext>
            </a:extLst>
          </p:cNvPr>
          <p:cNvGrpSpPr>
            <a:grpSpLocks/>
          </p:cNvGrpSpPr>
          <p:nvPr/>
        </p:nvGrpSpPr>
        <p:grpSpPr bwMode="auto">
          <a:xfrm>
            <a:off x="4498976" y="3948113"/>
            <a:ext cx="5675313" cy="1103312"/>
            <a:chOff x="1874" y="2487"/>
            <a:chExt cx="3575" cy="695"/>
          </a:xfrm>
        </p:grpSpPr>
        <p:graphicFrame>
          <p:nvGraphicFramePr>
            <p:cNvPr id="26627" name="Object 6">
              <a:extLst>
                <a:ext uri="{FF2B5EF4-FFF2-40B4-BE49-F238E27FC236}">
                  <a16:creationId xmlns:a16="http://schemas.microsoft.com/office/drawing/2014/main" id="{B6122973-2347-40C8-B735-63DF4222E5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5" y="2585"/>
            <a:ext cx="3304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2" name="Ecuación" r:id="rId3" imgW="5244840" imgH="799920" progId="Equation.3">
                    <p:embed/>
                  </p:oleObj>
                </mc:Choice>
                <mc:Fallback>
                  <p:oleObj name="Ecuación" r:id="rId3" imgW="5244840" imgH="799920" progId="Equation.3">
                    <p:embed/>
                    <p:pic>
                      <p:nvPicPr>
                        <p:cNvPr id="26627" name="Object 6">
                          <a:extLst>
                            <a:ext uri="{FF2B5EF4-FFF2-40B4-BE49-F238E27FC236}">
                              <a16:creationId xmlns:a16="http://schemas.microsoft.com/office/drawing/2014/main" id="{B6122973-2347-40C8-B735-63DF4222E5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5" y="2585"/>
                          <a:ext cx="3304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7" name="Rectangle 7">
              <a:extLst>
                <a:ext uri="{FF2B5EF4-FFF2-40B4-BE49-F238E27FC236}">
                  <a16:creationId xmlns:a16="http://schemas.microsoft.com/office/drawing/2014/main" id="{888AB374-6DC5-44F4-BAF8-ACC45DB6E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" y="2487"/>
              <a:ext cx="3575" cy="695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008233AF-090F-4757-89F9-55BDAD1B82D9}"/>
              </a:ext>
            </a:extLst>
          </p:cNvPr>
          <p:cNvGrpSpPr>
            <a:grpSpLocks/>
          </p:cNvGrpSpPr>
          <p:nvPr/>
        </p:nvGrpSpPr>
        <p:grpSpPr bwMode="auto">
          <a:xfrm>
            <a:off x="5819775" y="5226050"/>
            <a:ext cx="3862388" cy="1390650"/>
            <a:chOff x="2706" y="3292"/>
            <a:chExt cx="2433" cy="876"/>
          </a:xfrm>
        </p:grpSpPr>
        <p:sp>
          <p:nvSpPr>
            <p:cNvPr id="26634" name="AutoShape 9">
              <a:extLst>
                <a:ext uri="{FF2B5EF4-FFF2-40B4-BE49-F238E27FC236}">
                  <a16:creationId xmlns:a16="http://schemas.microsoft.com/office/drawing/2014/main" id="{6B019504-5566-4974-9C5D-EF8D6F581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6" y="3903"/>
              <a:ext cx="603" cy="265"/>
            </a:xfrm>
            <a:prstGeom prst="curvedUpArrow">
              <a:avLst>
                <a:gd name="adj1" fmla="val 45509"/>
                <a:gd name="adj2" fmla="val 91019"/>
                <a:gd name="adj3" fmla="val 33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grpSp>
          <p:nvGrpSpPr>
            <p:cNvPr id="26635" name="Group 10">
              <a:extLst>
                <a:ext uri="{FF2B5EF4-FFF2-40B4-BE49-F238E27FC236}">
                  <a16:creationId xmlns:a16="http://schemas.microsoft.com/office/drawing/2014/main" id="{3275ED18-BD03-484E-9676-0D8708277C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2" y="3292"/>
              <a:ext cx="1737" cy="695"/>
              <a:chOff x="3109" y="3255"/>
              <a:chExt cx="1737" cy="695"/>
            </a:xfrm>
          </p:grpSpPr>
          <p:graphicFrame>
            <p:nvGraphicFramePr>
              <p:cNvPr id="26626" name="Object 11">
                <a:extLst>
                  <a:ext uri="{FF2B5EF4-FFF2-40B4-BE49-F238E27FC236}">
                    <a16:creationId xmlns:a16="http://schemas.microsoft.com/office/drawing/2014/main" id="{68E6246F-2555-405D-A040-BE3D7A51726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47" y="3314"/>
              <a:ext cx="1416" cy="5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323" name="Ecuación" r:id="rId5" imgW="2247840" imgH="850680" progId="Equation.3">
                      <p:embed/>
                    </p:oleObj>
                  </mc:Choice>
                  <mc:Fallback>
                    <p:oleObj name="Ecuación" r:id="rId5" imgW="2247840" imgH="850680" progId="Equation.3">
                      <p:embed/>
                      <p:pic>
                        <p:nvPicPr>
                          <p:cNvPr id="26626" name="Object 11">
                            <a:extLst>
                              <a:ext uri="{FF2B5EF4-FFF2-40B4-BE49-F238E27FC236}">
                                <a16:creationId xmlns:a16="http://schemas.microsoft.com/office/drawing/2014/main" id="{68E6246F-2555-405D-A040-BE3D7A51726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47" y="3314"/>
                            <a:ext cx="1416" cy="5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636" name="Rectangle 12">
                <a:extLst>
                  <a:ext uri="{FF2B5EF4-FFF2-40B4-BE49-F238E27FC236}">
                    <a16:creationId xmlns:a16="http://schemas.microsoft.com/office/drawing/2014/main" id="{653A8568-3725-4F7E-AFD7-B1F3D73AFD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09" y="3255"/>
                <a:ext cx="1737" cy="695"/>
              </a:xfrm>
              <a:prstGeom prst="rect">
                <a:avLst/>
              </a:prstGeom>
              <a:noFill/>
              <a:ln w="28575">
                <a:solidFill>
                  <a:srgbClr val="0033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s-CL" altLang="en-US"/>
              </a:p>
            </p:txBody>
          </p:sp>
        </p:grpSp>
      </p:grpSp>
      <p:pic>
        <p:nvPicPr>
          <p:cNvPr id="26633" name="Picture 13">
            <a:extLst>
              <a:ext uri="{FF2B5EF4-FFF2-40B4-BE49-F238E27FC236}">
                <a16:creationId xmlns:a16="http://schemas.microsoft.com/office/drawing/2014/main" id="{862126F2-6012-42BA-B7A7-F94779A60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0463" y="531813"/>
            <a:ext cx="4565650" cy="365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Text Box 2">
            <a:extLst>
              <a:ext uri="{FF2B5EF4-FFF2-40B4-BE49-F238E27FC236}">
                <a16:creationId xmlns:a16="http://schemas.microsoft.com/office/drawing/2014/main" id="{B5D9597B-1684-4630-B2DE-1982A4158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426" y="754064"/>
            <a:ext cx="73453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en-US" sz="2000" b="1">
                <a:solidFill>
                  <a:srgbClr val="CC0000"/>
                </a:solidFill>
              </a:rPr>
              <a:t>Campo magnético creado por una corriente rectilínea</a:t>
            </a:r>
            <a:endParaRPr lang="es-ES" altLang="en-US" sz="2000" b="1">
              <a:solidFill>
                <a:srgbClr val="CC0000"/>
              </a:solidFill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21382BA7-7209-4911-82D9-1C523979786D}"/>
              </a:ext>
            </a:extLst>
          </p:cNvPr>
          <p:cNvGrpSpPr>
            <a:grpSpLocks/>
          </p:cNvGrpSpPr>
          <p:nvPr/>
        </p:nvGrpSpPr>
        <p:grpSpPr bwMode="auto">
          <a:xfrm>
            <a:off x="2733675" y="4148138"/>
            <a:ext cx="4013200" cy="2559050"/>
            <a:chOff x="762" y="2613"/>
            <a:chExt cx="2528" cy="1612"/>
          </a:xfrm>
        </p:grpSpPr>
        <p:pic>
          <p:nvPicPr>
            <p:cNvPr id="27661" name="Picture 4" descr="F29-13b">
              <a:extLst>
                <a:ext uri="{FF2B5EF4-FFF2-40B4-BE49-F238E27FC236}">
                  <a16:creationId xmlns:a16="http://schemas.microsoft.com/office/drawing/2014/main" id="{EFFF034A-7E10-4B68-B061-B7AF744F97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" y="2613"/>
              <a:ext cx="2528" cy="1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62" name="Line 5">
              <a:extLst>
                <a:ext uri="{FF2B5EF4-FFF2-40B4-BE49-F238E27FC236}">
                  <a16:creationId xmlns:a16="http://schemas.microsoft.com/office/drawing/2014/main" id="{E089E0A7-4FCE-4AC8-8216-4E35B0A3D1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8" y="3989"/>
              <a:ext cx="2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7663" name="Text Box 6">
              <a:extLst>
                <a:ext uri="{FF2B5EF4-FFF2-40B4-BE49-F238E27FC236}">
                  <a16:creationId xmlns:a16="http://schemas.microsoft.com/office/drawing/2014/main" id="{40CEFA81-8EEA-4145-A2B2-38575CFF12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0" y="3975"/>
              <a:ext cx="4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_tradnl" altLang="en-US" sz="2000"/>
                <a:t>L</a:t>
              </a:r>
              <a:endParaRPr lang="es-ES" altLang="en-US" sz="2000"/>
            </a:p>
          </p:txBody>
        </p:sp>
      </p:grpSp>
      <p:sp>
        <p:nvSpPr>
          <p:cNvPr id="27654" name="Text Box 7">
            <a:extLst>
              <a:ext uri="{FF2B5EF4-FFF2-40B4-BE49-F238E27FC236}">
                <a16:creationId xmlns:a16="http://schemas.microsoft.com/office/drawing/2014/main" id="{FD79CF27-B6D2-4FA9-81BA-EE2C0719A617}"/>
              </a:ext>
            </a:extLst>
          </p:cNvPr>
          <p:cNvSpPr txBox="1">
            <a:spLocks noChangeArrowheads="1"/>
          </p:cNvSpPr>
          <p:nvPr/>
        </p:nvSpPr>
        <p:spPr bwMode="auto">
          <a:xfrm rot="16206223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Autores Mar Artigao Castillo, Manuel Sánchez Martínez</a:t>
            </a:r>
          </a:p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Dpto de Física Aplicada, Escuela Politécnica Superior de Albacete (UCLM)</a:t>
            </a:r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B208BFED-F197-49C1-9975-2147B59FC4AA}"/>
              </a:ext>
            </a:extLst>
          </p:cNvPr>
          <p:cNvGrpSpPr>
            <a:grpSpLocks/>
          </p:cNvGrpSpPr>
          <p:nvPr/>
        </p:nvGrpSpPr>
        <p:grpSpPr bwMode="auto">
          <a:xfrm>
            <a:off x="7038975" y="4891088"/>
            <a:ext cx="2889250" cy="1204912"/>
            <a:chOff x="3474" y="3081"/>
            <a:chExt cx="1820" cy="759"/>
          </a:xfrm>
        </p:grpSpPr>
        <p:graphicFrame>
          <p:nvGraphicFramePr>
            <p:cNvPr id="27651" name="Object 9">
              <a:extLst>
                <a:ext uri="{FF2B5EF4-FFF2-40B4-BE49-F238E27FC236}">
                  <a16:creationId xmlns:a16="http://schemas.microsoft.com/office/drawing/2014/main" id="{8DCE0894-6851-4076-A5B3-73634B4714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83" y="3223"/>
            <a:ext cx="1592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6" name="Ecuación" r:id="rId4" imgW="2527200" imgH="660240" progId="Equation.3">
                    <p:embed/>
                  </p:oleObj>
                </mc:Choice>
                <mc:Fallback>
                  <p:oleObj name="Ecuación" r:id="rId4" imgW="2527200" imgH="660240" progId="Equation.3">
                    <p:embed/>
                    <p:pic>
                      <p:nvPicPr>
                        <p:cNvPr id="27651" name="Object 9">
                          <a:extLst>
                            <a:ext uri="{FF2B5EF4-FFF2-40B4-BE49-F238E27FC236}">
                              <a16:creationId xmlns:a16="http://schemas.microsoft.com/office/drawing/2014/main" id="{8DCE0894-6851-4076-A5B3-73634B47144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3" y="3223"/>
                          <a:ext cx="1592" cy="4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0" name="Rectangle 10">
              <a:extLst>
                <a:ext uri="{FF2B5EF4-FFF2-40B4-BE49-F238E27FC236}">
                  <a16:creationId xmlns:a16="http://schemas.microsoft.com/office/drawing/2014/main" id="{E55D1B12-8493-4236-8AE8-8EB64D2A25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" y="3081"/>
              <a:ext cx="1820" cy="759"/>
            </a:xfrm>
            <a:prstGeom prst="rect">
              <a:avLst/>
            </a:prstGeom>
            <a:noFill/>
            <a:ln w="28575">
              <a:solidFill>
                <a:srgbClr val="00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</p:grpSp>
      <p:sp>
        <p:nvSpPr>
          <p:cNvPr id="27656" name="Line 11">
            <a:extLst>
              <a:ext uri="{FF2B5EF4-FFF2-40B4-BE49-F238E27FC236}">
                <a16:creationId xmlns:a16="http://schemas.microsoft.com/office/drawing/2014/main" id="{BAFE65D4-0D73-444C-BA30-55D9C909D0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3943350"/>
            <a:ext cx="14160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657" name="Text Box 12">
            <a:extLst>
              <a:ext uri="{FF2B5EF4-FFF2-40B4-BE49-F238E27FC236}">
                <a16:creationId xmlns:a16="http://schemas.microsoft.com/office/drawing/2014/main" id="{AB63822A-83F7-4686-BBDE-386DCA2D2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0" y="3994151"/>
            <a:ext cx="520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000"/>
          </a:p>
        </p:txBody>
      </p:sp>
      <p:grpSp>
        <p:nvGrpSpPr>
          <p:cNvPr id="27658" name="Group 13">
            <a:extLst>
              <a:ext uri="{FF2B5EF4-FFF2-40B4-BE49-F238E27FC236}">
                <a16:creationId xmlns:a16="http://schemas.microsoft.com/office/drawing/2014/main" id="{0F3E4277-4003-4329-AFA9-B50C951A3CD0}"/>
              </a:ext>
            </a:extLst>
          </p:cNvPr>
          <p:cNvGrpSpPr>
            <a:grpSpLocks/>
          </p:cNvGrpSpPr>
          <p:nvPr/>
        </p:nvGrpSpPr>
        <p:grpSpPr bwMode="auto">
          <a:xfrm>
            <a:off x="2489200" y="889000"/>
            <a:ext cx="5772150" cy="4065588"/>
            <a:chOff x="608" y="560"/>
            <a:chExt cx="3636" cy="2561"/>
          </a:xfrm>
        </p:grpSpPr>
        <p:pic>
          <p:nvPicPr>
            <p:cNvPr id="27659" name="Picture 14" descr="F29-13a">
              <a:extLst>
                <a:ext uri="{FF2B5EF4-FFF2-40B4-BE49-F238E27FC236}">
                  <a16:creationId xmlns:a16="http://schemas.microsoft.com/office/drawing/2014/main" id="{2B250E04-8E57-4A38-A19C-BC1D8D0998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" y="560"/>
              <a:ext cx="3636" cy="2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27650" name="Object 15">
              <a:extLst>
                <a:ext uri="{FF2B5EF4-FFF2-40B4-BE49-F238E27FC236}">
                  <a16:creationId xmlns:a16="http://schemas.microsoft.com/office/drawing/2014/main" id="{6082339A-F09E-4A3B-9233-B586CB5E91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72" y="2460"/>
            <a:ext cx="216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7" name="Ecuación" r:id="rId7" imgW="139680" imgH="228600" progId="Equation.3">
                    <p:embed/>
                  </p:oleObj>
                </mc:Choice>
                <mc:Fallback>
                  <p:oleObj name="Ecuación" r:id="rId7" imgW="139680" imgH="228600" progId="Equation.3">
                    <p:embed/>
                    <p:pic>
                      <p:nvPicPr>
                        <p:cNvPr id="27650" name="Object 15">
                          <a:extLst>
                            <a:ext uri="{FF2B5EF4-FFF2-40B4-BE49-F238E27FC236}">
                              <a16:creationId xmlns:a16="http://schemas.microsoft.com/office/drawing/2014/main" id="{6082339A-F09E-4A3B-9233-B586CB5E919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2" y="2460"/>
                          <a:ext cx="216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2">
            <a:extLst>
              <a:ext uri="{FF2B5EF4-FFF2-40B4-BE49-F238E27FC236}">
                <a16:creationId xmlns:a16="http://schemas.microsoft.com/office/drawing/2014/main" id="{9403E208-3C09-4931-8E48-5A0ACC516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1" y="638175"/>
            <a:ext cx="4600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_tradnl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Casos particulares</a:t>
            </a:r>
            <a:endParaRPr lang="es-ES" b="1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</p:txBody>
      </p:sp>
      <p:sp>
        <p:nvSpPr>
          <p:cNvPr id="78851" name="Text Box 3">
            <a:extLst>
              <a:ext uri="{FF2B5EF4-FFF2-40B4-BE49-F238E27FC236}">
                <a16:creationId xmlns:a16="http://schemas.microsoft.com/office/drawing/2014/main" id="{4A6F3C98-870C-4267-9628-BEC8C60C1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1" y="1985964"/>
            <a:ext cx="18716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_tradnl" altLang="en-US" sz="2000">
                <a:solidFill>
                  <a:srgbClr val="FF6600"/>
                </a:solidFill>
              </a:rPr>
              <a:t>En este caso</a:t>
            </a:r>
            <a:endParaRPr lang="es-ES" altLang="en-US" sz="2000">
              <a:solidFill>
                <a:srgbClr val="FF6600"/>
              </a:solidFill>
            </a:endParaRPr>
          </a:p>
        </p:txBody>
      </p:sp>
      <p:graphicFrame>
        <p:nvGraphicFramePr>
          <p:cNvPr id="78852" name="Object 4">
            <a:extLst>
              <a:ext uri="{FF2B5EF4-FFF2-40B4-BE49-F238E27FC236}">
                <a16:creationId xmlns:a16="http://schemas.microsoft.com/office/drawing/2014/main" id="{976C7457-922E-4A20-9365-E4C163A861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1263" y="1897063"/>
          <a:ext cx="27559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8" name="Ecuación" r:id="rId3" imgW="2755800" imgH="1054080" progId="Equation.3">
                  <p:embed/>
                </p:oleObj>
              </mc:Choice>
              <mc:Fallback>
                <p:oleObj name="Ecuación" r:id="rId3" imgW="2755800" imgH="1054080" progId="Equation.3">
                  <p:embed/>
                  <p:pic>
                    <p:nvPicPr>
                      <p:cNvPr id="78852" name="Object 4">
                        <a:extLst>
                          <a:ext uri="{FF2B5EF4-FFF2-40B4-BE49-F238E27FC236}">
                            <a16:creationId xmlns:a16="http://schemas.microsoft.com/office/drawing/2014/main" id="{976C7457-922E-4A20-9365-E4C163A861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1263" y="1897063"/>
                        <a:ext cx="27559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3" name="Text Box 5">
            <a:extLst>
              <a:ext uri="{FF2B5EF4-FFF2-40B4-BE49-F238E27FC236}">
                <a16:creationId xmlns:a16="http://schemas.microsoft.com/office/drawing/2014/main" id="{CD39E3A5-B7E5-4C57-BE4F-1C85DE2CB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1" y="5057776"/>
            <a:ext cx="18716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_tradnl" altLang="en-US" sz="2000">
                <a:solidFill>
                  <a:srgbClr val="FF6600"/>
                </a:solidFill>
              </a:rPr>
              <a:t>En este caso</a:t>
            </a:r>
            <a:endParaRPr lang="es-ES" altLang="en-US" sz="2000">
              <a:solidFill>
                <a:srgbClr val="FF6600"/>
              </a:solidFill>
            </a:endParaRPr>
          </a:p>
        </p:txBody>
      </p:sp>
      <p:graphicFrame>
        <p:nvGraphicFramePr>
          <p:cNvPr id="78854" name="Object 6">
            <a:extLst>
              <a:ext uri="{FF2B5EF4-FFF2-40B4-BE49-F238E27FC236}">
                <a16:creationId xmlns:a16="http://schemas.microsoft.com/office/drawing/2014/main" id="{5CF87988-9287-4B10-A20F-12D8A4F0E2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67275" y="4818063"/>
          <a:ext cx="7493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9" name="Ecuación" r:id="rId5" imgW="749160" imgH="1155600" progId="Equation.3">
                  <p:embed/>
                </p:oleObj>
              </mc:Choice>
              <mc:Fallback>
                <p:oleObj name="Ecuación" r:id="rId5" imgW="749160" imgH="1155600" progId="Equation.3">
                  <p:embed/>
                  <p:pic>
                    <p:nvPicPr>
                      <p:cNvPr id="78854" name="Object 6">
                        <a:extLst>
                          <a:ext uri="{FF2B5EF4-FFF2-40B4-BE49-F238E27FC236}">
                            <a16:creationId xmlns:a16="http://schemas.microsoft.com/office/drawing/2014/main" id="{5CF87988-9287-4B10-A20F-12D8A4F0E2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7275" y="4818063"/>
                        <a:ext cx="7493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1" name="Text Box 7">
            <a:extLst>
              <a:ext uri="{FF2B5EF4-FFF2-40B4-BE49-F238E27FC236}">
                <a16:creationId xmlns:a16="http://schemas.microsoft.com/office/drawing/2014/main" id="{E7A320BD-6B6A-4858-A321-016311669598}"/>
              </a:ext>
            </a:extLst>
          </p:cNvPr>
          <p:cNvSpPr txBox="1">
            <a:spLocks noChangeArrowheads="1"/>
          </p:cNvSpPr>
          <p:nvPr/>
        </p:nvSpPr>
        <p:spPr bwMode="auto">
          <a:xfrm rot="16206223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Autores Mar Artigao Castillo, Manuel Sánchez Martínez</a:t>
            </a:r>
          </a:p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Dpto de Física Aplicada, Escuela Politécnica Superior de Albacete (UCLM)</a:t>
            </a:r>
          </a:p>
        </p:txBody>
      </p:sp>
      <p:pic>
        <p:nvPicPr>
          <p:cNvPr id="28682" name="Picture 8" descr="a046">
            <a:extLst>
              <a:ext uri="{FF2B5EF4-FFF2-40B4-BE49-F238E27FC236}">
                <a16:creationId xmlns:a16="http://schemas.microsoft.com/office/drawing/2014/main" id="{397DE82D-F824-4682-A750-19B63BDD3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789" y="776289"/>
            <a:ext cx="33115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9">
            <a:extLst>
              <a:ext uri="{FF2B5EF4-FFF2-40B4-BE49-F238E27FC236}">
                <a16:creationId xmlns:a16="http://schemas.microsoft.com/office/drawing/2014/main" id="{3000442D-4EF6-47B7-8873-5B8874233A5E}"/>
              </a:ext>
            </a:extLst>
          </p:cNvPr>
          <p:cNvGrpSpPr>
            <a:grpSpLocks/>
          </p:cNvGrpSpPr>
          <p:nvPr/>
        </p:nvGrpSpPr>
        <p:grpSpPr bwMode="auto">
          <a:xfrm>
            <a:off x="2473325" y="1362076"/>
            <a:ext cx="6540500" cy="396875"/>
            <a:chOff x="598" y="858"/>
            <a:chExt cx="4120" cy="250"/>
          </a:xfrm>
        </p:grpSpPr>
        <p:sp>
          <p:nvSpPr>
            <p:cNvPr id="28691" name="Text Box 10">
              <a:extLst>
                <a:ext uri="{FF2B5EF4-FFF2-40B4-BE49-F238E27FC236}">
                  <a16:creationId xmlns:a16="http://schemas.microsoft.com/office/drawing/2014/main" id="{83D7D4E7-FD33-44E8-B33A-674B1E37D5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" y="858"/>
              <a:ext cx="407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_tradnl" altLang="en-US" sz="2000" b="1" i="1">
                  <a:solidFill>
                    <a:srgbClr val="336600"/>
                  </a:solidFill>
                </a:rPr>
                <a:t>Campo magnético en un punto de la mediatriz</a:t>
              </a:r>
              <a:endParaRPr lang="es-ES" altLang="en-US" sz="2000" b="1" i="1">
                <a:solidFill>
                  <a:srgbClr val="336600"/>
                </a:solidFill>
              </a:endParaRPr>
            </a:p>
          </p:txBody>
        </p:sp>
        <p:pic>
          <p:nvPicPr>
            <p:cNvPr id="28692" name="Picture 11" descr="bgred02">
              <a:extLst>
                <a:ext uri="{FF2B5EF4-FFF2-40B4-BE49-F238E27FC236}">
                  <a16:creationId xmlns:a16="http://schemas.microsoft.com/office/drawing/2014/main" id="{C83A4E17-5FC6-4866-9927-8780843381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" y="929"/>
              <a:ext cx="86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Group 12">
            <a:extLst>
              <a:ext uri="{FF2B5EF4-FFF2-40B4-BE49-F238E27FC236}">
                <a16:creationId xmlns:a16="http://schemas.microsoft.com/office/drawing/2014/main" id="{31C2AC5D-5FA4-4461-B97A-D47F0DEBFCA3}"/>
              </a:ext>
            </a:extLst>
          </p:cNvPr>
          <p:cNvGrpSpPr>
            <a:grpSpLocks/>
          </p:cNvGrpSpPr>
          <p:nvPr/>
        </p:nvGrpSpPr>
        <p:grpSpPr bwMode="auto">
          <a:xfrm>
            <a:off x="4862514" y="3076575"/>
            <a:ext cx="2365375" cy="1176338"/>
            <a:chOff x="2103" y="1938"/>
            <a:chExt cx="1490" cy="741"/>
          </a:xfrm>
        </p:grpSpPr>
        <p:graphicFrame>
          <p:nvGraphicFramePr>
            <p:cNvPr id="28677" name="Object 13">
              <a:extLst>
                <a:ext uri="{FF2B5EF4-FFF2-40B4-BE49-F238E27FC236}">
                  <a16:creationId xmlns:a16="http://schemas.microsoft.com/office/drawing/2014/main" id="{A33318D5-A429-4BCF-ADD7-8A2CB210A3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0" y="2016"/>
            <a:ext cx="1144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0" name="Ecuación" r:id="rId9" imgW="1815840" imgH="952200" progId="Equation.3">
                    <p:embed/>
                  </p:oleObj>
                </mc:Choice>
                <mc:Fallback>
                  <p:oleObj name="Ecuación" r:id="rId9" imgW="1815840" imgH="952200" progId="Equation.3">
                    <p:embed/>
                    <p:pic>
                      <p:nvPicPr>
                        <p:cNvPr id="28677" name="Object 13">
                          <a:extLst>
                            <a:ext uri="{FF2B5EF4-FFF2-40B4-BE49-F238E27FC236}">
                              <a16:creationId xmlns:a16="http://schemas.microsoft.com/office/drawing/2014/main" id="{A33318D5-A429-4BCF-ADD7-8A2CB210A3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0" y="2016"/>
                          <a:ext cx="1144" cy="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0" name="Rectangle 14">
              <a:extLst>
                <a:ext uri="{FF2B5EF4-FFF2-40B4-BE49-F238E27FC236}">
                  <a16:creationId xmlns:a16="http://schemas.microsoft.com/office/drawing/2014/main" id="{B0287608-87D7-47A4-8D2A-A29475391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1938"/>
              <a:ext cx="1490" cy="741"/>
            </a:xfrm>
            <a:prstGeom prst="rect">
              <a:avLst/>
            </a:prstGeom>
            <a:noFill/>
            <a:ln w="28575">
              <a:solidFill>
                <a:srgbClr val="00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3EFADBE7-6DBC-4133-BE0E-40ED9C90380D}"/>
              </a:ext>
            </a:extLst>
          </p:cNvPr>
          <p:cNvGrpSpPr>
            <a:grpSpLocks/>
          </p:cNvGrpSpPr>
          <p:nvPr/>
        </p:nvGrpSpPr>
        <p:grpSpPr bwMode="auto">
          <a:xfrm>
            <a:off x="2473325" y="4413251"/>
            <a:ext cx="7646988" cy="396875"/>
            <a:chOff x="598" y="2780"/>
            <a:chExt cx="4817" cy="250"/>
          </a:xfrm>
        </p:grpSpPr>
        <p:sp>
          <p:nvSpPr>
            <p:cNvPr id="28688" name="Text Box 16">
              <a:extLst>
                <a:ext uri="{FF2B5EF4-FFF2-40B4-BE49-F238E27FC236}">
                  <a16:creationId xmlns:a16="http://schemas.microsoft.com/office/drawing/2014/main" id="{6A8E5A02-C446-4FD9-90C2-6AFF9D0F44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" y="2780"/>
              <a:ext cx="477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_tradnl" altLang="en-US" sz="2000" b="1" i="1">
                  <a:solidFill>
                    <a:srgbClr val="336600"/>
                  </a:solidFill>
                </a:rPr>
                <a:t>Campo magnético creado por una corriente infinita</a:t>
              </a:r>
              <a:endParaRPr lang="es-ES" altLang="en-US" sz="2000" b="1" i="1">
                <a:solidFill>
                  <a:srgbClr val="336600"/>
                </a:solidFill>
              </a:endParaRPr>
            </a:p>
          </p:txBody>
        </p:sp>
        <p:pic>
          <p:nvPicPr>
            <p:cNvPr id="28689" name="Picture 17" descr="bgred02">
              <a:extLst>
                <a:ext uri="{FF2B5EF4-FFF2-40B4-BE49-F238E27FC236}">
                  <a16:creationId xmlns:a16="http://schemas.microsoft.com/office/drawing/2014/main" id="{57688257-BC35-47D6-BA10-3A67B25A6F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" y="2853"/>
              <a:ext cx="86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" name="Group 18">
            <a:extLst>
              <a:ext uri="{FF2B5EF4-FFF2-40B4-BE49-F238E27FC236}">
                <a16:creationId xmlns:a16="http://schemas.microsoft.com/office/drawing/2014/main" id="{675F68B2-1E3A-4918-BD12-45471BADC212}"/>
              </a:ext>
            </a:extLst>
          </p:cNvPr>
          <p:cNvGrpSpPr>
            <a:grpSpLocks/>
          </p:cNvGrpSpPr>
          <p:nvPr/>
        </p:nvGrpSpPr>
        <p:grpSpPr bwMode="auto">
          <a:xfrm>
            <a:off x="7170738" y="5283201"/>
            <a:ext cx="1566862" cy="885825"/>
            <a:chOff x="3557" y="3328"/>
            <a:chExt cx="987" cy="558"/>
          </a:xfrm>
        </p:grpSpPr>
        <p:graphicFrame>
          <p:nvGraphicFramePr>
            <p:cNvPr id="28676" name="Object 19">
              <a:extLst>
                <a:ext uri="{FF2B5EF4-FFF2-40B4-BE49-F238E27FC236}">
                  <a16:creationId xmlns:a16="http://schemas.microsoft.com/office/drawing/2014/main" id="{F8F84334-4D06-49EA-9848-0605D7CD97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38" y="3393"/>
            <a:ext cx="792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1" name="Ecuación" r:id="rId11" imgW="1257120" imgH="660240" progId="Equation.3">
                    <p:embed/>
                  </p:oleObj>
                </mc:Choice>
                <mc:Fallback>
                  <p:oleObj name="Ecuación" r:id="rId11" imgW="1257120" imgH="660240" progId="Equation.3">
                    <p:embed/>
                    <p:pic>
                      <p:nvPicPr>
                        <p:cNvPr id="28676" name="Object 19">
                          <a:extLst>
                            <a:ext uri="{FF2B5EF4-FFF2-40B4-BE49-F238E27FC236}">
                              <a16:creationId xmlns:a16="http://schemas.microsoft.com/office/drawing/2014/main" id="{F8F84334-4D06-49EA-9848-0605D7CD978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8" y="3393"/>
                          <a:ext cx="792" cy="4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7" name="Rectangle 20">
              <a:extLst>
                <a:ext uri="{FF2B5EF4-FFF2-40B4-BE49-F238E27FC236}">
                  <a16:creationId xmlns:a16="http://schemas.microsoft.com/office/drawing/2014/main" id="{054EE015-77F8-4DD2-85C3-2B6BFE18A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7" y="3328"/>
              <a:ext cx="987" cy="558"/>
            </a:xfrm>
            <a:prstGeom prst="rect">
              <a:avLst/>
            </a:prstGeom>
            <a:noFill/>
            <a:ln w="28575">
              <a:solidFill>
                <a:srgbClr val="00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88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88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autoUpdateAnimBg="0"/>
      <p:bldP spid="78853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2">
            <a:extLst>
              <a:ext uri="{FF2B5EF4-FFF2-40B4-BE49-F238E27FC236}">
                <a16:creationId xmlns:a16="http://schemas.microsoft.com/office/drawing/2014/main" id="{27E34FB7-C141-4322-9E1F-5A093004B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6939" y="501650"/>
            <a:ext cx="81867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s-ES_tradnl" b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Cálculo de campos magnéticos debidos a segmentos semiinfinitos</a:t>
            </a:r>
            <a:endParaRPr lang="es-ES" b="1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52A8BF6F-4423-4991-900A-FD98C3BA0176}"/>
              </a:ext>
            </a:extLst>
          </p:cNvPr>
          <p:cNvGrpSpPr>
            <a:grpSpLocks/>
          </p:cNvGrpSpPr>
          <p:nvPr/>
        </p:nvGrpSpPr>
        <p:grpSpPr bwMode="auto">
          <a:xfrm>
            <a:off x="3292476" y="1050925"/>
            <a:ext cx="5280025" cy="660400"/>
            <a:chOff x="1114" y="662"/>
            <a:chExt cx="3326" cy="416"/>
          </a:xfrm>
        </p:grpSpPr>
        <p:sp>
          <p:nvSpPr>
            <p:cNvPr id="29743" name="Text Box 4">
              <a:extLst>
                <a:ext uri="{FF2B5EF4-FFF2-40B4-BE49-F238E27FC236}">
                  <a16:creationId xmlns:a16="http://schemas.microsoft.com/office/drawing/2014/main" id="{AF01F008-454B-4278-ABA6-02615D233E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" y="728"/>
              <a:ext cx="176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_tradnl" altLang="en-US" sz="2000" b="1">
                  <a:solidFill>
                    <a:schemeClr val="folHlink"/>
                  </a:solidFill>
                </a:rPr>
                <a:t>Expresión general</a:t>
              </a:r>
              <a:endParaRPr lang="es-ES" altLang="en-US" sz="2000" b="1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29704" name="Object 5">
              <a:extLst>
                <a:ext uri="{FF2B5EF4-FFF2-40B4-BE49-F238E27FC236}">
                  <a16:creationId xmlns:a16="http://schemas.microsoft.com/office/drawing/2014/main" id="{ED25948E-D6B2-42C3-9FB5-44244F1FB6A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48" y="662"/>
            <a:ext cx="1592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4" name="Ecuación" r:id="rId3" imgW="2527200" imgH="660240" progId="Equation.3">
                    <p:embed/>
                  </p:oleObj>
                </mc:Choice>
                <mc:Fallback>
                  <p:oleObj name="Ecuación" r:id="rId3" imgW="2527200" imgH="660240" progId="Equation.3">
                    <p:embed/>
                    <p:pic>
                      <p:nvPicPr>
                        <p:cNvPr id="29704" name="Object 5">
                          <a:extLst>
                            <a:ext uri="{FF2B5EF4-FFF2-40B4-BE49-F238E27FC236}">
                              <a16:creationId xmlns:a16="http://schemas.microsoft.com/office/drawing/2014/main" id="{ED25948E-D6B2-42C3-9FB5-44244F1FB6A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8" y="662"/>
                          <a:ext cx="1592" cy="4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707" name="Text Box 6">
            <a:extLst>
              <a:ext uri="{FF2B5EF4-FFF2-40B4-BE49-F238E27FC236}">
                <a16:creationId xmlns:a16="http://schemas.microsoft.com/office/drawing/2014/main" id="{CDFD8333-FAB2-4182-9817-DFAA6B480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9" y="3511551"/>
            <a:ext cx="3952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_tradnl" altLang="en-US" sz="1800">
                <a:solidFill>
                  <a:srgbClr val="FF0066"/>
                </a:solidFill>
                <a:latin typeface="Times New Roman" panose="02020603050405020304" pitchFamily="18" charset="0"/>
              </a:rPr>
              <a:t>I</a:t>
            </a:r>
            <a:endParaRPr lang="es-ES" altLang="en-US" sz="1800">
              <a:solidFill>
                <a:srgbClr val="FF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879" name="Text Box 7">
            <a:extLst>
              <a:ext uri="{FF2B5EF4-FFF2-40B4-BE49-F238E27FC236}">
                <a16:creationId xmlns:a16="http://schemas.microsoft.com/office/drawing/2014/main" id="{0D564AB2-604D-4F3E-95E1-B0FFE3667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4789" y="1854201"/>
            <a:ext cx="10874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_tradnl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Caso </a:t>
            </a:r>
            <a:r>
              <a:rPr lang="es-ES_tradnl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endParaRPr lang="es-ES" sz="200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pic>
        <p:nvPicPr>
          <p:cNvPr id="29709" name="Picture 8">
            <a:extLst>
              <a:ext uri="{FF2B5EF4-FFF2-40B4-BE49-F238E27FC236}">
                <a16:creationId xmlns:a16="http://schemas.microsoft.com/office/drawing/2014/main" id="{1BE36595-B336-4820-9D23-776BCA0EF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151" y="3300413"/>
            <a:ext cx="3101975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10" name="Oval 9">
            <a:extLst>
              <a:ext uri="{FF2B5EF4-FFF2-40B4-BE49-F238E27FC236}">
                <a16:creationId xmlns:a16="http://schemas.microsoft.com/office/drawing/2014/main" id="{1FDC0DDA-19E3-4C19-94EB-97E14DF22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9863" y="2124075"/>
            <a:ext cx="88900" cy="88900"/>
          </a:xfrm>
          <a:prstGeom prst="ellipse">
            <a:avLst/>
          </a:prstGeom>
          <a:solidFill>
            <a:srgbClr val="BF430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CL" altLang="en-US"/>
          </a:p>
        </p:txBody>
      </p:sp>
      <p:sp>
        <p:nvSpPr>
          <p:cNvPr id="29711" name="Line 10">
            <a:extLst>
              <a:ext uri="{FF2B5EF4-FFF2-40B4-BE49-F238E27FC236}">
                <a16:creationId xmlns:a16="http://schemas.microsoft.com/office/drawing/2014/main" id="{3B890B54-89DA-47C5-A2D5-6593E0C64E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7488" y="2190751"/>
            <a:ext cx="0" cy="1114425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12" name="Line 11">
            <a:extLst>
              <a:ext uri="{FF2B5EF4-FFF2-40B4-BE49-F238E27FC236}">
                <a16:creationId xmlns:a16="http://schemas.microsoft.com/office/drawing/2014/main" id="{50BCF0F6-9F61-4393-A8C2-AEF3DAEEF0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84501" y="2181225"/>
            <a:ext cx="1038225" cy="1123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13" name="Arc 12">
            <a:extLst>
              <a:ext uri="{FF2B5EF4-FFF2-40B4-BE49-F238E27FC236}">
                <a16:creationId xmlns:a16="http://schemas.microsoft.com/office/drawing/2014/main" id="{5977F910-0BB7-4CB9-9B54-0D70D6F921A6}"/>
              </a:ext>
            </a:extLst>
          </p:cNvPr>
          <p:cNvSpPr>
            <a:spLocks/>
          </p:cNvSpPr>
          <p:nvPr/>
        </p:nvSpPr>
        <p:spPr bwMode="auto">
          <a:xfrm flipH="1" flipV="1">
            <a:off x="3884614" y="2320925"/>
            <a:ext cx="142875" cy="88900"/>
          </a:xfrm>
          <a:custGeom>
            <a:avLst/>
            <a:gdLst>
              <a:gd name="T0" fmla="*/ 0 w 21600"/>
              <a:gd name="T1" fmla="*/ 0 h 21600"/>
              <a:gd name="T2" fmla="*/ 142875 w 21600"/>
              <a:gd name="T3" fmla="*/ 88900 h 21600"/>
              <a:gd name="T4" fmla="*/ 0 w 21600"/>
              <a:gd name="T5" fmla="*/ 8890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CL" altLang="en-US"/>
          </a:p>
        </p:txBody>
      </p:sp>
      <p:sp>
        <p:nvSpPr>
          <p:cNvPr id="29714" name="Line 13">
            <a:extLst>
              <a:ext uri="{FF2B5EF4-FFF2-40B4-BE49-F238E27FC236}">
                <a16:creationId xmlns:a16="http://schemas.microsoft.com/office/drawing/2014/main" id="{DAC3AD99-1BFD-4858-8940-768C7E3EE3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7488" y="2176463"/>
            <a:ext cx="1200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15" name="Line 14">
            <a:extLst>
              <a:ext uri="{FF2B5EF4-FFF2-40B4-BE49-F238E27FC236}">
                <a16:creationId xmlns:a16="http://schemas.microsoft.com/office/drawing/2014/main" id="{ABEE28CD-B4B4-4E2F-BD81-80A6E6AE97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2763" y="3490913"/>
            <a:ext cx="9144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16" name="Text Box 15">
            <a:extLst>
              <a:ext uri="{FF2B5EF4-FFF2-40B4-BE49-F238E27FC236}">
                <a16:creationId xmlns:a16="http://schemas.microsoft.com/office/drawing/2014/main" id="{52FD15E8-C8DB-442C-8A43-3C6D67162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1" y="2324100"/>
            <a:ext cx="481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1600">
                <a:sym typeface="Symbol" panose="05050102010706020507" pitchFamily="18" charset="2"/>
              </a:rPr>
              <a:t></a:t>
            </a:r>
            <a:r>
              <a:rPr lang="es-ES_tradnl" altLang="en-US" sz="1600" baseline="-25000">
                <a:sym typeface="Symbol" panose="05050102010706020507" pitchFamily="18" charset="2"/>
              </a:rPr>
              <a:t>2</a:t>
            </a:r>
            <a:endParaRPr lang="es-ES" altLang="en-US" sz="1600" baseline="-25000"/>
          </a:p>
        </p:txBody>
      </p:sp>
      <p:sp>
        <p:nvSpPr>
          <p:cNvPr id="29717" name="Line 16">
            <a:extLst>
              <a:ext uri="{FF2B5EF4-FFF2-40B4-BE49-F238E27FC236}">
                <a16:creationId xmlns:a16="http://schemas.microsoft.com/office/drawing/2014/main" id="{C7F13EB4-882D-4D01-80E8-B00080CD4CE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2250" y="2305050"/>
            <a:ext cx="171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18" name="Line 17">
            <a:extLst>
              <a:ext uri="{FF2B5EF4-FFF2-40B4-BE49-F238E27FC236}">
                <a16:creationId xmlns:a16="http://schemas.microsoft.com/office/drawing/2014/main" id="{3173B6B1-E455-4169-8769-829A80AB4F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03700" y="2171700"/>
            <a:ext cx="0" cy="133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79890" name="Object 18">
            <a:extLst>
              <a:ext uri="{FF2B5EF4-FFF2-40B4-BE49-F238E27FC236}">
                <a16:creationId xmlns:a16="http://schemas.microsoft.com/office/drawing/2014/main" id="{965C9FDA-6DFC-48E7-8DDC-09DD627A7D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4863" y="3784600"/>
          <a:ext cx="1816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5" name="Ecuación" r:id="rId6" imgW="1815840" imgH="596880" progId="Equation.3">
                  <p:embed/>
                </p:oleObj>
              </mc:Choice>
              <mc:Fallback>
                <p:oleObj name="Ecuación" r:id="rId6" imgW="1815840" imgH="596880" progId="Equation.3">
                  <p:embed/>
                  <p:pic>
                    <p:nvPicPr>
                      <p:cNvPr id="79890" name="Object 18">
                        <a:extLst>
                          <a:ext uri="{FF2B5EF4-FFF2-40B4-BE49-F238E27FC236}">
                            <a16:creationId xmlns:a16="http://schemas.microsoft.com/office/drawing/2014/main" id="{965C9FDA-6DFC-48E7-8DDC-09DD627A7D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4863" y="3784600"/>
                        <a:ext cx="18161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9" name="Text Box 19">
            <a:extLst>
              <a:ext uri="{FF2B5EF4-FFF2-40B4-BE49-F238E27FC236}">
                <a16:creationId xmlns:a16="http://schemas.microsoft.com/office/drawing/2014/main" id="{3206B302-AEC5-43F7-AD3D-B28B83891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0464" y="3429001"/>
            <a:ext cx="3952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_tradnl" altLang="en-US" sz="1800">
                <a:solidFill>
                  <a:srgbClr val="FF0066"/>
                </a:solidFill>
                <a:latin typeface="Times New Roman" panose="02020603050405020304" pitchFamily="18" charset="0"/>
              </a:rPr>
              <a:t>I</a:t>
            </a:r>
            <a:endParaRPr lang="es-ES" altLang="en-US" sz="1800">
              <a:solidFill>
                <a:srgbClr val="FF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892" name="Text Box 20">
            <a:extLst>
              <a:ext uri="{FF2B5EF4-FFF2-40B4-BE49-F238E27FC236}">
                <a16:creationId xmlns:a16="http://schemas.microsoft.com/office/drawing/2014/main" id="{CA03FFF5-59D6-4FC0-B86F-702007F06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5200" y="1854201"/>
            <a:ext cx="1087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_tradnl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Caso </a:t>
            </a:r>
            <a:r>
              <a:rPr lang="es-ES_tradnl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II</a:t>
            </a:r>
            <a:endParaRPr lang="es-ES" sz="200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pic>
        <p:nvPicPr>
          <p:cNvPr id="29721" name="Picture 21">
            <a:extLst>
              <a:ext uri="{FF2B5EF4-FFF2-40B4-BE49-F238E27FC236}">
                <a16:creationId xmlns:a16="http://schemas.microsoft.com/office/drawing/2014/main" id="{C1E6A953-DA79-4CA0-86A3-1CEE8C7C6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339" y="3221038"/>
            <a:ext cx="3101975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22" name="Oval 22">
            <a:extLst>
              <a:ext uri="{FF2B5EF4-FFF2-40B4-BE49-F238E27FC236}">
                <a16:creationId xmlns:a16="http://schemas.microsoft.com/office/drawing/2014/main" id="{976DF5DF-CFA8-41D0-983C-F9A3E1A89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238" y="2062163"/>
            <a:ext cx="88900" cy="88900"/>
          </a:xfrm>
          <a:prstGeom prst="ellipse">
            <a:avLst/>
          </a:prstGeom>
          <a:solidFill>
            <a:srgbClr val="BF430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CL" altLang="en-US"/>
          </a:p>
        </p:txBody>
      </p:sp>
      <p:sp>
        <p:nvSpPr>
          <p:cNvPr id="29723" name="Line 23">
            <a:extLst>
              <a:ext uri="{FF2B5EF4-FFF2-40B4-BE49-F238E27FC236}">
                <a16:creationId xmlns:a16="http://schemas.microsoft.com/office/drawing/2014/main" id="{8F811476-9EAA-43C8-8F1B-F9A69D671AF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1863" y="2128839"/>
            <a:ext cx="0" cy="1114425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24" name="Line 24">
            <a:extLst>
              <a:ext uri="{FF2B5EF4-FFF2-40B4-BE49-F238E27FC236}">
                <a16:creationId xmlns:a16="http://schemas.microsoft.com/office/drawing/2014/main" id="{58642FFB-AA42-4FB1-A08E-A39D566548F2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1863" y="2114550"/>
            <a:ext cx="1200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25" name="Line 25">
            <a:extLst>
              <a:ext uri="{FF2B5EF4-FFF2-40B4-BE49-F238E27FC236}">
                <a16:creationId xmlns:a16="http://schemas.microsoft.com/office/drawing/2014/main" id="{DD35D6FC-FBFC-4887-A297-5CCD8B4D4BBD}"/>
              </a:ext>
            </a:extLst>
          </p:cNvPr>
          <p:cNvSpPr>
            <a:spLocks noChangeShapeType="1"/>
          </p:cNvSpPr>
          <p:nvPr/>
        </p:nvSpPr>
        <p:spPr bwMode="auto">
          <a:xfrm>
            <a:off x="8401050" y="3409950"/>
            <a:ext cx="9144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26" name="Text Box 26">
            <a:extLst>
              <a:ext uri="{FF2B5EF4-FFF2-40B4-BE49-F238E27FC236}">
                <a16:creationId xmlns:a16="http://schemas.microsoft.com/office/drawing/2014/main" id="{42DE71AD-6373-498A-8105-C34E47953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2825" y="2557463"/>
            <a:ext cx="11001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1600">
                <a:sym typeface="Symbol" panose="05050102010706020507" pitchFamily="18" charset="2"/>
              </a:rPr>
              <a:t></a:t>
            </a:r>
            <a:r>
              <a:rPr lang="es-ES_tradnl" altLang="en-US" sz="1600" baseline="-25000">
                <a:sym typeface="Symbol" panose="05050102010706020507" pitchFamily="18" charset="2"/>
              </a:rPr>
              <a:t>2</a:t>
            </a:r>
            <a:r>
              <a:rPr lang="es-ES_tradnl" altLang="en-US" sz="1600">
                <a:sym typeface="Symbol" panose="05050102010706020507" pitchFamily="18" charset="2"/>
              </a:rPr>
              <a:t>= 0</a:t>
            </a:r>
            <a:endParaRPr lang="es-ES" altLang="en-US" sz="1600"/>
          </a:p>
        </p:txBody>
      </p:sp>
      <p:sp>
        <p:nvSpPr>
          <p:cNvPr id="29727" name="Line 27">
            <a:extLst>
              <a:ext uri="{FF2B5EF4-FFF2-40B4-BE49-F238E27FC236}">
                <a16:creationId xmlns:a16="http://schemas.microsoft.com/office/drawing/2014/main" id="{9C398E4C-4CD2-460E-A8DD-36606E591A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6625" y="2243138"/>
            <a:ext cx="171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28" name="Line 28">
            <a:extLst>
              <a:ext uri="{FF2B5EF4-FFF2-40B4-BE49-F238E27FC236}">
                <a16:creationId xmlns:a16="http://schemas.microsoft.com/office/drawing/2014/main" id="{3F7BCB8D-A3EE-4352-9DD9-4FA2EEB956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58075" y="2109788"/>
            <a:ext cx="0" cy="133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79901" name="Object 29">
            <a:extLst>
              <a:ext uri="{FF2B5EF4-FFF2-40B4-BE49-F238E27FC236}">
                <a16:creationId xmlns:a16="http://schemas.microsoft.com/office/drawing/2014/main" id="{6AA6EAD3-E1F6-4C7C-B7AB-10CFF4B357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4750" y="3784600"/>
          <a:ext cx="2222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6" name="Ecuación" r:id="rId8" imgW="2222280" imgH="736560" progId="Equation.3">
                  <p:embed/>
                </p:oleObj>
              </mc:Choice>
              <mc:Fallback>
                <p:oleObj name="Ecuación" r:id="rId8" imgW="2222280" imgH="736560" progId="Equation.3">
                  <p:embed/>
                  <p:pic>
                    <p:nvPicPr>
                      <p:cNvPr id="79901" name="Object 29">
                        <a:extLst>
                          <a:ext uri="{FF2B5EF4-FFF2-40B4-BE49-F238E27FC236}">
                            <a16:creationId xmlns:a16="http://schemas.microsoft.com/office/drawing/2014/main" id="{6AA6EAD3-E1F6-4C7C-B7AB-10CFF4B357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3784600"/>
                        <a:ext cx="22225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02" name="Object 30">
            <a:extLst>
              <a:ext uri="{FF2B5EF4-FFF2-40B4-BE49-F238E27FC236}">
                <a16:creationId xmlns:a16="http://schemas.microsoft.com/office/drawing/2014/main" id="{8953686C-51C0-4BD7-B4DF-2A106B0D3D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45400" y="4918075"/>
          <a:ext cx="1816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7" name="Ecuación" r:id="rId10" imgW="1815840" imgH="596880" progId="Equation.3">
                  <p:embed/>
                </p:oleObj>
              </mc:Choice>
              <mc:Fallback>
                <p:oleObj name="Ecuación" r:id="rId10" imgW="1815840" imgH="596880" progId="Equation.3">
                  <p:embed/>
                  <p:pic>
                    <p:nvPicPr>
                      <p:cNvPr id="79902" name="Object 30">
                        <a:extLst>
                          <a:ext uri="{FF2B5EF4-FFF2-40B4-BE49-F238E27FC236}">
                            <a16:creationId xmlns:a16="http://schemas.microsoft.com/office/drawing/2014/main" id="{8953686C-51C0-4BD7-B4DF-2A106B0D3D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5400" y="4918075"/>
                        <a:ext cx="18161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03" name="Text Box 31">
            <a:extLst>
              <a:ext uri="{FF2B5EF4-FFF2-40B4-BE49-F238E27FC236}">
                <a16:creationId xmlns:a16="http://schemas.microsoft.com/office/drawing/2014/main" id="{77898C26-8305-4277-A959-0C862A1D4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0675" y="4041776"/>
            <a:ext cx="1327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_tradnl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Caso </a:t>
            </a:r>
            <a:r>
              <a:rPr lang="es-ES_tradnl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III</a:t>
            </a:r>
            <a:endParaRPr lang="es-ES" sz="200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pic>
        <p:nvPicPr>
          <p:cNvPr id="29730" name="Picture 32">
            <a:extLst>
              <a:ext uri="{FF2B5EF4-FFF2-40B4-BE49-F238E27FC236}">
                <a16:creationId xmlns:a16="http://schemas.microsoft.com/office/drawing/2014/main" id="{440A307C-C2C7-4F8B-9F71-A618DEAC3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601" y="5845175"/>
            <a:ext cx="3101975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31" name="Oval 33">
            <a:extLst>
              <a:ext uri="{FF2B5EF4-FFF2-40B4-BE49-F238E27FC236}">
                <a16:creationId xmlns:a16="http://schemas.microsoft.com/office/drawing/2014/main" id="{48EE180F-DC41-4AAA-9E6B-6A010B6D6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3013" y="4560888"/>
            <a:ext cx="88900" cy="88900"/>
          </a:xfrm>
          <a:prstGeom prst="ellipse">
            <a:avLst/>
          </a:prstGeom>
          <a:solidFill>
            <a:srgbClr val="BF430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CL" altLang="en-US"/>
          </a:p>
        </p:txBody>
      </p:sp>
      <p:sp>
        <p:nvSpPr>
          <p:cNvPr id="29732" name="Line 34">
            <a:extLst>
              <a:ext uri="{FF2B5EF4-FFF2-40B4-BE49-F238E27FC236}">
                <a16:creationId xmlns:a16="http://schemas.microsoft.com/office/drawing/2014/main" id="{C86A481D-5B8D-4957-9270-C7EF93C198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6988" y="4659314"/>
            <a:ext cx="0" cy="1235075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33" name="Line 35">
            <a:extLst>
              <a:ext uri="{FF2B5EF4-FFF2-40B4-BE49-F238E27FC236}">
                <a16:creationId xmlns:a16="http://schemas.microsoft.com/office/drawing/2014/main" id="{D2EA5D9C-EE09-4FC6-9D43-88D5DE9517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8576" y="4630738"/>
            <a:ext cx="720725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34" name="Line 36">
            <a:extLst>
              <a:ext uri="{FF2B5EF4-FFF2-40B4-BE49-F238E27FC236}">
                <a16:creationId xmlns:a16="http://schemas.microsoft.com/office/drawing/2014/main" id="{20C5151E-40EC-4030-8D27-DD0F824C503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6038" y="4619625"/>
            <a:ext cx="1200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35" name="Line 37">
            <a:extLst>
              <a:ext uri="{FF2B5EF4-FFF2-40B4-BE49-F238E27FC236}">
                <a16:creationId xmlns:a16="http://schemas.microsoft.com/office/drawing/2014/main" id="{A3078E2E-894E-4284-92C6-3B4BB3FA941C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1213" y="6035675"/>
            <a:ext cx="9144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36" name="Text Box 38">
            <a:extLst>
              <a:ext uri="{FF2B5EF4-FFF2-40B4-BE49-F238E27FC236}">
                <a16:creationId xmlns:a16="http://schemas.microsoft.com/office/drawing/2014/main" id="{4E9C0DA5-61E8-4F37-AEA4-2F67302C4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4589" y="6076951"/>
            <a:ext cx="3952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_tradnl" altLang="en-US" sz="1800">
                <a:solidFill>
                  <a:srgbClr val="FF0066"/>
                </a:solidFill>
                <a:latin typeface="Times New Roman" panose="02020603050405020304" pitchFamily="18" charset="0"/>
              </a:rPr>
              <a:t>I</a:t>
            </a:r>
            <a:endParaRPr lang="es-ES" altLang="en-US" sz="1800">
              <a:solidFill>
                <a:srgbClr val="FF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37" name="Text Box 39">
            <a:extLst>
              <a:ext uri="{FF2B5EF4-FFF2-40B4-BE49-F238E27FC236}">
                <a16:creationId xmlns:a16="http://schemas.microsoft.com/office/drawing/2014/main" id="{26D2AC43-1804-41A1-B943-FB58C6D51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7301" y="4862513"/>
            <a:ext cx="481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1600">
                <a:sym typeface="Symbol" panose="05050102010706020507" pitchFamily="18" charset="2"/>
              </a:rPr>
              <a:t></a:t>
            </a:r>
            <a:r>
              <a:rPr lang="es-ES_tradnl" altLang="en-US" sz="1600" baseline="-25000">
                <a:sym typeface="Symbol" panose="05050102010706020507" pitchFamily="18" charset="2"/>
              </a:rPr>
              <a:t>2</a:t>
            </a:r>
            <a:endParaRPr lang="es-ES" altLang="en-US" sz="1600" baseline="-25000"/>
          </a:p>
        </p:txBody>
      </p:sp>
      <p:sp>
        <p:nvSpPr>
          <p:cNvPr id="29738" name="Line 40">
            <a:extLst>
              <a:ext uri="{FF2B5EF4-FFF2-40B4-BE49-F238E27FC236}">
                <a16:creationId xmlns:a16="http://schemas.microsoft.com/office/drawing/2014/main" id="{467582F7-436B-4675-8852-C63B5197E4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4300" y="4760913"/>
            <a:ext cx="171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39" name="Line 41">
            <a:extLst>
              <a:ext uri="{FF2B5EF4-FFF2-40B4-BE49-F238E27FC236}">
                <a16:creationId xmlns:a16="http://schemas.microsoft.com/office/drawing/2014/main" id="{DDA447C6-0CEF-4067-95FD-619DCA43A2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65750" y="4614863"/>
            <a:ext cx="0" cy="133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40" name="Line 42">
            <a:extLst>
              <a:ext uri="{FF2B5EF4-FFF2-40B4-BE49-F238E27FC236}">
                <a16:creationId xmlns:a16="http://schemas.microsoft.com/office/drawing/2014/main" id="{563B73F9-2964-4D15-8FB9-6B0765EBF9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81588" y="5902325"/>
            <a:ext cx="7429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41" name="Arc 43">
            <a:extLst>
              <a:ext uri="{FF2B5EF4-FFF2-40B4-BE49-F238E27FC236}">
                <a16:creationId xmlns:a16="http://schemas.microsoft.com/office/drawing/2014/main" id="{49135B08-ED00-4D68-BA70-010AFC5ED9F7}"/>
              </a:ext>
            </a:extLst>
          </p:cNvPr>
          <p:cNvSpPr>
            <a:spLocks/>
          </p:cNvSpPr>
          <p:nvPr/>
        </p:nvSpPr>
        <p:spPr bwMode="auto">
          <a:xfrm flipV="1">
            <a:off x="5113338" y="4860925"/>
            <a:ext cx="146050" cy="88900"/>
          </a:xfrm>
          <a:custGeom>
            <a:avLst/>
            <a:gdLst>
              <a:gd name="T0" fmla="*/ 0 w 21600"/>
              <a:gd name="T1" fmla="*/ 0 h 21600"/>
              <a:gd name="T2" fmla="*/ 146050 w 21600"/>
              <a:gd name="T3" fmla="*/ 88900 h 21600"/>
              <a:gd name="T4" fmla="*/ 0 w 21600"/>
              <a:gd name="T5" fmla="*/ 8890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CL" altLang="en-US"/>
          </a:p>
        </p:txBody>
      </p:sp>
      <p:sp>
        <p:nvSpPr>
          <p:cNvPr id="29742" name="Text Box 44">
            <a:extLst>
              <a:ext uri="{FF2B5EF4-FFF2-40B4-BE49-F238E27FC236}">
                <a16:creationId xmlns:a16="http://schemas.microsoft.com/office/drawing/2014/main" id="{43056F3A-5FD3-4924-859E-1A19782F9FD7}"/>
              </a:ext>
            </a:extLst>
          </p:cNvPr>
          <p:cNvSpPr txBox="1">
            <a:spLocks noChangeArrowheads="1"/>
          </p:cNvSpPr>
          <p:nvPr/>
        </p:nvSpPr>
        <p:spPr bwMode="auto">
          <a:xfrm rot="16206223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Autores Mar Artigao Castillo, Manuel Sánchez Martínez</a:t>
            </a:r>
          </a:p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Dpto de Física Aplicada, Escuela Politécnica Superior de Albacete (UCLM)</a:t>
            </a:r>
          </a:p>
        </p:txBody>
      </p:sp>
      <p:graphicFrame>
        <p:nvGraphicFramePr>
          <p:cNvPr id="29701" name="Object 45">
            <a:extLst>
              <a:ext uri="{FF2B5EF4-FFF2-40B4-BE49-F238E27FC236}">
                <a16:creationId xmlns:a16="http://schemas.microsoft.com/office/drawing/2014/main" id="{3CC8C6CE-5080-45FB-97D4-A6D7AB3340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5600" y="2127250"/>
          <a:ext cx="6096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8" name="Ecuación" r:id="rId12" imgW="609480" imgH="545760" progId="Equation.3">
                  <p:embed/>
                </p:oleObj>
              </mc:Choice>
              <mc:Fallback>
                <p:oleObj name="Ecuación" r:id="rId12" imgW="609480" imgH="545760" progId="Equation.3">
                  <p:embed/>
                  <p:pic>
                    <p:nvPicPr>
                      <p:cNvPr id="29701" name="Object 45">
                        <a:extLst>
                          <a:ext uri="{FF2B5EF4-FFF2-40B4-BE49-F238E27FC236}">
                            <a16:creationId xmlns:a16="http://schemas.microsoft.com/office/drawing/2014/main" id="{3CC8C6CE-5080-45FB-97D4-A6D7AB3340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5600" y="2127250"/>
                        <a:ext cx="6096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46">
            <a:extLst>
              <a:ext uri="{FF2B5EF4-FFF2-40B4-BE49-F238E27FC236}">
                <a16:creationId xmlns:a16="http://schemas.microsoft.com/office/drawing/2014/main" id="{4A9B994D-732D-4E8A-9532-9700508D87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93000" y="2038350"/>
          <a:ext cx="6096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9" name="Ecuación" r:id="rId14" imgW="609480" imgH="545760" progId="Equation.3">
                  <p:embed/>
                </p:oleObj>
              </mc:Choice>
              <mc:Fallback>
                <p:oleObj name="Ecuación" r:id="rId14" imgW="609480" imgH="545760" progId="Equation.3">
                  <p:embed/>
                  <p:pic>
                    <p:nvPicPr>
                      <p:cNvPr id="29702" name="Object 46">
                        <a:extLst>
                          <a:ext uri="{FF2B5EF4-FFF2-40B4-BE49-F238E27FC236}">
                            <a16:creationId xmlns:a16="http://schemas.microsoft.com/office/drawing/2014/main" id="{4A9B994D-732D-4E8A-9532-9700508D87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0" y="2038350"/>
                        <a:ext cx="6096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47">
            <a:extLst>
              <a:ext uri="{FF2B5EF4-FFF2-40B4-BE49-F238E27FC236}">
                <a16:creationId xmlns:a16="http://schemas.microsoft.com/office/drawing/2014/main" id="{2A7A972F-4DCB-4D68-B81C-90F9C3CD82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0" y="4552950"/>
          <a:ext cx="6096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0" name="Ecuación" r:id="rId15" imgW="609480" imgH="545760" progId="Equation.3">
                  <p:embed/>
                </p:oleObj>
              </mc:Choice>
              <mc:Fallback>
                <p:oleObj name="Ecuación" r:id="rId15" imgW="609480" imgH="545760" progId="Equation.3">
                  <p:embed/>
                  <p:pic>
                    <p:nvPicPr>
                      <p:cNvPr id="29703" name="Object 47">
                        <a:extLst>
                          <a:ext uri="{FF2B5EF4-FFF2-40B4-BE49-F238E27FC236}">
                            <a16:creationId xmlns:a16="http://schemas.microsoft.com/office/drawing/2014/main" id="{2A7A972F-4DCB-4D68-B81C-90F9C3CD82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0" y="4552950"/>
                        <a:ext cx="6096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9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9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9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9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6" name="Text Box 2">
            <a:extLst>
              <a:ext uri="{FF2B5EF4-FFF2-40B4-BE49-F238E27FC236}">
                <a16:creationId xmlns:a16="http://schemas.microsoft.com/office/drawing/2014/main" id="{AE9DE8A9-EAA2-40ED-9519-69F4086A0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1" y="468313"/>
            <a:ext cx="6848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_tradnl" altLang="en-US" b="1">
                <a:solidFill>
                  <a:srgbClr val="008000"/>
                </a:solidFill>
                <a:latin typeface="Comic Sans MS" panose="030F0702030302020204" pitchFamily="66" charset="0"/>
              </a:rPr>
              <a:t>9.3	Fuerza entre corrientes paralelas</a:t>
            </a:r>
            <a:endParaRPr lang="es-ES" altLang="en-US" b="1">
              <a:solidFill>
                <a:srgbClr val="008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30727" name="Picture 3" descr="BD14710_">
            <a:extLst>
              <a:ext uri="{FF2B5EF4-FFF2-40B4-BE49-F238E27FC236}">
                <a16:creationId xmlns:a16="http://schemas.microsoft.com/office/drawing/2014/main" id="{51CB3ACA-E475-4E36-B00D-DB60646F9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887413"/>
            <a:ext cx="8305800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4">
            <a:extLst>
              <a:ext uri="{FF2B5EF4-FFF2-40B4-BE49-F238E27FC236}">
                <a16:creationId xmlns:a16="http://schemas.microsoft.com/office/drawing/2014/main" id="{3E4986A1-BF11-429D-AC96-553498646FC5}"/>
              </a:ext>
            </a:extLst>
          </p:cNvPr>
          <p:cNvGrpSpPr>
            <a:grpSpLocks/>
          </p:cNvGrpSpPr>
          <p:nvPr/>
        </p:nvGrpSpPr>
        <p:grpSpPr bwMode="auto">
          <a:xfrm>
            <a:off x="2344738" y="1420813"/>
            <a:ext cx="3414712" cy="2868612"/>
            <a:chOff x="517" y="895"/>
            <a:chExt cx="2151" cy="1807"/>
          </a:xfrm>
        </p:grpSpPr>
        <p:grpSp>
          <p:nvGrpSpPr>
            <p:cNvPr id="30735" name="Group 5">
              <a:extLst>
                <a:ext uri="{FF2B5EF4-FFF2-40B4-BE49-F238E27FC236}">
                  <a16:creationId xmlns:a16="http://schemas.microsoft.com/office/drawing/2014/main" id="{6E3D24C3-0CA7-40DE-90D7-672C4D5F34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7" y="895"/>
              <a:ext cx="2151" cy="1807"/>
              <a:chOff x="517" y="895"/>
              <a:chExt cx="2151" cy="1807"/>
            </a:xfrm>
          </p:grpSpPr>
          <p:pic>
            <p:nvPicPr>
              <p:cNvPr id="30744" name="Picture 6">
                <a:extLst>
                  <a:ext uri="{FF2B5EF4-FFF2-40B4-BE49-F238E27FC236}">
                    <a16:creationId xmlns:a16="http://schemas.microsoft.com/office/drawing/2014/main" id="{405F18AA-BC3A-47C4-B3FD-0BE2A70DBD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7" y="895"/>
                <a:ext cx="2151" cy="18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745" name="Line 7">
                <a:extLst>
                  <a:ext uri="{FF2B5EF4-FFF2-40B4-BE49-F238E27FC236}">
                    <a16:creationId xmlns:a16="http://schemas.microsoft.com/office/drawing/2014/main" id="{7007FBD5-9BAC-4827-973F-7E63AD5746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64" y="1756"/>
                <a:ext cx="424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0736" name="Group 8">
              <a:extLst>
                <a:ext uri="{FF2B5EF4-FFF2-40B4-BE49-F238E27FC236}">
                  <a16:creationId xmlns:a16="http://schemas.microsoft.com/office/drawing/2014/main" id="{A1B0BA00-2719-488F-B736-4ACBA96851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8" y="1240"/>
              <a:ext cx="1852" cy="1196"/>
              <a:chOff x="608" y="1240"/>
              <a:chExt cx="1852" cy="1196"/>
            </a:xfrm>
          </p:grpSpPr>
          <p:grpSp>
            <p:nvGrpSpPr>
              <p:cNvPr id="30737" name="Group 9">
                <a:extLst>
                  <a:ext uri="{FF2B5EF4-FFF2-40B4-BE49-F238E27FC236}">
                    <a16:creationId xmlns:a16="http://schemas.microsoft.com/office/drawing/2014/main" id="{2EFEA46B-AFC2-4E51-B934-158984B80D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8" y="1240"/>
                <a:ext cx="1852" cy="1196"/>
                <a:chOff x="608" y="1240"/>
                <a:chExt cx="1852" cy="1196"/>
              </a:xfrm>
            </p:grpSpPr>
            <p:sp>
              <p:nvSpPr>
                <p:cNvPr id="30739" name="Oval 10">
                  <a:extLst>
                    <a:ext uri="{FF2B5EF4-FFF2-40B4-BE49-F238E27FC236}">
                      <a16:creationId xmlns:a16="http://schemas.microsoft.com/office/drawing/2014/main" id="{A20C67F1-6AA8-4EDE-A2BC-D661492AA3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8" y="1640"/>
                  <a:ext cx="1852" cy="420"/>
                </a:xfrm>
                <a:prstGeom prst="ellipse">
                  <a:avLst/>
                </a:prstGeom>
                <a:noFill/>
                <a:ln w="28575">
                  <a:solidFill>
                    <a:srgbClr val="00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s-CL" altLang="en-US"/>
                </a:p>
              </p:txBody>
            </p:sp>
            <p:sp>
              <p:nvSpPr>
                <p:cNvPr id="30740" name="Line 11">
                  <a:extLst>
                    <a:ext uri="{FF2B5EF4-FFF2-40B4-BE49-F238E27FC236}">
                      <a16:creationId xmlns:a16="http://schemas.microsoft.com/office/drawing/2014/main" id="{C632953D-12E8-4E3E-9555-8D70C572EE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468" y="1432"/>
                  <a:ext cx="0" cy="36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0741" name="Line 12">
                  <a:extLst>
                    <a:ext uri="{FF2B5EF4-FFF2-40B4-BE49-F238E27FC236}">
                      <a16:creationId xmlns:a16="http://schemas.microsoft.com/office/drawing/2014/main" id="{9EA4B7BC-87B2-4B3A-A879-1EAABCFB89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12" y="1240"/>
                  <a:ext cx="0" cy="22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0742" name="Line 13">
                  <a:extLst>
                    <a:ext uri="{FF2B5EF4-FFF2-40B4-BE49-F238E27FC236}">
                      <a16:creationId xmlns:a16="http://schemas.microsoft.com/office/drawing/2014/main" id="{F9F8E231-DBBA-4C29-BC6B-6C52B12615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544" y="2340"/>
                  <a:ext cx="364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0743" name="Line 14">
                  <a:extLst>
                    <a:ext uri="{FF2B5EF4-FFF2-40B4-BE49-F238E27FC236}">
                      <a16:creationId xmlns:a16="http://schemas.microsoft.com/office/drawing/2014/main" id="{759B574A-8640-4341-B590-23159AE274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68" y="2244"/>
                  <a:ext cx="288" cy="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pic>
            <p:nvPicPr>
              <p:cNvPr id="30738" name="Picture 15">
                <a:extLst>
                  <a:ext uri="{FF2B5EF4-FFF2-40B4-BE49-F238E27FC236}">
                    <a16:creationId xmlns:a16="http://schemas.microsoft.com/office/drawing/2014/main" id="{FB982D45-250A-4A67-B8B0-2CCA3134DD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11" y="1586"/>
                <a:ext cx="52" cy="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80912" name="Text Box 16">
            <a:extLst>
              <a:ext uri="{FF2B5EF4-FFF2-40B4-BE49-F238E27FC236}">
                <a16:creationId xmlns:a16="http://schemas.microsoft.com/office/drawing/2014/main" id="{FD6D5625-74B8-4858-8D65-5FF43D3C0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0" y="1295401"/>
            <a:ext cx="416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_tradnl" altLang="en-US" sz="2000">
                <a:solidFill>
                  <a:srgbClr val="996633"/>
                </a:solidFill>
              </a:rPr>
              <a:t>Tomando el sistema de referencia habitual</a:t>
            </a:r>
            <a:endParaRPr lang="es-ES" altLang="en-US" sz="2000">
              <a:solidFill>
                <a:srgbClr val="996633"/>
              </a:solidFill>
            </a:endParaRPr>
          </a:p>
        </p:txBody>
      </p:sp>
      <p:graphicFrame>
        <p:nvGraphicFramePr>
          <p:cNvPr id="80913" name="Object 17">
            <a:extLst>
              <a:ext uri="{FF2B5EF4-FFF2-40B4-BE49-F238E27FC236}">
                <a16:creationId xmlns:a16="http://schemas.microsoft.com/office/drawing/2014/main" id="{73CA0F29-BA3F-448D-9A94-E556E12E5F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75475" y="2173288"/>
          <a:ext cx="1562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6" name="Ecuación" r:id="rId6" imgW="1562040" imgH="609480" progId="Equation.3">
                  <p:embed/>
                </p:oleObj>
              </mc:Choice>
              <mc:Fallback>
                <p:oleObj name="Ecuación" r:id="rId6" imgW="1562040" imgH="609480" progId="Equation.3">
                  <p:embed/>
                  <p:pic>
                    <p:nvPicPr>
                      <p:cNvPr id="80913" name="Object 17">
                        <a:extLst>
                          <a:ext uri="{FF2B5EF4-FFF2-40B4-BE49-F238E27FC236}">
                            <a16:creationId xmlns:a16="http://schemas.microsoft.com/office/drawing/2014/main" id="{73CA0F29-BA3F-448D-9A94-E556E12E5F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5475" y="2173288"/>
                        <a:ext cx="1562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4" name="Object 18">
            <a:extLst>
              <a:ext uri="{FF2B5EF4-FFF2-40B4-BE49-F238E27FC236}">
                <a16:creationId xmlns:a16="http://schemas.microsoft.com/office/drawing/2014/main" id="{6F02EDCD-6306-4050-A419-1BF621AC7F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94525" y="2781300"/>
          <a:ext cx="14859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name="Ecuación" r:id="rId8" imgW="1485720" imgH="609480" progId="Equation.3">
                  <p:embed/>
                </p:oleObj>
              </mc:Choice>
              <mc:Fallback>
                <p:oleObj name="Ecuación" r:id="rId8" imgW="1485720" imgH="609480" progId="Equation.3">
                  <p:embed/>
                  <p:pic>
                    <p:nvPicPr>
                      <p:cNvPr id="80914" name="Object 18">
                        <a:extLst>
                          <a:ext uri="{FF2B5EF4-FFF2-40B4-BE49-F238E27FC236}">
                            <a16:creationId xmlns:a16="http://schemas.microsoft.com/office/drawing/2014/main" id="{6F02EDCD-6306-4050-A419-1BF621AC7F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4525" y="2781300"/>
                        <a:ext cx="14859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15" name="Text Box 19">
            <a:extLst>
              <a:ext uri="{FF2B5EF4-FFF2-40B4-BE49-F238E27FC236}">
                <a16:creationId xmlns:a16="http://schemas.microsoft.com/office/drawing/2014/main" id="{9A9B1BEC-7F5A-4344-B3A3-6C0B5E3F9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7950" y="4343401"/>
            <a:ext cx="7391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_tradnl" altLang="en-US" sz="2000">
                <a:solidFill>
                  <a:srgbClr val="CC0000"/>
                </a:solidFill>
              </a:rPr>
              <a:t>Veamos cuál es la fuerza que ejerce una corriente sobre la otra</a:t>
            </a:r>
            <a:endParaRPr lang="es-ES" altLang="en-US" sz="2000">
              <a:solidFill>
                <a:srgbClr val="CC0000"/>
              </a:solidFill>
            </a:endParaRPr>
          </a:p>
        </p:txBody>
      </p:sp>
      <p:graphicFrame>
        <p:nvGraphicFramePr>
          <p:cNvPr id="80916" name="Object 20">
            <a:extLst>
              <a:ext uri="{FF2B5EF4-FFF2-40B4-BE49-F238E27FC236}">
                <a16:creationId xmlns:a16="http://schemas.microsoft.com/office/drawing/2014/main" id="{E8BA817B-A4CC-4EB0-B5AA-6E8AC788CF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2425" y="4802188"/>
          <a:ext cx="4241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8" name="Ecuación" r:id="rId10" imgW="4241520" imgH="609480" progId="Equation.3">
                  <p:embed/>
                </p:oleObj>
              </mc:Choice>
              <mc:Fallback>
                <p:oleObj name="Ecuación" r:id="rId10" imgW="4241520" imgH="609480" progId="Equation.3">
                  <p:embed/>
                  <p:pic>
                    <p:nvPicPr>
                      <p:cNvPr id="80916" name="Object 20">
                        <a:extLst>
                          <a:ext uri="{FF2B5EF4-FFF2-40B4-BE49-F238E27FC236}">
                            <a16:creationId xmlns:a16="http://schemas.microsoft.com/office/drawing/2014/main" id="{E8BA817B-A4CC-4EB0-B5AA-6E8AC788CF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2425" y="4802188"/>
                        <a:ext cx="4241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7" name="Object 21">
            <a:extLst>
              <a:ext uri="{FF2B5EF4-FFF2-40B4-BE49-F238E27FC236}">
                <a16:creationId xmlns:a16="http://schemas.microsoft.com/office/drawing/2014/main" id="{C32A77E4-3916-4B50-B21B-B366B1A239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2425" y="5507038"/>
          <a:ext cx="3886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9" name="Ecuación" r:id="rId12" imgW="3886200" imgH="609480" progId="Equation.3">
                  <p:embed/>
                </p:oleObj>
              </mc:Choice>
              <mc:Fallback>
                <p:oleObj name="Ecuación" r:id="rId12" imgW="3886200" imgH="609480" progId="Equation.3">
                  <p:embed/>
                  <p:pic>
                    <p:nvPicPr>
                      <p:cNvPr id="80917" name="Object 21">
                        <a:extLst>
                          <a:ext uri="{FF2B5EF4-FFF2-40B4-BE49-F238E27FC236}">
                            <a16:creationId xmlns:a16="http://schemas.microsoft.com/office/drawing/2014/main" id="{C32A77E4-3916-4B50-B21B-B366B1A239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2425" y="5507038"/>
                        <a:ext cx="38862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2">
            <a:extLst>
              <a:ext uri="{FF2B5EF4-FFF2-40B4-BE49-F238E27FC236}">
                <a16:creationId xmlns:a16="http://schemas.microsoft.com/office/drawing/2014/main" id="{8A1507EC-D198-4003-94F9-735A0AD84009}"/>
              </a:ext>
            </a:extLst>
          </p:cNvPr>
          <p:cNvGrpSpPr>
            <a:grpSpLocks/>
          </p:cNvGrpSpPr>
          <p:nvPr/>
        </p:nvGrpSpPr>
        <p:grpSpPr bwMode="auto">
          <a:xfrm>
            <a:off x="7467600" y="4819650"/>
            <a:ext cx="2514600" cy="1524000"/>
            <a:chOff x="3744" y="3036"/>
            <a:chExt cx="1584" cy="960"/>
          </a:xfrm>
        </p:grpSpPr>
        <p:sp>
          <p:nvSpPr>
            <p:cNvPr id="30733" name="AutoShape 23">
              <a:extLst>
                <a:ext uri="{FF2B5EF4-FFF2-40B4-BE49-F238E27FC236}">
                  <a16:creationId xmlns:a16="http://schemas.microsoft.com/office/drawing/2014/main" id="{AFA4CDC5-8DA8-47A1-9D13-5F021CC8D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3036"/>
              <a:ext cx="56" cy="960"/>
            </a:xfrm>
            <a:prstGeom prst="rightBracket">
              <a:avLst>
                <a:gd name="adj" fmla="val 142857"/>
              </a:avLst>
            </a:prstGeom>
            <a:noFill/>
            <a:ln w="19050">
              <a:solidFill>
                <a:srgbClr val="66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30734" name="Text Box 24">
              <a:extLst>
                <a:ext uri="{FF2B5EF4-FFF2-40B4-BE49-F238E27FC236}">
                  <a16:creationId xmlns:a16="http://schemas.microsoft.com/office/drawing/2014/main" id="{FFD1D91E-B55F-488A-95E1-D78C3DDF8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8" y="3228"/>
              <a:ext cx="1320" cy="442"/>
            </a:xfrm>
            <a:prstGeom prst="rect">
              <a:avLst/>
            </a:prstGeom>
            <a:solidFill>
              <a:srgbClr val="D6D172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_tradnl" altLang="en-US" sz="2000"/>
                <a:t>Iguales y de sentido contrario</a:t>
              </a:r>
              <a:endParaRPr lang="es-ES" altLang="en-US" sz="2000"/>
            </a:p>
          </p:txBody>
        </p:sp>
      </p:grpSp>
      <p:sp>
        <p:nvSpPr>
          <p:cNvPr id="30732" name="Text Box 25">
            <a:extLst>
              <a:ext uri="{FF2B5EF4-FFF2-40B4-BE49-F238E27FC236}">
                <a16:creationId xmlns:a16="http://schemas.microsoft.com/office/drawing/2014/main" id="{6B24C4B4-A66C-4DCB-B53C-5778C439434B}"/>
              </a:ext>
            </a:extLst>
          </p:cNvPr>
          <p:cNvSpPr txBox="1">
            <a:spLocks noChangeArrowheads="1"/>
          </p:cNvSpPr>
          <p:nvPr/>
        </p:nvSpPr>
        <p:spPr bwMode="auto">
          <a:xfrm rot="16206223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Autores Mar Artigao Castillo, Manuel Sánchez Martínez</a:t>
            </a:r>
          </a:p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Dpto de Física Aplicada, Escuela Politécnica Superior de Albacete (UCLM)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0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0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09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09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0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0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0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0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8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8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12" grpId="0" autoUpdateAnimBg="0"/>
      <p:bldP spid="80915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F79F341-29F4-430D-8656-BEB9DAFA940B}"/>
              </a:ext>
            </a:extLst>
          </p:cNvPr>
          <p:cNvGrpSpPr>
            <a:grpSpLocks/>
          </p:cNvGrpSpPr>
          <p:nvPr/>
        </p:nvGrpSpPr>
        <p:grpSpPr bwMode="auto">
          <a:xfrm>
            <a:off x="2533650" y="571501"/>
            <a:ext cx="7753350" cy="1882775"/>
            <a:chOff x="636" y="360"/>
            <a:chExt cx="4884" cy="1186"/>
          </a:xfrm>
        </p:grpSpPr>
        <p:sp>
          <p:nvSpPr>
            <p:cNvPr id="81923" name="Text Box 3">
              <a:extLst>
                <a:ext uri="{FF2B5EF4-FFF2-40B4-BE49-F238E27FC236}">
                  <a16:creationId xmlns:a16="http://schemas.microsoft.com/office/drawing/2014/main" id="{02416E47-CF39-4F29-ABAE-A7BCE49591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6" y="768"/>
              <a:ext cx="102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s-ES_tradnl" sz="200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Conclusión</a:t>
              </a:r>
              <a:endParaRPr lang="es-ES" sz="2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endParaRPr>
            </a:p>
          </p:txBody>
        </p:sp>
        <p:sp>
          <p:nvSpPr>
            <p:cNvPr id="47112" name="AutoShape 4">
              <a:extLst>
                <a:ext uri="{FF2B5EF4-FFF2-40B4-BE49-F238E27FC236}">
                  <a16:creationId xmlns:a16="http://schemas.microsoft.com/office/drawing/2014/main" id="{D7FB0F14-19B5-4639-9285-C3E0674EF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60"/>
              <a:ext cx="456" cy="384"/>
            </a:xfrm>
            <a:prstGeom prst="curvedDownArrow">
              <a:avLst>
                <a:gd name="adj1" fmla="val 23750"/>
                <a:gd name="adj2" fmla="val 47500"/>
                <a:gd name="adj3" fmla="val 33333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47113" name="Text Box 5">
              <a:extLst>
                <a:ext uri="{FF2B5EF4-FFF2-40B4-BE49-F238E27FC236}">
                  <a16:creationId xmlns:a16="http://schemas.microsoft.com/office/drawing/2014/main" id="{C043000C-C1C7-4F73-881B-AA35E06765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6" y="528"/>
              <a:ext cx="3384" cy="1018"/>
            </a:xfrm>
            <a:prstGeom prst="rect">
              <a:avLst/>
            </a:prstGeom>
            <a:solidFill>
              <a:srgbClr val="00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s-ES_tradnl" altLang="en-US" sz="2000">
                  <a:solidFill>
                    <a:schemeClr val="accent1"/>
                  </a:solidFill>
                </a:rPr>
                <a:t>Dos corrientes paralelas por las que circula una corriente se atraerán si las corrientes circulan en el mismo sentido, mientras que si las corrientes circulan en sentidos opuestos se repelen.</a:t>
              </a:r>
              <a:endParaRPr lang="es-ES" altLang="en-US" sz="2000">
                <a:solidFill>
                  <a:schemeClr val="accent1"/>
                </a:solidFill>
              </a:endParaRPr>
            </a:p>
          </p:txBody>
        </p:sp>
      </p:grpSp>
      <p:grpSp>
        <p:nvGrpSpPr>
          <p:cNvPr id="3" name="Group 6">
            <a:extLst>
              <a:ext uri="{FF2B5EF4-FFF2-40B4-BE49-F238E27FC236}">
                <a16:creationId xmlns:a16="http://schemas.microsoft.com/office/drawing/2014/main" id="{24F678C6-DFC3-4094-92EE-BE5321120F9A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2857501"/>
            <a:ext cx="7410450" cy="1882775"/>
            <a:chOff x="720" y="1800"/>
            <a:chExt cx="4668" cy="1186"/>
          </a:xfrm>
        </p:grpSpPr>
        <p:sp>
          <p:nvSpPr>
            <p:cNvPr id="81927" name="Text Box 7">
              <a:extLst>
                <a:ext uri="{FF2B5EF4-FFF2-40B4-BE49-F238E27FC236}">
                  <a16:creationId xmlns:a16="http://schemas.microsoft.com/office/drawing/2014/main" id="{FA1380A1-3A46-41A2-BFB9-909B2D97AC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0" y="1800"/>
              <a:ext cx="260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s-ES_tradnl" sz="2000" u="sng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Definición de amperio</a:t>
              </a:r>
              <a:endParaRPr lang="es-ES" sz="2000" u="sng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endParaRPr>
            </a:p>
          </p:txBody>
        </p:sp>
        <p:sp>
          <p:nvSpPr>
            <p:cNvPr id="47110" name="Text Box 8">
              <a:extLst>
                <a:ext uri="{FF2B5EF4-FFF2-40B4-BE49-F238E27FC236}">
                  <a16:creationId xmlns:a16="http://schemas.microsoft.com/office/drawing/2014/main" id="{3C40190F-4819-4477-8C8B-3BFF79EB8D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160"/>
              <a:ext cx="4668" cy="826"/>
            </a:xfrm>
            <a:prstGeom prst="rect">
              <a:avLst/>
            </a:prstGeom>
            <a:solidFill>
              <a:srgbClr val="800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s-ES_tradnl" altLang="en-US" sz="2000">
                  <a:solidFill>
                    <a:schemeClr val="accent1"/>
                  </a:solidFill>
                </a:rPr>
                <a:t>Un amperio es la intensidad de corriente que, circulando en el mismo sentido por dos conductores paralelos muy largos separados por un metro (R=1 m), producen una fuerza atractiva mutua de 2·10</a:t>
              </a:r>
              <a:r>
                <a:rPr lang="es-ES_tradnl" altLang="en-US" sz="2000" baseline="30000">
                  <a:solidFill>
                    <a:schemeClr val="accent1"/>
                  </a:solidFill>
                </a:rPr>
                <a:t>-7</a:t>
              </a:r>
              <a:r>
                <a:rPr lang="es-ES_tradnl" altLang="en-US" sz="2000">
                  <a:solidFill>
                    <a:schemeClr val="accent1"/>
                  </a:solidFill>
                </a:rPr>
                <a:t> N por cada metro de conductor.</a:t>
              </a:r>
              <a:endParaRPr lang="es-ES" altLang="en-US" sz="2000">
                <a:solidFill>
                  <a:schemeClr val="accent1"/>
                </a:solidFill>
              </a:endParaRPr>
            </a:p>
          </p:txBody>
        </p:sp>
      </p:grpSp>
      <p:sp>
        <p:nvSpPr>
          <p:cNvPr id="47108" name="Text Box 9">
            <a:extLst>
              <a:ext uri="{FF2B5EF4-FFF2-40B4-BE49-F238E27FC236}">
                <a16:creationId xmlns:a16="http://schemas.microsoft.com/office/drawing/2014/main" id="{85FC23E0-14A9-44EC-A3C7-381ADBA7324D}"/>
              </a:ext>
            </a:extLst>
          </p:cNvPr>
          <p:cNvSpPr txBox="1">
            <a:spLocks noChangeArrowheads="1"/>
          </p:cNvSpPr>
          <p:nvPr/>
        </p:nvSpPr>
        <p:spPr bwMode="auto">
          <a:xfrm rot="16206223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Autores Mar Artigao Castillo, Manuel Sánchez Martínez</a:t>
            </a:r>
          </a:p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Dpto de Física Aplicada, Escuela Politécnica Superior de Albacete (UCLM)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50" name="Group 2">
            <a:extLst>
              <a:ext uri="{FF2B5EF4-FFF2-40B4-BE49-F238E27FC236}">
                <a16:creationId xmlns:a16="http://schemas.microsoft.com/office/drawing/2014/main" id="{B7DDDE32-2343-41F7-9AA7-7225C92BDF27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468313"/>
            <a:ext cx="8305800" cy="557212"/>
            <a:chOff x="528" y="295"/>
            <a:chExt cx="5232" cy="351"/>
          </a:xfrm>
        </p:grpSpPr>
        <p:sp>
          <p:nvSpPr>
            <p:cNvPr id="31767" name="Text Box 3">
              <a:extLst>
                <a:ext uri="{FF2B5EF4-FFF2-40B4-BE49-F238E27FC236}">
                  <a16:creationId xmlns:a16="http://schemas.microsoft.com/office/drawing/2014/main" id="{B7A2357E-BB0E-4760-BBC0-5BF9418C3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" y="295"/>
              <a:ext cx="43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_tradnl" altLang="en-US" b="1">
                  <a:solidFill>
                    <a:srgbClr val="008000"/>
                  </a:solidFill>
                  <a:latin typeface="Comic Sans MS" panose="030F0702030302020204" pitchFamily="66" charset="0"/>
                </a:rPr>
                <a:t>9.4	Ley de Ampère</a:t>
              </a:r>
              <a:endParaRPr lang="es-ES" altLang="en-US" b="1">
                <a:solidFill>
                  <a:srgbClr val="008000"/>
                </a:solidFill>
                <a:latin typeface="Comic Sans MS" panose="030F0702030302020204" pitchFamily="66" charset="0"/>
              </a:endParaRPr>
            </a:p>
          </p:txBody>
        </p:sp>
        <p:pic>
          <p:nvPicPr>
            <p:cNvPr id="31768" name="Picture 4" descr="BD14710_">
              <a:extLst>
                <a:ext uri="{FF2B5EF4-FFF2-40B4-BE49-F238E27FC236}">
                  <a16:creationId xmlns:a16="http://schemas.microsoft.com/office/drawing/2014/main" id="{2779872B-DA56-481A-B4CC-F9D28F88DC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559"/>
              <a:ext cx="5232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2949" name="Text Box 5">
            <a:extLst>
              <a:ext uri="{FF2B5EF4-FFF2-40B4-BE49-F238E27FC236}">
                <a16:creationId xmlns:a16="http://schemas.microsoft.com/office/drawing/2014/main" id="{AE9183D0-5F35-42B2-BEEA-D87F77750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0" y="1238251"/>
            <a:ext cx="7772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_tradnl" altLang="en-US" sz="2000">
                <a:solidFill>
                  <a:srgbClr val="800080"/>
                </a:solidFill>
              </a:rPr>
              <a:t>La ley de Ampère, relaciona la componente tangencial del campo magnético, alrededor de una curva cerrada C, con la corriente </a:t>
            </a:r>
            <a:r>
              <a:rPr lang="es-ES_tradnl" altLang="en-US" sz="2000">
                <a:solidFill>
                  <a:srgbClr val="800080"/>
                </a:solidFill>
                <a:latin typeface="Times New Roman" panose="02020603050405020304" pitchFamily="18" charset="0"/>
              </a:rPr>
              <a:t>I</a:t>
            </a:r>
            <a:r>
              <a:rPr lang="es-ES_tradnl" altLang="en-US" sz="2000" baseline="-25000">
                <a:solidFill>
                  <a:srgbClr val="800080"/>
                </a:solidFill>
              </a:rPr>
              <a:t>c</a:t>
            </a:r>
            <a:r>
              <a:rPr lang="es-ES_tradnl" altLang="en-US" sz="2000">
                <a:solidFill>
                  <a:srgbClr val="800080"/>
                </a:solidFill>
              </a:rPr>
              <a:t> que atraviesa dicha curva.</a:t>
            </a:r>
            <a:endParaRPr lang="es-ES" altLang="en-US" sz="2000">
              <a:solidFill>
                <a:srgbClr val="800080"/>
              </a:solidFill>
            </a:endParaRPr>
          </a:p>
        </p:txBody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id="{2CEC00F5-607E-43B2-A649-E7D428E03C54}"/>
              </a:ext>
            </a:extLst>
          </p:cNvPr>
          <p:cNvGrpSpPr>
            <a:grpSpLocks/>
          </p:cNvGrpSpPr>
          <p:nvPr/>
        </p:nvGrpSpPr>
        <p:grpSpPr bwMode="auto">
          <a:xfrm>
            <a:off x="5384800" y="2355850"/>
            <a:ext cx="5035550" cy="698500"/>
            <a:chOff x="2432" y="1484"/>
            <a:chExt cx="3172" cy="440"/>
          </a:xfrm>
        </p:grpSpPr>
        <p:graphicFrame>
          <p:nvGraphicFramePr>
            <p:cNvPr id="31749" name="Object 7">
              <a:extLst>
                <a:ext uri="{FF2B5EF4-FFF2-40B4-BE49-F238E27FC236}">
                  <a16:creationId xmlns:a16="http://schemas.microsoft.com/office/drawing/2014/main" id="{B3D7A949-6B6E-40B0-909E-AFD77B27543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32" y="1484"/>
            <a:ext cx="904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50" name="Ecuación" r:id="rId4" imgW="1434960" imgH="698400" progId="Equation.3">
                    <p:embed/>
                  </p:oleObj>
                </mc:Choice>
                <mc:Fallback>
                  <p:oleObj name="Ecuación" r:id="rId4" imgW="1434960" imgH="698400" progId="Equation.3">
                    <p:embed/>
                    <p:pic>
                      <p:nvPicPr>
                        <p:cNvPr id="31749" name="Object 7">
                          <a:extLst>
                            <a:ext uri="{FF2B5EF4-FFF2-40B4-BE49-F238E27FC236}">
                              <a16:creationId xmlns:a16="http://schemas.microsoft.com/office/drawing/2014/main" id="{B3D7A949-6B6E-40B0-909E-AFD77B27543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2" y="1484"/>
                          <a:ext cx="904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6" name="Text Box 8">
              <a:extLst>
                <a:ext uri="{FF2B5EF4-FFF2-40B4-BE49-F238E27FC236}">
                  <a16:creationId xmlns:a16="http://schemas.microsoft.com/office/drawing/2014/main" id="{FC188FFC-A690-453A-9F1E-86FA5DA08A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512"/>
              <a:ext cx="20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_tradnl" altLang="en-US" sz="2000">
                  <a:solidFill>
                    <a:srgbClr val="800080"/>
                  </a:solidFill>
                </a:rPr>
                <a:t>C: cualquier curva cerrada</a:t>
              </a:r>
              <a:endParaRPr lang="es-ES" altLang="en-US" sz="2000">
                <a:solidFill>
                  <a:srgbClr val="800080"/>
                </a:solidFill>
              </a:endParaRPr>
            </a:p>
          </p:txBody>
        </p:sp>
      </p:grpSp>
      <p:sp>
        <p:nvSpPr>
          <p:cNvPr id="82953" name="Text Box 9">
            <a:extLst>
              <a:ext uri="{FF2B5EF4-FFF2-40B4-BE49-F238E27FC236}">
                <a16:creationId xmlns:a16="http://schemas.microsoft.com/office/drawing/2014/main" id="{D5BBC2D1-2AC1-46F7-9D46-87FECF1B8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7950" y="3429001"/>
            <a:ext cx="75057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428750" indent="-1428750" algn="just">
              <a:spcBef>
                <a:spcPct val="50000"/>
              </a:spcBef>
              <a:defRPr/>
            </a:pPr>
            <a:r>
              <a:rPr lang="es-ES_tradnl" sz="2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Ejemplo 1</a:t>
            </a:r>
            <a:r>
              <a:rPr lang="es-ES_tradnl" sz="2000">
                <a:solidFill>
                  <a:schemeClr val="hlink"/>
                </a:solidFill>
                <a:latin typeface="Arial" charset="0"/>
              </a:rPr>
              <a:t>:</a:t>
            </a:r>
            <a:r>
              <a:rPr lang="es-ES_tradnl" sz="2000">
                <a:latin typeface="Arial" charset="0"/>
              </a:rPr>
              <a:t> </a:t>
            </a:r>
            <a:r>
              <a:rPr lang="es-ES_tradnl" sz="2000">
                <a:solidFill>
                  <a:srgbClr val="008000"/>
                </a:solidFill>
                <a:latin typeface="Arial" charset="0"/>
              </a:rPr>
              <a:t>Campo magnético creado por un hilo infinitamente largo y rectilíneo por el que circula una corriente.</a:t>
            </a:r>
            <a:r>
              <a:rPr lang="es-ES_tradnl" sz="2000">
                <a:latin typeface="Arial" charset="0"/>
              </a:rPr>
              <a:t> </a:t>
            </a:r>
            <a:endParaRPr lang="es-ES" sz="2000">
              <a:latin typeface="Arial" charset="0"/>
            </a:endParaRPr>
          </a:p>
        </p:txBody>
      </p:sp>
      <p:grpSp>
        <p:nvGrpSpPr>
          <p:cNvPr id="4" name="Group 10">
            <a:extLst>
              <a:ext uri="{FF2B5EF4-FFF2-40B4-BE49-F238E27FC236}">
                <a16:creationId xmlns:a16="http://schemas.microsoft.com/office/drawing/2014/main" id="{2630FE27-0D9F-4175-B712-936AD009ED9F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3962400"/>
            <a:ext cx="2667000" cy="2667000"/>
            <a:chOff x="624" y="2496"/>
            <a:chExt cx="1680" cy="1680"/>
          </a:xfrm>
        </p:grpSpPr>
        <p:pic>
          <p:nvPicPr>
            <p:cNvPr id="31763" name="Picture 11" descr="F29-21">
              <a:extLst>
                <a:ext uri="{FF2B5EF4-FFF2-40B4-BE49-F238E27FC236}">
                  <a16:creationId xmlns:a16="http://schemas.microsoft.com/office/drawing/2014/main" id="{A3AC9DD6-B8D6-4ED2-A9FF-800CCFCD7A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" y="2496"/>
              <a:ext cx="1680" cy="1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64" name="Line 12">
              <a:extLst>
                <a:ext uri="{FF2B5EF4-FFF2-40B4-BE49-F238E27FC236}">
                  <a16:creationId xmlns:a16="http://schemas.microsoft.com/office/drawing/2014/main" id="{45CEA178-47B4-49B1-96C7-897481217C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0" y="3388"/>
              <a:ext cx="362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65" name="Line 13">
              <a:extLst>
                <a:ext uri="{FF2B5EF4-FFF2-40B4-BE49-F238E27FC236}">
                  <a16:creationId xmlns:a16="http://schemas.microsoft.com/office/drawing/2014/main" id="{220923FB-126E-40D9-A7DB-9C1177170A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2" y="3490"/>
              <a:ext cx="500" cy="1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" name="Group 14">
            <a:extLst>
              <a:ext uri="{FF2B5EF4-FFF2-40B4-BE49-F238E27FC236}">
                <a16:creationId xmlns:a16="http://schemas.microsoft.com/office/drawing/2014/main" id="{AA7258C6-F366-4BC2-851F-6E92A86B70A9}"/>
              </a:ext>
            </a:extLst>
          </p:cNvPr>
          <p:cNvGrpSpPr>
            <a:grpSpLocks/>
          </p:cNvGrpSpPr>
          <p:nvPr/>
        </p:nvGrpSpPr>
        <p:grpSpPr bwMode="auto">
          <a:xfrm>
            <a:off x="5514975" y="4340226"/>
            <a:ext cx="4789488" cy="396875"/>
            <a:chOff x="2514" y="2734"/>
            <a:chExt cx="3017" cy="250"/>
          </a:xfrm>
        </p:grpSpPr>
        <p:grpSp>
          <p:nvGrpSpPr>
            <p:cNvPr id="31759" name="Group 15">
              <a:extLst>
                <a:ext uri="{FF2B5EF4-FFF2-40B4-BE49-F238E27FC236}">
                  <a16:creationId xmlns:a16="http://schemas.microsoft.com/office/drawing/2014/main" id="{00490125-838E-4E47-B7F2-9E686F601A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4" y="2734"/>
              <a:ext cx="3017" cy="250"/>
              <a:chOff x="2514" y="2734"/>
              <a:chExt cx="3017" cy="250"/>
            </a:xfrm>
          </p:grpSpPr>
          <p:sp>
            <p:nvSpPr>
              <p:cNvPr id="31762" name="Text Box 16">
                <a:extLst>
                  <a:ext uri="{FF2B5EF4-FFF2-40B4-BE49-F238E27FC236}">
                    <a16:creationId xmlns:a16="http://schemas.microsoft.com/office/drawing/2014/main" id="{E88B4337-A664-4AE4-AB3A-041682545E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4" y="2734"/>
                <a:ext cx="301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_tradnl" altLang="en-US" sz="2000">
                    <a:solidFill>
                      <a:srgbClr val="CC6600"/>
                    </a:solidFill>
                  </a:rPr>
                  <a:t>Si la curva es una circunferencia </a:t>
                </a:r>
                <a:endParaRPr lang="es-ES" altLang="en-US" sz="2000">
                  <a:solidFill>
                    <a:srgbClr val="CC6600"/>
                  </a:solidFill>
                </a:endParaRPr>
              </a:p>
            </p:txBody>
          </p:sp>
          <p:graphicFrame>
            <p:nvGraphicFramePr>
              <p:cNvPr id="31748" name="Object 17">
                <a:extLst>
                  <a:ext uri="{FF2B5EF4-FFF2-40B4-BE49-F238E27FC236}">
                    <a16:creationId xmlns:a16="http://schemas.microsoft.com/office/drawing/2014/main" id="{22129A23-2B6A-455A-9835-2840F1964E0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935" y="2758"/>
              <a:ext cx="352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451" name="Ecuación" r:id="rId7" imgW="558720" imgH="279360" progId="Equation.3">
                      <p:embed/>
                    </p:oleObj>
                  </mc:Choice>
                  <mc:Fallback>
                    <p:oleObj name="Ecuación" r:id="rId7" imgW="558720" imgH="279360" progId="Equation.3">
                      <p:embed/>
                      <p:pic>
                        <p:nvPicPr>
                          <p:cNvPr id="31748" name="Object 17">
                            <a:extLst>
                              <a:ext uri="{FF2B5EF4-FFF2-40B4-BE49-F238E27FC236}">
                                <a16:creationId xmlns:a16="http://schemas.microsoft.com/office/drawing/2014/main" id="{22129A23-2B6A-455A-9835-2840F1964E0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5" y="2758"/>
                            <a:ext cx="352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1760" name="Line 18">
              <a:extLst>
                <a:ext uri="{FF2B5EF4-FFF2-40B4-BE49-F238E27FC236}">
                  <a16:creationId xmlns:a16="http://schemas.microsoft.com/office/drawing/2014/main" id="{390112D7-3528-428A-A752-61391C17A4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7" y="2781"/>
              <a:ext cx="0" cy="156"/>
            </a:xfrm>
            <a:prstGeom prst="line">
              <a:avLst/>
            </a:prstGeom>
            <a:noFill/>
            <a:ln w="19050">
              <a:solidFill>
                <a:srgbClr val="CC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61" name="Line 19">
              <a:extLst>
                <a:ext uri="{FF2B5EF4-FFF2-40B4-BE49-F238E27FC236}">
                  <a16:creationId xmlns:a16="http://schemas.microsoft.com/office/drawing/2014/main" id="{F56835D5-4C29-4478-B219-A1069E2FCF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3" y="2781"/>
              <a:ext cx="0" cy="156"/>
            </a:xfrm>
            <a:prstGeom prst="line">
              <a:avLst/>
            </a:prstGeom>
            <a:noFill/>
            <a:ln w="19050">
              <a:solidFill>
                <a:srgbClr val="CC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aphicFrame>
        <p:nvGraphicFramePr>
          <p:cNvPr id="82964" name="Object 20">
            <a:extLst>
              <a:ext uri="{FF2B5EF4-FFF2-40B4-BE49-F238E27FC236}">
                <a16:creationId xmlns:a16="http://schemas.microsoft.com/office/drawing/2014/main" id="{2288D118-91DB-407B-BC60-F702BC2421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4850" y="4802188"/>
          <a:ext cx="3886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2" name="Ecuación" r:id="rId9" imgW="3886200" imgH="698400" progId="Equation.3">
                  <p:embed/>
                </p:oleObj>
              </mc:Choice>
              <mc:Fallback>
                <p:oleObj name="Ecuación" r:id="rId9" imgW="3886200" imgH="698400" progId="Equation.3">
                  <p:embed/>
                  <p:pic>
                    <p:nvPicPr>
                      <p:cNvPr id="82964" name="Object 20">
                        <a:extLst>
                          <a:ext uri="{FF2B5EF4-FFF2-40B4-BE49-F238E27FC236}">
                            <a16:creationId xmlns:a16="http://schemas.microsoft.com/office/drawing/2014/main" id="{2288D118-91DB-407B-BC60-F702BC2421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4850" y="4802188"/>
                        <a:ext cx="38862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6" name="Text Box 21">
            <a:extLst>
              <a:ext uri="{FF2B5EF4-FFF2-40B4-BE49-F238E27FC236}">
                <a16:creationId xmlns:a16="http://schemas.microsoft.com/office/drawing/2014/main" id="{DB469C84-2D1D-4A6A-8B69-F8D829F99807}"/>
              </a:ext>
            </a:extLst>
          </p:cNvPr>
          <p:cNvSpPr txBox="1">
            <a:spLocks noChangeArrowheads="1"/>
          </p:cNvSpPr>
          <p:nvPr/>
        </p:nvSpPr>
        <p:spPr bwMode="auto">
          <a:xfrm rot="16206223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Autores Mar Artigao Castillo, Manuel Sánchez Martínez</a:t>
            </a:r>
          </a:p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Dpto de Física Aplicada, Escuela Politécnica Superior de Albacete (UCLM)</a:t>
            </a:r>
          </a:p>
        </p:txBody>
      </p:sp>
      <p:grpSp>
        <p:nvGrpSpPr>
          <p:cNvPr id="7" name="Group 22">
            <a:extLst>
              <a:ext uri="{FF2B5EF4-FFF2-40B4-BE49-F238E27FC236}">
                <a16:creationId xmlns:a16="http://schemas.microsoft.com/office/drawing/2014/main" id="{28D83409-7990-4FDA-89DB-59DE580CA444}"/>
              </a:ext>
            </a:extLst>
          </p:cNvPr>
          <p:cNvGrpSpPr>
            <a:grpSpLocks/>
          </p:cNvGrpSpPr>
          <p:nvPr/>
        </p:nvGrpSpPr>
        <p:grpSpPr bwMode="auto">
          <a:xfrm>
            <a:off x="7073900" y="5613400"/>
            <a:ext cx="1524000" cy="838200"/>
            <a:chOff x="3496" y="3440"/>
            <a:chExt cx="960" cy="528"/>
          </a:xfrm>
        </p:grpSpPr>
        <p:graphicFrame>
          <p:nvGraphicFramePr>
            <p:cNvPr id="31747" name="Object 23">
              <a:extLst>
                <a:ext uri="{FF2B5EF4-FFF2-40B4-BE49-F238E27FC236}">
                  <a16:creationId xmlns:a16="http://schemas.microsoft.com/office/drawing/2014/main" id="{219B234E-2418-411F-B9DE-0CDA25A043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74" y="3479"/>
            <a:ext cx="824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53" name="Ecuación" r:id="rId11" imgW="1307880" imgH="609480" progId="Equation.3">
                    <p:embed/>
                  </p:oleObj>
                </mc:Choice>
                <mc:Fallback>
                  <p:oleObj name="Ecuación" r:id="rId11" imgW="1307880" imgH="609480" progId="Equation.3">
                    <p:embed/>
                    <p:pic>
                      <p:nvPicPr>
                        <p:cNvPr id="31747" name="Object 23">
                          <a:extLst>
                            <a:ext uri="{FF2B5EF4-FFF2-40B4-BE49-F238E27FC236}">
                              <a16:creationId xmlns:a16="http://schemas.microsoft.com/office/drawing/2014/main" id="{219B234E-2418-411F-B9DE-0CDA25A043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4" y="3479"/>
                          <a:ext cx="824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58" name="Rectangle 24">
              <a:extLst>
                <a:ext uri="{FF2B5EF4-FFF2-40B4-BE49-F238E27FC236}">
                  <a16:creationId xmlns:a16="http://schemas.microsoft.com/office/drawing/2014/main" id="{E97DDFAE-9A32-404A-AED1-B8A2B897E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6" y="3440"/>
              <a:ext cx="960" cy="528"/>
            </a:xfrm>
            <a:prstGeom prst="rect">
              <a:avLst/>
            </a:prstGeom>
            <a:noFill/>
            <a:ln w="28575">
              <a:solidFill>
                <a:srgbClr val="CC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2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2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29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29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9" grpId="0" autoUpdateAnimBg="0"/>
      <p:bldP spid="82953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>
            <a:extLst>
              <a:ext uri="{FF2B5EF4-FFF2-40B4-BE49-F238E27FC236}">
                <a16:creationId xmlns:a16="http://schemas.microsoft.com/office/drawing/2014/main" id="{A8CCBD3F-AF41-4E16-BD04-1723BBDDD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3838" y="642939"/>
            <a:ext cx="7505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428750" indent="-1428750" algn="just">
              <a:spcBef>
                <a:spcPct val="50000"/>
              </a:spcBef>
              <a:defRPr/>
            </a:pPr>
            <a:r>
              <a:rPr lang="es-ES_tradnl" sz="20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Ejemplo 2:</a:t>
            </a:r>
            <a:r>
              <a:rPr lang="es-ES_tradnl" sz="2000">
                <a:latin typeface="Arial" charset="0"/>
              </a:rPr>
              <a:t> </a:t>
            </a:r>
            <a:r>
              <a:rPr lang="es-ES_tradnl" sz="2000">
                <a:solidFill>
                  <a:srgbClr val="800080"/>
                </a:solidFill>
                <a:latin typeface="Arial" charset="0"/>
              </a:rPr>
              <a:t>Campo magnético creado por un toroide. </a:t>
            </a:r>
            <a:endParaRPr lang="es-ES" sz="2000">
              <a:solidFill>
                <a:srgbClr val="800080"/>
              </a:solidFill>
              <a:latin typeface="Arial" charset="0"/>
            </a:endParaRPr>
          </a:p>
        </p:txBody>
      </p:sp>
      <p:sp>
        <p:nvSpPr>
          <p:cNvPr id="83971" name="Text Box 3">
            <a:extLst>
              <a:ext uri="{FF2B5EF4-FFF2-40B4-BE49-F238E27FC236}">
                <a16:creationId xmlns:a16="http://schemas.microsoft.com/office/drawing/2014/main" id="{40613DF5-76FD-4B0E-ADEE-FE076C1D9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3900" y="1206501"/>
            <a:ext cx="455295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_tradnl" altLang="en-US" sz="2000">
                <a:solidFill>
                  <a:srgbClr val="008000"/>
                </a:solidFill>
              </a:rPr>
              <a:t>Como curva de integración tomamos una circunferencia de radio r centrada en el toroide. Como B es constante en todo el círculo:</a:t>
            </a:r>
            <a:endParaRPr lang="es-ES" altLang="en-US" sz="2000">
              <a:solidFill>
                <a:srgbClr val="008000"/>
              </a:solidFill>
            </a:endParaRPr>
          </a:p>
        </p:txBody>
      </p:sp>
      <p:graphicFrame>
        <p:nvGraphicFramePr>
          <p:cNvPr id="83972" name="Object 4">
            <a:extLst>
              <a:ext uri="{FF2B5EF4-FFF2-40B4-BE49-F238E27FC236}">
                <a16:creationId xmlns:a16="http://schemas.microsoft.com/office/drawing/2014/main" id="{C008E00E-C212-46C6-871D-68DCFD4857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02350" y="2730500"/>
          <a:ext cx="3886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8" name="Ecuación" r:id="rId3" imgW="3886200" imgH="698400" progId="Equation.3">
                  <p:embed/>
                </p:oleObj>
              </mc:Choice>
              <mc:Fallback>
                <p:oleObj name="Ecuación" r:id="rId3" imgW="3886200" imgH="698400" progId="Equation.3">
                  <p:embed/>
                  <p:pic>
                    <p:nvPicPr>
                      <p:cNvPr id="83972" name="Object 4">
                        <a:extLst>
                          <a:ext uri="{FF2B5EF4-FFF2-40B4-BE49-F238E27FC236}">
                            <a16:creationId xmlns:a16="http://schemas.microsoft.com/office/drawing/2014/main" id="{C008E00E-C212-46C6-871D-68DCFD4857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2350" y="2730500"/>
                        <a:ext cx="38862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>
            <a:extLst>
              <a:ext uri="{FF2B5EF4-FFF2-40B4-BE49-F238E27FC236}">
                <a16:creationId xmlns:a16="http://schemas.microsoft.com/office/drawing/2014/main" id="{CB1FF2B7-F317-403B-9492-14F310B99211}"/>
              </a:ext>
            </a:extLst>
          </p:cNvPr>
          <p:cNvGrpSpPr>
            <a:grpSpLocks/>
          </p:cNvGrpSpPr>
          <p:nvPr/>
        </p:nvGrpSpPr>
        <p:grpSpPr bwMode="auto">
          <a:xfrm>
            <a:off x="2501901" y="3695701"/>
            <a:ext cx="3586163" cy="434975"/>
            <a:chOff x="616" y="2328"/>
            <a:chExt cx="2259" cy="274"/>
          </a:xfrm>
        </p:grpSpPr>
        <p:sp>
          <p:nvSpPr>
            <p:cNvPr id="32803" name="Text Box 6">
              <a:extLst>
                <a:ext uri="{FF2B5EF4-FFF2-40B4-BE49-F238E27FC236}">
                  <a16:creationId xmlns:a16="http://schemas.microsoft.com/office/drawing/2014/main" id="{5A14F853-ADA8-49D0-B3BA-AE731255D5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" y="2328"/>
              <a:ext cx="11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_tradnl" altLang="en-US" sz="2000">
                  <a:solidFill>
                    <a:srgbClr val="008000"/>
                  </a:solidFill>
                </a:rPr>
                <a:t>Para </a:t>
              </a:r>
              <a:r>
                <a:rPr lang="es-ES_tradnl" altLang="en-US" sz="2000">
                  <a:solidFill>
                    <a:srgbClr val="008000"/>
                  </a:solidFill>
                  <a:latin typeface="Times New Roman" panose="02020603050405020304" pitchFamily="18" charset="0"/>
                </a:rPr>
                <a:t>a &lt; r &lt; b</a:t>
              </a:r>
              <a:endParaRPr lang="es-ES" altLang="en-US" sz="200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04" name="AutoShape 7">
              <a:extLst>
                <a:ext uri="{FF2B5EF4-FFF2-40B4-BE49-F238E27FC236}">
                  <a16:creationId xmlns:a16="http://schemas.microsoft.com/office/drawing/2014/main" id="{3129753D-91B4-40FD-9D55-DD3D33EC4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2" y="2384"/>
              <a:ext cx="289" cy="144"/>
            </a:xfrm>
            <a:custGeom>
              <a:avLst/>
              <a:gdLst>
                <a:gd name="T0" fmla="*/ 217 w 21600"/>
                <a:gd name="T1" fmla="*/ 0 h 21600"/>
                <a:gd name="T2" fmla="*/ 0 w 21600"/>
                <a:gd name="T3" fmla="*/ 72 h 21600"/>
                <a:gd name="T4" fmla="*/ 217 w 21600"/>
                <a:gd name="T5" fmla="*/ 144 h 21600"/>
                <a:gd name="T6" fmla="*/ 289 w 21600"/>
                <a:gd name="T7" fmla="*/ 72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63 w 21600"/>
                <a:gd name="T13" fmla="*/ 5400 h 21600"/>
                <a:gd name="T14" fmla="*/ 18909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gradFill rotWithShape="0">
              <a:gsLst>
                <a:gs pos="0">
                  <a:srgbClr val="0033CC"/>
                </a:gs>
                <a:gs pos="100000">
                  <a:schemeClr val="hlink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32805" name="Text Box 8">
              <a:extLst>
                <a:ext uri="{FF2B5EF4-FFF2-40B4-BE49-F238E27FC236}">
                  <a16:creationId xmlns:a16="http://schemas.microsoft.com/office/drawing/2014/main" id="{C66C99B1-5588-4D0A-9223-ADEE81D350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" y="2352"/>
              <a:ext cx="64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_tradnl" altLang="en-US" sz="2000">
                  <a:solidFill>
                    <a:srgbClr val="0033CC"/>
                  </a:solidFill>
                  <a:latin typeface="Times New Roman" panose="02020603050405020304" pitchFamily="18" charset="0"/>
                </a:rPr>
                <a:t>I</a:t>
              </a:r>
              <a:r>
                <a:rPr lang="es-ES_tradnl" altLang="en-US" sz="2000" baseline="-25000">
                  <a:solidFill>
                    <a:srgbClr val="0033CC"/>
                  </a:solidFill>
                  <a:latin typeface="Times New Roman" panose="02020603050405020304" pitchFamily="18" charset="0"/>
                </a:rPr>
                <a:t>c</a:t>
              </a:r>
              <a:r>
                <a:rPr lang="es-ES_tradnl" altLang="en-US" sz="2000">
                  <a:solidFill>
                    <a:srgbClr val="0033CC"/>
                  </a:solidFill>
                  <a:latin typeface="Times New Roman" panose="02020603050405020304" pitchFamily="18" charset="0"/>
                </a:rPr>
                <a:t> = NI</a:t>
              </a:r>
              <a:endParaRPr lang="es-ES" altLang="en-US" sz="200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83977" name="Text Box 9">
            <a:extLst>
              <a:ext uri="{FF2B5EF4-FFF2-40B4-BE49-F238E27FC236}">
                <a16:creationId xmlns:a16="http://schemas.microsoft.com/office/drawing/2014/main" id="{1A100296-54AE-449D-B190-CF29B02F2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6800" y="5003801"/>
            <a:ext cx="2387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_tradnl" altLang="en-US" sz="2000">
                <a:solidFill>
                  <a:srgbClr val="CC3399"/>
                </a:solidFill>
              </a:rPr>
              <a:t>Casos particulares</a:t>
            </a:r>
            <a:endParaRPr lang="es-ES" altLang="en-US" sz="2000">
              <a:solidFill>
                <a:srgbClr val="CC3399"/>
              </a:solidFill>
            </a:endParaRPr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D22720A3-EBCD-496A-BCF3-E70348C95AED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4406900"/>
            <a:ext cx="5867400" cy="1638300"/>
            <a:chOff x="2064" y="2776"/>
            <a:chExt cx="3696" cy="1032"/>
          </a:xfrm>
        </p:grpSpPr>
        <p:sp>
          <p:nvSpPr>
            <p:cNvPr id="32800" name="AutoShape 11">
              <a:extLst>
                <a:ext uri="{FF2B5EF4-FFF2-40B4-BE49-F238E27FC236}">
                  <a16:creationId xmlns:a16="http://schemas.microsoft.com/office/drawing/2014/main" id="{9E0C63B9-55E5-4A0F-A59F-13E2DB4A5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" y="2776"/>
              <a:ext cx="56" cy="1032"/>
            </a:xfrm>
            <a:prstGeom prst="leftBrace">
              <a:avLst>
                <a:gd name="adj1" fmla="val 153571"/>
                <a:gd name="adj2" fmla="val 50000"/>
              </a:avLst>
            </a:prstGeom>
            <a:noFill/>
            <a:ln w="28575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32801" name="AutoShape 12">
              <a:extLst>
                <a:ext uri="{FF2B5EF4-FFF2-40B4-BE49-F238E27FC236}">
                  <a16:creationId xmlns:a16="http://schemas.microsoft.com/office/drawing/2014/main" id="{2670C154-6BC3-44E3-B915-350DFA8F7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6" y="2912"/>
              <a:ext cx="289" cy="144"/>
            </a:xfrm>
            <a:prstGeom prst="notchedRightArrow">
              <a:avLst>
                <a:gd name="adj1" fmla="val 50000"/>
                <a:gd name="adj2" fmla="val 50174"/>
              </a:avLst>
            </a:prstGeom>
            <a:gradFill rotWithShape="0">
              <a:gsLst>
                <a:gs pos="0">
                  <a:srgbClr val="D6D172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sp>
          <p:nvSpPr>
            <p:cNvPr id="32802" name="Text Box 13">
              <a:extLst>
                <a:ext uri="{FF2B5EF4-FFF2-40B4-BE49-F238E27FC236}">
                  <a16:creationId xmlns:a16="http://schemas.microsoft.com/office/drawing/2014/main" id="{8E4EA04C-8C73-4885-A227-79F406D0DF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8" y="2816"/>
              <a:ext cx="219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s-ES_tradnl" altLang="en-US" sz="2000">
                  <a:solidFill>
                    <a:srgbClr val="6666FF"/>
                  </a:solidFill>
                </a:rPr>
                <a:t>No existe corriente a través del circulo de radio r.</a:t>
              </a:r>
              <a:endParaRPr lang="es-ES" altLang="en-US" sz="2000">
                <a:solidFill>
                  <a:srgbClr val="6666FF"/>
                </a:solidFill>
              </a:endParaRPr>
            </a:p>
          </p:txBody>
        </p:sp>
        <p:graphicFrame>
          <p:nvGraphicFramePr>
            <p:cNvPr id="32774" name="Object 14">
              <a:extLst>
                <a:ext uri="{FF2B5EF4-FFF2-40B4-BE49-F238E27FC236}">
                  <a16:creationId xmlns:a16="http://schemas.microsoft.com/office/drawing/2014/main" id="{859371BB-02C3-4429-9BA0-5745D2F00A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16" y="2880"/>
            <a:ext cx="888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79" name="Ecuación" r:id="rId5" imgW="1409400" imgH="279360" progId="Equation.3">
                    <p:embed/>
                  </p:oleObj>
                </mc:Choice>
                <mc:Fallback>
                  <p:oleObj name="Ecuación" r:id="rId5" imgW="1409400" imgH="279360" progId="Equation.3">
                    <p:embed/>
                    <p:pic>
                      <p:nvPicPr>
                        <p:cNvPr id="32774" name="Object 14">
                          <a:extLst>
                            <a:ext uri="{FF2B5EF4-FFF2-40B4-BE49-F238E27FC236}">
                              <a16:creationId xmlns:a16="http://schemas.microsoft.com/office/drawing/2014/main" id="{859371BB-02C3-4429-9BA0-5745D2F00A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6" y="2880"/>
                          <a:ext cx="888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80753651-1DBF-411B-9B61-BBEA5E478697}"/>
              </a:ext>
            </a:extLst>
          </p:cNvPr>
          <p:cNvGrpSpPr>
            <a:grpSpLocks/>
          </p:cNvGrpSpPr>
          <p:nvPr/>
        </p:nvGrpSpPr>
        <p:grpSpPr bwMode="auto">
          <a:xfrm>
            <a:off x="2730500" y="6032501"/>
            <a:ext cx="7658100" cy="422275"/>
            <a:chOff x="760" y="3800"/>
            <a:chExt cx="4824" cy="266"/>
          </a:xfrm>
        </p:grpSpPr>
        <p:sp>
          <p:nvSpPr>
            <p:cNvPr id="32796" name="Text Box 16">
              <a:extLst>
                <a:ext uri="{FF2B5EF4-FFF2-40B4-BE49-F238E27FC236}">
                  <a16:creationId xmlns:a16="http://schemas.microsoft.com/office/drawing/2014/main" id="{C5CCFFD5-6398-49A8-AA15-D8F03BB347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" y="3816"/>
              <a:ext cx="17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_tradnl" altLang="en-US" sz="2000">
                  <a:solidFill>
                    <a:schemeClr val="hlink"/>
                  </a:solidFill>
                </a:rPr>
                <a:t>Si (b-a)&lt;&lt; radio medio</a:t>
              </a:r>
              <a:endParaRPr lang="es-ES" altLang="en-US" sz="2000">
                <a:solidFill>
                  <a:schemeClr val="hlink"/>
                </a:solidFill>
              </a:endParaRPr>
            </a:p>
          </p:txBody>
        </p:sp>
        <p:sp>
          <p:nvSpPr>
            <p:cNvPr id="32797" name="AutoShape 17">
              <a:extLst>
                <a:ext uri="{FF2B5EF4-FFF2-40B4-BE49-F238E27FC236}">
                  <a16:creationId xmlns:a16="http://schemas.microsoft.com/office/drawing/2014/main" id="{4C83AA10-E900-4D42-9703-CFCE61D82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0" y="3896"/>
              <a:ext cx="544" cy="128"/>
            </a:xfrm>
            <a:prstGeom prst="chevron">
              <a:avLst>
                <a:gd name="adj" fmla="val 106250"/>
              </a:avLst>
            </a:prstGeom>
            <a:gradFill rotWithShape="0">
              <a:gsLst>
                <a:gs pos="0">
                  <a:srgbClr val="800080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grpSp>
          <p:nvGrpSpPr>
            <p:cNvPr id="32798" name="Group 18">
              <a:extLst>
                <a:ext uri="{FF2B5EF4-FFF2-40B4-BE49-F238E27FC236}">
                  <a16:creationId xmlns:a16="http://schemas.microsoft.com/office/drawing/2014/main" id="{34543975-D573-4BAF-8D48-08A8EFDADF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48" y="3800"/>
              <a:ext cx="2336" cy="250"/>
              <a:chOff x="3248" y="3800"/>
              <a:chExt cx="2336" cy="250"/>
            </a:xfrm>
          </p:grpSpPr>
          <p:sp>
            <p:nvSpPr>
              <p:cNvPr id="32799" name="Text Box 19">
                <a:extLst>
                  <a:ext uri="{FF2B5EF4-FFF2-40B4-BE49-F238E27FC236}">
                    <a16:creationId xmlns:a16="http://schemas.microsoft.com/office/drawing/2014/main" id="{865B2909-A3EA-47C2-A4C1-C5A834239E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8" y="3800"/>
                <a:ext cx="2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_tradnl" altLang="en-US" sz="2000">
                    <a:solidFill>
                      <a:srgbClr val="0033CC"/>
                    </a:solidFill>
                  </a:rPr>
                  <a:t>   es uniforme en el interior.</a:t>
                </a:r>
                <a:endParaRPr lang="es-ES" altLang="en-US" sz="2000">
                  <a:solidFill>
                    <a:srgbClr val="0033CC"/>
                  </a:solidFill>
                </a:endParaRPr>
              </a:p>
            </p:txBody>
          </p:sp>
          <p:graphicFrame>
            <p:nvGraphicFramePr>
              <p:cNvPr id="32773" name="Object 20">
                <a:extLst>
                  <a:ext uri="{FF2B5EF4-FFF2-40B4-BE49-F238E27FC236}">
                    <a16:creationId xmlns:a16="http://schemas.microsoft.com/office/drawing/2014/main" id="{DE7B9F16-4DD7-4654-B652-5A4410CD2F8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64" y="3836"/>
              <a:ext cx="128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480" name="Ecuación" r:id="rId7" imgW="203040" imgH="266400" progId="Equation.3">
                      <p:embed/>
                    </p:oleObj>
                  </mc:Choice>
                  <mc:Fallback>
                    <p:oleObj name="Ecuación" r:id="rId7" imgW="203040" imgH="266400" progId="Equation.3">
                      <p:embed/>
                      <p:pic>
                        <p:nvPicPr>
                          <p:cNvPr id="32773" name="Object 20">
                            <a:extLst>
                              <a:ext uri="{FF2B5EF4-FFF2-40B4-BE49-F238E27FC236}">
                                <a16:creationId xmlns:a16="http://schemas.microsoft.com/office/drawing/2014/main" id="{DE7B9F16-4DD7-4654-B652-5A4410CD2F8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64" y="3836"/>
                            <a:ext cx="128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2781" name="Text Box 21">
            <a:extLst>
              <a:ext uri="{FF2B5EF4-FFF2-40B4-BE49-F238E27FC236}">
                <a16:creationId xmlns:a16="http://schemas.microsoft.com/office/drawing/2014/main" id="{BBDAA8AD-A972-4812-8427-048CCEBD6A9E}"/>
              </a:ext>
            </a:extLst>
          </p:cNvPr>
          <p:cNvSpPr txBox="1">
            <a:spLocks noChangeArrowheads="1"/>
          </p:cNvSpPr>
          <p:nvPr/>
        </p:nvSpPr>
        <p:spPr bwMode="auto">
          <a:xfrm rot="16206223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Autores Mar Artigao Castillo, Manuel Sánchez Martínez</a:t>
            </a:r>
          </a:p>
          <a:p>
            <a:pPr eaLnBrk="1" hangingPunct="1">
              <a:spcBef>
                <a:spcPct val="50000"/>
              </a:spcBef>
            </a:pPr>
            <a:r>
              <a:rPr lang="es-ES" altLang="en-US" sz="1000">
                <a:solidFill>
                  <a:schemeClr val="bg1"/>
                </a:solidFill>
                <a:latin typeface="Times New Roman" panose="02020603050405020304" pitchFamily="18" charset="0"/>
              </a:rPr>
              <a:t>Dpto de Física Aplicada, Escuela Politécnica Superior de Albacete (UCLM)</a:t>
            </a:r>
          </a:p>
        </p:txBody>
      </p:sp>
      <p:grpSp>
        <p:nvGrpSpPr>
          <p:cNvPr id="6" name="Group 22">
            <a:extLst>
              <a:ext uri="{FF2B5EF4-FFF2-40B4-BE49-F238E27FC236}">
                <a16:creationId xmlns:a16="http://schemas.microsoft.com/office/drawing/2014/main" id="{70B0C1E7-65DA-4F60-9F17-746DEFA359A6}"/>
              </a:ext>
            </a:extLst>
          </p:cNvPr>
          <p:cNvGrpSpPr>
            <a:grpSpLocks/>
          </p:cNvGrpSpPr>
          <p:nvPr/>
        </p:nvGrpSpPr>
        <p:grpSpPr bwMode="auto">
          <a:xfrm>
            <a:off x="5905500" y="3632200"/>
            <a:ext cx="2413000" cy="787400"/>
            <a:chOff x="2760" y="2288"/>
            <a:chExt cx="1520" cy="496"/>
          </a:xfrm>
        </p:grpSpPr>
        <p:sp>
          <p:nvSpPr>
            <p:cNvPr id="32793" name="AutoShape 23">
              <a:extLst>
                <a:ext uri="{FF2B5EF4-FFF2-40B4-BE49-F238E27FC236}">
                  <a16:creationId xmlns:a16="http://schemas.microsoft.com/office/drawing/2014/main" id="{9637748E-3EE4-4B4C-AAC7-38792FCC7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0" y="2600"/>
              <a:ext cx="496" cy="176"/>
            </a:xfrm>
            <a:prstGeom prst="curvedUpArrow">
              <a:avLst>
                <a:gd name="adj1" fmla="val 56364"/>
                <a:gd name="adj2" fmla="val 112727"/>
                <a:gd name="adj3" fmla="val 33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  <p:grpSp>
          <p:nvGrpSpPr>
            <p:cNvPr id="32794" name="Group 24">
              <a:extLst>
                <a:ext uri="{FF2B5EF4-FFF2-40B4-BE49-F238E27FC236}">
                  <a16:creationId xmlns:a16="http://schemas.microsoft.com/office/drawing/2014/main" id="{015EB8ED-B8A0-40EE-8507-94C69D8BC0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0" y="2288"/>
              <a:ext cx="1000" cy="496"/>
              <a:chOff x="3280" y="2288"/>
              <a:chExt cx="1000" cy="496"/>
            </a:xfrm>
          </p:grpSpPr>
          <p:graphicFrame>
            <p:nvGraphicFramePr>
              <p:cNvPr id="32772" name="Object 25">
                <a:extLst>
                  <a:ext uri="{FF2B5EF4-FFF2-40B4-BE49-F238E27FC236}">
                    <a16:creationId xmlns:a16="http://schemas.microsoft.com/office/drawing/2014/main" id="{CC4F9339-A687-4D96-99B9-6D2AED68B55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54" y="2335"/>
              <a:ext cx="864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481" name="Ecuación" r:id="rId9" imgW="1371600" imgH="609480" progId="Equation.3">
                      <p:embed/>
                    </p:oleObj>
                  </mc:Choice>
                  <mc:Fallback>
                    <p:oleObj name="Ecuación" r:id="rId9" imgW="1371600" imgH="609480" progId="Equation.3">
                      <p:embed/>
                      <p:pic>
                        <p:nvPicPr>
                          <p:cNvPr id="32772" name="Object 25">
                            <a:extLst>
                              <a:ext uri="{FF2B5EF4-FFF2-40B4-BE49-F238E27FC236}">
                                <a16:creationId xmlns:a16="http://schemas.microsoft.com/office/drawing/2014/main" id="{CC4F9339-A687-4D96-99B9-6D2AED68B55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54" y="2335"/>
                            <a:ext cx="864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795" name="Rectangle 26">
                <a:extLst>
                  <a:ext uri="{FF2B5EF4-FFF2-40B4-BE49-F238E27FC236}">
                    <a16:creationId xmlns:a16="http://schemas.microsoft.com/office/drawing/2014/main" id="{C765F30B-1D61-473C-BBC7-2AB1C569E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0" y="2288"/>
                <a:ext cx="1000" cy="496"/>
              </a:xfrm>
              <a:prstGeom prst="rect">
                <a:avLst/>
              </a:prstGeom>
              <a:noFill/>
              <a:ln w="28575">
                <a:solidFill>
                  <a:srgbClr val="CC33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s-CL" altLang="en-US"/>
              </a:p>
            </p:txBody>
          </p:sp>
        </p:grpSp>
      </p:grpSp>
      <p:grpSp>
        <p:nvGrpSpPr>
          <p:cNvPr id="8" name="Group 27">
            <a:extLst>
              <a:ext uri="{FF2B5EF4-FFF2-40B4-BE49-F238E27FC236}">
                <a16:creationId xmlns:a16="http://schemas.microsoft.com/office/drawing/2014/main" id="{83073634-CA9B-4FEC-A0E7-C303689FB0D8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5232401"/>
            <a:ext cx="5715000" cy="701675"/>
            <a:chOff x="2160" y="3296"/>
            <a:chExt cx="3600" cy="442"/>
          </a:xfrm>
        </p:grpSpPr>
        <p:graphicFrame>
          <p:nvGraphicFramePr>
            <p:cNvPr id="32771" name="Object 28">
              <a:extLst>
                <a:ext uri="{FF2B5EF4-FFF2-40B4-BE49-F238E27FC236}">
                  <a16:creationId xmlns:a16="http://schemas.microsoft.com/office/drawing/2014/main" id="{7AD30FC4-D017-4BB1-AE9B-93D41E003C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60" y="3344"/>
            <a:ext cx="896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82" name="Ecuación" r:id="rId11" imgW="1422360" imgH="279360" progId="Equation.3">
                    <p:embed/>
                  </p:oleObj>
                </mc:Choice>
                <mc:Fallback>
                  <p:oleObj name="Ecuación" r:id="rId11" imgW="1422360" imgH="279360" progId="Equation.3">
                    <p:embed/>
                    <p:pic>
                      <p:nvPicPr>
                        <p:cNvPr id="32771" name="Object 28">
                          <a:extLst>
                            <a:ext uri="{FF2B5EF4-FFF2-40B4-BE49-F238E27FC236}">
                              <a16:creationId xmlns:a16="http://schemas.microsoft.com/office/drawing/2014/main" id="{7AD30FC4-D017-4BB1-AE9B-93D41E003C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3344"/>
                          <a:ext cx="896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1" name="Text Box 29">
              <a:extLst>
                <a:ext uri="{FF2B5EF4-FFF2-40B4-BE49-F238E27FC236}">
                  <a16:creationId xmlns:a16="http://schemas.microsoft.com/office/drawing/2014/main" id="{3EC5C36B-F59F-4817-B155-C569DDE639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8" y="3296"/>
              <a:ext cx="219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s-ES_tradnl" altLang="en-US" sz="2000">
                  <a:solidFill>
                    <a:srgbClr val="0000FF"/>
                  </a:solidFill>
                </a:rPr>
                <a:t>La corriente que entra es igual a la que sale.</a:t>
              </a:r>
              <a:endParaRPr lang="es-ES" altLang="en-US" sz="2000">
                <a:solidFill>
                  <a:srgbClr val="0000FF"/>
                </a:solidFill>
              </a:endParaRPr>
            </a:p>
          </p:txBody>
        </p:sp>
        <p:sp>
          <p:nvSpPr>
            <p:cNvPr id="32792" name="AutoShape 30">
              <a:extLst>
                <a:ext uri="{FF2B5EF4-FFF2-40B4-BE49-F238E27FC236}">
                  <a16:creationId xmlns:a16="http://schemas.microsoft.com/office/drawing/2014/main" id="{7BCCFD09-7FB6-4DAD-B954-038825BF7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6" y="3368"/>
              <a:ext cx="289" cy="144"/>
            </a:xfrm>
            <a:prstGeom prst="notchedRightArrow">
              <a:avLst>
                <a:gd name="adj1" fmla="val 50000"/>
                <a:gd name="adj2" fmla="val 50174"/>
              </a:avLst>
            </a:prstGeom>
            <a:gradFill rotWithShape="0">
              <a:gsLst>
                <a:gs pos="0">
                  <a:srgbClr val="D6D172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CL" altLang="en-US"/>
            </a:p>
          </p:txBody>
        </p:sp>
      </p:grpSp>
      <p:grpSp>
        <p:nvGrpSpPr>
          <p:cNvPr id="9" name="Group 31">
            <a:extLst>
              <a:ext uri="{FF2B5EF4-FFF2-40B4-BE49-F238E27FC236}">
                <a16:creationId xmlns:a16="http://schemas.microsoft.com/office/drawing/2014/main" id="{C0C34A01-9B84-40B2-AF26-B5528F5482D9}"/>
              </a:ext>
            </a:extLst>
          </p:cNvPr>
          <p:cNvGrpSpPr>
            <a:grpSpLocks/>
          </p:cNvGrpSpPr>
          <p:nvPr/>
        </p:nvGrpSpPr>
        <p:grpSpPr bwMode="auto">
          <a:xfrm>
            <a:off x="2439988" y="1112838"/>
            <a:ext cx="3181350" cy="2455862"/>
            <a:chOff x="577" y="701"/>
            <a:chExt cx="2004" cy="1547"/>
          </a:xfrm>
        </p:grpSpPr>
        <p:pic>
          <p:nvPicPr>
            <p:cNvPr id="32785" name="Picture 32">
              <a:extLst>
                <a:ext uri="{FF2B5EF4-FFF2-40B4-BE49-F238E27FC236}">
                  <a16:creationId xmlns:a16="http://schemas.microsoft.com/office/drawing/2014/main" id="{E5DE05A5-21E5-4BBE-AD1B-E0ABEF1DA9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" y="701"/>
              <a:ext cx="2004" cy="15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86" name="Line 33">
              <a:extLst>
                <a:ext uri="{FF2B5EF4-FFF2-40B4-BE49-F238E27FC236}">
                  <a16:creationId xmlns:a16="http://schemas.microsoft.com/office/drawing/2014/main" id="{38BD3EFF-9D7D-488E-BA29-8567944F17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2" y="958"/>
              <a:ext cx="204" cy="4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787" name="Line 34">
              <a:extLst>
                <a:ext uri="{FF2B5EF4-FFF2-40B4-BE49-F238E27FC236}">
                  <a16:creationId xmlns:a16="http://schemas.microsoft.com/office/drawing/2014/main" id="{7125B04E-CDB2-4D43-A165-A66EB9F4DB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14" y="1270"/>
              <a:ext cx="408" cy="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788" name="Line 35">
              <a:extLst>
                <a:ext uri="{FF2B5EF4-FFF2-40B4-BE49-F238E27FC236}">
                  <a16:creationId xmlns:a16="http://schemas.microsoft.com/office/drawing/2014/main" id="{6A94C895-FAB9-4458-B764-28D8BEB686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4" y="1462"/>
              <a:ext cx="624" cy="1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789" name="Line 36">
              <a:extLst>
                <a:ext uri="{FF2B5EF4-FFF2-40B4-BE49-F238E27FC236}">
                  <a16:creationId xmlns:a16="http://schemas.microsoft.com/office/drawing/2014/main" id="{438A8C41-1D91-4BDB-95ED-DAB1A08E7B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131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790" name="Line 37">
              <a:extLst>
                <a:ext uri="{FF2B5EF4-FFF2-40B4-BE49-F238E27FC236}">
                  <a16:creationId xmlns:a16="http://schemas.microsoft.com/office/drawing/2014/main" id="{C4FE830D-1D7F-41DA-840C-ADA5B6FCBE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4" y="1551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8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autoUpdateAnimBg="0"/>
      <p:bldP spid="83977" grpId="0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1649</Words>
  <Application>Microsoft Office PowerPoint</Application>
  <PresentationFormat>Widescreen</PresentationFormat>
  <Paragraphs>276</Paragraphs>
  <Slides>35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7" baseType="lpstr">
      <vt:lpstr>Arial</vt:lpstr>
      <vt:lpstr>Arial Narrow</vt:lpstr>
      <vt:lpstr>Arial Unicode MS</vt:lpstr>
      <vt:lpstr>Calibri</vt:lpstr>
      <vt:lpstr>Calibri Light</vt:lpstr>
      <vt:lpstr>Comic Sans MS</vt:lpstr>
      <vt:lpstr>Symbol</vt:lpstr>
      <vt:lpstr>Times New Roman</vt:lpstr>
      <vt:lpstr>Trebuchet MS</vt:lpstr>
      <vt:lpstr>Office Theme</vt:lpstr>
      <vt:lpstr>Ecuación</vt:lpstr>
      <vt:lpstr>Equation</vt:lpstr>
      <vt:lpstr>Magnetic Fields </vt:lpstr>
      <vt:lpstr>The magnetic forces </vt:lpstr>
      <vt:lpstr>The magnetic field </vt:lpstr>
      <vt:lpstr>Magnetic force on a Charged Particle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Magnetic Fields </dc:title>
  <dc:creator>Leonardo Daniel Bennun Torres</dc:creator>
  <cp:lastModifiedBy>Leonardo Daniel Bennun Torres</cp:lastModifiedBy>
  <cp:revision>3</cp:revision>
  <dcterms:created xsi:type="dcterms:W3CDTF">2021-11-21T16:37:08Z</dcterms:created>
  <dcterms:modified xsi:type="dcterms:W3CDTF">2021-11-29T13:06:53Z</dcterms:modified>
</cp:coreProperties>
</file>