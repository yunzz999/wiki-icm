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64" r:id="rId5"/>
    <p:sldMasterId id="2147483676" r:id="rId6"/>
    <p:sldMasterId id="2147483688" r:id="rId7"/>
    <p:sldMasterId id="2147483648" r:id="rId8"/>
    <p:sldMasterId id="2147483701" r:id="rId9"/>
  </p:sldMasterIdLst>
  <p:notesMasterIdLst>
    <p:notesMasterId r:id="rId28"/>
  </p:notesMasterIdLst>
  <p:handoutMasterIdLst>
    <p:handoutMasterId r:id="rId29"/>
  </p:handoutMasterIdLst>
  <p:sldIdLst>
    <p:sldId id="257" r:id="rId10"/>
    <p:sldId id="256" r:id="rId11"/>
    <p:sldId id="258" r:id="rId12"/>
    <p:sldId id="259" r:id="rId13"/>
    <p:sldId id="260" r:id="rId14"/>
    <p:sldId id="261" r:id="rId15"/>
    <p:sldId id="263" r:id="rId16"/>
    <p:sldId id="262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5E815-EEB5-490A-850A-FBE3FE2D24ED}" v="51" dt="2021-05-06T06:37:28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24"/>
    </p:cViewPr>
  </p:sorterViewPr>
  <p:notesViewPr>
    <p:cSldViewPr snapToGrid="0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7202FB-1B13-4B44-B40C-685BB07C5E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B5837-1D61-4DA0-8B61-F16D1EBCE9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CB6D7-4770-46B3-935A-7E68243C0826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9D9E4-BF75-4877-A09C-9DE0D975FC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B31DC-C9B0-4A51-B2F2-EB6C17E0F8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FC76B-2BAA-4F35-AF71-67606AEFD1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723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75B12-769E-4F87-85C2-2BC73967C985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14C3C-B14E-40AF-A4D3-C478DA678A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58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CD64-24ED-4349-95AC-7C3F888B1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28DEB-1FE7-49E2-A77D-76FAB826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5B9D-9057-4FE7-94EE-4C2BE83A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93F2-5FBC-40AA-82E4-51DA2B24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D99F-2E63-4D7D-8BAD-228A7B26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13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574F-21DF-44A6-901C-07B42822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695D-5D40-4A73-A222-BB4AD0BFB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6E41E-E533-4840-878E-8DA5F923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D2C4C-E1DF-4DCC-A7C5-70F505D4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FECEC-4D8D-4A43-86E1-F62793A7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810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BF85-0B48-4815-87B7-1B1E7D5C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927CF-B6DC-452A-BC54-5D7F65438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402E6-E32E-4AD9-8156-E48C0E4D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F610A-C7D5-428B-BFB7-6447484E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79098-17B9-45A9-A68C-1A50CB07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1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B74E-A662-4E44-9CF1-599BD4C1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A0803-44B3-4E05-85FF-A20FFF5C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CE196-EC28-4B73-9F3D-FED19CE5C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FFD3D-08A2-4B6C-BD2E-565FB728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EAB31-612C-43AF-9A95-B6E625C7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20B14-196D-4478-BE7E-74AED896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279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BA81-2E76-42AF-9BB2-67EBA76F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903C4-B116-45C9-AAE3-D987E4542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BB1AF-1680-4DF9-B40E-962034311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EFF6D-56F0-4FF0-8921-989E9CBC8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A2C8A-9096-48E7-961B-81A27C165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D89C1-FC70-4826-87E1-0DA0D0FD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D7054-010F-4B3A-8EE5-FBD6BCF1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1B91F-CF2F-4AE2-B9F0-8B131302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44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691C-0117-457E-B390-EF984DB0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5D237-24E4-4F1B-8DF4-8FBE8F49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08E48-61F2-49FC-9519-4EF629E9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C88BE-CF34-45F5-A598-05587398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55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8F47B-1B75-4029-9EC4-E32A75FF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348FE-8DED-4BCD-8C45-CFA74C41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CCA64-3939-43C0-BD89-BC486A72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95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044C-FDC7-425A-8466-091621A0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5CC7A-3E29-4116-BBD8-8420F429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A21AE-8A2E-4829-B0FA-C466A169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27366-C3DA-417E-997E-4EED5FC8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9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6FF5-5A4E-414E-AA4B-7BA8179D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15AB-F00F-4BC1-923B-34217916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A30C-C14D-4356-9B08-73626B26A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F799E-7448-4C92-990A-7035D308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A4CF0-A6DA-43F5-A9E1-72EE21A0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B3350-05F3-4065-A06E-7FD15F3B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48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F1EB-56AC-49AC-8DC1-52A600859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9FAF3-4E75-4111-86F3-43F06DBD2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ADB61-55E5-44BF-85E6-1E3180A96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452AC-DB46-4EB8-8CE2-6099E3C1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0B7D-4AEB-46B4-9514-F14E95C6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D718D-CE26-4B9D-86BE-11FDD31E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71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4F2C-07BE-4DCE-BA6C-2B6B1F72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5B65B-F8FA-4BA9-B6FA-AE9542933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CBB3E-2680-45A5-B337-C9C915D5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66809-9826-474D-B121-E9E7CFDB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CCD99-35D0-4999-9E3D-7D3A14C4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206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7724B-09FC-4481-9AF3-62FA5B70B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7B1F3-F11A-4DF5-AEB8-3DA9F45C8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F48B1-9853-4B3A-B6EF-777CDD2C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CD201-8517-4F06-93BA-868F0DCA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F67F2-1E71-4003-93B1-F6FC80CD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84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B852-815B-4445-9D9E-161DDB58B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1779D-81B3-4BA3-9FB5-58F9427CE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25E0F-421D-4F82-AA57-E5D0E2C2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BDDEF-ABB2-4A41-B738-4956C06E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5A96-D37D-4B7F-BB04-C559BF4D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5253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B462-4897-4A72-ADEA-5394856A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C4AD-C676-4571-A8CD-C3D4D1695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2A63B-0A33-4FF3-BB2A-B179D49D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5027-E304-44E7-B3D4-1F11E0D0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F3DA1-3B6F-4CD6-B131-E918B05F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945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0204-1E4F-4340-9223-40410696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2E595-0DA5-4A09-AE48-C06876E41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23F03-1AA8-4A20-B186-AAA34453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2800A-F13C-4FD5-9E95-E2A2DE48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F4BA4-2E2E-4B9F-BEDD-59641D58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96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EE53-59B2-4B54-B0FC-1DCDE337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93A7-823A-43EB-AE07-20131EEC8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3791B-5D37-41F5-A585-BF67D95A2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4AA62-4EC6-4B1A-A3D1-2CD8DE9D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F3906-4681-4BE2-9674-1A52BE75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0A6D6-43C4-4DF5-9A76-0B52BA62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867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1C6A-D7B5-4B6A-A219-7D5D53451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1CF2B-2CC3-461E-89F2-4BC04F5AE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0A555-A661-436C-91D9-A9AEDDCEA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C3DD7-50E5-48B8-AB5B-9E4141E6F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A9D75-E3EE-4F39-BCE3-9EE62F753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B7F46-79D7-415D-A1F7-E96E40FE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1DE84-8CD7-4CE7-9DED-FA6760BD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12CEF-916B-4551-995F-33293479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8557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FEEC-F75B-47FD-AE9A-C2538399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10126-2A1B-4B0B-9F5D-E1AFE4606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31AF-C32E-4A28-9EB5-B5CEBD0F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632DF-30FF-4027-91E3-DF9DC969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1561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E5007-0326-4111-B270-FA1A62E5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8040-4CAE-495D-A525-3CD54520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2F83D-5FD5-4C52-80EA-79C23C3F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44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0E49-60F6-4CC1-8D20-6798C641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C934-0B15-415B-B3B5-7C9B04789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AE6C8-CD71-4C32-A37E-752DD349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8A0FC-BB75-47D7-8C54-58B6B7BA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287C0-BCFA-4D09-81DC-CD7034C6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97F61-053F-4D70-9CCA-55D630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438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5C5E-715F-477A-9265-F5800704B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0361F-B5CE-4B61-A17E-7EA424789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DDC79-D435-4562-9511-F4EE0172F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EA393-6BDE-4CA3-968F-C9ED50C0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AD4A3-7237-40F3-8A73-D57CD5CF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F65B1-C850-4B65-98C1-CD1246F1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4733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3099-BB8E-4A4A-946B-B91DAD66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80A91-0B03-4D23-9441-FA79AA780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DD63E-67B0-4EC4-851A-C419C241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E31DB-B3E5-4543-81AA-71AE60DE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37D75-A9B3-4858-98F9-B5EF2E4E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6058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2F7F9-0FF6-4155-9499-C67332D5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F0E7F-F30C-411C-A32C-E918EEA10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82C5-1B83-4D1C-914B-9FF8BC4A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A7B0-763B-4FA0-ABED-CB345709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DEF0-60CC-4B9B-8345-2F01B0AA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803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7B5A-418D-46D7-9682-640735344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27B8D-E3A7-45CD-AE81-AA9C7A80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9ABF7-716A-43E3-BB48-5E155092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0B7C3-09B7-41A4-98E8-D753B576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D425C-2A41-4DDE-9020-371CF5AA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771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33F-AFEC-4D34-ABDA-9A3525A7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02F5-24C6-4D90-A5CB-D12A2CDB9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46A6-BAFC-4F67-AD7C-DD7BF38B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4191-BC28-4B6F-A920-C1085943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D96F-673A-4B56-9DCE-64051DFE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2924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B38-ED14-49DA-BAE9-ED2289C1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9BCB-246E-467C-BF68-D3EC95B15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3A4E-D753-4A0D-8906-484F2674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8A3A3-DCAF-4E54-AB38-C60F1745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925D-B64A-4070-8EA0-8FDC9725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5749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6420-588C-429F-8328-CB789B6F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02173-0A5E-4C49-9F32-F35BBA717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3DC8D-F3DA-418C-B064-F469D1871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B7811-E252-4DA0-844F-0A4EE573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14794-02AE-4976-A785-4FEC87BD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9AB9E-9BE1-403D-B3C0-B76C1DD0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4016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4A6-A074-44F5-B717-BC484595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41BEC-A8B2-4D6A-A753-8F78CF19A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9198A-425D-452F-9EA3-6B8B075E3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2F646-F5FF-4645-8A1B-17AAA0F30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EDCE4-C103-4808-AE2E-29DC09E57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9CA3A-3DF5-48A8-962B-41BA2CE1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A8130-F5B4-4A56-867D-3ACA45B1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B5FBC-C594-4D8F-A373-A3804C51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5648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79C6-695C-46F1-B99F-F28F9E43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20A55-BDA1-494F-B113-29FBB4DD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D7509-51C6-41EC-85BB-7A075D30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8A29D-0F37-47C1-8EE4-D5D956B9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66629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C41B7-AFBE-4EDB-A6E6-A087DD36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2C362-60CE-4C54-BE89-CB2EB52E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6AB97-1F69-411D-A3E3-E1CFE13B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430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E8D4-0091-44AA-BA74-7A89A06D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6198-58C3-41E1-B74E-2B2DE9932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7E923-3E6B-4F58-95BC-6C839CD88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7E291-F118-4508-A04E-C4AB9322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D3B53-453E-4670-8E95-D0871FD4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F2A8D-6FC0-46D1-9185-CA403249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8878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206E-4C5A-46D4-84AF-BDB6B8233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DAE460-C012-4476-97F8-76A7B8667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32D10-F50F-4166-9D63-21BE057B6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B2DD0-5295-4806-8CD6-114F9102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AAF93-5C89-4228-A39F-1E6C5B95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DB107-8D27-4247-8233-D7D4A0E3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0928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C847-7217-4C15-AABA-C24D6149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EAB87-B163-491E-A761-CEA1F0AB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DB7E6-5F80-4E69-8D84-E173D8F7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EC34A-4E9B-45B2-872E-F76CD871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B937-BB76-49BF-8FF4-2B904566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56320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E99DF-F28E-4889-BB54-6D7E04FD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5CC98-7E5D-4560-82DE-06558B3E9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149E9-4B20-4BC5-8E50-49EB1D28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9907F-08E2-432C-B383-48722883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5B89-EBAE-42B8-B5F7-70AC4492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96258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6B57-DA7C-4952-AA38-5FAF9BD9A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2216B-DC06-48C4-99B1-81EAC716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8C76F-658F-479F-BD87-A1254FB1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395C9-9606-4008-81D6-0372D444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49FF-B0F1-4FA2-A5DB-56CAADC2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596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1350-BA50-48E3-A0F5-36EF170B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1F75B-5EF5-4570-A6DD-D62A16653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C7F7-FBBB-4C62-BE4A-68CEA422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1B1E-46CF-4501-BF49-2D65A0F9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5CB3B-02FA-4C0B-987A-BB635FED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9685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0F8E-E1F4-4264-80A5-2206CD9A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B5A81-7955-4A81-95C7-D9C9CB671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57B4-C32E-4E02-9AD0-FC338813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C4F3-0F8D-4632-95C1-F1ACC59B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EC3B2-A66A-41AF-A4A0-415645AB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1146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7021-843A-463B-9B0F-41A645BF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7312-0DC8-4C69-A698-921620130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E63FA-B35B-4ECA-A564-101D33392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7CD49-1940-4AD9-AEAE-B4092B25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2FCB0-7EB2-4515-B1B3-82EE6C0F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5BC2F-4ABB-4985-BE54-23F6D1E1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8980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1479-6FA6-439A-9437-ED31F569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DA52C-3071-43E3-B68E-DF2641C71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10F43-BB3D-49CD-AC07-D80F19FEA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9BC1F-A70F-4582-8298-09886A36B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DC208-0E98-4799-8D10-BF93ABA69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34AE2-18F6-4DED-AC2C-873522C5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5B259-55D9-435A-80B4-8950414D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FDE44-84A0-4396-B76A-5161089E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6036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6614-BB8B-4A6E-A33D-010DADC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19FF4-1172-4FD8-9DD1-46FB33A3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2F84D-CA66-48B3-8283-77CBAD1C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10783-0CAE-4D0F-A05D-C483A571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24980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1ECBA-6C99-417D-BEDB-CC856B32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AA6DD-87A8-4983-87AF-016AD15C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B5D23-EFF3-4AFD-AE17-B135E48E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9198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EB9-348C-458C-8918-7D39CBFF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F13DF-F062-480A-BEB1-3A7A92599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F1B49-FEAC-4A0A-A0AB-DA01CD26A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E34BC-2371-4DB5-85B1-1F8B810C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181FF-AB34-4984-A078-9C73DEF0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489AC-09F6-4990-B176-0A11B967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6904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AD9B-B1A9-4895-89B2-DF8D9A4C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1C4ED-3E59-473E-938F-CD93FB16B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F21E6-F53E-4D15-A490-65ACE279A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5EF03-1887-4C24-A4F3-762C1598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6137-5AD9-4354-9BE8-32C4D2EF3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A0A52-C1B8-4FD9-ACF0-0EBC32DB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5791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3033-FFF8-44F1-823E-B3BA07F5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498D3-FF27-4E86-833D-A1C0816FD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06A0E-CF2E-4351-A906-827143C2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755D0-6F52-4CDF-BE5A-C258F87F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0E63D-E575-4ACB-800C-B3AC977B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32402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6941B-5E1A-432C-A915-04981C629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DFBDF-ECC8-467E-98BB-5C9E9CE24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77981-0D51-4105-9827-761C147B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89EF-0A17-41B9-892B-87FA10B8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2899-D528-4D5B-8F20-87F90307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82262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DD06-E2F2-40D5-859C-4951D493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CAC45-23FC-40C1-AD9E-7D2DD0C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C42D5-F6CF-4D8E-9755-6A2EFC35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7450C-448A-4F4E-93C2-3D933FC4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14633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1998" y="0"/>
                </a:moveTo>
                <a:lnTo>
                  <a:pt x="0" y="0"/>
                </a:lnTo>
                <a:lnTo>
                  <a:pt x="0" y="457199"/>
                </a:lnTo>
                <a:lnTo>
                  <a:pt x="12191998" y="457199"/>
                </a:lnTo>
                <a:lnTo>
                  <a:pt x="12191998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" y="6334316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1998" y="0"/>
                </a:moveTo>
                <a:lnTo>
                  <a:pt x="0" y="0"/>
                </a:lnTo>
                <a:lnTo>
                  <a:pt x="0" y="66483"/>
                </a:lnTo>
                <a:lnTo>
                  <a:pt x="12191998" y="66483"/>
                </a:lnTo>
                <a:lnTo>
                  <a:pt x="12191998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20765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8682" y="2521202"/>
            <a:ext cx="5134635" cy="139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7225" y="4470908"/>
            <a:ext cx="9037548" cy="1043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4406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6418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56046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751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8478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57595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08127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29803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08675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052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36321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63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6FD76-7F8E-4F56-A70A-C18F818D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83DA-06F4-4086-9850-75B300AD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78C4-FC9B-4055-A19F-55DDA546E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42BF-6B63-4533-A5F3-FCBB35D3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FC88-FFE7-4620-978D-8BAE0124C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7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76988-3F61-4A7D-B3D8-F46AB656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F4119-F38A-46AF-84B8-A828C7BF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5C0D-3F4F-48BA-8BDB-62C169899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F28E6-E9F1-48F9-A4A0-0CF24D18A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2AB72-9F37-4312-885D-3AE31FD12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799F0-6820-4F1C-B340-4E7DDEF6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155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7A234-E094-4154-8A99-DCE761AF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BCA2F-7599-495D-8032-F121F9838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21FA-FB29-474A-BC71-42F2A687D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0A442-3C6B-4FF5-97CA-38D0A70E5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6DDE1-B312-4C5D-881F-26094A62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1052D-FB9D-42A0-9620-235D1A4D53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44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032EC-448E-4C74-8B13-0365D701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42ADF-6D3C-4579-9A90-0123A2C79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0BE84-E14F-4538-A866-9CA7C6E83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622A6-C4BF-4D1C-9FEF-4CA264B77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9B69D-F3F2-4557-AF8C-A2C5035D9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BCAEC-BF28-4FED-8D28-DCE2956426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3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75" y="6400800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825" y="0"/>
                </a:moveTo>
                <a:lnTo>
                  <a:pt x="0" y="0"/>
                </a:lnTo>
                <a:lnTo>
                  <a:pt x="0" y="457199"/>
                </a:lnTo>
                <a:lnTo>
                  <a:pt x="12188825" y="457199"/>
                </a:lnTo>
                <a:lnTo>
                  <a:pt x="12188825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4" y="6334316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822" y="0"/>
                </a:moveTo>
                <a:lnTo>
                  <a:pt x="0" y="0"/>
                </a:lnTo>
                <a:lnTo>
                  <a:pt x="0" y="64006"/>
                </a:lnTo>
                <a:lnTo>
                  <a:pt x="12188822" y="64006"/>
                </a:lnTo>
                <a:lnTo>
                  <a:pt x="12188822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193531" y="1737842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598933"/>
            <a:ext cx="98399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13/10/2025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81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3159888" y="2773988"/>
            <a:ext cx="5320375" cy="6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400" spc="45" dirty="0"/>
              <a:t>A. Hopper N.    </a:t>
            </a:r>
            <a:r>
              <a:rPr sz="1400" spc="45" dirty="0"/>
              <a:t>F</a:t>
            </a:r>
            <a:r>
              <a:rPr lang="es-ES" sz="1400" spc="45" dirty="0"/>
              <a:t>.</a:t>
            </a:r>
            <a:r>
              <a:rPr sz="1400" spc="45" dirty="0"/>
              <a:t> </a:t>
            </a:r>
            <a:r>
              <a:rPr sz="1400" spc="15" dirty="0"/>
              <a:t>P</a:t>
            </a:r>
            <a:r>
              <a:rPr lang="es-ES" sz="1400" spc="15" dirty="0" err="1"/>
              <a:t>aiva</a:t>
            </a:r>
            <a:r>
              <a:rPr lang="es-ES" sz="1400" spc="15" dirty="0"/>
              <a:t> V. </a:t>
            </a:r>
          </a:p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Ingeniería Matemática</a:t>
            </a:r>
            <a:endParaRPr lang="es-ES" sz="1600" b="1" spc="-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292" y="436406"/>
            <a:ext cx="927797" cy="1110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7794D-9470-4B1A-860F-5452B7FB2BA3}"/>
              </a:ext>
            </a:extLst>
          </p:cNvPr>
          <p:cNvSpPr txBox="1"/>
          <p:nvPr/>
        </p:nvSpPr>
        <p:spPr>
          <a:xfrm>
            <a:off x="433664" y="1564314"/>
            <a:ext cx="1518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MAT  525212/525252</a:t>
            </a:r>
          </a:p>
          <a:p>
            <a:pPr algn="ctr"/>
            <a:r>
              <a:rPr lang="es-ES" sz="1400" b="1" dirty="0"/>
              <a:t>13.10.25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5A03D-F4D5-46F1-90A0-963E601D3543}"/>
              </a:ext>
            </a:extLst>
          </p:cNvPr>
          <p:cNvSpPr txBox="1"/>
          <p:nvPr/>
        </p:nvSpPr>
        <p:spPr>
          <a:xfrm>
            <a:off x="10829925" y="1285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790C43-4CEA-47FC-AB4A-5657D1B6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436406"/>
            <a:ext cx="2419350" cy="32099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490F0-23DD-4CD4-8C50-CB8091F0B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A2A8-20B7-442D-9387-D36BF851E3B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0" y="6581001"/>
            <a:ext cx="2804160" cy="276999"/>
          </a:xfrm>
        </p:spPr>
        <p:txBody>
          <a:bodyPr/>
          <a:lstStyle/>
          <a:p>
            <a:r>
              <a:rPr lang="es-CL">
                <a:highlight>
                  <a:srgbClr val="00FFFF"/>
                </a:highlight>
              </a:rPr>
              <a:t>13/10/2025</a:t>
            </a:r>
            <a:endParaRPr lang="en-US" dirty="0">
              <a:highlight>
                <a:srgbClr val="00FFFF"/>
              </a:highlight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2899F99-3DD6-4BE0-9D02-0B5A79C9B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2899F99-3DD6-4BE0-9D02-0B5A79C9B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784B6CB-B3E9-4B94-8C14-CEAC72497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CL"/>
              <a:t>Integración Compleja: Introducción</a:t>
            </a:r>
            <a:endParaRPr lang="es-C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77DF06-B664-4AB4-826B-6E8E15E7C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00" y="1146412"/>
            <a:ext cx="6286500" cy="151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7245"/>
      </p:ext>
    </p:extLst>
  </p:cSld>
  <p:clrMapOvr>
    <a:masterClrMapping/>
  </p:clrMapOvr>
  <p:transition spd="slow" advTm="254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0F836-B161-478B-A55B-CBE8C8FA9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9" y="918265"/>
            <a:ext cx="10437962" cy="47061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D393-5FA3-44B8-8DBD-262CAE33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4478-EB40-41CE-B29C-2C6F2D71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264EF-605E-4DFB-B4A4-6B63250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81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4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CC3BE1-49AE-483C-9BC5-692BC758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46" y="260290"/>
            <a:ext cx="9454550" cy="595953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Freeform: Shape 2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A52E8-FF49-4CBE-AD13-1B59DFA3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067E9-D025-419A-AC9C-B3465A51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6A1CF-AF43-4137-A751-1DF83606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517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5C6E1-7D53-45CF-96AC-C819FAE5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671512"/>
            <a:ext cx="10322560" cy="55149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9277-896F-49DE-BBF5-A3C993C4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D660E-781F-4216-A4BA-455524B6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EFBE3-47B4-466A-9933-C881CCCC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880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1D708-C25E-42E0-A6F4-83806E33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7" y="1580882"/>
            <a:ext cx="9664846" cy="299610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C91CB-E5C8-461A-8C17-69B3D74C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6382512"/>
            <a:ext cx="6757416" cy="32004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C048C-CC55-401D-901C-8495F6CE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536" y="6382512"/>
            <a:ext cx="2825496" cy="320040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D049B-806E-4140-A5EF-D4DA9A76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64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CFE4D-E0AE-413B-97AE-E3E29F71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14400"/>
            <a:ext cx="10134600" cy="1412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C0C694-28AE-4ADB-B050-304273DBF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397125"/>
            <a:ext cx="10134600" cy="1560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CA520F-9DA0-4997-89DF-E74B09276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201" y="4237821"/>
            <a:ext cx="3070494" cy="755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40AE2C-A036-4B3C-A334-1353605DC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248" y="4194224"/>
            <a:ext cx="2058304" cy="800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1F59A-A800-455D-8F8E-48F3EFADC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388" y="4199710"/>
            <a:ext cx="2600959" cy="759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4D66DB-B77F-40F7-9A95-7FDA35071A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8541" y="4243891"/>
            <a:ext cx="1274176" cy="5890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EDCA7F-7B18-4831-A41A-1C7309AFC2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5300663"/>
            <a:ext cx="10134600" cy="579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74DAC-C294-46A6-9BD9-3E1D9A29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5D3DD-5E72-4054-A893-24462935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09197-E2C5-41D6-8EC8-3F31EE76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AB8B2C1-4CE2-4AF7-89E3-6602DB750FB7}" type="slidenum">
              <a:rPr lang="en-US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9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A2C8C-910D-4866-8BF7-EA7158C4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61913"/>
            <a:ext cx="10134600" cy="367379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75A4E-8E23-445E-B461-684AB6AD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327C2-E08B-4CE1-8950-CD8ECFD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2C58-6D95-4E5F-BC0E-E14BC17F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751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F48D9-B61B-4480-9DC1-6AFAE20C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6382512"/>
            <a:ext cx="6757416" cy="32004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3C4E9-415F-44D2-9A62-AEDF616F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536" y="6382512"/>
            <a:ext cx="2825496" cy="320040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23339-3B12-4B85-B76D-126AB759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8</a:t>
            </a:fld>
            <a:endParaRPr lang="es-E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15CEF82-FB38-48DC-B371-2F13EF5E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37" y="1155301"/>
            <a:ext cx="10316487" cy="399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3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D9FBF-9B54-4DB1-A6F2-EF9D7453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9C5EA-B3E3-4BCB-AC22-9A5E7510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54016-D366-4544-A366-B7AEA14E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9</a:t>
            </a:fld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4AE75-F189-451A-88B2-D0D17AA9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02" y="752575"/>
            <a:ext cx="7315200" cy="1317774"/>
          </a:xfrm>
          <a:prstGeom prst="rect">
            <a:avLst/>
          </a:prstGeom>
        </p:spPr>
        <p:style>
          <a:lnRef idx="2">
            <a:schemeClr val="accent1"/>
          </a:lnRef>
          <a:fillRef idx="1003">
            <a:schemeClr val="dk2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EFEBA-DECF-4BDA-8FAA-D4D00EE0C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898" y="2436353"/>
            <a:ext cx="5814356" cy="1025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03936-F5D6-4F83-9586-0186CCD56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521" y="3749792"/>
            <a:ext cx="3634879" cy="927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DCAAF-A796-4CCF-A332-9770B567C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507" y="3779252"/>
            <a:ext cx="1905495" cy="822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3471AA-665C-4F9D-9C68-BB73B7878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130" y="4853452"/>
            <a:ext cx="9875160" cy="129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4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C4617-7C8F-49A1-9289-97565499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377440" y="3246120"/>
            <a:ext cx="5605272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 sz="1150">
                <a:solidFill>
                  <a:schemeClr val="tx1">
                    <a:lumMod val="75000"/>
                    <a:lumOff val="25000"/>
                  </a:schemeClr>
                </a:solidFill>
              </a:rPr>
              <a:t>Integración Compleja: Introducción</a:t>
            </a: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71377-F1C6-4310-B9D5-1E8B51313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68" y="1404230"/>
            <a:ext cx="8600668" cy="35875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59981-4240-4B86-9C62-9ADEDB32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3680" y="5769864"/>
            <a:ext cx="2233168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CL" sz="1150">
                <a:solidFill>
                  <a:srgbClr val="FFFFFF"/>
                </a:solidFill>
              </a:rPr>
              <a:t>13/10/2025</a:t>
            </a:r>
            <a:endParaRPr lang="es-ES" sz="115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07B6E-BFCF-448A-9931-7FA46FCE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83496" y="4892040"/>
            <a:ext cx="1673352" cy="1005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AB8B2C1-4CE2-4AF7-89E3-6602DB750FB7}" type="slidenum">
              <a:rPr lang="es-E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s-ES" sz="6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3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E3DFD-6C6B-46F0-B908-9A5F2FB3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" y="1338943"/>
            <a:ext cx="10134600" cy="41801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1F81F-E507-4029-9E5F-564E83E6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EFDF6-2F0E-4A96-BE2D-F153BEC0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D711F-45DE-4CE9-9A50-4212FB88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11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7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F629D-ED14-438B-89A8-743B71A3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03" y="914400"/>
            <a:ext cx="8386193" cy="49688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8F506-412B-4A24-A4D3-D2231924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B2C66-7C0C-4967-823A-252A6EEC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6793D-A46A-4D86-94C1-6733ECF8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/>
              <a:pPr>
                <a:spcAft>
                  <a:spcPts val="600"/>
                </a:spcAft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873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1E7B0-319C-416C-A234-00736480C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186543"/>
            <a:ext cx="11774424" cy="343988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EB5924-C662-49FE-A7A0-A4D2045F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9EFD7-CFDC-4BF2-A5A0-1464D5AA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66FA0-C742-47A4-88E0-B0285B95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9930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09233-032D-43FB-8DE3-1417DEDB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9DE55-8163-4A9F-B863-E2304CB2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E22C5-AECB-4494-955D-AB91EA1C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14</a:t>
            </a:fld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D080F-E571-475C-B9A5-5757D517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717" y="1311048"/>
            <a:ext cx="92773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74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E5F705A-5E81-4B3A-8EF4-911982DB3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1E615-E442-4323-8817-AA6F332A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905256" y="1984248"/>
            <a:ext cx="3474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99142-66CA-4C2D-967D-5E925172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3504" y="3977640"/>
            <a:ext cx="457200" cy="45720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Aft>
                <a:spcPts val="600"/>
              </a:spcAft>
            </a:pPr>
            <a:fld id="{3AB8B2C1-4CE2-4AF7-89E3-6602DB750FB7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353DD-92DD-4AD3-9B8C-59BD5C53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73736" y="5376672"/>
            <a:ext cx="20482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CL">
                <a:solidFill>
                  <a:schemeClr val="tx1">
                    <a:alpha val="80000"/>
                  </a:schemeClr>
                </a:solidFill>
              </a:rPr>
              <a:t>13/10/2025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D8F92D9-1751-4ABF-9CB7-D198C9A05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9067" y="0"/>
            <a:ext cx="1715241" cy="6858000"/>
          </a:xfrm>
          <a:custGeom>
            <a:avLst/>
            <a:gdLst>
              <a:gd name="connsiteX0" fmla="*/ 1619628 w 1715241"/>
              <a:gd name="connsiteY0" fmla="*/ 0 h 6858000"/>
              <a:gd name="connsiteX1" fmla="*/ 1715241 w 1715241"/>
              <a:gd name="connsiteY1" fmla="*/ 0 h 6858000"/>
              <a:gd name="connsiteX2" fmla="*/ 1711235 w 1715241"/>
              <a:gd name="connsiteY2" fmla="*/ 3148 h 6858000"/>
              <a:gd name="connsiteX3" fmla="*/ 95613 w 1715241"/>
              <a:gd name="connsiteY3" fmla="*/ 3429000 h 6858000"/>
              <a:gd name="connsiteX4" fmla="*/ 1711235 w 1715241"/>
              <a:gd name="connsiteY4" fmla="*/ 6854853 h 6858000"/>
              <a:gd name="connsiteX5" fmla="*/ 1715240 w 1715241"/>
              <a:gd name="connsiteY5" fmla="*/ 6858000 h 6858000"/>
              <a:gd name="connsiteX6" fmla="*/ 1619627 w 1715241"/>
              <a:gd name="connsiteY6" fmla="*/ 6858000 h 6858000"/>
              <a:gd name="connsiteX7" fmla="*/ 1615622 w 1715241"/>
              <a:gd name="connsiteY7" fmla="*/ 6854853 h 6858000"/>
              <a:gd name="connsiteX8" fmla="*/ 0 w 1715241"/>
              <a:gd name="connsiteY8" fmla="*/ 3429000 h 6858000"/>
              <a:gd name="connsiteX9" fmla="*/ 1615622 w 1715241"/>
              <a:gd name="connsiteY9" fmla="*/ 314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5241" h="6858000">
                <a:moveTo>
                  <a:pt x="1619628" y="0"/>
                </a:moveTo>
                <a:lnTo>
                  <a:pt x="1715241" y="0"/>
                </a:lnTo>
                <a:lnTo>
                  <a:pt x="1711235" y="3148"/>
                </a:lnTo>
                <a:cubicBezTo>
                  <a:pt x="724534" y="817446"/>
                  <a:pt x="95613" y="2049777"/>
                  <a:pt x="95613" y="3429000"/>
                </a:cubicBezTo>
                <a:cubicBezTo>
                  <a:pt x="95613" y="4808224"/>
                  <a:pt x="724534" y="6040555"/>
                  <a:pt x="1711235" y="6854853"/>
                </a:cubicBezTo>
                <a:lnTo>
                  <a:pt x="1715240" y="6858000"/>
                </a:lnTo>
                <a:lnTo>
                  <a:pt x="1619627" y="6858000"/>
                </a:lnTo>
                <a:lnTo>
                  <a:pt x="1615622" y="6854853"/>
                </a:lnTo>
                <a:cubicBezTo>
                  <a:pt x="628921" y="6040555"/>
                  <a:pt x="0" y="4808224"/>
                  <a:pt x="0" y="3429000"/>
                </a:cubicBezTo>
                <a:cubicBezTo>
                  <a:pt x="0" y="2049777"/>
                  <a:pt x="628921" y="817446"/>
                  <a:pt x="1615622" y="3148"/>
                </a:cubicBezTo>
                <a:close/>
              </a:path>
            </a:pathLst>
          </a:custGeom>
          <a:solidFill>
            <a:schemeClr val="accent6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76BCA-3AD0-43E7-9B62-1253859407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5847030" y="2439216"/>
            <a:ext cx="5180786" cy="2929910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7816" y="2306119"/>
            <a:ext cx="1164184" cy="2245762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E3794-F0D1-4862-BE1D-59AB3B5E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63" y="429450"/>
            <a:ext cx="85820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4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DBF3C-3A25-48EC-99D5-5A75EE5884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64553-824B-456D-B8CE-7BFAA17B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62D80-F1C7-4F48-B946-B533128E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16</a:t>
            </a:fld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28069-0D6A-4CAB-9B20-91640E3A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9" y="957944"/>
            <a:ext cx="9437913" cy="50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8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4">
            <a:extLst>
              <a:ext uri="{FF2B5EF4-FFF2-40B4-BE49-F238E27FC236}">
                <a16:creationId xmlns:a16="http://schemas.microsoft.com/office/drawing/2014/main" id="{EE5F705A-5E81-4B3A-8EF4-911982DB3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3822C-CC9C-4B81-964C-F53B0C5E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905256" y="1984248"/>
            <a:ext cx="347472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>
                <a:solidFill>
                  <a:schemeClr val="tx1">
                    <a:alpha val="80000"/>
                  </a:schemeClr>
                </a:solidFill>
              </a:rPr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8F3CB-B526-4760-B90F-065E37DF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3504" y="3977640"/>
            <a:ext cx="457200" cy="45720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>
            <a:normAutofit fontScale="85000" lnSpcReduction="10000"/>
          </a:bodyPr>
          <a:lstStyle/>
          <a:p>
            <a:pPr algn="ctr">
              <a:spcAft>
                <a:spcPts val="600"/>
              </a:spcAft>
            </a:pPr>
            <a:fld id="{3AB8B2C1-4CE2-4AF7-89E3-6602DB750FB7}" type="slidenum">
              <a:rPr lang="es-E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17</a:t>
            </a:fld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D9CD9-2D5B-43D4-ADD7-6F8CA135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73736" y="5376672"/>
            <a:ext cx="204825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CL">
                <a:solidFill>
                  <a:schemeClr val="tx1">
                    <a:alpha val="80000"/>
                  </a:schemeClr>
                </a:solidFill>
              </a:rPr>
              <a:t>13/10/2025</a:t>
            </a:r>
            <a:endParaRPr lang="es-E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6" name="Freeform: Shape 36">
            <a:extLst>
              <a:ext uri="{FF2B5EF4-FFF2-40B4-BE49-F238E27FC236}">
                <a16:creationId xmlns:a16="http://schemas.microsoft.com/office/drawing/2014/main" id="{AD8F92D9-1751-4ABF-9CB7-D198C9A05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9067" y="0"/>
            <a:ext cx="1715241" cy="6858000"/>
          </a:xfrm>
          <a:custGeom>
            <a:avLst/>
            <a:gdLst>
              <a:gd name="connsiteX0" fmla="*/ 1619628 w 1715241"/>
              <a:gd name="connsiteY0" fmla="*/ 0 h 6858000"/>
              <a:gd name="connsiteX1" fmla="*/ 1715241 w 1715241"/>
              <a:gd name="connsiteY1" fmla="*/ 0 h 6858000"/>
              <a:gd name="connsiteX2" fmla="*/ 1711235 w 1715241"/>
              <a:gd name="connsiteY2" fmla="*/ 3148 h 6858000"/>
              <a:gd name="connsiteX3" fmla="*/ 95613 w 1715241"/>
              <a:gd name="connsiteY3" fmla="*/ 3429000 h 6858000"/>
              <a:gd name="connsiteX4" fmla="*/ 1711235 w 1715241"/>
              <a:gd name="connsiteY4" fmla="*/ 6854853 h 6858000"/>
              <a:gd name="connsiteX5" fmla="*/ 1715240 w 1715241"/>
              <a:gd name="connsiteY5" fmla="*/ 6858000 h 6858000"/>
              <a:gd name="connsiteX6" fmla="*/ 1619627 w 1715241"/>
              <a:gd name="connsiteY6" fmla="*/ 6858000 h 6858000"/>
              <a:gd name="connsiteX7" fmla="*/ 1615622 w 1715241"/>
              <a:gd name="connsiteY7" fmla="*/ 6854853 h 6858000"/>
              <a:gd name="connsiteX8" fmla="*/ 0 w 1715241"/>
              <a:gd name="connsiteY8" fmla="*/ 3429000 h 6858000"/>
              <a:gd name="connsiteX9" fmla="*/ 1615622 w 1715241"/>
              <a:gd name="connsiteY9" fmla="*/ 314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5241" h="6858000">
                <a:moveTo>
                  <a:pt x="1619628" y="0"/>
                </a:moveTo>
                <a:lnTo>
                  <a:pt x="1715241" y="0"/>
                </a:lnTo>
                <a:lnTo>
                  <a:pt x="1711235" y="3148"/>
                </a:lnTo>
                <a:cubicBezTo>
                  <a:pt x="724534" y="817446"/>
                  <a:pt x="95613" y="2049777"/>
                  <a:pt x="95613" y="3429000"/>
                </a:cubicBezTo>
                <a:cubicBezTo>
                  <a:pt x="95613" y="4808224"/>
                  <a:pt x="724534" y="6040555"/>
                  <a:pt x="1711235" y="6854853"/>
                </a:cubicBezTo>
                <a:lnTo>
                  <a:pt x="1715240" y="6858000"/>
                </a:lnTo>
                <a:lnTo>
                  <a:pt x="1619627" y="6858000"/>
                </a:lnTo>
                <a:lnTo>
                  <a:pt x="1615622" y="6854853"/>
                </a:lnTo>
                <a:cubicBezTo>
                  <a:pt x="628921" y="6040555"/>
                  <a:pt x="0" y="4808224"/>
                  <a:pt x="0" y="3429000"/>
                </a:cubicBezTo>
                <a:cubicBezTo>
                  <a:pt x="0" y="2049777"/>
                  <a:pt x="628921" y="817446"/>
                  <a:pt x="1615622" y="3148"/>
                </a:cubicBezTo>
                <a:close/>
              </a:path>
            </a:pathLst>
          </a:custGeom>
          <a:solidFill>
            <a:schemeClr val="accent6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2FB94A-E9C1-4491-9086-0C0DC76AF1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6646068" y="2966573"/>
            <a:ext cx="4381748" cy="3362991"/>
          </a:xfrm>
          <a:prstGeom prst="rect">
            <a:avLst/>
          </a:prstGeom>
        </p:spPr>
      </p:pic>
      <p:sp>
        <p:nvSpPr>
          <p:cNvPr id="40" name="Freeform: Shape 38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7816" y="2306119"/>
            <a:ext cx="1164184" cy="2245762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FD0AE9C-6451-4FD7-AE39-E97346CA4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3" y="325135"/>
            <a:ext cx="8671125" cy="21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3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F54AE-3FC6-41FD-90D6-72AD7080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13/10/2025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675F1-0159-4A09-9813-F4E908B6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6367F-58EF-476C-9E06-5BC2111C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AB8B2C1-4CE2-4AF7-89E3-6602DB750FB7}" type="slidenum">
              <a:rPr lang="es-ES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D8576-D739-4EA1-ADB8-99BCED3F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6" y="1110343"/>
            <a:ext cx="8665028" cy="47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31843"/>
      </p:ext>
    </p:extLst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F6A01979D86C4FBCD2EF6E6ECBC0B8" ma:contentTypeVersion="0" ma:contentTypeDescription="Crear nuevo documento." ma:contentTypeScope="" ma:versionID="e23d78761ac9407f62787e6b3861cae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C123D-CD1A-41B5-9925-34A42BC17394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f70f9518-d047-42eb-852d-7972e2460f45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69e8553b-e9fd-426c-81d7-28aef608d6e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1523DCC-4B2D-4BF7-BD77-98579EC461C9}"/>
</file>

<file path=customXml/itemProps3.xml><?xml version="1.0" encoding="utf-8"?>
<ds:datastoreItem xmlns:ds="http://schemas.openxmlformats.org/officeDocument/2006/customXml" ds:itemID="{22EC1B9B-505B-4145-AC2A-16E372846C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</Words>
  <Application>Microsoft Office PowerPoint</Application>
  <PresentationFormat>Panorámica</PresentationFormat>
  <Paragraphs>58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6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Trebuchet MS</vt:lpstr>
      <vt:lpstr>Tw Cen MT</vt:lpstr>
      <vt:lpstr>Tw Cen MT Condensed</vt:lpstr>
      <vt:lpstr>Wingdings 3</vt:lpstr>
      <vt:lpstr>Office Theme</vt:lpstr>
      <vt:lpstr>Custom Design</vt:lpstr>
      <vt:lpstr>1_Custom Design</vt:lpstr>
      <vt:lpstr>2_Custom Design</vt:lpstr>
      <vt:lpstr>Office Theme</vt:lpstr>
      <vt:lpstr>Integral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Freddy Wilson Paiva Vejar</dc:creator>
  <cp:lastModifiedBy>Freddy Wilson Paiva Vejar</cp:lastModifiedBy>
  <cp:revision>2</cp:revision>
  <dcterms:created xsi:type="dcterms:W3CDTF">2021-05-06T06:32:35Z</dcterms:created>
  <dcterms:modified xsi:type="dcterms:W3CDTF">2025-10-16T20:28:42Z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0x01010000F6A01979D86C4FBCD2EF6E6ECBC0B8</vt:lpwstr>
  </property>
</Properties>
</file>