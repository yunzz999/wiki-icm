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revisionInfo.xml" ContentType="application/vnd.ms-powerpoint.revisioninfo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  <p:sldMasterId id="2147483662" r:id="rId5"/>
  </p:sldMasterIdLst>
  <p:notesMasterIdLst>
    <p:notesMasterId r:id="rId14"/>
  </p:notesMasterIdLst>
  <p:handoutMasterIdLst>
    <p:handoutMasterId r:id="rId15"/>
  </p:handoutMasterIdLst>
  <p:sldIdLst>
    <p:sldId id="260" r:id="rId6"/>
    <p:sldId id="261" r:id="rId7"/>
    <p:sldId id="262" r:id="rId8"/>
    <p:sldId id="268" r:id="rId9"/>
    <p:sldId id="269" r:id="rId10"/>
    <p:sldId id="271" r:id="rId11"/>
    <p:sldId id="270" r:id="rId12"/>
    <p:sldId id="272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C5319A-FA86-49ED-9A77-2044E3073B8E}" v="28" dt="2021-05-20T13:39:51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79B27E7-CD8F-2FB9-09E8-01C6B77F09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0CDE30-83E3-B381-363C-6B55D77D94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CL"/>
              <a:t>20-10-2025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6CC0E8-1CA7-30AE-5792-55E4B94AF5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371F1F-D573-32BE-2206-DCF1F75C41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56EA4-D950-4EF9-829F-440FA862C70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83065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CL"/>
              <a:t>20-10-2025</a:t>
            </a:r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ACA2B-524B-488E-9398-5826652CCE0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598614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1998" y="0"/>
                </a:moveTo>
                <a:lnTo>
                  <a:pt x="0" y="0"/>
                </a:lnTo>
                <a:lnTo>
                  <a:pt x="0" y="457199"/>
                </a:lnTo>
                <a:lnTo>
                  <a:pt x="12191998" y="457199"/>
                </a:lnTo>
                <a:lnTo>
                  <a:pt x="12191998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" y="6334316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1998" y="0"/>
                </a:moveTo>
                <a:lnTo>
                  <a:pt x="0" y="0"/>
                </a:lnTo>
                <a:lnTo>
                  <a:pt x="0" y="66483"/>
                </a:lnTo>
                <a:lnTo>
                  <a:pt x="12191998" y="66483"/>
                </a:lnTo>
                <a:lnTo>
                  <a:pt x="12191998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20765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8682" y="2521202"/>
            <a:ext cx="5134635" cy="139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7225" y="4470908"/>
            <a:ext cx="9037548" cy="1043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44068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20.10.25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8F47B-1B75-4029-9EC4-E32A75FF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20.10.25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348FE-8DED-4BCD-8C45-CFA74C41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CCA64-3939-43C0-BD89-BC486A72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95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CD64-24ED-4349-95AC-7C3F888B1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28DEB-1FE7-49E2-A77D-76FAB826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5B9D-9057-4FE7-94EE-4C2BE83A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20.10.25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93F2-5FBC-40AA-82E4-51DA2B24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AD99F-2E63-4D7D-8BAD-228A7B26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313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175" y="6400800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825" y="0"/>
                </a:moveTo>
                <a:lnTo>
                  <a:pt x="0" y="0"/>
                </a:lnTo>
                <a:lnTo>
                  <a:pt x="0" y="457199"/>
                </a:lnTo>
                <a:lnTo>
                  <a:pt x="12188825" y="457199"/>
                </a:lnTo>
                <a:lnTo>
                  <a:pt x="12188825" y="0"/>
                </a:lnTo>
                <a:close/>
              </a:path>
            </a:pathLst>
          </a:custGeom>
          <a:solidFill>
            <a:srgbClr val="2683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4" y="6334316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822" y="0"/>
                </a:moveTo>
                <a:lnTo>
                  <a:pt x="0" y="0"/>
                </a:lnTo>
                <a:lnTo>
                  <a:pt x="0" y="64006"/>
                </a:lnTo>
                <a:lnTo>
                  <a:pt x="12188822" y="64006"/>
                </a:lnTo>
                <a:lnTo>
                  <a:pt x="12188822" y="0"/>
                </a:lnTo>
                <a:close/>
              </a:path>
            </a:pathLst>
          </a:custGeom>
          <a:solidFill>
            <a:srgbClr val="1CAD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193531" y="1737842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5" y="1"/>
                </a:lnTo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598933"/>
            <a:ext cx="983996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Integración Compleja: Introducción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20.10.25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6FD76-7F8E-4F56-A70A-C18F818D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883DA-06F4-4086-9850-75B300AD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78C4-FC9B-4055-A19F-55DDA546E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L"/>
              <a:t>20.10.25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D42BF-6B63-4533-A5F3-FCBB35D33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8FC88-FFE7-4620-978D-8BAE0124C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8B2C1-4CE2-4AF7-89E3-6602DB750FB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71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3159888" y="2773988"/>
            <a:ext cx="5320375" cy="6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400" spc="45" dirty="0"/>
              <a:t>A. Hopper N.    </a:t>
            </a:r>
            <a:r>
              <a:rPr sz="1400" spc="45" dirty="0"/>
              <a:t>F</a:t>
            </a:r>
            <a:r>
              <a:rPr lang="es-ES" sz="1400" spc="45" dirty="0"/>
              <a:t>.</a:t>
            </a:r>
            <a:r>
              <a:rPr sz="1400" spc="45" dirty="0"/>
              <a:t> </a:t>
            </a:r>
            <a:r>
              <a:rPr sz="1400" spc="15" dirty="0"/>
              <a:t>P</a:t>
            </a:r>
            <a:r>
              <a:rPr lang="es-ES" sz="1400" spc="15" dirty="0" err="1"/>
              <a:t>aiva</a:t>
            </a:r>
            <a:r>
              <a:rPr lang="es-ES" sz="1400" spc="15" dirty="0"/>
              <a:t> V. </a:t>
            </a:r>
          </a:p>
          <a:p>
            <a:pPr marL="3359785" marR="5080" indent="-3195955" algn="ctr">
              <a:lnSpc>
                <a:spcPct val="139200"/>
              </a:lnSpc>
              <a:spcBef>
                <a:spcPts val="100"/>
              </a:spcBef>
            </a:pPr>
            <a:r>
              <a:rPr lang="es-ES" sz="16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Departamento Ingeniería Matemática</a:t>
            </a:r>
            <a:endParaRPr lang="es-ES" sz="1600" b="1" spc="-1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292" y="436406"/>
            <a:ext cx="927797" cy="11103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7794D-9470-4B1A-860F-5452B7FB2BA3}"/>
              </a:ext>
            </a:extLst>
          </p:cNvPr>
          <p:cNvSpPr txBox="1"/>
          <p:nvPr/>
        </p:nvSpPr>
        <p:spPr>
          <a:xfrm>
            <a:off x="313765" y="1642257"/>
            <a:ext cx="17061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MAT  </a:t>
            </a:r>
          </a:p>
          <a:p>
            <a:pPr algn="ctr"/>
            <a:r>
              <a:rPr lang="es-ES" sz="1400" b="1" dirty="0"/>
              <a:t>525212 &amp; 525252</a:t>
            </a:r>
          </a:p>
          <a:p>
            <a:pPr algn="ctr"/>
            <a:r>
              <a:rPr lang="es-ES" sz="1400" b="1" dirty="0"/>
              <a:t>20.10.25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5A03D-F4D5-46F1-90A0-963E601D3543}"/>
              </a:ext>
            </a:extLst>
          </p:cNvPr>
          <p:cNvSpPr txBox="1"/>
          <p:nvPr/>
        </p:nvSpPr>
        <p:spPr>
          <a:xfrm>
            <a:off x="10829925" y="1285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790C43-4CEA-47FC-AB4A-5657D1B6F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436406"/>
            <a:ext cx="2419350" cy="320992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490F0-23DD-4CD4-8C50-CB8091F0B0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4BA2A8-20B7-442D-9387-D36BF851E3B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0" y="6581001"/>
            <a:ext cx="2804160" cy="276999"/>
          </a:xfrm>
        </p:spPr>
        <p:txBody>
          <a:bodyPr/>
          <a:lstStyle/>
          <a:p>
            <a:r>
              <a:rPr lang="es-CL">
                <a:highlight>
                  <a:srgbClr val="00FFFF"/>
                </a:highlight>
              </a:rPr>
              <a:t>20.10.25</a:t>
            </a:r>
            <a:endParaRPr lang="en-US" dirty="0">
              <a:highlight>
                <a:srgbClr val="00FFFF"/>
              </a:highlight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2899F99-3DD6-4BE0-9D02-0B5A79C9B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2899F99-3DD6-4BE0-9D02-0B5A79C9B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784B6CB-B3E9-4B94-8C14-CEAC72497A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s-CL"/>
              <a:t>Integración Compleja: Introducción</a:t>
            </a:r>
            <a:endParaRPr lang="es-C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5137B-68FC-43F3-AD7D-4FEB03DC9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018" y="1611208"/>
            <a:ext cx="7392113" cy="96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6517"/>
      </p:ext>
    </p:extLst>
  </p:cSld>
  <p:clrMapOvr>
    <a:masterClrMapping/>
  </p:clrMapOvr>
  <p:transition spd="slow" advTm="254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D393-5FA3-44B8-8DBD-262CAE33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L"/>
              <a:t>20.10.25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B4478-EB40-41CE-B29C-2C6F2D71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Integración Compleja: Introducción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264EF-605E-4DFB-B4A4-6B632505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8B2C1-4CE2-4AF7-89E3-6602DB750FB7}" type="slidenum">
              <a:rPr lang="es-ES" smtClean="0"/>
              <a:t>2</a:t>
            </a:fld>
            <a:endParaRPr lang="es-E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F9BED-BBE2-48FA-91BC-FDE9E0211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45" y="660831"/>
            <a:ext cx="8486775" cy="36900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0601D0-691C-429E-8074-8DE425DE5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483" y="2926876"/>
            <a:ext cx="30003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40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8C8-DE28-41EF-99C9-C3E18B90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20.10.25</a:t>
            </a:r>
            <a:endParaRPr lang="en-US"/>
          </a:p>
        </p:txBody>
      </p:sp>
      <p:sp>
        <p:nvSpPr>
          <p:cNvPr id="43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14095F-054C-4362-B74A-EA8EB1DA9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B12C5-4595-4C1C-B821-FC58C48A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Integración Compleja: Introducción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D2F7B-9EC6-44E2-8A2A-5A8E30BF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8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2C413-BAF8-4D29-A0CE-1CB188E75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77" y="2505456"/>
            <a:ext cx="9951041" cy="184094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75A4E-8E23-445E-B461-684AB6AD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>
                <a:solidFill>
                  <a:srgbClr val="FFFFFF"/>
                </a:solidFill>
              </a:rPr>
              <a:t>20.10.25</a:t>
            </a: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327C2-E08B-4CE1-8950-CD8ECFD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>
                <a:solidFill>
                  <a:srgbClr val="FFFFFF"/>
                </a:solidFill>
              </a:rPr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2C58-6D95-4E5F-BC0E-E14BC17F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51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75A4E-8E23-445E-B461-684AB6AD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20.10.25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327C2-E08B-4CE1-8950-CD8ECFD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2C58-6D95-4E5F-BC0E-E14BC17F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5</a:t>
            </a:fld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2C413-BAF8-4D29-A0CE-1CB188E75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76" y="1920492"/>
            <a:ext cx="9612198" cy="29965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9BB356-058A-4672-98CA-E4D5BBCD5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1104182"/>
            <a:ext cx="9305925" cy="462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75A4E-8E23-445E-B461-684AB6AD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20.10.25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327C2-E08B-4CE1-8950-CD8ECFD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2C58-6D95-4E5F-BC0E-E14BC17F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6</a:t>
            </a:fld>
            <a:endParaRPr lang="es-E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A4689A-5D08-46F7-8D23-6E431882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7" y="952500"/>
            <a:ext cx="87344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2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08790-3EBB-4D9B-8885-CD1D2F1D4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666242"/>
            <a:ext cx="10827174" cy="29667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48B7A-BB38-472F-9132-01966226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>
                <a:solidFill>
                  <a:srgbClr val="FFFFFF"/>
                </a:solidFill>
              </a:rPr>
              <a:t>20.10.25</a:t>
            </a: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B232F-7CC8-4B0B-97D0-DE5F506D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>
                <a:solidFill>
                  <a:srgbClr val="FFFFFF"/>
                </a:solidFill>
              </a:rPr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628DF-53F7-44A2-851B-BBF773A7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697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F5819-F58B-4B41-9455-71FF1FE31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41120"/>
            <a:ext cx="10134600" cy="4622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31C7A-9664-4054-B2A8-5D580356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20.10.25</a:t>
            </a:r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78269-B157-4529-9BB2-08A4EAEF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/>
              <a:t>Integración Compleja: 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544C3-8575-4AEB-8ED4-8BCF2C91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B8B2C1-4CE2-4AF7-89E3-6602DB750FB7}" type="slidenum">
              <a:rPr lang="es-ES" smtClean="0"/>
              <a:pPr>
                <a:spcAft>
                  <a:spcPts val="600"/>
                </a:spcAft>
              </a:pPr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3010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F6A01979D86C4FBCD2EF6E6ECBC0B8" ma:contentTypeVersion="0" ma:contentTypeDescription="Crear nuevo documento." ma:contentTypeScope="" ma:versionID="e23d78761ac9407f62787e6b3861cae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811a6767019e7426d133b42330215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CAD4DB-7B50-44E2-8FE3-A97DB7A0B8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148115-F321-42D9-A5BC-E3D4A06F1803}"/>
</file>

<file path=customXml/itemProps3.xml><?xml version="1.0" encoding="utf-8"?>
<ds:datastoreItem xmlns:ds="http://schemas.openxmlformats.org/officeDocument/2006/customXml" ds:itemID="{423E0AF5-7A55-41B7-BE31-812467F316F2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f70f9518-d047-42eb-852d-7972e2460f45"/>
    <ds:schemaRef ds:uri="http://schemas.openxmlformats.org/package/2006/metadata/core-properties"/>
    <ds:schemaRef ds:uri="69e8553b-e9fd-426c-81d7-28aef608d6e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67</Words>
  <Application>Microsoft Office PowerPoint</Application>
  <PresentationFormat>Panorámica</PresentationFormat>
  <Paragraphs>29</Paragraphs>
  <Slides>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Trebuchet MS</vt:lpstr>
      <vt:lpstr>Office Theme</vt:lpstr>
      <vt:lpstr>Office Theme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Freddy Wilson Paiva Vejar</dc:creator>
  <cp:lastModifiedBy>Freddy Wilson Paiva Vejar</cp:lastModifiedBy>
  <cp:revision>3</cp:revision>
  <dcterms:created xsi:type="dcterms:W3CDTF">2021-05-20T13:17:53Z</dcterms:created>
  <dcterms:modified xsi:type="dcterms:W3CDTF">2025-10-20T15:58:51Z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0x01010000F6A01979D86C4FBCD2EF6E6ECBC0B8</vt:lpwstr>
  </property>
</Properties>
</file>