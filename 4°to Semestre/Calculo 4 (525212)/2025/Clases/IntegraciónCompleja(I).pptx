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customXml/itemProps3.xml" ContentType="application/vnd.openxmlformats-officedocument.customXml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ppt/revisionInfo.xml" ContentType="application/vnd.ms-powerpoint.revisioninfo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4"/>
    <p:sldMasterId id="2147483648" r:id="rId5"/>
  </p:sldMasterIdLst>
  <p:notesMasterIdLst>
    <p:notesMasterId r:id="rId19"/>
  </p:notesMasterIdLst>
  <p:sldIdLst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CC0329-7EA3-4482-8CBA-9CD82D811113}" v="45" dt="2021-09-30T03:19:49.2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5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FF2CA9-128B-4359-8690-9FB04F2D41D2}" type="datetimeFigureOut">
              <a:rPr lang="es-CL" smtClean="0"/>
              <a:t>20-10-2025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0AF37E-C731-4406-8C99-C4DC1100C54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792492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F7E78-E648-473E-9E25-D930E37203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05949E-70AC-4327-AB5A-4491152ED2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7BF0A7-9C37-414E-87F5-524918603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20/10/2025</a:t>
            </a:r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571783-400C-4D0A-8A73-EF5B990F4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6CE305-599E-4CF2-91D8-75E44C1C9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1B78B-D679-4C50-AC8A-A5F407BF9F2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92170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D7AAF-4867-42AC-8ED4-1E1EA8EFF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AA868-D64E-4879-98DF-F42CBD754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07AB37-D9BB-453D-9ED5-A96DB9B6F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20/10/2025</a:t>
            </a:r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E55C9D-09F9-4A08-8E4D-1C182D487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6D7704-ADB3-43FA-A1B6-7C70B8565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1B78B-D679-4C50-AC8A-A5F407BF9F2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9951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FE442-4197-4DC8-9D14-6FB6E8BD5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1E3D50-6361-42C8-A7B1-C03AF3CF0D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6F1766-2126-4BD6-B340-73C84910A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20/10/2025</a:t>
            </a:r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293490-450E-4D95-8584-C99BD9533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C3895D-E343-4B89-BD0A-2667E9DD0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1B78B-D679-4C50-AC8A-A5F407BF9F2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94312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DFA4B-5078-4AD7-B13F-B9FE28524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76BD2-E03C-45A3-8429-B3480398A3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3E3EDB-DEE6-4647-86B3-447746ABD4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8DBAED-9769-4929-895F-BF45C799A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20/10/2025</a:t>
            </a:r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B5BB73-6E9C-4A1F-9F10-2B6B8B07F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DC21D8-CA29-4A2A-8C29-0DF624F7E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1B78B-D679-4C50-AC8A-A5F407BF9F2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68946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B61F8-AC85-4D95-95EA-B0AD76ADE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E9DA92-76C4-4042-A98B-A74E39FCC8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1D5848-5951-46DF-8723-1DD61E7B04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FC39D-B68D-4524-B007-DE10C320A6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700215-3F61-46C8-B8AF-BE35F8FE40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8A950F-5133-443B-94E0-68BAF5C5A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20/10/2025</a:t>
            </a:r>
            <a:endParaRPr lang="es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9643B3-32EF-4762-849A-375DDBD6E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F82A02-C23F-432F-B47C-4139D6C42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1B78B-D679-4C50-AC8A-A5F407BF9F2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480304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858FF-CF90-4337-8148-A007C7C39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8D312E-6860-428B-8371-F4A191A03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20/10/2025</a:t>
            </a:r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1B8A4B-DE2E-40B9-A40D-DE4F54528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A9D0FB-4D9C-478B-8DBD-78ED57C7D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1B78B-D679-4C50-AC8A-A5F407BF9F2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92291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9DFF5E-0E3A-4503-A7B6-008EB04FF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20/10/2025</a:t>
            </a:r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5B2197-B097-4BC2-9459-382F9E5EA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33F2E-66BC-4FBA-B12F-B1B807CD3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1B78B-D679-4C50-AC8A-A5F407BF9F2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26253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81556-1DD2-4EE5-806A-CD487CB15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8128D-6434-4DDB-A284-07442C269A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C01B3D-0772-45A1-8FC7-6587D9465E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F9A507-FCE3-4E9F-8B2D-3ED1514E5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20/10/2025</a:t>
            </a:r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FC1DBC-BE41-4916-AAEF-E45C2E629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ECE9AB-B1E0-4D20-8246-5D601B2D0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1B78B-D679-4C50-AC8A-A5F407BF9F2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32841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95B2F-49F8-40C8-A39A-EBCE8427C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E6B8C4-2666-4C7D-AFE5-41B13A74A8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8EAD7F-8354-4D10-A314-5F50EC5E34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5EE698-B660-43D4-883D-7C8BEB9E5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20/10/2025</a:t>
            </a:r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666FAC-3506-40C6-8A22-2E23F545A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BD3065-DF31-49D8-A160-3F8C93198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1B78B-D679-4C50-AC8A-A5F407BF9F2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23568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EE942-5D85-4E89-931D-E1B09B017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D661E5-8594-4BB4-8388-DF061B2E12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6E70BF-EA60-47FC-86D4-BF0AC56A3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20/10/2025</a:t>
            </a:r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7AC51F-4102-4FC8-A342-BDDAE0A25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3CEFC8-44DF-445A-B243-3C0767128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1B78B-D679-4C50-AC8A-A5F407BF9F2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90105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48B43E-731C-4E7E-8379-5E98D04936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2C9686-AF5A-44EF-8E85-01533ADECA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D981B2-1600-47AD-999A-C7D4F9DEC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20/10/2025</a:t>
            </a:r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B20422-F136-4968-BE94-746680F4E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B86B2-4427-43BE-988A-02E5526A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1B78B-D679-4C50-AC8A-A5F407BF9F2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959990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" y="6400800"/>
            <a:ext cx="12192000" cy="457200"/>
          </a:xfrm>
          <a:custGeom>
            <a:avLst/>
            <a:gdLst/>
            <a:ahLst/>
            <a:cxnLst/>
            <a:rect l="l" t="t" r="r" b="b"/>
            <a:pathLst>
              <a:path w="12192000" h="457200">
                <a:moveTo>
                  <a:pt x="12191998" y="0"/>
                </a:moveTo>
                <a:lnTo>
                  <a:pt x="0" y="0"/>
                </a:lnTo>
                <a:lnTo>
                  <a:pt x="0" y="457199"/>
                </a:lnTo>
                <a:lnTo>
                  <a:pt x="12191998" y="457199"/>
                </a:lnTo>
                <a:lnTo>
                  <a:pt x="12191998" y="0"/>
                </a:lnTo>
                <a:close/>
              </a:path>
            </a:pathLst>
          </a:custGeom>
          <a:solidFill>
            <a:srgbClr val="2683C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bg object 17"/>
          <p:cNvSpPr/>
          <p:nvPr/>
        </p:nvSpPr>
        <p:spPr>
          <a:xfrm>
            <a:off x="1" y="6334316"/>
            <a:ext cx="12192000" cy="66675"/>
          </a:xfrm>
          <a:custGeom>
            <a:avLst/>
            <a:gdLst/>
            <a:ahLst/>
            <a:cxnLst/>
            <a:rect l="l" t="t" r="r" b="b"/>
            <a:pathLst>
              <a:path w="12192000" h="66675">
                <a:moveTo>
                  <a:pt x="12191998" y="0"/>
                </a:moveTo>
                <a:lnTo>
                  <a:pt x="0" y="0"/>
                </a:lnTo>
                <a:lnTo>
                  <a:pt x="0" y="66483"/>
                </a:lnTo>
                <a:lnTo>
                  <a:pt x="12191998" y="66483"/>
                </a:lnTo>
                <a:lnTo>
                  <a:pt x="12191998" y="0"/>
                </a:lnTo>
                <a:close/>
              </a:path>
            </a:pathLst>
          </a:custGeom>
          <a:solidFill>
            <a:srgbClr val="1CADE4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bg object 18"/>
          <p:cNvSpPr/>
          <p:nvPr/>
        </p:nvSpPr>
        <p:spPr>
          <a:xfrm>
            <a:off x="1207658" y="4343400"/>
            <a:ext cx="9875520" cy="0"/>
          </a:xfrm>
          <a:custGeom>
            <a:avLst/>
            <a:gdLst/>
            <a:ahLst/>
            <a:cxnLst/>
            <a:rect l="l" t="t" r="r" b="b"/>
            <a:pathLst>
              <a:path w="9875520">
                <a:moveTo>
                  <a:pt x="0" y="0"/>
                </a:moveTo>
                <a:lnTo>
                  <a:pt x="9875525" y="1"/>
                </a:lnTo>
              </a:path>
            </a:pathLst>
          </a:custGeom>
          <a:ln w="6350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528682" y="2521202"/>
            <a:ext cx="5134635" cy="13900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262626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77225" y="4470908"/>
            <a:ext cx="9037548" cy="10439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344068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CL"/>
              <a:t>Integración Compleja: Introducción</a:t>
            </a:r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CL"/>
              <a:t>20/10/2025</a:t>
            </a:r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0C76B9-E138-4AA3-AF8C-A52FBA9C7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41512A-05CC-451E-B059-0F568665C6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C82C95-CDB6-4866-8255-1D16EA7BAD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CL"/>
              <a:t>20/10/2025</a:t>
            </a:r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663E2C-898D-4461-A44E-6CB06B5C2C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ES"/>
              <a:t>Integración Compleja: Introducción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868EE6-4E10-40DC-8999-981A9AF686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11B78B-D679-4C50-AC8A-A5F407BF9F2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08309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175" y="6400800"/>
            <a:ext cx="12188825" cy="457200"/>
          </a:xfrm>
          <a:custGeom>
            <a:avLst/>
            <a:gdLst/>
            <a:ahLst/>
            <a:cxnLst/>
            <a:rect l="l" t="t" r="r" b="b"/>
            <a:pathLst>
              <a:path w="12188825" h="457200">
                <a:moveTo>
                  <a:pt x="12188825" y="0"/>
                </a:moveTo>
                <a:lnTo>
                  <a:pt x="0" y="0"/>
                </a:lnTo>
                <a:lnTo>
                  <a:pt x="0" y="457199"/>
                </a:lnTo>
                <a:lnTo>
                  <a:pt x="12188825" y="457199"/>
                </a:lnTo>
                <a:lnTo>
                  <a:pt x="12188825" y="0"/>
                </a:lnTo>
                <a:close/>
              </a:path>
            </a:pathLst>
          </a:custGeom>
          <a:solidFill>
            <a:srgbClr val="2683C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bg object 17"/>
          <p:cNvSpPr/>
          <p:nvPr/>
        </p:nvSpPr>
        <p:spPr>
          <a:xfrm>
            <a:off x="14" y="6334316"/>
            <a:ext cx="12188825" cy="64135"/>
          </a:xfrm>
          <a:custGeom>
            <a:avLst/>
            <a:gdLst/>
            <a:ahLst/>
            <a:cxnLst/>
            <a:rect l="l" t="t" r="r" b="b"/>
            <a:pathLst>
              <a:path w="12188825" h="64135">
                <a:moveTo>
                  <a:pt x="12188822" y="0"/>
                </a:moveTo>
                <a:lnTo>
                  <a:pt x="0" y="0"/>
                </a:lnTo>
                <a:lnTo>
                  <a:pt x="0" y="64006"/>
                </a:lnTo>
                <a:lnTo>
                  <a:pt x="12188822" y="64006"/>
                </a:lnTo>
                <a:lnTo>
                  <a:pt x="12188822" y="0"/>
                </a:lnTo>
                <a:close/>
              </a:path>
            </a:pathLst>
          </a:custGeom>
          <a:solidFill>
            <a:srgbClr val="1CADE4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bg object 18"/>
          <p:cNvSpPr/>
          <p:nvPr/>
        </p:nvSpPr>
        <p:spPr>
          <a:xfrm>
            <a:off x="1193531" y="1737842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5" y="1"/>
                </a:lnTo>
              </a:path>
            </a:pathLst>
          </a:custGeom>
          <a:ln w="6350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76019" y="598933"/>
            <a:ext cx="9839960" cy="513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CL"/>
              <a:t>Integración Compleja: Introducción</a:t>
            </a:r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CL"/>
              <a:t>20/10/2025</a:t>
            </a:r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w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xfrm>
            <a:off x="2923982" y="2488238"/>
            <a:ext cx="5320375" cy="67274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59785" marR="5080" indent="-3195955" algn="ctr">
              <a:lnSpc>
                <a:spcPct val="139200"/>
              </a:lnSpc>
              <a:spcBef>
                <a:spcPts val="100"/>
              </a:spcBef>
            </a:pPr>
            <a:r>
              <a:rPr lang="es-ES" sz="1600" b="1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Hopper N.  &amp;   F. Paiva V.  </a:t>
            </a:r>
          </a:p>
          <a:p>
            <a:pPr marL="3359785" marR="5080" indent="-3195955" algn="ctr">
              <a:lnSpc>
                <a:spcPct val="139200"/>
              </a:lnSpc>
              <a:spcBef>
                <a:spcPts val="100"/>
              </a:spcBef>
            </a:pPr>
            <a:r>
              <a:rPr lang="es-ES" sz="1600" b="1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Departamento Ingeniería Matemática</a:t>
            </a:r>
            <a:endParaRPr lang="es-ES" sz="1600" b="1" spc="-1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20292" y="436406"/>
            <a:ext cx="927797" cy="111034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27794D-9470-4B1A-860F-5452B7FB2BA3}"/>
              </a:ext>
            </a:extLst>
          </p:cNvPr>
          <p:cNvSpPr txBox="1"/>
          <p:nvPr/>
        </p:nvSpPr>
        <p:spPr>
          <a:xfrm>
            <a:off x="439271" y="1655207"/>
            <a:ext cx="145976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b="1" dirty="0"/>
              <a:t>MAT </a:t>
            </a:r>
          </a:p>
          <a:p>
            <a:pPr algn="ctr"/>
            <a:r>
              <a:rPr lang="es-ES" sz="1400" b="1" dirty="0"/>
              <a:t>525212 &amp;525252</a:t>
            </a:r>
          </a:p>
          <a:p>
            <a:pPr algn="ctr"/>
            <a:r>
              <a:rPr lang="es-ES" sz="1400" b="1" dirty="0"/>
              <a:t>20.10.25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A5A03D-F4D5-46F1-90A0-963E601D3543}"/>
              </a:ext>
            </a:extLst>
          </p:cNvPr>
          <p:cNvSpPr txBox="1"/>
          <p:nvPr/>
        </p:nvSpPr>
        <p:spPr>
          <a:xfrm>
            <a:off x="10829925" y="128587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3790C43-4CEA-47FC-AB4A-5657D1B6F2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0250" y="436406"/>
            <a:ext cx="2419350" cy="3209925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0490F0-23DD-4CD4-8C50-CB8091F0B07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</a:t>
            </a:fld>
            <a:endParaRPr lang="es-E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D4BA2A8-20B7-442D-9387-D36BF851E3B6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0" y="6581001"/>
            <a:ext cx="2804160" cy="276999"/>
          </a:xfrm>
        </p:spPr>
        <p:txBody>
          <a:bodyPr/>
          <a:lstStyle/>
          <a:p>
            <a:r>
              <a:rPr lang="es-CL">
                <a:highlight>
                  <a:srgbClr val="00FFFF"/>
                </a:highlight>
              </a:rPr>
              <a:t>20/10/2025</a:t>
            </a:r>
            <a:endParaRPr lang="en-US" dirty="0">
              <a:highlight>
                <a:srgbClr val="00FFFF"/>
              </a:highlight>
            </a:endParaRPr>
          </a:p>
        </p:txBody>
      </p:sp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D2899F99-3DD6-4BE0-9D02-0B5A79C9B3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14800" y="220980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14400" imgH="198720" progId="Equation.DSMT4">
                  <p:embed/>
                </p:oleObj>
              </mc:Choice>
              <mc:Fallback>
                <p:oleObj name="Equation" r:id="rId4" imgW="914400" imgH="198720" progId="Equation.DSMT4">
                  <p:embed/>
                  <p:pic>
                    <p:nvPicPr>
                      <p:cNvPr id="14" name="Object 13">
                        <a:extLst>
                          <a:ext uri="{FF2B5EF4-FFF2-40B4-BE49-F238E27FC236}">
                            <a16:creationId xmlns:a16="http://schemas.microsoft.com/office/drawing/2014/main" id="{D2899F99-3DD6-4BE0-9D02-0B5A79C9B36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114800" y="2209800"/>
                        <a:ext cx="914400" cy="198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F784B6CB-B3E9-4B94-8C14-CEAC72497A0D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s-CL"/>
              <a:t>Integración Compleja: Introducción</a:t>
            </a:r>
            <a:endParaRPr lang="es-CL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B189D5D-4A26-4C06-BB7D-E88DB4D0AE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85085" y="805176"/>
            <a:ext cx="6520974" cy="1229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036509"/>
      </p:ext>
    </p:extLst>
  </p:cSld>
  <p:clrMapOvr>
    <a:masterClrMapping/>
  </p:clrMapOvr>
  <p:transition spd="slow" advTm="2540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057E1A1-B3A2-4137-A3FB-E53DC69EAB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937" y="502203"/>
            <a:ext cx="6763703" cy="60095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B4F41AD-2AED-4A54-895B-0A3607CA77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4432" y="1441131"/>
            <a:ext cx="9192205" cy="8245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25D3C2D-6AD4-4C9F-BF1D-97119B8697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8571" y="2807971"/>
            <a:ext cx="8543925" cy="260889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</p:pic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C3743E5-8704-B17C-BFB0-8B95FBE3D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20/10/2025</a:t>
            </a:r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0F99FBA-E368-B8FC-1864-C13B92535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F493610-F6B1-D8C3-02DA-3689F2049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1B78B-D679-4C50-AC8A-A5F407BF9F22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305679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13C1203-85A7-4508-A99C-7C90EE9AC1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8907" y="1856581"/>
            <a:ext cx="5855653" cy="297547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094E46C-2E56-490A-A1C3-13F59145FE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8455" y="965200"/>
            <a:ext cx="8419465" cy="553609"/>
          </a:xfrm>
          <a:prstGeom prst="rect">
            <a:avLst/>
          </a:prstGeom>
        </p:spPr>
      </p:pic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B1C3971-68C1-6FDC-E031-A46529F06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20/10/2025</a:t>
            </a:r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FB2E3F5-9FB7-2467-AD95-5B1E6957F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8C8AFE-7362-A39C-15A7-7099B69DE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1B78B-D679-4C50-AC8A-A5F407BF9F22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179265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6BB2F82-408D-48A3-B01F-19C82FD30F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166198"/>
            <a:ext cx="10905066" cy="4533562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9C3D237-80FC-CF70-BB47-F988E30E4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20/10/2025</a:t>
            </a:r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4D0A89C-61D2-8B15-EDE6-14BDD8C0D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DC968E5-5528-1B9C-DC27-27B295CC9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1B78B-D679-4C50-AC8A-A5F407BF9F22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55365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421669E-893F-4681-BAAD-BC636A7FD8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0994" y="458786"/>
            <a:ext cx="7392895" cy="6965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12FBE21-9AA7-41ED-B732-D0A0D8CF9C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9271" y="1336747"/>
            <a:ext cx="7577137" cy="4779573"/>
          </a:xfrm>
          <a:prstGeom prst="rect">
            <a:avLst/>
          </a:prstGeom>
        </p:spPr>
      </p:pic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E760D89-B37F-6B93-6B23-D025CB127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20/10/2025</a:t>
            </a:r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0155105-A003-38E8-3B2C-73A4FC294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A008102-09AF-84C0-C8E8-66C988F5A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1B78B-D679-4C50-AC8A-A5F407BF9F22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76238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1BBEABE-6DB0-44E7-A635-3891AF9AA0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839046"/>
            <a:ext cx="10905066" cy="5179907"/>
          </a:xfrm>
          <a:prstGeom prst="rect">
            <a:avLst/>
          </a:prstGeom>
        </p:spPr>
      </p:pic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96AECD0-E9B2-3550-5084-5A03D8C7C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20/10/2025</a:t>
            </a:r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D3D5F58-7A2A-DB3B-B447-DDF29DFFB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14DF830-8183-294F-A4E6-DA106C95B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1B78B-D679-4C50-AC8A-A5F407BF9F22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964622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EC67D2B-3263-418F-935B-02B81B5740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351280"/>
            <a:ext cx="10905066" cy="4155440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EC91EA8-9BD6-D087-D74B-F69F58455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20/10/2025</a:t>
            </a:r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B0649D7-C166-2CDC-0BBF-717C7E26E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D2A2D9A-8B77-511B-AA3F-629AA236C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1B78B-D679-4C50-AC8A-A5F407BF9F22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413334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3C190FC-EDA1-401C-98E4-DF0AECE9B1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600" y="623675"/>
            <a:ext cx="9519920" cy="5735164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7F909DD-C851-F197-C745-BE4152F29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20/10/2025</a:t>
            </a:r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0765B91-631A-5C0F-546D-05D9F9B8A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2C512EF-3689-5BA3-5BEE-AD9B42100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1B78B-D679-4C50-AC8A-A5F407BF9F22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13038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3AFF2EE-2622-43AA-B0B4-8AA3E508BB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410" y="196796"/>
            <a:ext cx="10525124" cy="1579533"/>
          </a:xfrm>
          <a:prstGeom prst="rect">
            <a:avLst/>
          </a:prstGeom>
          <a:effectLst>
            <a:glow rad="228600">
              <a:schemeClr val="accent4">
                <a:satMod val="175000"/>
                <a:alpha val="40000"/>
              </a:schemeClr>
            </a:glow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989B7C6-C40B-4B0C-A5D9-5DC1C1BFE4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2052554"/>
            <a:ext cx="3790950" cy="44862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3381B4E-C23B-456A-9A90-F7AD7BFF70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3575" y="2038350"/>
            <a:ext cx="4486275" cy="27813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5DD717D-C48C-4F1A-8CC7-209AF13E59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2175" y="5181600"/>
            <a:ext cx="4324350" cy="1143000"/>
          </a:xfrm>
          <a:prstGeom prst="rect">
            <a:avLst/>
          </a:prstGeom>
        </p:spPr>
      </p:pic>
      <p:sp>
        <p:nvSpPr>
          <p:cNvPr id="6" name="Marcador de fecha 5">
            <a:extLst>
              <a:ext uri="{FF2B5EF4-FFF2-40B4-BE49-F238E27FC236}">
                <a16:creationId xmlns:a16="http://schemas.microsoft.com/office/drawing/2014/main" id="{1DDF4AE5-A6EF-3553-D16F-0E863BA02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20/10/2025</a:t>
            </a:r>
            <a:endParaRPr lang="es-ES"/>
          </a:p>
        </p:txBody>
      </p:sp>
      <p:sp>
        <p:nvSpPr>
          <p:cNvPr id="7" name="Marcador de pie de página 6">
            <a:extLst>
              <a:ext uri="{FF2B5EF4-FFF2-40B4-BE49-F238E27FC236}">
                <a16:creationId xmlns:a16="http://schemas.microsoft.com/office/drawing/2014/main" id="{FF7CC7A1-F279-C735-3195-C5C134E3C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82116480-B991-C933-97A7-8944ADCF6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1B78B-D679-4C50-AC8A-A5F407BF9F22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423780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DFA9056-339F-4A40-85C4-B424DFB941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960" y="1201175"/>
            <a:ext cx="11054079" cy="4914326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6A8B43F-EEBE-6179-AD02-388713500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20/10/2025</a:t>
            </a:r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0A77E5A-65B6-DCA6-80F8-B82100916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BC96F49-D237-7175-3EAF-4AFEFC1C9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1B78B-D679-4C50-AC8A-A5F407BF9F22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87644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09A34FE-BCA0-4FD6-9F17-9C377222F8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694" y="83819"/>
            <a:ext cx="10060306" cy="3004747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solidFill>
              <a:schemeClr val="accent1"/>
            </a:solidFill>
          </a:ln>
          <a:effectLst>
            <a:glow rad="228600">
              <a:schemeClr val="accent4">
                <a:satMod val="175000"/>
                <a:alpha val="40000"/>
              </a:schemeClr>
            </a:glow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14DA91E-D872-4446-9D27-3DE31AD11B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694" y="3190875"/>
            <a:ext cx="3749252" cy="337184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49F88B2-310C-4FD5-A7A0-12CA44A519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5615" y="3190877"/>
            <a:ext cx="5274310" cy="3199763"/>
          </a:xfrm>
          <a:prstGeom prst="rect">
            <a:avLst/>
          </a:prstGeom>
        </p:spPr>
      </p:pic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85E7340-1AD0-6E5D-2884-306434EDA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20/10/2025</a:t>
            </a:r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CCBCD67-8B8B-FAD0-B092-3C77338F3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0CD2AE5-729D-7FB4-692E-6982DF825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1B78B-D679-4C50-AC8A-A5F407BF9F22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933973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6">
            <a:extLst>
              <a:ext uri="{FF2B5EF4-FFF2-40B4-BE49-F238E27FC236}">
                <a16:creationId xmlns:a16="http://schemas.microsoft.com/office/drawing/2014/main" id="{16B067B1-F4E5-4FDF-813D-C9E872E80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27272CE-3E87-4A77-B845-D7F4B7FB929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87" b="9748"/>
          <a:stretch/>
        </p:blipFill>
        <p:spPr>
          <a:xfrm>
            <a:off x="307775" y="261437"/>
            <a:ext cx="11576450" cy="6335126"/>
          </a:xfrm>
          <a:prstGeom prst="rect">
            <a:avLst/>
          </a:prstGeom>
        </p:spPr>
      </p:pic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8ABD8E6-072A-5F2A-E1F2-541EEAE06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20/10/2025</a:t>
            </a:r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E64A871-E028-FF48-3FCD-7A66BB467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712B36D-5A52-F889-C186-B8B094CBB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1B78B-D679-4C50-AC8A-A5F407BF9F22}" type="slidenum">
              <a:rPr lang="es-ES" smtClean="0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156523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0EE5225-E00C-417F-B872-42D97D2EBB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160" y="740418"/>
            <a:ext cx="10143267" cy="5571065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A620691-E7D9-C67D-2E1F-31C28E472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20/10/2025</a:t>
            </a:r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0CDD23A-97DD-4358-BB90-08E4C9658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E67921C-9877-45DD-9894-D586AE5F4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1B78B-D679-4C50-AC8A-A5F407BF9F22}" type="slidenum">
              <a:rPr lang="es-ES" smtClean="0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6161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0F6A01979D86C4FBCD2EF6E6ECBC0B8" ma:contentTypeVersion="0" ma:contentTypeDescription="Crear nuevo documento." ma:contentTypeScope="" ma:versionID="e23d78761ac9407f62787e6b3861cae5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6f811a6767019e7426d133b423302158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81441A1-2813-4744-A12A-0E8F05576BBA}">
  <ds:schemaRefs>
    <ds:schemaRef ds:uri="http://schemas.openxmlformats.org/package/2006/metadata/core-properties"/>
    <ds:schemaRef ds:uri="http://purl.org/dc/elements/1.1/"/>
    <ds:schemaRef ds:uri="f70f9518-d047-42eb-852d-7972e2460f45"/>
    <ds:schemaRef ds:uri="http://www.w3.org/XML/1998/namespace"/>
    <ds:schemaRef ds:uri="http://purl.org/dc/terms/"/>
    <ds:schemaRef ds:uri="http://schemas.microsoft.com/office/2006/documentManagement/types"/>
    <ds:schemaRef ds:uri="http://schemas.microsoft.com/office/infopath/2007/PartnerControls"/>
    <ds:schemaRef ds:uri="69e8553b-e9fd-426c-81d7-28aef608d6e9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9D9A30A6-3855-4469-A75C-2D203D408B5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DCD8B1B-AC89-425E-AEEF-697AB2D7B074}"/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97</Words>
  <Application>Microsoft Office PowerPoint</Application>
  <PresentationFormat>Panorámica</PresentationFormat>
  <Paragraphs>44</Paragraphs>
  <Slides>13</Slides>
  <Notes>0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22" baseType="lpstr">
      <vt:lpstr>Aptos</vt:lpstr>
      <vt:lpstr>Arial</vt:lpstr>
      <vt:lpstr>Calibri</vt:lpstr>
      <vt:lpstr>Calibri Light</vt:lpstr>
      <vt:lpstr>Times New Roman</vt:lpstr>
      <vt:lpstr>Trebuchet MS</vt:lpstr>
      <vt:lpstr>Office Theme</vt:lpstr>
      <vt:lpstr>Office Theme</vt:lpstr>
      <vt:lpstr>Equation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Freddy Wilson Paiva Vejar</dc:creator>
  <cp:lastModifiedBy>Freddy Wilson Paiva Vejar</cp:lastModifiedBy>
  <cp:revision>2</cp:revision>
  <dcterms:created xsi:type="dcterms:W3CDTF">2021-09-30T02:14:43Z</dcterms:created>
  <dcterms:modified xsi:type="dcterms:W3CDTF">2025-10-20T12:58:05Z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0x01010000F6A01979D86C4FBCD2EF6E6ECBC0B8</vt:lpwstr>
  </property>
</Properties>
</file>