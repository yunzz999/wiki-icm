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6"/>
  </p:notesMasterIdLst>
  <p:sldIdLst>
    <p:sldId id="407" r:id="rId2"/>
    <p:sldId id="408" r:id="rId3"/>
    <p:sldId id="409" r:id="rId4"/>
    <p:sldId id="412" r:id="rId5"/>
    <p:sldId id="411" r:id="rId6"/>
    <p:sldId id="400" r:id="rId7"/>
    <p:sldId id="401" r:id="rId8"/>
    <p:sldId id="402" r:id="rId9"/>
    <p:sldId id="405" r:id="rId10"/>
    <p:sldId id="406" r:id="rId11"/>
    <p:sldId id="559" r:id="rId12"/>
    <p:sldId id="431" r:id="rId13"/>
    <p:sldId id="432" r:id="rId14"/>
    <p:sldId id="433" r:id="rId15"/>
    <p:sldId id="571" r:id="rId16"/>
    <p:sldId id="434" r:id="rId17"/>
    <p:sldId id="435" r:id="rId18"/>
    <p:sldId id="422" r:id="rId19"/>
    <p:sldId id="424" r:id="rId20"/>
    <p:sldId id="425" r:id="rId21"/>
    <p:sldId id="426" r:id="rId22"/>
    <p:sldId id="429" r:id="rId23"/>
    <p:sldId id="427" r:id="rId24"/>
    <p:sldId id="428" r:id="rId25"/>
    <p:sldId id="438" r:id="rId26"/>
    <p:sldId id="446" r:id="rId27"/>
    <p:sldId id="447" r:id="rId28"/>
    <p:sldId id="448" r:id="rId29"/>
    <p:sldId id="473" r:id="rId30"/>
    <p:sldId id="574" r:id="rId31"/>
    <p:sldId id="451" r:id="rId32"/>
    <p:sldId id="452" r:id="rId33"/>
    <p:sldId id="453" r:id="rId34"/>
    <p:sldId id="454" r:id="rId35"/>
    <p:sldId id="455" r:id="rId36"/>
    <p:sldId id="456" r:id="rId37"/>
    <p:sldId id="457" r:id="rId38"/>
    <p:sldId id="458" r:id="rId39"/>
    <p:sldId id="469" r:id="rId40"/>
    <p:sldId id="470" r:id="rId41"/>
    <p:sldId id="460" r:id="rId42"/>
    <p:sldId id="463" r:id="rId43"/>
    <p:sldId id="464" r:id="rId44"/>
    <p:sldId id="465" r:id="rId45"/>
    <p:sldId id="468" r:id="rId46"/>
    <p:sldId id="471" r:id="rId47"/>
    <p:sldId id="472" r:id="rId48"/>
    <p:sldId id="474" r:id="rId49"/>
    <p:sldId id="475" r:id="rId50"/>
    <p:sldId id="476" r:id="rId51"/>
    <p:sldId id="477" r:id="rId52"/>
    <p:sldId id="478" r:id="rId53"/>
    <p:sldId id="479" r:id="rId54"/>
    <p:sldId id="480" r:id="rId5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1" d="100"/>
          <a:sy n="71" d="100"/>
        </p:scale>
        <p:origin x="69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image" Target="../media/image9.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13.wmf"/><Relationship Id="rId4" Type="http://schemas.openxmlformats.org/officeDocument/2006/relationships/image" Target="../media/image16.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wmf"/><Relationship Id="rId1" Type="http://schemas.openxmlformats.org/officeDocument/2006/relationships/image" Target="../media/image18.wmf"/><Relationship Id="rId4" Type="http://schemas.openxmlformats.org/officeDocument/2006/relationships/image" Target="../media/image7.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image" Target="../media/image24.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9.e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33.wmf"/><Relationship Id="rId1" Type="http://schemas.openxmlformats.org/officeDocument/2006/relationships/image" Target="../media/image32.e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image" Target="../media/image37.emf"/><Relationship Id="rId1" Type="http://schemas.openxmlformats.org/officeDocument/2006/relationships/image" Target="../media/image36.emf"/><Relationship Id="rId4" Type="http://schemas.openxmlformats.org/officeDocument/2006/relationships/image" Target="../media/image39.e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44.emf"/><Relationship Id="rId2" Type="http://schemas.openxmlformats.org/officeDocument/2006/relationships/image" Target="../media/image43.emf"/><Relationship Id="rId1" Type="http://schemas.openxmlformats.org/officeDocument/2006/relationships/image" Target="../media/image42.emf"/><Relationship Id="rId5" Type="http://schemas.openxmlformats.org/officeDocument/2006/relationships/image" Target="../media/image46.wmf"/><Relationship Id="rId4" Type="http://schemas.openxmlformats.org/officeDocument/2006/relationships/image" Target="../media/image45.e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50.emf"/><Relationship Id="rId2" Type="http://schemas.openxmlformats.org/officeDocument/2006/relationships/image" Target="../media/image49.emf"/><Relationship Id="rId1" Type="http://schemas.openxmlformats.org/officeDocument/2006/relationships/image" Target="../media/image48.emf"/><Relationship Id="rId4" Type="http://schemas.openxmlformats.org/officeDocument/2006/relationships/image" Target="../media/image51.e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55.emf"/><Relationship Id="rId2" Type="http://schemas.openxmlformats.org/officeDocument/2006/relationships/image" Target="../media/image54.emf"/><Relationship Id="rId1" Type="http://schemas.openxmlformats.org/officeDocument/2006/relationships/image" Target="../media/image53.emf"/><Relationship Id="rId4" Type="http://schemas.openxmlformats.org/officeDocument/2006/relationships/image" Target="../media/image56.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59.e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64.wmf"/><Relationship Id="rId2" Type="http://schemas.openxmlformats.org/officeDocument/2006/relationships/image" Target="../media/image63.wmf"/><Relationship Id="rId1" Type="http://schemas.openxmlformats.org/officeDocument/2006/relationships/image" Target="../media/image62.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67.w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71.wmf"/><Relationship Id="rId1" Type="http://schemas.openxmlformats.org/officeDocument/2006/relationships/image" Target="../media/image70.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77.emf"/><Relationship Id="rId2" Type="http://schemas.openxmlformats.org/officeDocument/2006/relationships/image" Target="../media/image76.emf"/><Relationship Id="rId1" Type="http://schemas.openxmlformats.org/officeDocument/2006/relationships/image" Target="../media/image75.emf"/><Relationship Id="rId5" Type="http://schemas.openxmlformats.org/officeDocument/2006/relationships/image" Target="../media/image79.emf"/><Relationship Id="rId4" Type="http://schemas.openxmlformats.org/officeDocument/2006/relationships/image" Target="../media/image78.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84.wmf"/></Relationships>
</file>

<file path=ppt/drawings/_rels/vmlDrawing22.vml.rels><?xml version="1.0" encoding="UTF-8" standalone="yes"?>
<Relationships xmlns="http://schemas.openxmlformats.org/package/2006/relationships"><Relationship Id="rId2" Type="http://schemas.openxmlformats.org/officeDocument/2006/relationships/image" Target="../media/image86.wmf"/><Relationship Id="rId1" Type="http://schemas.openxmlformats.org/officeDocument/2006/relationships/image" Target="../media/image85.e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89.emf"/><Relationship Id="rId2" Type="http://schemas.openxmlformats.org/officeDocument/2006/relationships/image" Target="../media/image88.emf"/><Relationship Id="rId1" Type="http://schemas.openxmlformats.org/officeDocument/2006/relationships/image" Target="../media/image87.emf"/><Relationship Id="rId4" Type="http://schemas.openxmlformats.org/officeDocument/2006/relationships/image" Target="../media/image90.e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92.e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96.emf"/><Relationship Id="rId2" Type="http://schemas.openxmlformats.org/officeDocument/2006/relationships/image" Target="../media/image95.emf"/><Relationship Id="rId1" Type="http://schemas.openxmlformats.org/officeDocument/2006/relationships/image" Target="../media/image94.emf"/><Relationship Id="rId4" Type="http://schemas.openxmlformats.org/officeDocument/2006/relationships/image" Target="../media/image97.e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101.emf"/><Relationship Id="rId2" Type="http://schemas.openxmlformats.org/officeDocument/2006/relationships/image" Target="../media/image100.emf"/><Relationship Id="rId1" Type="http://schemas.openxmlformats.org/officeDocument/2006/relationships/image" Target="../media/image99.e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102.wmf"/></Relationships>
</file>

<file path=ppt/drawings/_rels/vmlDrawing28.vml.rels><?xml version="1.0" encoding="UTF-8" standalone="yes"?>
<Relationships xmlns="http://schemas.openxmlformats.org/package/2006/relationships"><Relationship Id="rId3" Type="http://schemas.openxmlformats.org/officeDocument/2006/relationships/image" Target="../media/image105.wmf"/><Relationship Id="rId2" Type="http://schemas.openxmlformats.org/officeDocument/2006/relationships/image" Target="../media/image104.wmf"/><Relationship Id="rId1" Type="http://schemas.openxmlformats.org/officeDocument/2006/relationships/image" Target="../media/image103.wmf"/><Relationship Id="rId4" Type="http://schemas.openxmlformats.org/officeDocument/2006/relationships/image" Target="../media/image106.wmf"/></Relationships>
</file>

<file path=ppt/drawings/_rels/vmlDrawing29.vml.rels><?xml version="1.0" encoding="UTF-8" standalone="yes"?>
<Relationships xmlns="http://schemas.openxmlformats.org/package/2006/relationships"><Relationship Id="rId3" Type="http://schemas.openxmlformats.org/officeDocument/2006/relationships/image" Target="../media/image110.wmf"/><Relationship Id="rId2" Type="http://schemas.openxmlformats.org/officeDocument/2006/relationships/image" Target="../media/image109.wmf"/><Relationship Id="rId1" Type="http://schemas.openxmlformats.org/officeDocument/2006/relationships/image" Target="../media/image108.wmf"/><Relationship Id="rId4" Type="http://schemas.openxmlformats.org/officeDocument/2006/relationships/image" Target="../media/image111.wmf"/></Relationships>
</file>

<file path=ppt/drawings/_rels/vmlDrawing30.vml.rels><?xml version="1.0" encoding="UTF-8" standalone="yes"?>
<Relationships xmlns="http://schemas.openxmlformats.org/package/2006/relationships"><Relationship Id="rId3" Type="http://schemas.openxmlformats.org/officeDocument/2006/relationships/image" Target="../media/image114.wmf"/><Relationship Id="rId2" Type="http://schemas.openxmlformats.org/officeDocument/2006/relationships/image" Target="../media/image113.wmf"/><Relationship Id="rId1" Type="http://schemas.openxmlformats.org/officeDocument/2006/relationships/image" Target="../media/image112.wmf"/><Relationship Id="rId5" Type="http://schemas.openxmlformats.org/officeDocument/2006/relationships/image" Target="../media/image116.wmf"/><Relationship Id="rId4" Type="http://schemas.openxmlformats.org/officeDocument/2006/relationships/image" Target="../media/image115.wmf"/></Relationships>
</file>

<file path=ppt/drawings/_rels/vmlDrawing31.vml.rels><?xml version="1.0" encoding="UTF-8" standalone="yes"?>
<Relationships xmlns="http://schemas.openxmlformats.org/package/2006/relationships"><Relationship Id="rId3" Type="http://schemas.openxmlformats.org/officeDocument/2006/relationships/image" Target="../media/image119.wmf"/><Relationship Id="rId2" Type="http://schemas.openxmlformats.org/officeDocument/2006/relationships/image" Target="../media/image118.wmf"/><Relationship Id="rId1" Type="http://schemas.openxmlformats.org/officeDocument/2006/relationships/image" Target="../media/image117.wmf"/></Relationships>
</file>

<file path=ppt/drawings/_rels/vmlDrawing32.vml.rels><?xml version="1.0" encoding="UTF-8" standalone="yes"?>
<Relationships xmlns="http://schemas.openxmlformats.org/package/2006/relationships"><Relationship Id="rId2" Type="http://schemas.openxmlformats.org/officeDocument/2006/relationships/image" Target="../media/image121.wmf"/><Relationship Id="rId1" Type="http://schemas.openxmlformats.org/officeDocument/2006/relationships/image" Target="../media/image120.wmf"/></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124.emf"/></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127.wmf"/></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128.wmf"/></Relationships>
</file>

<file path=ppt/drawings/_rels/vmlDrawing36.vml.rels><?xml version="1.0" encoding="UTF-8" standalone="yes"?>
<Relationships xmlns="http://schemas.openxmlformats.org/package/2006/relationships"><Relationship Id="rId3" Type="http://schemas.openxmlformats.org/officeDocument/2006/relationships/image" Target="../media/image131.wmf"/><Relationship Id="rId2" Type="http://schemas.openxmlformats.org/officeDocument/2006/relationships/image" Target="../media/image130.wmf"/><Relationship Id="rId1" Type="http://schemas.openxmlformats.org/officeDocument/2006/relationships/image" Target="../media/image129.wmf"/></Relationships>
</file>

<file path=ppt/drawings/_rels/vmlDrawing37.vml.rels><?xml version="1.0" encoding="UTF-8" standalone="yes"?>
<Relationships xmlns="http://schemas.openxmlformats.org/package/2006/relationships"><Relationship Id="rId1" Type="http://schemas.openxmlformats.org/officeDocument/2006/relationships/image" Target="../media/image130.wmf"/></Relationships>
</file>

<file path=ppt/drawings/_rels/vmlDrawing38.vml.rels><?xml version="1.0" encoding="UTF-8" standalone="yes"?>
<Relationships xmlns="http://schemas.openxmlformats.org/package/2006/relationships"><Relationship Id="rId3" Type="http://schemas.openxmlformats.org/officeDocument/2006/relationships/image" Target="../media/image134.wmf"/><Relationship Id="rId2" Type="http://schemas.openxmlformats.org/officeDocument/2006/relationships/image" Target="../media/image133.wmf"/><Relationship Id="rId1" Type="http://schemas.openxmlformats.org/officeDocument/2006/relationships/image" Target="../media/image132.wmf"/><Relationship Id="rId4" Type="http://schemas.openxmlformats.org/officeDocument/2006/relationships/image" Target="../media/image135.wmf"/></Relationships>
</file>

<file path=ppt/drawings/_rels/vmlDrawing39.vml.rels><?xml version="1.0" encoding="UTF-8" standalone="yes"?>
<Relationships xmlns="http://schemas.openxmlformats.org/package/2006/relationships"><Relationship Id="rId1" Type="http://schemas.openxmlformats.org/officeDocument/2006/relationships/image" Target="../media/image136.wmf"/></Relationships>
</file>

<file path=ppt/drawings/_rels/vmlDrawing40.vml.rels><?xml version="1.0" encoding="UTF-8" standalone="yes"?>
<Relationships xmlns="http://schemas.openxmlformats.org/package/2006/relationships"><Relationship Id="rId2" Type="http://schemas.openxmlformats.org/officeDocument/2006/relationships/image" Target="../media/image138.wmf"/><Relationship Id="rId1" Type="http://schemas.openxmlformats.org/officeDocument/2006/relationships/image" Target="../media/image13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EE91CC-F454-4E49-81B9-95BDDEA9796E}" type="datetimeFigureOut">
              <a:rPr lang="en-US" smtClean="0"/>
              <a:t>12/1/2021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94E491-8CFC-4D34-A5D5-8A09F20D3E36}" type="slidenum">
              <a:rPr lang="en-US" smtClean="0"/>
              <a:t>‹#›</a:t>
            </a:fld>
            <a:endParaRPr lang="en-US"/>
          </a:p>
        </p:txBody>
      </p:sp>
    </p:spTree>
    <p:extLst>
      <p:ext uri="{BB962C8B-B14F-4D97-AF65-F5344CB8AC3E}">
        <p14:creationId xmlns:p14="http://schemas.microsoft.com/office/powerpoint/2010/main" val="37163981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6753086D-8B01-4228-9F23-999F902AEB74}"/>
              </a:ext>
            </a:extLst>
          </p:cNvPr>
          <p:cNvSpPr txBox="1">
            <a:spLocks noGrp="1" noChangeArrowheads="1"/>
          </p:cNvSpPr>
          <p:nvPr/>
        </p:nvSpPr>
        <p:spPr bwMode="auto">
          <a:xfrm>
            <a:off x="3833813" y="9409113"/>
            <a:ext cx="29337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r" eaLnBrk="1" hangingPunct="1"/>
            <a:fld id="{11DCEC91-8E19-4E2D-9C1F-1B61AFD72B6C}" type="slidenum">
              <a:rPr lang="es-ES_tradnl" altLang="en-US" sz="1200">
                <a:latin typeface="Times New Roman" panose="02020603050405020304" pitchFamily="18" charset="0"/>
              </a:rPr>
              <a:pPr algn="r" eaLnBrk="1" hangingPunct="1"/>
              <a:t>4</a:t>
            </a:fld>
            <a:endParaRPr lang="es-ES_tradnl" altLang="en-US" sz="1200">
              <a:latin typeface="Times New Roman" panose="02020603050405020304" pitchFamily="18" charset="0"/>
            </a:endParaRPr>
          </a:p>
        </p:txBody>
      </p:sp>
      <p:sp>
        <p:nvSpPr>
          <p:cNvPr id="50179" name="Rectangle 2">
            <a:extLst>
              <a:ext uri="{FF2B5EF4-FFF2-40B4-BE49-F238E27FC236}">
                <a16:creationId xmlns:a16="http://schemas.microsoft.com/office/drawing/2014/main" id="{2D48DC67-C907-4BF9-A849-EC400CC34337}"/>
              </a:ext>
            </a:extLst>
          </p:cNvPr>
          <p:cNvSpPr>
            <a:spLocks noGrp="1" noRot="1" noChangeAspect="1" noChangeArrowheads="1" noTextEdit="1"/>
          </p:cNvSpPr>
          <p:nvPr>
            <p:ph type="sldImg"/>
          </p:nvPr>
        </p:nvSpPr>
        <p:spPr>
          <a:xfrm>
            <a:off x="95250" y="749300"/>
            <a:ext cx="6578600" cy="3702050"/>
          </a:xfrm>
          <a:ln/>
        </p:spPr>
      </p:sp>
      <p:sp>
        <p:nvSpPr>
          <p:cNvPr id="50180" name="Rectangle 3">
            <a:extLst>
              <a:ext uri="{FF2B5EF4-FFF2-40B4-BE49-F238E27FC236}">
                <a16:creationId xmlns:a16="http://schemas.microsoft.com/office/drawing/2014/main" id="{5BCF7A8A-B4A2-4DC7-A5F7-4D815896057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s-CL"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a:extLst>
              <a:ext uri="{FF2B5EF4-FFF2-40B4-BE49-F238E27FC236}">
                <a16:creationId xmlns:a16="http://schemas.microsoft.com/office/drawing/2014/main" id="{2A3681FD-8B4A-4B77-8922-6E5CF8A2F921}"/>
              </a:ext>
            </a:extLst>
          </p:cNvPr>
          <p:cNvSpPr txBox="1">
            <a:spLocks noGrp="1" noChangeArrowheads="1"/>
          </p:cNvSpPr>
          <p:nvPr/>
        </p:nvSpPr>
        <p:spPr bwMode="auto">
          <a:xfrm>
            <a:off x="3833813" y="9409113"/>
            <a:ext cx="29337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r" eaLnBrk="1" hangingPunct="1"/>
            <a:fld id="{569F8FED-0906-4D87-8789-A0B99B82D360}" type="slidenum">
              <a:rPr lang="es-ES_tradnl" altLang="en-US" sz="1200">
                <a:latin typeface="Times New Roman" panose="02020603050405020304" pitchFamily="18" charset="0"/>
              </a:rPr>
              <a:pPr algn="r" eaLnBrk="1" hangingPunct="1"/>
              <a:t>5</a:t>
            </a:fld>
            <a:endParaRPr lang="es-ES_tradnl" altLang="en-US" sz="1200">
              <a:latin typeface="Times New Roman" panose="02020603050405020304" pitchFamily="18" charset="0"/>
            </a:endParaRPr>
          </a:p>
        </p:txBody>
      </p:sp>
      <p:sp>
        <p:nvSpPr>
          <p:cNvPr id="51203" name="Rectangle 2">
            <a:extLst>
              <a:ext uri="{FF2B5EF4-FFF2-40B4-BE49-F238E27FC236}">
                <a16:creationId xmlns:a16="http://schemas.microsoft.com/office/drawing/2014/main" id="{CB8DB0B4-CA2E-4ED6-965C-C8C0062D08D8}"/>
              </a:ext>
            </a:extLst>
          </p:cNvPr>
          <p:cNvSpPr>
            <a:spLocks noGrp="1" noRot="1" noChangeAspect="1" noChangeArrowheads="1" noTextEdit="1"/>
          </p:cNvSpPr>
          <p:nvPr>
            <p:ph type="sldImg"/>
          </p:nvPr>
        </p:nvSpPr>
        <p:spPr>
          <a:xfrm>
            <a:off x="917575" y="749300"/>
            <a:ext cx="4933950" cy="3702050"/>
          </a:xfrm>
          <a:ln/>
        </p:spPr>
      </p:sp>
      <p:sp>
        <p:nvSpPr>
          <p:cNvPr id="51204" name="Rectangle 3">
            <a:extLst>
              <a:ext uri="{FF2B5EF4-FFF2-40B4-BE49-F238E27FC236}">
                <a16:creationId xmlns:a16="http://schemas.microsoft.com/office/drawing/2014/main" id="{8E0410D6-25D5-4C14-9EFA-3EAA8A8E650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s-CL"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a:extLst>
              <a:ext uri="{FF2B5EF4-FFF2-40B4-BE49-F238E27FC236}">
                <a16:creationId xmlns:a16="http://schemas.microsoft.com/office/drawing/2014/main" id="{23D84006-4DFE-425F-B2EE-742666ABC89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fld id="{5A0BA864-A295-40A4-8625-CDA2F1FA09AA}" type="slidenum">
              <a:rPr lang="es-ES_tradnl" altLang="en-US" sz="1200">
                <a:latin typeface="Times New Roman" panose="02020603050405020304" pitchFamily="18" charset="0"/>
              </a:rPr>
              <a:pPr eaLnBrk="1" hangingPunct="1"/>
              <a:t>6</a:t>
            </a:fld>
            <a:endParaRPr lang="es-ES_tradnl" altLang="en-US" sz="1200">
              <a:latin typeface="Times New Roman" panose="02020603050405020304" pitchFamily="18" charset="0"/>
            </a:endParaRPr>
          </a:p>
        </p:txBody>
      </p:sp>
      <p:sp>
        <p:nvSpPr>
          <p:cNvPr id="52227" name="Rectangle 2">
            <a:extLst>
              <a:ext uri="{FF2B5EF4-FFF2-40B4-BE49-F238E27FC236}">
                <a16:creationId xmlns:a16="http://schemas.microsoft.com/office/drawing/2014/main" id="{E0BB8BA2-CB55-4232-975E-DA214B9547B7}"/>
              </a:ext>
            </a:extLst>
          </p:cNvPr>
          <p:cNvSpPr>
            <a:spLocks noGrp="1" noRot="1" noChangeAspect="1" noChangeArrowheads="1" noTextEdit="1"/>
          </p:cNvSpPr>
          <p:nvPr>
            <p:ph type="sldImg"/>
          </p:nvPr>
        </p:nvSpPr>
        <p:spPr>
          <a:xfrm>
            <a:off x="95250" y="749300"/>
            <a:ext cx="6578600" cy="3702050"/>
          </a:xfrm>
          <a:ln/>
        </p:spPr>
      </p:sp>
      <p:sp>
        <p:nvSpPr>
          <p:cNvPr id="52228" name="Rectangle 3">
            <a:extLst>
              <a:ext uri="{FF2B5EF4-FFF2-40B4-BE49-F238E27FC236}">
                <a16:creationId xmlns:a16="http://schemas.microsoft.com/office/drawing/2014/main" id="{50EB6442-E07C-4D99-916D-2F2250C1039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s-CL"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77F11099-244C-4508-B389-8BFFCDE441D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fld id="{3FAD368E-E019-45BA-9AF1-5BAA79B6954A}" type="slidenum">
              <a:rPr lang="es-ES_tradnl" altLang="en-US" sz="1200">
                <a:latin typeface="Times New Roman" panose="02020603050405020304" pitchFamily="18" charset="0"/>
              </a:rPr>
              <a:pPr eaLnBrk="1" hangingPunct="1"/>
              <a:t>7</a:t>
            </a:fld>
            <a:endParaRPr lang="es-ES_tradnl" altLang="en-US" sz="1200">
              <a:latin typeface="Times New Roman" panose="02020603050405020304" pitchFamily="18" charset="0"/>
            </a:endParaRPr>
          </a:p>
        </p:txBody>
      </p:sp>
      <p:sp>
        <p:nvSpPr>
          <p:cNvPr id="53251" name="Rectangle 2">
            <a:extLst>
              <a:ext uri="{FF2B5EF4-FFF2-40B4-BE49-F238E27FC236}">
                <a16:creationId xmlns:a16="http://schemas.microsoft.com/office/drawing/2014/main" id="{54391C18-CA9C-4B89-A945-5F913858C10C}"/>
              </a:ext>
            </a:extLst>
          </p:cNvPr>
          <p:cNvSpPr>
            <a:spLocks noGrp="1" noRot="1" noChangeAspect="1" noChangeArrowheads="1" noTextEdit="1"/>
          </p:cNvSpPr>
          <p:nvPr>
            <p:ph type="sldImg"/>
          </p:nvPr>
        </p:nvSpPr>
        <p:spPr>
          <a:xfrm>
            <a:off x="917575" y="749300"/>
            <a:ext cx="4933950" cy="3702050"/>
          </a:xfrm>
          <a:ln/>
        </p:spPr>
      </p:sp>
      <p:sp>
        <p:nvSpPr>
          <p:cNvPr id="53252" name="Rectangle 3">
            <a:extLst>
              <a:ext uri="{FF2B5EF4-FFF2-40B4-BE49-F238E27FC236}">
                <a16:creationId xmlns:a16="http://schemas.microsoft.com/office/drawing/2014/main" id="{A80F39F6-560B-44D3-AD24-18A30E4BB97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s-CL"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a:extLst>
              <a:ext uri="{FF2B5EF4-FFF2-40B4-BE49-F238E27FC236}">
                <a16:creationId xmlns:a16="http://schemas.microsoft.com/office/drawing/2014/main" id="{5B9F56BE-40E2-4FCA-8141-26455E92E2B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fld id="{0FD6A174-32E9-45B6-AD74-AAE4F66FC2A7}" type="slidenum">
              <a:rPr lang="es-ES_tradnl" altLang="en-US" sz="1200">
                <a:latin typeface="Times New Roman" panose="02020603050405020304" pitchFamily="18" charset="0"/>
              </a:rPr>
              <a:pPr eaLnBrk="1" hangingPunct="1"/>
              <a:t>8</a:t>
            </a:fld>
            <a:endParaRPr lang="es-ES_tradnl" altLang="en-US" sz="1200">
              <a:latin typeface="Times New Roman" panose="02020603050405020304" pitchFamily="18" charset="0"/>
            </a:endParaRPr>
          </a:p>
        </p:txBody>
      </p:sp>
      <p:sp>
        <p:nvSpPr>
          <p:cNvPr id="54275" name="Rectangle 2">
            <a:extLst>
              <a:ext uri="{FF2B5EF4-FFF2-40B4-BE49-F238E27FC236}">
                <a16:creationId xmlns:a16="http://schemas.microsoft.com/office/drawing/2014/main" id="{5BF6155E-8FF1-438D-8CF7-0A1FE1CDD4B5}"/>
              </a:ext>
            </a:extLst>
          </p:cNvPr>
          <p:cNvSpPr>
            <a:spLocks noGrp="1" noRot="1" noChangeAspect="1" noChangeArrowheads="1" noTextEdit="1"/>
          </p:cNvSpPr>
          <p:nvPr>
            <p:ph type="sldImg"/>
          </p:nvPr>
        </p:nvSpPr>
        <p:spPr>
          <a:xfrm>
            <a:off x="95250" y="749300"/>
            <a:ext cx="6578600" cy="3702050"/>
          </a:xfrm>
          <a:ln/>
        </p:spPr>
      </p:sp>
      <p:sp>
        <p:nvSpPr>
          <p:cNvPr id="54276" name="Rectangle 3">
            <a:extLst>
              <a:ext uri="{FF2B5EF4-FFF2-40B4-BE49-F238E27FC236}">
                <a16:creationId xmlns:a16="http://schemas.microsoft.com/office/drawing/2014/main" id="{537F8EEA-DF90-427F-9BD4-FB354DF0D6F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s-CL"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510B2F3C-F63E-4FBC-9A6E-D9BF482E44D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fld id="{B870EDEB-09EF-4558-99E1-862779C74477}" type="slidenum">
              <a:rPr lang="es-ES_tradnl" altLang="en-US" sz="1200">
                <a:latin typeface="Times New Roman" panose="02020603050405020304" pitchFamily="18" charset="0"/>
              </a:rPr>
              <a:pPr eaLnBrk="1" hangingPunct="1"/>
              <a:t>12</a:t>
            </a:fld>
            <a:endParaRPr lang="es-ES_tradnl" altLang="en-US" sz="1200">
              <a:latin typeface="Times New Roman" panose="02020603050405020304" pitchFamily="18" charset="0"/>
            </a:endParaRPr>
          </a:p>
        </p:txBody>
      </p:sp>
      <p:sp>
        <p:nvSpPr>
          <p:cNvPr id="55299" name="Rectangle 2">
            <a:extLst>
              <a:ext uri="{FF2B5EF4-FFF2-40B4-BE49-F238E27FC236}">
                <a16:creationId xmlns:a16="http://schemas.microsoft.com/office/drawing/2014/main" id="{7427580C-2D11-4845-8148-AB4C5728724B}"/>
              </a:ext>
            </a:extLst>
          </p:cNvPr>
          <p:cNvSpPr>
            <a:spLocks noGrp="1" noRot="1" noChangeAspect="1" noChangeArrowheads="1" noTextEdit="1"/>
          </p:cNvSpPr>
          <p:nvPr>
            <p:ph type="sldImg"/>
          </p:nvPr>
        </p:nvSpPr>
        <p:spPr>
          <a:xfrm>
            <a:off x="95250" y="749300"/>
            <a:ext cx="6578600" cy="3702050"/>
          </a:xfrm>
          <a:ln/>
        </p:spPr>
      </p:sp>
      <p:sp>
        <p:nvSpPr>
          <p:cNvPr id="55300" name="Rectangle 3">
            <a:extLst>
              <a:ext uri="{FF2B5EF4-FFF2-40B4-BE49-F238E27FC236}">
                <a16:creationId xmlns:a16="http://schemas.microsoft.com/office/drawing/2014/main" id="{6137E513-323A-4158-88AD-CC419F82CFB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s-CL"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5D4E53CC-624B-4338-9984-CF620270933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fld id="{A0F0AA7E-7D01-45F7-9FAD-D94F277DB810}" type="slidenum">
              <a:rPr lang="es-ES_tradnl" altLang="en-US" sz="1200">
                <a:latin typeface="Times New Roman" panose="02020603050405020304" pitchFamily="18" charset="0"/>
              </a:rPr>
              <a:pPr eaLnBrk="1" hangingPunct="1"/>
              <a:t>13</a:t>
            </a:fld>
            <a:endParaRPr lang="es-ES_tradnl" altLang="en-US" sz="1200">
              <a:latin typeface="Times New Roman" panose="02020603050405020304" pitchFamily="18" charset="0"/>
            </a:endParaRPr>
          </a:p>
        </p:txBody>
      </p:sp>
      <p:sp>
        <p:nvSpPr>
          <p:cNvPr id="56323" name="Rectangle 2">
            <a:extLst>
              <a:ext uri="{FF2B5EF4-FFF2-40B4-BE49-F238E27FC236}">
                <a16:creationId xmlns:a16="http://schemas.microsoft.com/office/drawing/2014/main" id="{411CEB7F-3719-40F4-AAF8-93945EA9604F}"/>
              </a:ext>
            </a:extLst>
          </p:cNvPr>
          <p:cNvSpPr>
            <a:spLocks noGrp="1" noRot="1" noChangeAspect="1" noChangeArrowheads="1" noTextEdit="1"/>
          </p:cNvSpPr>
          <p:nvPr>
            <p:ph type="sldImg"/>
          </p:nvPr>
        </p:nvSpPr>
        <p:spPr>
          <a:xfrm>
            <a:off x="95250" y="749300"/>
            <a:ext cx="6578600" cy="3702050"/>
          </a:xfrm>
          <a:ln/>
        </p:spPr>
      </p:sp>
      <p:sp>
        <p:nvSpPr>
          <p:cNvPr id="56324" name="Rectangle 3">
            <a:extLst>
              <a:ext uri="{FF2B5EF4-FFF2-40B4-BE49-F238E27FC236}">
                <a16:creationId xmlns:a16="http://schemas.microsoft.com/office/drawing/2014/main" id="{970F5FC0-9AC3-43B9-9739-AF1D6CF1DA3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s-CL"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2973EDDF-E615-4294-A8CE-B9AA8EA40A5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fld id="{F3A8B5A5-0462-4F14-A03D-021C12C212EE}" type="slidenum">
              <a:rPr lang="es-ES_tradnl" altLang="en-US" sz="1200">
                <a:latin typeface="Times New Roman" panose="02020603050405020304" pitchFamily="18" charset="0"/>
              </a:rPr>
              <a:pPr eaLnBrk="1" hangingPunct="1"/>
              <a:t>14</a:t>
            </a:fld>
            <a:endParaRPr lang="es-ES_tradnl" altLang="en-US" sz="1200">
              <a:latin typeface="Times New Roman" panose="02020603050405020304" pitchFamily="18" charset="0"/>
            </a:endParaRPr>
          </a:p>
        </p:txBody>
      </p:sp>
      <p:sp>
        <p:nvSpPr>
          <p:cNvPr id="57347" name="Rectangle 2">
            <a:extLst>
              <a:ext uri="{FF2B5EF4-FFF2-40B4-BE49-F238E27FC236}">
                <a16:creationId xmlns:a16="http://schemas.microsoft.com/office/drawing/2014/main" id="{862F7145-7A16-44A8-ACF9-92B39BBF7396}"/>
              </a:ext>
            </a:extLst>
          </p:cNvPr>
          <p:cNvSpPr>
            <a:spLocks noGrp="1" noRot="1" noChangeAspect="1" noChangeArrowheads="1" noTextEdit="1"/>
          </p:cNvSpPr>
          <p:nvPr>
            <p:ph type="sldImg"/>
          </p:nvPr>
        </p:nvSpPr>
        <p:spPr>
          <a:xfrm>
            <a:off x="95250" y="749300"/>
            <a:ext cx="6578600" cy="3702050"/>
          </a:xfrm>
          <a:ln/>
        </p:spPr>
      </p:sp>
      <p:sp>
        <p:nvSpPr>
          <p:cNvPr id="57348" name="Rectangle 3">
            <a:extLst>
              <a:ext uri="{FF2B5EF4-FFF2-40B4-BE49-F238E27FC236}">
                <a16:creationId xmlns:a16="http://schemas.microsoft.com/office/drawing/2014/main" id="{775024EC-CFE5-40B9-A88D-472D8D70CC8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s-CL"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a:extLst>
              <a:ext uri="{FF2B5EF4-FFF2-40B4-BE49-F238E27FC236}">
                <a16:creationId xmlns:a16="http://schemas.microsoft.com/office/drawing/2014/main" id="{F6C506C6-875B-4DE1-B209-302B702DB42E}"/>
              </a:ext>
            </a:extLst>
          </p:cNvPr>
          <p:cNvSpPr txBox="1">
            <a:spLocks noGrp="1" noChangeArrowheads="1"/>
          </p:cNvSpPr>
          <p:nvPr/>
        </p:nvSpPr>
        <p:spPr bwMode="auto">
          <a:xfrm>
            <a:off x="3833813" y="9409113"/>
            <a:ext cx="29337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267" tIns="47632" rIns="95267" bIns="47632" anchor="b"/>
          <a:lstStyle>
            <a:lvl1pPr defTabSz="952500" eaLnBrk="0" hangingPunct="0">
              <a:defRPr sz="2400">
                <a:solidFill>
                  <a:schemeClr val="tx1"/>
                </a:solidFill>
                <a:latin typeface="Arial" panose="020B0604020202020204" pitchFamily="34" charset="0"/>
              </a:defRPr>
            </a:lvl1pPr>
            <a:lvl2pPr marL="742950" indent="-285750" defTabSz="952500" eaLnBrk="0" hangingPunct="0">
              <a:defRPr sz="2400">
                <a:solidFill>
                  <a:schemeClr val="tx1"/>
                </a:solidFill>
                <a:latin typeface="Arial" panose="020B0604020202020204" pitchFamily="34" charset="0"/>
              </a:defRPr>
            </a:lvl2pPr>
            <a:lvl3pPr marL="1143000" indent="-228600" defTabSz="952500" eaLnBrk="0" hangingPunct="0">
              <a:defRPr sz="2400">
                <a:solidFill>
                  <a:schemeClr val="tx1"/>
                </a:solidFill>
                <a:latin typeface="Arial" panose="020B0604020202020204" pitchFamily="34" charset="0"/>
              </a:defRPr>
            </a:lvl3pPr>
            <a:lvl4pPr marL="1600200" indent="-228600" defTabSz="952500" eaLnBrk="0" hangingPunct="0">
              <a:defRPr sz="2400">
                <a:solidFill>
                  <a:schemeClr val="tx1"/>
                </a:solidFill>
                <a:latin typeface="Arial" panose="020B0604020202020204" pitchFamily="34" charset="0"/>
              </a:defRPr>
            </a:lvl4pPr>
            <a:lvl5pPr marL="2057400" indent="-228600" defTabSz="952500" eaLnBrk="0" hangingPunct="0">
              <a:defRPr sz="2400">
                <a:solidFill>
                  <a:schemeClr val="tx1"/>
                </a:solidFill>
                <a:latin typeface="Arial" panose="020B0604020202020204" pitchFamily="34" charset="0"/>
              </a:defRPr>
            </a:lvl5pPr>
            <a:lvl6pPr marL="2514600" indent="-228600" defTabSz="952500" eaLnBrk="0" fontAlgn="base" hangingPunct="0">
              <a:spcBef>
                <a:spcPct val="0"/>
              </a:spcBef>
              <a:spcAft>
                <a:spcPct val="0"/>
              </a:spcAft>
              <a:defRPr sz="2400">
                <a:solidFill>
                  <a:schemeClr val="tx1"/>
                </a:solidFill>
                <a:latin typeface="Arial" panose="020B0604020202020204" pitchFamily="34" charset="0"/>
              </a:defRPr>
            </a:lvl6pPr>
            <a:lvl7pPr marL="2971800" indent="-228600" defTabSz="952500" eaLnBrk="0" fontAlgn="base" hangingPunct="0">
              <a:spcBef>
                <a:spcPct val="0"/>
              </a:spcBef>
              <a:spcAft>
                <a:spcPct val="0"/>
              </a:spcAft>
              <a:defRPr sz="2400">
                <a:solidFill>
                  <a:schemeClr val="tx1"/>
                </a:solidFill>
                <a:latin typeface="Arial" panose="020B0604020202020204" pitchFamily="34" charset="0"/>
              </a:defRPr>
            </a:lvl7pPr>
            <a:lvl8pPr marL="3429000" indent="-228600" defTabSz="952500" eaLnBrk="0" fontAlgn="base" hangingPunct="0">
              <a:spcBef>
                <a:spcPct val="0"/>
              </a:spcBef>
              <a:spcAft>
                <a:spcPct val="0"/>
              </a:spcAft>
              <a:defRPr sz="2400">
                <a:solidFill>
                  <a:schemeClr val="tx1"/>
                </a:solidFill>
                <a:latin typeface="Arial" panose="020B0604020202020204" pitchFamily="34" charset="0"/>
              </a:defRPr>
            </a:lvl8pPr>
            <a:lvl9pPr marL="3886200" indent="-228600" defTabSz="952500" eaLnBrk="0" fontAlgn="base" hangingPunct="0">
              <a:spcBef>
                <a:spcPct val="0"/>
              </a:spcBef>
              <a:spcAft>
                <a:spcPct val="0"/>
              </a:spcAft>
              <a:defRPr sz="2400">
                <a:solidFill>
                  <a:schemeClr val="tx1"/>
                </a:solidFill>
                <a:latin typeface="Arial" panose="020B0604020202020204" pitchFamily="34" charset="0"/>
              </a:defRPr>
            </a:lvl9pPr>
          </a:lstStyle>
          <a:p>
            <a:pPr algn="r" eaLnBrk="1" hangingPunct="1"/>
            <a:fld id="{37B644BB-4863-43E1-A986-2030BEC17891}" type="slidenum">
              <a:rPr lang="es-ES" altLang="en-US" sz="1300"/>
              <a:pPr algn="r" eaLnBrk="1" hangingPunct="1"/>
              <a:t>31</a:t>
            </a:fld>
            <a:endParaRPr lang="es-ES" altLang="en-US" sz="1300"/>
          </a:p>
        </p:txBody>
      </p:sp>
      <p:sp>
        <p:nvSpPr>
          <p:cNvPr id="36867" name="Rectangle 2">
            <a:extLst>
              <a:ext uri="{FF2B5EF4-FFF2-40B4-BE49-F238E27FC236}">
                <a16:creationId xmlns:a16="http://schemas.microsoft.com/office/drawing/2014/main" id="{E44C0257-65D7-414A-8421-3F69481C302C}"/>
              </a:ext>
            </a:extLst>
          </p:cNvPr>
          <p:cNvSpPr>
            <a:spLocks noGrp="1" noRot="1" noChangeAspect="1" noChangeArrowheads="1" noTextEdit="1"/>
          </p:cNvSpPr>
          <p:nvPr>
            <p:ph type="sldImg"/>
          </p:nvPr>
        </p:nvSpPr>
        <p:spPr>
          <a:xfrm>
            <a:off x="84138" y="742950"/>
            <a:ext cx="6604000" cy="3714750"/>
          </a:xfrm>
          <a:ln/>
        </p:spPr>
      </p:sp>
      <p:sp>
        <p:nvSpPr>
          <p:cNvPr id="36868" name="Rectangle 3">
            <a:extLst>
              <a:ext uri="{FF2B5EF4-FFF2-40B4-BE49-F238E27FC236}">
                <a16:creationId xmlns:a16="http://schemas.microsoft.com/office/drawing/2014/main" id="{8A51135A-69C8-48C2-B62E-912431129D2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267" tIns="47632" rIns="95267" bIns="47632"/>
          <a:lstStyle/>
          <a:p>
            <a:pPr eaLnBrk="1" hangingPunct="1"/>
            <a:endParaRPr lang="es-CL"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id="{50399EFB-6443-4AC7-8BBA-7CAB5A9961B1}"/>
              </a:ext>
            </a:extLst>
          </p:cNvPr>
          <p:cNvSpPr txBox="1">
            <a:spLocks noGrp="1" noChangeArrowheads="1"/>
          </p:cNvSpPr>
          <p:nvPr/>
        </p:nvSpPr>
        <p:spPr bwMode="auto">
          <a:xfrm>
            <a:off x="3833813" y="9409113"/>
            <a:ext cx="29337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267" tIns="47632" rIns="95267" bIns="47632" anchor="b"/>
          <a:lstStyle>
            <a:lvl1pPr defTabSz="952500" eaLnBrk="0" hangingPunct="0">
              <a:defRPr sz="2400">
                <a:solidFill>
                  <a:schemeClr val="tx1"/>
                </a:solidFill>
                <a:latin typeface="Arial" panose="020B0604020202020204" pitchFamily="34" charset="0"/>
              </a:defRPr>
            </a:lvl1pPr>
            <a:lvl2pPr marL="742950" indent="-285750" defTabSz="952500" eaLnBrk="0" hangingPunct="0">
              <a:defRPr sz="2400">
                <a:solidFill>
                  <a:schemeClr val="tx1"/>
                </a:solidFill>
                <a:latin typeface="Arial" panose="020B0604020202020204" pitchFamily="34" charset="0"/>
              </a:defRPr>
            </a:lvl2pPr>
            <a:lvl3pPr marL="1143000" indent="-228600" defTabSz="952500" eaLnBrk="0" hangingPunct="0">
              <a:defRPr sz="2400">
                <a:solidFill>
                  <a:schemeClr val="tx1"/>
                </a:solidFill>
                <a:latin typeface="Arial" panose="020B0604020202020204" pitchFamily="34" charset="0"/>
              </a:defRPr>
            </a:lvl3pPr>
            <a:lvl4pPr marL="1600200" indent="-228600" defTabSz="952500" eaLnBrk="0" hangingPunct="0">
              <a:defRPr sz="2400">
                <a:solidFill>
                  <a:schemeClr val="tx1"/>
                </a:solidFill>
                <a:latin typeface="Arial" panose="020B0604020202020204" pitchFamily="34" charset="0"/>
              </a:defRPr>
            </a:lvl4pPr>
            <a:lvl5pPr marL="2057400" indent="-228600" defTabSz="952500" eaLnBrk="0" hangingPunct="0">
              <a:defRPr sz="2400">
                <a:solidFill>
                  <a:schemeClr val="tx1"/>
                </a:solidFill>
                <a:latin typeface="Arial" panose="020B0604020202020204" pitchFamily="34" charset="0"/>
              </a:defRPr>
            </a:lvl5pPr>
            <a:lvl6pPr marL="2514600" indent="-228600" defTabSz="952500" eaLnBrk="0" fontAlgn="base" hangingPunct="0">
              <a:spcBef>
                <a:spcPct val="0"/>
              </a:spcBef>
              <a:spcAft>
                <a:spcPct val="0"/>
              </a:spcAft>
              <a:defRPr sz="2400">
                <a:solidFill>
                  <a:schemeClr val="tx1"/>
                </a:solidFill>
                <a:latin typeface="Arial" panose="020B0604020202020204" pitchFamily="34" charset="0"/>
              </a:defRPr>
            </a:lvl6pPr>
            <a:lvl7pPr marL="2971800" indent="-228600" defTabSz="952500" eaLnBrk="0" fontAlgn="base" hangingPunct="0">
              <a:spcBef>
                <a:spcPct val="0"/>
              </a:spcBef>
              <a:spcAft>
                <a:spcPct val="0"/>
              </a:spcAft>
              <a:defRPr sz="2400">
                <a:solidFill>
                  <a:schemeClr val="tx1"/>
                </a:solidFill>
                <a:latin typeface="Arial" panose="020B0604020202020204" pitchFamily="34" charset="0"/>
              </a:defRPr>
            </a:lvl7pPr>
            <a:lvl8pPr marL="3429000" indent="-228600" defTabSz="952500" eaLnBrk="0" fontAlgn="base" hangingPunct="0">
              <a:spcBef>
                <a:spcPct val="0"/>
              </a:spcBef>
              <a:spcAft>
                <a:spcPct val="0"/>
              </a:spcAft>
              <a:defRPr sz="2400">
                <a:solidFill>
                  <a:schemeClr val="tx1"/>
                </a:solidFill>
                <a:latin typeface="Arial" panose="020B0604020202020204" pitchFamily="34" charset="0"/>
              </a:defRPr>
            </a:lvl8pPr>
            <a:lvl9pPr marL="3886200" indent="-228600" defTabSz="952500" eaLnBrk="0" fontAlgn="base" hangingPunct="0">
              <a:spcBef>
                <a:spcPct val="0"/>
              </a:spcBef>
              <a:spcAft>
                <a:spcPct val="0"/>
              </a:spcAft>
              <a:defRPr sz="2400">
                <a:solidFill>
                  <a:schemeClr val="tx1"/>
                </a:solidFill>
                <a:latin typeface="Arial" panose="020B0604020202020204" pitchFamily="34" charset="0"/>
              </a:defRPr>
            </a:lvl9pPr>
          </a:lstStyle>
          <a:p>
            <a:pPr algn="r" eaLnBrk="1" hangingPunct="1"/>
            <a:fld id="{B64CB91C-0780-485B-A06F-E8143ED2D1F8}" type="slidenum">
              <a:rPr lang="es-ES" altLang="en-US" sz="1300"/>
              <a:pPr algn="r" eaLnBrk="1" hangingPunct="1"/>
              <a:t>32</a:t>
            </a:fld>
            <a:endParaRPr lang="es-ES" altLang="en-US" sz="1300"/>
          </a:p>
        </p:txBody>
      </p:sp>
      <p:sp>
        <p:nvSpPr>
          <p:cNvPr id="37891" name="Rectangle 2">
            <a:extLst>
              <a:ext uri="{FF2B5EF4-FFF2-40B4-BE49-F238E27FC236}">
                <a16:creationId xmlns:a16="http://schemas.microsoft.com/office/drawing/2014/main" id="{9977E075-B7D9-4749-996F-4C73B196B5DB}"/>
              </a:ext>
            </a:extLst>
          </p:cNvPr>
          <p:cNvSpPr>
            <a:spLocks noGrp="1" noRot="1" noChangeAspect="1" noChangeArrowheads="1" noTextEdit="1"/>
          </p:cNvSpPr>
          <p:nvPr>
            <p:ph type="sldImg"/>
          </p:nvPr>
        </p:nvSpPr>
        <p:spPr>
          <a:xfrm>
            <a:off x="84138" y="742950"/>
            <a:ext cx="6604000" cy="3714750"/>
          </a:xfrm>
          <a:ln/>
        </p:spPr>
      </p:sp>
      <p:sp>
        <p:nvSpPr>
          <p:cNvPr id="37892" name="Rectangle 3">
            <a:extLst>
              <a:ext uri="{FF2B5EF4-FFF2-40B4-BE49-F238E27FC236}">
                <a16:creationId xmlns:a16="http://schemas.microsoft.com/office/drawing/2014/main" id="{10FEA112-87F3-48CE-A957-4BC63491F02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267" tIns="47632" rIns="95267" bIns="47632"/>
          <a:lstStyle/>
          <a:p>
            <a:pPr eaLnBrk="1" hangingPunct="1"/>
            <a:endParaRPr lang="es-CL"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a:extLst>
              <a:ext uri="{FF2B5EF4-FFF2-40B4-BE49-F238E27FC236}">
                <a16:creationId xmlns:a16="http://schemas.microsoft.com/office/drawing/2014/main" id="{AC0B103D-FB7A-4526-85F1-ECE2AB832C58}"/>
              </a:ext>
            </a:extLst>
          </p:cNvPr>
          <p:cNvSpPr txBox="1">
            <a:spLocks noGrp="1" noChangeArrowheads="1"/>
          </p:cNvSpPr>
          <p:nvPr/>
        </p:nvSpPr>
        <p:spPr bwMode="auto">
          <a:xfrm>
            <a:off x="3833813" y="9409113"/>
            <a:ext cx="29337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267" tIns="47632" rIns="95267" bIns="47632" anchor="b"/>
          <a:lstStyle>
            <a:lvl1pPr defTabSz="952500" eaLnBrk="0" hangingPunct="0">
              <a:defRPr sz="2400">
                <a:solidFill>
                  <a:schemeClr val="tx1"/>
                </a:solidFill>
                <a:latin typeface="Arial" panose="020B0604020202020204" pitchFamily="34" charset="0"/>
              </a:defRPr>
            </a:lvl1pPr>
            <a:lvl2pPr marL="742950" indent="-285750" defTabSz="952500" eaLnBrk="0" hangingPunct="0">
              <a:defRPr sz="2400">
                <a:solidFill>
                  <a:schemeClr val="tx1"/>
                </a:solidFill>
                <a:latin typeface="Arial" panose="020B0604020202020204" pitchFamily="34" charset="0"/>
              </a:defRPr>
            </a:lvl2pPr>
            <a:lvl3pPr marL="1143000" indent="-228600" defTabSz="952500" eaLnBrk="0" hangingPunct="0">
              <a:defRPr sz="2400">
                <a:solidFill>
                  <a:schemeClr val="tx1"/>
                </a:solidFill>
                <a:latin typeface="Arial" panose="020B0604020202020204" pitchFamily="34" charset="0"/>
              </a:defRPr>
            </a:lvl3pPr>
            <a:lvl4pPr marL="1600200" indent="-228600" defTabSz="952500" eaLnBrk="0" hangingPunct="0">
              <a:defRPr sz="2400">
                <a:solidFill>
                  <a:schemeClr val="tx1"/>
                </a:solidFill>
                <a:latin typeface="Arial" panose="020B0604020202020204" pitchFamily="34" charset="0"/>
              </a:defRPr>
            </a:lvl4pPr>
            <a:lvl5pPr marL="2057400" indent="-228600" defTabSz="952500" eaLnBrk="0" hangingPunct="0">
              <a:defRPr sz="2400">
                <a:solidFill>
                  <a:schemeClr val="tx1"/>
                </a:solidFill>
                <a:latin typeface="Arial" panose="020B0604020202020204" pitchFamily="34" charset="0"/>
              </a:defRPr>
            </a:lvl5pPr>
            <a:lvl6pPr marL="2514600" indent="-228600" defTabSz="952500" eaLnBrk="0" fontAlgn="base" hangingPunct="0">
              <a:spcBef>
                <a:spcPct val="0"/>
              </a:spcBef>
              <a:spcAft>
                <a:spcPct val="0"/>
              </a:spcAft>
              <a:defRPr sz="2400">
                <a:solidFill>
                  <a:schemeClr val="tx1"/>
                </a:solidFill>
                <a:latin typeface="Arial" panose="020B0604020202020204" pitchFamily="34" charset="0"/>
              </a:defRPr>
            </a:lvl6pPr>
            <a:lvl7pPr marL="2971800" indent="-228600" defTabSz="952500" eaLnBrk="0" fontAlgn="base" hangingPunct="0">
              <a:spcBef>
                <a:spcPct val="0"/>
              </a:spcBef>
              <a:spcAft>
                <a:spcPct val="0"/>
              </a:spcAft>
              <a:defRPr sz="2400">
                <a:solidFill>
                  <a:schemeClr val="tx1"/>
                </a:solidFill>
                <a:latin typeface="Arial" panose="020B0604020202020204" pitchFamily="34" charset="0"/>
              </a:defRPr>
            </a:lvl7pPr>
            <a:lvl8pPr marL="3429000" indent="-228600" defTabSz="952500" eaLnBrk="0" fontAlgn="base" hangingPunct="0">
              <a:spcBef>
                <a:spcPct val="0"/>
              </a:spcBef>
              <a:spcAft>
                <a:spcPct val="0"/>
              </a:spcAft>
              <a:defRPr sz="2400">
                <a:solidFill>
                  <a:schemeClr val="tx1"/>
                </a:solidFill>
                <a:latin typeface="Arial" panose="020B0604020202020204" pitchFamily="34" charset="0"/>
              </a:defRPr>
            </a:lvl8pPr>
            <a:lvl9pPr marL="3886200" indent="-228600" defTabSz="952500" eaLnBrk="0" fontAlgn="base" hangingPunct="0">
              <a:spcBef>
                <a:spcPct val="0"/>
              </a:spcBef>
              <a:spcAft>
                <a:spcPct val="0"/>
              </a:spcAft>
              <a:defRPr sz="2400">
                <a:solidFill>
                  <a:schemeClr val="tx1"/>
                </a:solidFill>
                <a:latin typeface="Arial" panose="020B0604020202020204" pitchFamily="34" charset="0"/>
              </a:defRPr>
            </a:lvl9pPr>
          </a:lstStyle>
          <a:p>
            <a:pPr algn="r" eaLnBrk="1" hangingPunct="1"/>
            <a:fld id="{D9247A28-56C1-4469-B4E5-94AE03B45F99}" type="slidenum">
              <a:rPr lang="es-ES" altLang="en-US" sz="1300"/>
              <a:pPr algn="r" eaLnBrk="1" hangingPunct="1"/>
              <a:t>42</a:t>
            </a:fld>
            <a:endParaRPr lang="es-ES" altLang="en-US" sz="1300"/>
          </a:p>
        </p:txBody>
      </p:sp>
      <p:sp>
        <p:nvSpPr>
          <p:cNvPr id="38915" name="Rectangle 2">
            <a:extLst>
              <a:ext uri="{FF2B5EF4-FFF2-40B4-BE49-F238E27FC236}">
                <a16:creationId xmlns:a16="http://schemas.microsoft.com/office/drawing/2014/main" id="{2D5591F0-4C60-4694-8B40-8AD8E96A6F89}"/>
              </a:ext>
            </a:extLst>
          </p:cNvPr>
          <p:cNvSpPr>
            <a:spLocks noGrp="1" noRot="1" noChangeAspect="1" noChangeArrowheads="1" noTextEdit="1"/>
          </p:cNvSpPr>
          <p:nvPr>
            <p:ph type="sldImg"/>
          </p:nvPr>
        </p:nvSpPr>
        <p:spPr>
          <a:ln/>
        </p:spPr>
      </p:sp>
      <p:sp>
        <p:nvSpPr>
          <p:cNvPr id="38916" name="Rectangle 3">
            <a:extLst>
              <a:ext uri="{FF2B5EF4-FFF2-40B4-BE49-F238E27FC236}">
                <a16:creationId xmlns:a16="http://schemas.microsoft.com/office/drawing/2014/main" id="{93882FF2-9994-43DF-BE1A-875E4E52E95E}"/>
              </a:ext>
            </a:extLst>
          </p:cNvPr>
          <p:cNvSpPr>
            <a:spLocks noGrp="1" noChangeArrowheads="1"/>
          </p:cNvSpPr>
          <p:nvPr>
            <p:ph type="body" idx="1"/>
          </p:nvPr>
        </p:nvSpPr>
        <p:spPr>
          <a:xfrm>
            <a:off x="901700" y="4705350"/>
            <a:ext cx="4965700" cy="44577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267" tIns="47632" rIns="95267" bIns="47632"/>
          <a:lstStyle/>
          <a:p>
            <a:pPr eaLnBrk="1" hangingPunct="1"/>
            <a:endParaRPr lang="es-CL"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DEA76-C8C7-476D-8A19-8883569EABE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648FE8F-4C2A-4390-9040-47F9E277B3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008BDC7-02F0-4840-8C02-F802414A5BFA}"/>
              </a:ext>
            </a:extLst>
          </p:cNvPr>
          <p:cNvSpPr>
            <a:spLocks noGrp="1"/>
          </p:cNvSpPr>
          <p:nvPr>
            <p:ph type="dt" sz="half" idx="10"/>
          </p:nvPr>
        </p:nvSpPr>
        <p:spPr/>
        <p:txBody>
          <a:bodyPr/>
          <a:lstStyle/>
          <a:p>
            <a:fld id="{711FF0E5-1CE5-49AA-9A65-58E0EF2AA8FC}" type="datetimeFigureOut">
              <a:rPr lang="en-US" smtClean="0"/>
              <a:t>12/1/2021</a:t>
            </a:fld>
            <a:endParaRPr lang="en-US"/>
          </a:p>
        </p:txBody>
      </p:sp>
      <p:sp>
        <p:nvSpPr>
          <p:cNvPr id="5" name="Footer Placeholder 4">
            <a:extLst>
              <a:ext uri="{FF2B5EF4-FFF2-40B4-BE49-F238E27FC236}">
                <a16:creationId xmlns:a16="http://schemas.microsoft.com/office/drawing/2014/main" id="{29B5FD93-BDC7-4C9A-88F8-F5808F0A3F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5964F7-9538-4D5C-B700-39DE96A7F88B}"/>
              </a:ext>
            </a:extLst>
          </p:cNvPr>
          <p:cNvSpPr>
            <a:spLocks noGrp="1"/>
          </p:cNvSpPr>
          <p:nvPr>
            <p:ph type="sldNum" sz="quarter" idx="12"/>
          </p:nvPr>
        </p:nvSpPr>
        <p:spPr/>
        <p:txBody>
          <a:bodyPr/>
          <a:lstStyle/>
          <a:p>
            <a:fld id="{ADFC3A08-B57C-40D0-9153-8BDDC4027F35}" type="slidenum">
              <a:rPr lang="en-US" smtClean="0"/>
              <a:t>‹#›</a:t>
            </a:fld>
            <a:endParaRPr lang="en-US"/>
          </a:p>
        </p:txBody>
      </p:sp>
    </p:spTree>
    <p:extLst>
      <p:ext uri="{BB962C8B-B14F-4D97-AF65-F5344CB8AC3E}">
        <p14:creationId xmlns:p14="http://schemas.microsoft.com/office/powerpoint/2010/main" val="39362859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80C481-89B7-4D2F-BA7D-8B5343203A1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CF0E677-B18C-42D0-AAA5-CBA429524A6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633C517-A95A-4E7E-B6BC-0DAEDD80B260}"/>
              </a:ext>
            </a:extLst>
          </p:cNvPr>
          <p:cNvSpPr>
            <a:spLocks noGrp="1"/>
          </p:cNvSpPr>
          <p:nvPr>
            <p:ph type="dt" sz="half" idx="10"/>
          </p:nvPr>
        </p:nvSpPr>
        <p:spPr/>
        <p:txBody>
          <a:bodyPr/>
          <a:lstStyle/>
          <a:p>
            <a:fld id="{711FF0E5-1CE5-49AA-9A65-58E0EF2AA8FC}" type="datetimeFigureOut">
              <a:rPr lang="en-US" smtClean="0"/>
              <a:t>12/1/2021</a:t>
            </a:fld>
            <a:endParaRPr lang="en-US"/>
          </a:p>
        </p:txBody>
      </p:sp>
      <p:sp>
        <p:nvSpPr>
          <p:cNvPr id="5" name="Footer Placeholder 4">
            <a:extLst>
              <a:ext uri="{FF2B5EF4-FFF2-40B4-BE49-F238E27FC236}">
                <a16:creationId xmlns:a16="http://schemas.microsoft.com/office/drawing/2014/main" id="{6A7D1499-B5C3-4787-B1E1-9ADAA6C9B2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897C29-4D5E-4962-9B43-450C9B9B6910}"/>
              </a:ext>
            </a:extLst>
          </p:cNvPr>
          <p:cNvSpPr>
            <a:spLocks noGrp="1"/>
          </p:cNvSpPr>
          <p:nvPr>
            <p:ph type="sldNum" sz="quarter" idx="12"/>
          </p:nvPr>
        </p:nvSpPr>
        <p:spPr/>
        <p:txBody>
          <a:bodyPr/>
          <a:lstStyle/>
          <a:p>
            <a:fld id="{ADFC3A08-B57C-40D0-9153-8BDDC4027F35}" type="slidenum">
              <a:rPr lang="en-US" smtClean="0"/>
              <a:t>‹#›</a:t>
            </a:fld>
            <a:endParaRPr lang="en-US"/>
          </a:p>
        </p:txBody>
      </p:sp>
    </p:spTree>
    <p:extLst>
      <p:ext uri="{BB962C8B-B14F-4D97-AF65-F5344CB8AC3E}">
        <p14:creationId xmlns:p14="http://schemas.microsoft.com/office/powerpoint/2010/main" val="33808257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189EB-AD38-4BC5-B083-1FAE541E0C6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316E240-BC04-41D1-9A77-84328C699EA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194B9D2-B016-402E-B6AC-861E015B0453}"/>
              </a:ext>
            </a:extLst>
          </p:cNvPr>
          <p:cNvSpPr>
            <a:spLocks noGrp="1"/>
          </p:cNvSpPr>
          <p:nvPr>
            <p:ph type="dt" sz="half" idx="10"/>
          </p:nvPr>
        </p:nvSpPr>
        <p:spPr/>
        <p:txBody>
          <a:bodyPr/>
          <a:lstStyle/>
          <a:p>
            <a:fld id="{711FF0E5-1CE5-49AA-9A65-58E0EF2AA8FC}" type="datetimeFigureOut">
              <a:rPr lang="en-US" smtClean="0"/>
              <a:t>12/1/2021</a:t>
            </a:fld>
            <a:endParaRPr lang="en-US"/>
          </a:p>
        </p:txBody>
      </p:sp>
      <p:sp>
        <p:nvSpPr>
          <p:cNvPr id="5" name="Footer Placeholder 4">
            <a:extLst>
              <a:ext uri="{FF2B5EF4-FFF2-40B4-BE49-F238E27FC236}">
                <a16:creationId xmlns:a16="http://schemas.microsoft.com/office/drawing/2014/main" id="{FBF788B9-E4D2-441F-BCCA-D504C32C72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46A3FD-8F1C-42E6-8E3E-93FD2D5151A9}"/>
              </a:ext>
            </a:extLst>
          </p:cNvPr>
          <p:cNvSpPr>
            <a:spLocks noGrp="1"/>
          </p:cNvSpPr>
          <p:nvPr>
            <p:ph type="sldNum" sz="quarter" idx="12"/>
          </p:nvPr>
        </p:nvSpPr>
        <p:spPr/>
        <p:txBody>
          <a:bodyPr/>
          <a:lstStyle/>
          <a:p>
            <a:fld id="{ADFC3A08-B57C-40D0-9153-8BDDC4027F35}" type="slidenum">
              <a:rPr lang="en-US" smtClean="0"/>
              <a:t>‹#›</a:t>
            </a:fld>
            <a:endParaRPr lang="en-US"/>
          </a:p>
        </p:txBody>
      </p:sp>
    </p:spTree>
    <p:extLst>
      <p:ext uri="{BB962C8B-B14F-4D97-AF65-F5344CB8AC3E}">
        <p14:creationId xmlns:p14="http://schemas.microsoft.com/office/powerpoint/2010/main" val="20776754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1E2E6-4FE7-4057-B406-B76E34628CF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00D9362-E076-49FD-8069-65C018C6155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F25CADE-FA9E-4259-9D9C-A73E5400FB0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EBFD40B-6C39-454A-864D-FC359EA0DC27}"/>
              </a:ext>
            </a:extLst>
          </p:cNvPr>
          <p:cNvSpPr>
            <a:spLocks noGrp="1"/>
          </p:cNvSpPr>
          <p:nvPr>
            <p:ph type="dt" sz="half" idx="10"/>
          </p:nvPr>
        </p:nvSpPr>
        <p:spPr/>
        <p:txBody>
          <a:bodyPr/>
          <a:lstStyle/>
          <a:p>
            <a:fld id="{711FF0E5-1CE5-49AA-9A65-58E0EF2AA8FC}" type="datetimeFigureOut">
              <a:rPr lang="en-US" smtClean="0"/>
              <a:t>12/1/2021</a:t>
            </a:fld>
            <a:endParaRPr lang="en-US"/>
          </a:p>
        </p:txBody>
      </p:sp>
      <p:sp>
        <p:nvSpPr>
          <p:cNvPr id="6" name="Footer Placeholder 5">
            <a:extLst>
              <a:ext uri="{FF2B5EF4-FFF2-40B4-BE49-F238E27FC236}">
                <a16:creationId xmlns:a16="http://schemas.microsoft.com/office/drawing/2014/main" id="{74579619-6D6D-40F6-839E-BDBF7DF17E5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74D88A1-0F5A-4988-B5A1-9B59BCCE5627}"/>
              </a:ext>
            </a:extLst>
          </p:cNvPr>
          <p:cNvSpPr>
            <a:spLocks noGrp="1"/>
          </p:cNvSpPr>
          <p:nvPr>
            <p:ph type="sldNum" sz="quarter" idx="12"/>
          </p:nvPr>
        </p:nvSpPr>
        <p:spPr/>
        <p:txBody>
          <a:bodyPr/>
          <a:lstStyle/>
          <a:p>
            <a:fld id="{ADFC3A08-B57C-40D0-9153-8BDDC4027F35}" type="slidenum">
              <a:rPr lang="en-US" smtClean="0"/>
              <a:t>‹#›</a:t>
            </a:fld>
            <a:endParaRPr lang="en-US"/>
          </a:p>
        </p:txBody>
      </p:sp>
    </p:spTree>
    <p:extLst>
      <p:ext uri="{BB962C8B-B14F-4D97-AF65-F5344CB8AC3E}">
        <p14:creationId xmlns:p14="http://schemas.microsoft.com/office/powerpoint/2010/main" val="12753866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8BB94-02C7-466E-9602-75FCD72C69F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D2188A3-F4AB-47CB-BFCC-B07AAE5267E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B7D9D2F-9146-4FC0-9474-D9B6156F5CD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BA4616A-51D3-4C98-B1F7-FFB0FFA10CC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0C8C839-3BF2-4838-9B96-DA0BCE7FF52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496C01D-578A-4D51-ADA9-A015FCBF3295}"/>
              </a:ext>
            </a:extLst>
          </p:cNvPr>
          <p:cNvSpPr>
            <a:spLocks noGrp="1"/>
          </p:cNvSpPr>
          <p:nvPr>
            <p:ph type="dt" sz="half" idx="10"/>
          </p:nvPr>
        </p:nvSpPr>
        <p:spPr/>
        <p:txBody>
          <a:bodyPr/>
          <a:lstStyle/>
          <a:p>
            <a:fld id="{711FF0E5-1CE5-49AA-9A65-58E0EF2AA8FC}" type="datetimeFigureOut">
              <a:rPr lang="en-US" smtClean="0"/>
              <a:t>12/1/2021</a:t>
            </a:fld>
            <a:endParaRPr lang="en-US"/>
          </a:p>
        </p:txBody>
      </p:sp>
      <p:sp>
        <p:nvSpPr>
          <p:cNvPr id="8" name="Footer Placeholder 7">
            <a:extLst>
              <a:ext uri="{FF2B5EF4-FFF2-40B4-BE49-F238E27FC236}">
                <a16:creationId xmlns:a16="http://schemas.microsoft.com/office/drawing/2014/main" id="{0AAE0FAF-746E-41F6-891A-645D8815222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410E6C1-D13F-4E1E-8FD3-33779B2F4EDF}"/>
              </a:ext>
            </a:extLst>
          </p:cNvPr>
          <p:cNvSpPr>
            <a:spLocks noGrp="1"/>
          </p:cNvSpPr>
          <p:nvPr>
            <p:ph type="sldNum" sz="quarter" idx="12"/>
          </p:nvPr>
        </p:nvSpPr>
        <p:spPr/>
        <p:txBody>
          <a:bodyPr/>
          <a:lstStyle/>
          <a:p>
            <a:fld id="{ADFC3A08-B57C-40D0-9153-8BDDC4027F35}" type="slidenum">
              <a:rPr lang="en-US" smtClean="0"/>
              <a:t>‹#›</a:t>
            </a:fld>
            <a:endParaRPr lang="en-US"/>
          </a:p>
        </p:txBody>
      </p:sp>
    </p:spTree>
    <p:extLst>
      <p:ext uri="{BB962C8B-B14F-4D97-AF65-F5344CB8AC3E}">
        <p14:creationId xmlns:p14="http://schemas.microsoft.com/office/powerpoint/2010/main" val="16939607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EED2A-9541-413B-A53A-4698E4EFB47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0C52864-052D-477D-9555-400966E81FDA}"/>
              </a:ext>
            </a:extLst>
          </p:cNvPr>
          <p:cNvSpPr>
            <a:spLocks noGrp="1"/>
          </p:cNvSpPr>
          <p:nvPr>
            <p:ph type="dt" sz="half" idx="10"/>
          </p:nvPr>
        </p:nvSpPr>
        <p:spPr/>
        <p:txBody>
          <a:bodyPr/>
          <a:lstStyle/>
          <a:p>
            <a:fld id="{711FF0E5-1CE5-49AA-9A65-58E0EF2AA8FC}" type="datetimeFigureOut">
              <a:rPr lang="en-US" smtClean="0"/>
              <a:t>12/1/2021</a:t>
            </a:fld>
            <a:endParaRPr lang="en-US"/>
          </a:p>
        </p:txBody>
      </p:sp>
      <p:sp>
        <p:nvSpPr>
          <p:cNvPr id="4" name="Footer Placeholder 3">
            <a:extLst>
              <a:ext uri="{FF2B5EF4-FFF2-40B4-BE49-F238E27FC236}">
                <a16:creationId xmlns:a16="http://schemas.microsoft.com/office/drawing/2014/main" id="{E5FD4916-2A6E-407B-9BF4-B9E5EBE9D84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11F0F07-3463-498D-9F8C-EA576B876F14}"/>
              </a:ext>
            </a:extLst>
          </p:cNvPr>
          <p:cNvSpPr>
            <a:spLocks noGrp="1"/>
          </p:cNvSpPr>
          <p:nvPr>
            <p:ph type="sldNum" sz="quarter" idx="12"/>
          </p:nvPr>
        </p:nvSpPr>
        <p:spPr/>
        <p:txBody>
          <a:bodyPr/>
          <a:lstStyle/>
          <a:p>
            <a:fld id="{ADFC3A08-B57C-40D0-9153-8BDDC4027F35}" type="slidenum">
              <a:rPr lang="en-US" smtClean="0"/>
              <a:t>‹#›</a:t>
            </a:fld>
            <a:endParaRPr lang="en-US"/>
          </a:p>
        </p:txBody>
      </p:sp>
    </p:spTree>
    <p:extLst>
      <p:ext uri="{BB962C8B-B14F-4D97-AF65-F5344CB8AC3E}">
        <p14:creationId xmlns:p14="http://schemas.microsoft.com/office/powerpoint/2010/main" val="23815779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DC16E20-3139-4536-8F10-0410FFEDBD6F}"/>
              </a:ext>
            </a:extLst>
          </p:cNvPr>
          <p:cNvSpPr>
            <a:spLocks noGrp="1"/>
          </p:cNvSpPr>
          <p:nvPr>
            <p:ph type="dt" sz="half" idx="10"/>
          </p:nvPr>
        </p:nvSpPr>
        <p:spPr/>
        <p:txBody>
          <a:bodyPr/>
          <a:lstStyle/>
          <a:p>
            <a:fld id="{711FF0E5-1CE5-49AA-9A65-58E0EF2AA8FC}" type="datetimeFigureOut">
              <a:rPr lang="en-US" smtClean="0"/>
              <a:t>12/1/2021</a:t>
            </a:fld>
            <a:endParaRPr lang="en-US"/>
          </a:p>
        </p:txBody>
      </p:sp>
      <p:sp>
        <p:nvSpPr>
          <p:cNvPr id="3" name="Footer Placeholder 2">
            <a:extLst>
              <a:ext uri="{FF2B5EF4-FFF2-40B4-BE49-F238E27FC236}">
                <a16:creationId xmlns:a16="http://schemas.microsoft.com/office/drawing/2014/main" id="{DD90AD61-D257-4FB8-AF6B-9102685E786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9610831-E813-4292-B6E1-07CD375FD02C}"/>
              </a:ext>
            </a:extLst>
          </p:cNvPr>
          <p:cNvSpPr>
            <a:spLocks noGrp="1"/>
          </p:cNvSpPr>
          <p:nvPr>
            <p:ph type="sldNum" sz="quarter" idx="12"/>
          </p:nvPr>
        </p:nvSpPr>
        <p:spPr/>
        <p:txBody>
          <a:bodyPr/>
          <a:lstStyle/>
          <a:p>
            <a:fld id="{ADFC3A08-B57C-40D0-9153-8BDDC4027F35}" type="slidenum">
              <a:rPr lang="en-US" smtClean="0"/>
              <a:t>‹#›</a:t>
            </a:fld>
            <a:endParaRPr lang="en-US"/>
          </a:p>
        </p:txBody>
      </p:sp>
    </p:spTree>
    <p:extLst>
      <p:ext uri="{BB962C8B-B14F-4D97-AF65-F5344CB8AC3E}">
        <p14:creationId xmlns:p14="http://schemas.microsoft.com/office/powerpoint/2010/main" val="1503594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44FF5C-E582-4397-A5D2-74DB9C434F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F6B6BFA-1643-449B-B148-5502FEEF901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DBAA90E-09C5-419D-81CA-3CA4DEA31F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06FEE7F-B085-4002-B741-04EF7E6C12FC}"/>
              </a:ext>
            </a:extLst>
          </p:cNvPr>
          <p:cNvSpPr>
            <a:spLocks noGrp="1"/>
          </p:cNvSpPr>
          <p:nvPr>
            <p:ph type="dt" sz="half" idx="10"/>
          </p:nvPr>
        </p:nvSpPr>
        <p:spPr/>
        <p:txBody>
          <a:bodyPr/>
          <a:lstStyle/>
          <a:p>
            <a:fld id="{711FF0E5-1CE5-49AA-9A65-58E0EF2AA8FC}" type="datetimeFigureOut">
              <a:rPr lang="en-US" smtClean="0"/>
              <a:t>12/1/2021</a:t>
            </a:fld>
            <a:endParaRPr lang="en-US"/>
          </a:p>
        </p:txBody>
      </p:sp>
      <p:sp>
        <p:nvSpPr>
          <p:cNvPr id="6" name="Footer Placeholder 5">
            <a:extLst>
              <a:ext uri="{FF2B5EF4-FFF2-40B4-BE49-F238E27FC236}">
                <a16:creationId xmlns:a16="http://schemas.microsoft.com/office/drawing/2014/main" id="{1B117CCE-249B-4C85-B3DF-E2F138E115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F8BEE4-9A89-49E4-8074-0BF2C58DB722}"/>
              </a:ext>
            </a:extLst>
          </p:cNvPr>
          <p:cNvSpPr>
            <a:spLocks noGrp="1"/>
          </p:cNvSpPr>
          <p:nvPr>
            <p:ph type="sldNum" sz="quarter" idx="12"/>
          </p:nvPr>
        </p:nvSpPr>
        <p:spPr/>
        <p:txBody>
          <a:bodyPr/>
          <a:lstStyle/>
          <a:p>
            <a:fld id="{ADFC3A08-B57C-40D0-9153-8BDDC4027F35}" type="slidenum">
              <a:rPr lang="en-US" smtClean="0"/>
              <a:t>‹#›</a:t>
            </a:fld>
            <a:endParaRPr lang="en-US"/>
          </a:p>
        </p:txBody>
      </p:sp>
    </p:spTree>
    <p:extLst>
      <p:ext uri="{BB962C8B-B14F-4D97-AF65-F5344CB8AC3E}">
        <p14:creationId xmlns:p14="http://schemas.microsoft.com/office/powerpoint/2010/main" val="6952853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4971F-E4C4-4A29-BB62-90B5D98306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D580DB4-8A4D-4BE2-BE12-1FAD2A77BBB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67542EE-9DCF-4170-8366-D5B83236CB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FFAAAB-63A2-4F0E-833A-D5FC07BEBDEC}"/>
              </a:ext>
            </a:extLst>
          </p:cNvPr>
          <p:cNvSpPr>
            <a:spLocks noGrp="1"/>
          </p:cNvSpPr>
          <p:nvPr>
            <p:ph type="dt" sz="half" idx="10"/>
          </p:nvPr>
        </p:nvSpPr>
        <p:spPr/>
        <p:txBody>
          <a:bodyPr/>
          <a:lstStyle/>
          <a:p>
            <a:fld id="{711FF0E5-1CE5-49AA-9A65-58E0EF2AA8FC}" type="datetimeFigureOut">
              <a:rPr lang="en-US" smtClean="0"/>
              <a:t>12/1/2021</a:t>
            </a:fld>
            <a:endParaRPr lang="en-US"/>
          </a:p>
        </p:txBody>
      </p:sp>
      <p:sp>
        <p:nvSpPr>
          <p:cNvPr id="6" name="Footer Placeholder 5">
            <a:extLst>
              <a:ext uri="{FF2B5EF4-FFF2-40B4-BE49-F238E27FC236}">
                <a16:creationId xmlns:a16="http://schemas.microsoft.com/office/drawing/2014/main" id="{708CC6F4-B118-4978-A1A4-71FB2989F46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424A2A7-2BC8-465B-9DD6-B4C2D8DB337E}"/>
              </a:ext>
            </a:extLst>
          </p:cNvPr>
          <p:cNvSpPr>
            <a:spLocks noGrp="1"/>
          </p:cNvSpPr>
          <p:nvPr>
            <p:ph type="sldNum" sz="quarter" idx="12"/>
          </p:nvPr>
        </p:nvSpPr>
        <p:spPr/>
        <p:txBody>
          <a:bodyPr/>
          <a:lstStyle/>
          <a:p>
            <a:fld id="{ADFC3A08-B57C-40D0-9153-8BDDC4027F35}" type="slidenum">
              <a:rPr lang="en-US" smtClean="0"/>
              <a:t>‹#›</a:t>
            </a:fld>
            <a:endParaRPr lang="en-US"/>
          </a:p>
        </p:txBody>
      </p:sp>
    </p:spTree>
    <p:extLst>
      <p:ext uri="{BB962C8B-B14F-4D97-AF65-F5344CB8AC3E}">
        <p14:creationId xmlns:p14="http://schemas.microsoft.com/office/powerpoint/2010/main" val="26556132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4C2535-F050-418B-84CA-60F7A6F9B97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2F13802-0DC8-42C0-8546-52395743838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F733CE-8751-4642-985A-7A0165896649}"/>
              </a:ext>
            </a:extLst>
          </p:cNvPr>
          <p:cNvSpPr>
            <a:spLocks noGrp="1"/>
          </p:cNvSpPr>
          <p:nvPr>
            <p:ph type="dt" sz="half" idx="10"/>
          </p:nvPr>
        </p:nvSpPr>
        <p:spPr/>
        <p:txBody>
          <a:bodyPr/>
          <a:lstStyle/>
          <a:p>
            <a:fld id="{711FF0E5-1CE5-49AA-9A65-58E0EF2AA8FC}" type="datetimeFigureOut">
              <a:rPr lang="en-US" smtClean="0"/>
              <a:t>12/1/2021</a:t>
            </a:fld>
            <a:endParaRPr lang="en-US"/>
          </a:p>
        </p:txBody>
      </p:sp>
      <p:sp>
        <p:nvSpPr>
          <p:cNvPr id="5" name="Footer Placeholder 4">
            <a:extLst>
              <a:ext uri="{FF2B5EF4-FFF2-40B4-BE49-F238E27FC236}">
                <a16:creationId xmlns:a16="http://schemas.microsoft.com/office/drawing/2014/main" id="{F542F857-5C7F-4460-B785-0CDA95368D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4BC351-94D2-41F6-960C-C5C20CBBE3E8}"/>
              </a:ext>
            </a:extLst>
          </p:cNvPr>
          <p:cNvSpPr>
            <a:spLocks noGrp="1"/>
          </p:cNvSpPr>
          <p:nvPr>
            <p:ph type="sldNum" sz="quarter" idx="12"/>
          </p:nvPr>
        </p:nvSpPr>
        <p:spPr/>
        <p:txBody>
          <a:bodyPr/>
          <a:lstStyle/>
          <a:p>
            <a:fld id="{ADFC3A08-B57C-40D0-9153-8BDDC4027F35}" type="slidenum">
              <a:rPr lang="en-US" smtClean="0"/>
              <a:t>‹#›</a:t>
            </a:fld>
            <a:endParaRPr lang="en-US"/>
          </a:p>
        </p:txBody>
      </p:sp>
    </p:spTree>
    <p:extLst>
      <p:ext uri="{BB962C8B-B14F-4D97-AF65-F5344CB8AC3E}">
        <p14:creationId xmlns:p14="http://schemas.microsoft.com/office/powerpoint/2010/main" val="28110651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1A06BFF-C522-4893-8587-A17E7340B55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0FFD44D-44FC-4AA5-8587-A72167CDABD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D7D62D-FA66-4F60-8E45-FA0432EDC4DC}"/>
              </a:ext>
            </a:extLst>
          </p:cNvPr>
          <p:cNvSpPr>
            <a:spLocks noGrp="1"/>
          </p:cNvSpPr>
          <p:nvPr>
            <p:ph type="dt" sz="half" idx="10"/>
          </p:nvPr>
        </p:nvSpPr>
        <p:spPr/>
        <p:txBody>
          <a:bodyPr/>
          <a:lstStyle/>
          <a:p>
            <a:fld id="{711FF0E5-1CE5-49AA-9A65-58E0EF2AA8FC}" type="datetimeFigureOut">
              <a:rPr lang="en-US" smtClean="0"/>
              <a:t>12/1/2021</a:t>
            </a:fld>
            <a:endParaRPr lang="en-US"/>
          </a:p>
        </p:txBody>
      </p:sp>
      <p:sp>
        <p:nvSpPr>
          <p:cNvPr id="5" name="Footer Placeholder 4">
            <a:extLst>
              <a:ext uri="{FF2B5EF4-FFF2-40B4-BE49-F238E27FC236}">
                <a16:creationId xmlns:a16="http://schemas.microsoft.com/office/drawing/2014/main" id="{95BA0522-5A89-4198-AD3B-6389A340A1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6DC043-5C85-4333-978C-32A1637A9916}"/>
              </a:ext>
            </a:extLst>
          </p:cNvPr>
          <p:cNvSpPr>
            <a:spLocks noGrp="1"/>
          </p:cNvSpPr>
          <p:nvPr>
            <p:ph type="sldNum" sz="quarter" idx="12"/>
          </p:nvPr>
        </p:nvSpPr>
        <p:spPr/>
        <p:txBody>
          <a:bodyPr/>
          <a:lstStyle/>
          <a:p>
            <a:fld id="{ADFC3A08-B57C-40D0-9153-8BDDC4027F35}" type="slidenum">
              <a:rPr lang="en-US" smtClean="0"/>
              <a:t>‹#›</a:t>
            </a:fld>
            <a:endParaRPr lang="en-US"/>
          </a:p>
        </p:txBody>
      </p:sp>
    </p:spTree>
    <p:extLst>
      <p:ext uri="{BB962C8B-B14F-4D97-AF65-F5344CB8AC3E}">
        <p14:creationId xmlns:p14="http://schemas.microsoft.com/office/powerpoint/2010/main" val="23861831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ítulo, texto y objetos">
    <p:spTree>
      <p:nvGrpSpPr>
        <p:cNvPr id="1" name=""/>
        <p:cNvGrpSpPr/>
        <p:nvPr/>
      </p:nvGrpSpPr>
      <p:grpSpPr>
        <a:xfrm>
          <a:off x="0" y="0"/>
          <a:ext cx="0" cy="0"/>
          <a:chOff x="0" y="0"/>
          <a:chExt cx="0" cy="0"/>
        </a:xfrm>
      </p:grpSpPr>
      <p:sp>
        <p:nvSpPr>
          <p:cNvPr id="2" name="1 Título"/>
          <p:cNvSpPr>
            <a:spLocks noGrp="1"/>
          </p:cNvSpPr>
          <p:nvPr>
            <p:ph type="title"/>
          </p:nvPr>
        </p:nvSpPr>
        <p:spPr>
          <a:xfrm>
            <a:off x="914400" y="609600"/>
            <a:ext cx="10363200" cy="1143000"/>
          </a:xfrm>
        </p:spPr>
        <p:txBody>
          <a:bodyPr/>
          <a:lstStyle/>
          <a:p>
            <a:r>
              <a:rPr lang="es-ES"/>
              <a:t>Haga clic para modificar el estilo de título del patrón</a:t>
            </a:r>
            <a:endParaRPr lang="es-CL"/>
          </a:p>
        </p:txBody>
      </p:sp>
      <p:sp>
        <p:nvSpPr>
          <p:cNvPr id="3" name="2 Marcador de texto"/>
          <p:cNvSpPr>
            <a:spLocks noGrp="1"/>
          </p:cNvSpPr>
          <p:nvPr>
            <p:ph type="body" sz="half" idx="1"/>
          </p:nvPr>
        </p:nvSpPr>
        <p:spPr>
          <a:xfrm>
            <a:off x="914400" y="1981200"/>
            <a:ext cx="5080000" cy="411480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3 Marcador de contenido"/>
          <p:cNvSpPr>
            <a:spLocks noGrp="1"/>
          </p:cNvSpPr>
          <p:nvPr>
            <p:ph sz="half" idx="2"/>
          </p:nvPr>
        </p:nvSpPr>
        <p:spPr>
          <a:xfrm>
            <a:off x="6197600" y="1981200"/>
            <a:ext cx="5080000" cy="411480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Rectangle 4">
            <a:extLst>
              <a:ext uri="{FF2B5EF4-FFF2-40B4-BE49-F238E27FC236}">
                <a16:creationId xmlns:a16="http://schemas.microsoft.com/office/drawing/2014/main" id="{D1969910-85F5-4BF5-967F-DC882D789F3F}"/>
              </a:ext>
            </a:extLst>
          </p:cNvPr>
          <p:cNvSpPr>
            <a:spLocks noGrp="1" noChangeArrowheads="1"/>
          </p:cNvSpPr>
          <p:nvPr>
            <p:ph type="dt" sz="half" idx="10"/>
          </p:nvPr>
        </p:nvSpPr>
        <p:spPr>
          <a:ln/>
        </p:spPr>
        <p:txBody>
          <a:bodyPr/>
          <a:lstStyle>
            <a:lvl1pPr>
              <a:defRPr/>
            </a:lvl1pPr>
          </a:lstStyle>
          <a:p>
            <a:pPr>
              <a:defRPr/>
            </a:pPr>
            <a:endParaRPr lang="es-ES"/>
          </a:p>
        </p:txBody>
      </p:sp>
      <p:sp>
        <p:nvSpPr>
          <p:cNvPr id="6" name="Rectangle 5">
            <a:extLst>
              <a:ext uri="{FF2B5EF4-FFF2-40B4-BE49-F238E27FC236}">
                <a16:creationId xmlns:a16="http://schemas.microsoft.com/office/drawing/2014/main" id="{A120B08B-03B0-4E33-A3C9-085AB99C5065}"/>
              </a:ext>
            </a:extLst>
          </p:cNvPr>
          <p:cNvSpPr>
            <a:spLocks noGrp="1" noChangeArrowheads="1"/>
          </p:cNvSpPr>
          <p:nvPr>
            <p:ph type="ftr" sz="quarter" idx="11"/>
          </p:nvPr>
        </p:nvSpPr>
        <p:spPr>
          <a:ln/>
        </p:spPr>
        <p:txBody>
          <a:bodyPr/>
          <a:lstStyle>
            <a:lvl1pPr>
              <a:defRPr/>
            </a:lvl1pPr>
          </a:lstStyle>
          <a:p>
            <a:pPr>
              <a:defRPr/>
            </a:pPr>
            <a:endParaRPr lang="es-ES"/>
          </a:p>
        </p:txBody>
      </p:sp>
      <p:sp>
        <p:nvSpPr>
          <p:cNvPr id="7" name="Rectangle 6">
            <a:extLst>
              <a:ext uri="{FF2B5EF4-FFF2-40B4-BE49-F238E27FC236}">
                <a16:creationId xmlns:a16="http://schemas.microsoft.com/office/drawing/2014/main" id="{74BE02EE-033A-4BB6-9EE4-C4305F35ED87}"/>
              </a:ext>
            </a:extLst>
          </p:cNvPr>
          <p:cNvSpPr>
            <a:spLocks noGrp="1" noChangeArrowheads="1"/>
          </p:cNvSpPr>
          <p:nvPr>
            <p:ph type="sldNum" sz="quarter" idx="12"/>
          </p:nvPr>
        </p:nvSpPr>
        <p:spPr>
          <a:ln/>
        </p:spPr>
        <p:txBody>
          <a:bodyPr/>
          <a:lstStyle>
            <a:lvl1pPr>
              <a:defRPr/>
            </a:lvl1pPr>
          </a:lstStyle>
          <a:p>
            <a:fld id="{20DED60E-8F62-4744-8873-EDFA52C88EB4}" type="slidenum">
              <a:rPr lang="es-ES" altLang="en-US"/>
              <a:pPr/>
              <a:t>‹#›</a:t>
            </a:fld>
            <a:endParaRPr lang="es-ES" altLang="en-US"/>
          </a:p>
        </p:txBody>
      </p:sp>
    </p:spTree>
    <p:extLst>
      <p:ext uri="{BB962C8B-B14F-4D97-AF65-F5344CB8AC3E}">
        <p14:creationId xmlns:p14="http://schemas.microsoft.com/office/powerpoint/2010/main" val="41556453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C257234-DEA7-4087-ABB3-92E20D45D12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D98BA9A-3FB3-4885-9950-C02FF99B931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262EB4-95B4-4B99-936C-B1FA79B1DE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11FF0E5-1CE5-49AA-9A65-58E0EF2AA8FC}" type="datetimeFigureOut">
              <a:rPr lang="en-US" smtClean="0"/>
              <a:t>12/1/2021</a:t>
            </a:fld>
            <a:endParaRPr lang="en-US"/>
          </a:p>
        </p:txBody>
      </p:sp>
      <p:sp>
        <p:nvSpPr>
          <p:cNvPr id="5" name="Footer Placeholder 4">
            <a:extLst>
              <a:ext uri="{FF2B5EF4-FFF2-40B4-BE49-F238E27FC236}">
                <a16:creationId xmlns:a16="http://schemas.microsoft.com/office/drawing/2014/main" id="{BFC113F3-1579-433D-85E8-E9C28F279CB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3529A1F-DEDD-4CEF-90BE-5F32016B3FA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DFC3A08-B57C-40D0-9153-8BDDC4027F35}" type="slidenum">
              <a:rPr lang="en-US" smtClean="0"/>
              <a:t>‹#›</a:t>
            </a:fld>
            <a:endParaRPr lang="en-US"/>
          </a:p>
        </p:txBody>
      </p:sp>
    </p:spTree>
    <p:extLst>
      <p:ext uri="{BB962C8B-B14F-4D97-AF65-F5344CB8AC3E}">
        <p14:creationId xmlns:p14="http://schemas.microsoft.com/office/powerpoint/2010/main" val="19813605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vmlDrawing" Target="../drawings/vmlDrawing1.vml"/><Relationship Id="rId5" Type="http://schemas.openxmlformats.org/officeDocument/2006/relationships/image" Target="../media/image7.wmf"/><Relationship Id="rId4"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notesSlide" Target="../notesSlides/notesSlide3.xml"/><Relationship Id="rId7" Type="http://schemas.openxmlformats.org/officeDocument/2006/relationships/image" Target="../media/image10.wmf"/><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oleObject" Target="../embeddings/oleObject3.bin"/><Relationship Id="rId5" Type="http://schemas.openxmlformats.org/officeDocument/2006/relationships/image" Target="../media/image9.wmf"/><Relationship Id="rId4" Type="http://schemas.openxmlformats.org/officeDocument/2006/relationships/oleObject" Target="../embeddings/oleObject2.bin"/><Relationship Id="rId9" Type="http://schemas.openxmlformats.org/officeDocument/2006/relationships/image" Target="../media/image11.wmf"/></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vmlDrawing" Target="../drawings/vmlDrawing3.vml"/><Relationship Id="rId5" Type="http://schemas.openxmlformats.org/officeDocument/2006/relationships/image" Target="../media/image12.wmf"/><Relationship Id="rId4" Type="http://schemas.openxmlformats.org/officeDocument/2006/relationships/oleObject" Target="../embeddings/oleObject5.bin"/></Relationships>
</file>

<file path=ppt/slides/_rels/slide9.xml.rels><?xml version="1.0" encoding="UTF-8" standalone="yes"?>
<Relationships xmlns="http://schemas.openxmlformats.org/package/2006/relationships"><Relationship Id="rId8" Type="http://schemas.openxmlformats.org/officeDocument/2006/relationships/image" Target="../media/image15.wmf"/><Relationship Id="rId3" Type="http://schemas.openxmlformats.org/officeDocument/2006/relationships/oleObject" Target="../embeddings/oleObject6.bin"/><Relationship Id="rId7" Type="http://schemas.openxmlformats.org/officeDocument/2006/relationships/oleObject" Target="../embeddings/oleObject8.bin"/><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image" Target="../media/image14.wmf"/><Relationship Id="rId5" Type="http://schemas.openxmlformats.org/officeDocument/2006/relationships/oleObject" Target="../embeddings/oleObject7.bin"/><Relationship Id="rId10" Type="http://schemas.openxmlformats.org/officeDocument/2006/relationships/image" Target="../media/image16.wmf"/><Relationship Id="rId4" Type="http://schemas.openxmlformats.org/officeDocument/2006/relationships/image" Target="../media/image13.wmf"/><Relationship Id="rId9" Type="http://schemas.openxmlformats.org/officeDocument/2006/relationships/oleObject" Target="../embeddings/oleObject9.bin"/></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7.xml"/><Relationship Id="rId1" Type="http://schemas.openxmlformats.org/officeDocument/2006/relationships/vmlDrawing" Target="../drawings/vmlDrawing5.vml"/><Relationship Id="rId4" Type="http://schemas.openxmlformats.org/officeDocument/2006/relationships/image" Target="../media/image17.w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13.bin"/><Relationship Id="rId3" Type="http://schemas.openxmlformats.org/officeDocument/2006/relationships/notesSlide" Target="../notesSlides/notesSlide6.xml"/><Relationship Id="rId7" Type="http://schemas.openxmlformats.org/officeDocument/2006/relationships/image" Target="../media/image19.wmf"/><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oleObject" Target="../embeddings/oleObject12.bin"/><Relationship Id="rId11" Type="http://schemas.openxmlformats.org/officeDocument/2006/relationships/image" Target="../media/image7.wmf"/><Relationship Id="rId5" Type="http://schemas.openxmlformats.org/officeDocument/2006/relationships/image" Target="../media/image18.wmf"/><Relationship Id="rId10" Type="http://schemas.openxmlformats.org/officeDocument/2006/relationships/oleObject" Target="../embeddings/oleObject14.bin"/><Relationship Id="rId4" Type="http://schemas.openxmlformats.org/officeDocument/2006/relationships/oleObject" Target="../embeddings/oleObject11.bin"/><Relationship Id="rId9" Type="http://schemas.openxmlformats.org/officeDocument/2006/relationships/image" Target="../media/image20.emf"/></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vmlDrawing" Target="../drawings/vmlDrawing7.vml"/><Relationship Id="rId5" Type="http://schemas.openxmlformats.org/officeDocument/2006/relationships/image" Target="../media/image21.wmf"/><Relationship Id="rId4" Type="http://schemas.openxmlformats.org/officeDocument/2006/relationships/oleObject" Target="../embeddings/oleObject15.bin"/></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vmlDrawing" Target="../drawings/vmlDrawing8.vml"/><Relationship Id="rId5" Type="http://schemas.openxmlformats.org/officeDocument/2006/relationships/image" Target="../media/image22.wmf"/><Relationship Id="rId4" Type="http://schemas.openxmlformats.org/officeDocument/2006/relationships/oleObject" Target="../embeddings/oleObject16.bin"/></Relationships>
</file>

<file path=ppt/slides/_rels/slide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18.bin"/><Relationship Id="rId3" Type="http://schemas.openxmlformats.org/officeDocument/2006/relationships/image" Target="../media/image26.png"/><Relationship Id="rId7" Type="http://schemas.openxmlformats.org/officeDocument/2006/relationships/image" Target="../media/image28.jpeg"/><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image" Target="../media/image24.emf"/><Relationship Id="rId5" Type="http://schemas.openxmlformats.org/officeDocument/2006/relationships/oleObject" Target="../embeddings/oleObject17.bin"/><Relationship Id="rId4" Type="http://schemas.openxmlformats.org/officeDocument/2006/relationships/image" Target="../media/image27.jpeg"/><Relationship Id="rId9" Type="http://schemas.openxmlformats.org/officeDocument/2006/relationships/image" Target="../media/image25.e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7.xml"/><Relationship Id="rId1" Type="http://schemas.openxmlformats.org/officeDocument/2006/relationships/vmlDrawing" Target="../drawings/vmlDrawing10.vml"/><Relationship Id="rId4" Type="http://schemas.openxmlformats.org/officeDocument/2006/relationships/image" Target="../media/image29.emf"/></Relationships>
</file>

<file path=ppt/slides/_rels/slide18.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8" Type="http://schemas.openxmlformats.org/officeDocument/2006/relationships/image" Target="../media/image33.wmf"/><Relationship Id="rId3" Type="http://schemas.openxmlformats.org/officeDocument/2006/relationships/image" Target="../media/image34.jpeg"/><Relationship Id="rId7" Type="http://schemas.openxmlformats.org/officeDocument/2006/relationships/oleObject" Target="../embeddings/oleObject21.bin"/><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image" Target="../media/image35.jpeg"/><Relationship Id="rId5" Type="http://schemas.openxmlformats.org/officeDocument/2006/relationships/image" Target="../media/image32.emf"/><Relationship Id="rId4" Type="http://schemas.openxmlformats.org/officeDocument/2006/relationships/oleObject" Target="../embeddings/oleObject20.bin"/></Relationships>
</file>

<file path=ppt/slides/_rels/slide20.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oleObject" Target="../embeddings/oleObject22.bin"/><Relationship Id="rId7" Type="http://schemas.openxmlformats.org/officeDocument/2006/relationships/image" Target="../media/image40.png"/><Relationship Id="rId12" Type="http://schemas.openxmlformats.org/officeDocument/2006/relationships/image" Target="../media/image39.emf"/><Relationship Id="rId2" Type="http://schemas.openxmlformats.org/officeDocument/2006/relationships/slideLayout" Target="../slideLayouts/slideLayout7.xml"/><Relationship Id="rId1" Type="http://schemas.openxmlformats.org/officeDocument/2006/relationships/vmlDrawing" Target="../drawings/vmlDrawing12.vml"/><Relationship Id="rId6" Type="http://schemas.openxmlformats.org/officeDocument/2006/relationships/image" Target="../media/image37.emf"/><Relationship Id="rId11" Type="http://schemas.openxmlformats.org/officeDocument/2006/relationships/oleObject" Target="../embeddings/oleObject25.bin"/><Relationship Id="rId5" Type="http://schemas.openxmlformats.org/officeDocument/2006/relationships/oleObject" Target="../embeddings/oleObject23.bin"/><Relationship Id="rId10" Type="http://schemas.openxmlformats.org/officeDocument/2006/relationships/image" Target="../media/image38.emf"/><Relationship Id="rId4" Type="http://schemas.openxmlformats.org/officeDocument/2006/relationships/image" Target="../media/image36.emf"/><Relationship Id="rId9" Type="http://schemas.openxmlformats.org/officeDocument/2006/relationships/oleObject" Target="../embeddings/oleObject24.bin"/></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28.bin"/><Relationship Id="rId13" Type="http://schemas.openxmlformats.org/officeDocument/2006/relationships/image" Target="../media/image46.wmf"/><Relationship Id="rId3" Type="http://schemas.openxmlformats.org/officeDocument/2006/relationships/oleObject" Target="../embeddings/oleObject26.bin"/><Relationship Id="rId7" Type="http://schemas.openxmlformats.org/officeDocument/2006/relationships/image" Target="../media/image43.emf"/><Relationship Id="rId12" Type="http://schemas.openxmlformats.org/officeDocument/2006/relationships/oleObject" Target="../embeddings/oleObject30.bin"/><Relationship Id="rId2" Type="http://schemas.openxmlformats.org/officeDocument/2006/relationships/slideLayout" Target="../slideLayouts/slideLayout7.xml"/><Relationship Id="rId1" Type="http://schemas.openxmlformats.org/officeDocument/2006/relationships/vmlDrawing" Target="../drawings/vmlDrawing13.vml"/><Relationship Id="rId6" Type="http://schemas.openxmlformats.org/officeDocument/2006/relationships/oleObject" Target="../embeddings/oleObject27.bin"/><Relationship Id="rId11" Type="http://schemas.openxmlformats.org/officeDocument/2006/relationships/image" Target="../media/image45.emf"/><Relationship Id="rId5" Type="http://schemas.openxmlformats.org/officeDocument/2006/relationships/image" Target="../media/image47.png"/><Relationship Id="rId15" Type="http://schemas.openxmlformats.org/officeDocument/2006/relationships/oleObject" Target="../embeddings/oleObject32.bin"/><Relationship Id="rId10" Type="http://schemas.openxmlformats.org/officeDocument/2006/relationships/oleObject" Target="../embeddings/oleObject29.bin"/><Relationship Id="rId4" Type="http://schemas.openxmlformats.org/officeDocument/2006/relationships/image" Target="../media/image42.emf"/><Relationship Id="rId9" Type="http://schemas.openxmlformats.org/officeDocument/2006/relationships/image" Target="../media/image44.emf"/><Relationship Id="rId14" Type="http://schemas.openxmlformats.org/officeDocument/2006/relationships/oleObject" Target="../embeddings/oleObject31.bin"/></Relationships>
</file>

<file path=ppt/slides/_rels/slide22.xml.rels><?xml version="1.0" encoding="UTF-8" standalone="yes"?>
<Relationships xmlns="http://schemas.openxmlformats.org/package/2006/relationships"><Relationship Id="rId8" Type="http://schemas.openxmlformats.org/officeDocument/2006/relationships/image" Target="../media/image49.emf"/><Relationship Id="rId3" Type="http://schemas.openxmlformats.org/officeDocument/2006/relationships/image" Target="../media/image26.png"/><Relationship Id="rId7" Type="http://schemas.openxmlformats.org/officeDocument/2006/relationships/oleObject" Target="../embeddings/oleObject34.bin"/><Relationship Id="rId12" Type="http://schemas.openxmlformats.org/officeDocument/2006/relationships/image" Target="../media/image51.emf"/><Relationship Id="rId2" Type="http://schemas.openxmlformats.org/officeDocument/2006/relationships/slideLayout" Target="../slideLayouts/slideLayout7.xml"/><Relationship Id="rId1" Type="http://schemas.openxmlformats.org/officeDocument/2006/relationships/vmlDrawing" Target="../drawings/vmlDrawing14.vml"/><Relationship Id="rId6" Type="http://schemas.openxmlformats.org/officeDocument/2006/relationships/image" Target="../media/image52.jpeg"/><Relationship Id="rId11" Type="http://schemas.openxmlformats.org/officeDocument/2006/relationships/oleObject" Target="../embeddings/oleObject36.bin"/><Relationship Id="rId5" Type="http://schemas.openxmlformats.org/officeDocument/2006/relationships/image" Target="../media/image48.emf"/><Relationship Id="rId10" Type="http://schemas.openxmlformats.org/officeDocument/2006/relationships/image" Target="../media/image50.emf"/><Relationship Id="rId4" Type="http://schemas.openxmlformats.org/officeDocument/2006/relationships/oleObject" Target="../embeddings/oleObject33.bin"/><Relationship Id="rId9" Type="http://schemas.openxmlformats.org/officeDocument/2006/relationships/oleObject" Target="../embeddings/oleObject35.bin"/></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38.bin"/><Relationship Id="rId13" Type="http://schemas.openxmlformats.org/officeDocument/2006/relationships/image" Target="../media/image56.emf"/><Relationship Id="rId3" Type="http://schemas.openxmlformats.org/officeDocument/2006/relationships/image" Target="../media/image26.png"/><Relationship Id="rId7" Type="http://schemas.openxmlformats.org/officeDocument/2006/relationships/image" Target="../media/image53.emf"/><Relationship Id="rId12" Type="http://schemas.openxmlformats.org/officeDocument/2006/relationships/oleObject" Target="../embeddings/oleObject40.bin"/><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oleObject" Target="../embeddings/oleObject37.bin"/><Relationship Id="rId11" Type="http://schemas.openxmlformats.org/officeDocument/2006/relationships/image" Target="../media/image55.emf"/><Relationship Id="rId5" Type="http://schemas.openxmlformats.org/officeDocument/2006/relationships/image" Target="../media/image58.png"/><Relationship Id="rId10" Type="http://schemas.openxmlformats.org/officeDocument/2006/relationships/oleObject" Target="../embeddings/oleObject39.bin"/><Relationship Id="rId4" Type="http://schemas.openxmlformats.org/officeDocument/2006/relationships/image" Target="../media/image57.png"/><Relationship Id="rId9" Type="http://schemas.openxmlformats.org/officeDocument/2006/relationships/image" Target="../media/image54.e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8" Type="http://schemas.openxmlformats.org/officeDocument/2006/relationships/image" Target="../media/image61.jpeg"/><Relationship Id="rId3" Type="http://schemas.openxmlformats.org/officeDocument/2006/relationships/image" Target="../media/image60.jpeg"/><Relationship Id="rId7"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vmlDrawing" Target="../drawings/vmlDrawing16.vml"/><Relationship Id="rId6" Type="http://schemas.openxmlformats.org/officeDocument/2006/relationships/image" Target="../media/image31.jpeg"/><Relationship Id="rId5" Type="http://schemas.openxmlformats.org/officeDocument/2006/relationships/image" Target="../media/image59.emf"/><Relationship Id="rId4" Type="http://schemas.openxmlformats.org/officeDocument/2006/relationships/oleObject" Target="../embeddings/oleObject41.bin"/></Relationships>
</file>

<file path=ppt/slides/_rels/slide26.xml.rels><?xml version="1.0" encoding="UTF-8" standalone="yes"?>
<Relationships xmlns="http://schemas.openxmlformats.org/package/2006/relationships"><Relationship Id="rId8" Type="http://schemas.openxmlformats.org/officeDocument/2006/relationships/image" Target="../media/image64.wmf"/><Relationship Id="rId3" Type="http://schemas.openxmlformats.org/officeDocument/2006/relationships/oleObject" Target="../embeddings/oleObject42.bin"/><Relationship Id="rId7" Type="http://schemas.openxmlformats.org/officeDocument/2006/relationships/oleObject" Target="../embeddings/oleObject44.bin"/><Relationship Id="rId2" Type="http://schemas.openxmlformats.org/officeDocument/2006/relationships/slideLayout" Target="../slideLayouts/slideLayout12.xml"/><Relationship Id="rId1" Type="http://schemas.openxmlformats.org/officeDocument/2006/relationships/vmlDrawing" Target="../drawings/vmlDrawing17.vml"/><Relationship Id="rId6" Type="http://schemas.openxmlformats.org/officeDocument/2006/relationships/image" Target="../media/image63.wmf"/><Relationship Id="rId5" Type="http://schemas.openxmlformats.org/officeDocument/2006/relationships/oleObject" Target="../embeddings/oleObject43.bin"/><Relationship Id="rId10" Type="http://schemas.openxmlformats.org/officeDocument/2006/relationships/image" Target="../media/image66.jpeg"/><Relationship Id="rId4" Type="http://schemas.openxmlformats.org/officeDocument/2006/relationships/image" Target="../media/image62.wmf"/><Relationship Id="rId9" Type="http://schemas.openxmlformats.org/officeDocument/2006/relationships/image" Target="../media/image65.jpeg"/></Relationships>
</file>

<file path=ppt/slides/_rels/slide27.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slideLayout" Target="../slideLayouts/slideLayout2.xml"/><Relationship Id="rId1" Type="http://schemas.openxmlformats.org/officeDocument/2006/relationships/vmlDrawing" Target="../drawings/vmlDrawing18.vml"/><Relationship Id="rId6" Type="http://schemas.openxmlformats.org/officeDocument/2006/relationships/image" Target="../media/image69.jpeg"/><Relationship Id="rId5" Type="http://schemas.openxmlformats.org/officeDocument/2006/relationships/image" Target="../media/image67.wmf"/><Relationship Id="rId4" Type="http://schemas.openxmlformats.org/officeDocument/2006/relationships/oleObject" Target="../embeddings/oleObject45.bin"/></Relationships>
</file>

<file path=ppt/slides/_rels/slide28.xml.rels><?xml version="1.0" encoding="UTF-8" standalone="yes"?>
<Relationships xmlns="http://schemas.openxmlformats.org/package/2006/relationships"><Relationship Id="rId8" Type="http://schemas.openxmlformats.org/officeDocument/2006/relationships/image" Target="../media/image71.wmf"/><Relationship Id="rId3" Type="http://schemas.openxmlformats.org/officeDocument/2006/relationships/image" Target="../media/image72.jpeg"/><Relationship Id="rId7" Type="http://schemas.openxmlformats.org/officeDocument/2006/relationships/oleObject" Target="../embeddings/oleObject47.bin"/><Relationship Id="rId2" Type="http://schemas.openxmlformats.org/officeDocument/2006/relationships/slideLayout" Target="../slideLayouts/slideLayout2.xml"/><Relationship Id="rId1" Type="http://schemas.openxmlformats.org/officeDocument/2006/relationships/vmlDrawing" Target="../drawings/vmlDrawing19.vml"/><Relationship Id="rId6" Type="http://schemas.openxmlformats.org/officeDocument/2006/relationships/image" Target="../media/image70.wmf"/><Relationship Id="rId5" Type="http://schemas.openxmlformats.org/officeDocument/2006/relationships/oleObject" Target="../embeddings/oleObject46.bin"/><Relationship Id="rId4" Type="http://schemas.openxmlformats.org/officeDocument/2006/relationships/image" Target="../media/image73.jpeg"/></Relationships>
</file>

<file path=ppt/slides/_rels/slide29.xml.rels><?xml version="1.0" encoding="UTF-8" standalone="yes"?>
<Relationships xmlns="http://schemas.openxmlformats.org/package/2006/relationships"><Relationship Id="rId2" Type="http://schemas.openxmlformats.org/officeDocument/2006/relationships/image" Target="../media/image74.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8" Type="http://schemas.openxmlformats.org/officeDocument/2006/relationships/image" Target="../media/image77.emf"/><Relationship Id="rId13" Type="http://schemas.openxmlformats.org/officeDocument/2006/relationships/image" Target="../media/image80.png"/><Relationship Id="rId3" Type="http://schemas.openxmlformats.org/officeDocument/2006/relationships/oleObject" Target="../embeddings/oleObject48.bin"/><Relationship Id="rId7" Type="http://schemas.openxmlformats.org/officeDocument/2006/relationships/oleObject" Target="../embeddings/oleObject50.bin"/><Relationship Id="rId12" Type="http://schemas.openxmlformats.org/officeDocument/2006/relationships/image" Target="../media/image79.emf"/><Relationship Id="rId2" Type="http://schemas.openxmlformats.org/officeDocument/2006/relationships/slideLayout" Target="../slideLayouts/slideLayout7.xml"/><Relationship Id="rId1" Type="http://schemas.openxmlformats.org/officeDocument/2006/relationships/vmlDrawing" Target="../drawings/vmlDrawing20.vml"/><Relationship Id="rId6" Type="http://schemas.openxmlformats.org/officeDocument/2006/relationships/image" Target="../media/image76.emf"/><Relationship Id="rId11" Type="http://schemas.openxmlformats.org/officeDocument/2006/relationships/oleObject" Target="../embeddings/oleObject52.bin"/><Relationship Id="rId5" Type="http://schemas.openxmlformats.org/officeDocument/2006/relationships/oleObject" Target="../embeddings/oleObject49.bin"/><Relationship Id="rId10" Type="http://schemas.openxmlformats.org/officeDocument/2006/relationships/image" Target="../media/image78.emf"/><Relationship Id="rId4" Type="http://schemas.openxmlformats.org/officeDocument/2006/relationships/image" Target="../media/image75.emf"/><Relationship Id="rId9" Type="http://schemas.openxmlformats.org/officeDocument/2006/relationships/oleObject" Target="../embeddings/oleObject51.bin"/><Relationship Id="rId14" Type="http://schemas.openxmlformats.org/officeDocument/2006/relationships/image" Target="../media/image81.jpeg"/></Relationships>
</file>

<file path=ppt/slides/_rels/slide31.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83.jpe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vmlDrawing" Target="../drawings/vmlDrawing21.vml"/><Relationship Id="rId5" Type="http://schemas.openxmlformats.org/officeDocument/2006/relationships/image" Target="../media/image84.wmf"/><Relationship Id="rId4" Type="http://schemas.openxmlformats.org/officeDocument/2006/relationships/oleObject" Target="../embeddings/oleObject53.bin"/></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54.bin"/><Relationship Id="rId2" Type="http://schemas.openxmlformats.org/officeDocument/2006/relationships/slideLayout" Target="../slideLayouts/slideLayout7.xml"/><Relationship Id="rId1" Type="http://schemas.openxmlformats.org/officeDocument/2006/relationships/vmlDrawing" Target="../drawings/vmlDrawing22.vml"/><Relationship Id="rId6" Type="http://schemas.openxmlformats.org/officeDocument/2006/relationships/image" Target="../media/image86.wmf"/><Relationship Id="rId5" Type="http://schemas.openxmlformats.org/officeDocument/2006/relationships/oleObject" Target="../embeddings/oleObject55.bin"/><Relationship Id="rId4" Type="http://schemas.openxmlformats.org/officeDocument/2006/relationships/image" Target="../media/image85.emf"/></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58.bin"/><Relationship Id="rId3" Type="http://schemas.openxmlformats.org/officeDocument/2006/relationships/image" Target="../media/image91.jpeg"/><Relationship Id="rId7" Type="http://schemas.openxmlformats.org/officeDocument/2006/relationships/image" Target="../media/image88.emf"/><Relationship Id="rId2" Type="http://schemas.openxmlformats.org/officeDocument/2006/relationships/slideLayout" Target="../slideLayouts/slideLayout7.xml"/><Relationship Id="rId1" Type="http://schemas.openxmlformats.org/officeDocument/2006/relationships/vmlDrawing" Target="../drawings/vmlDrawing23.vml"/><Relationship Id="rId6" Type="http://schemas.openxmlformats.org/officeDocument/2006/relationships/oleObject" Target="../embeddings/oleObject57.bin"/><Relationship Id="rId11" Type="http://schemas.openxmlformats.org/officeDocument/2006/relationships/image" Target="../media/image90.emf"/><Relationship Id="rId5" Type="http://schemas.openxmlformats.org/officeDocument/2006/relationships/image" Target="../media/image87.emf"/><Relationship Id="rId10" Type="http://schemas.openxmlformats.org/officeDocument/2006/relationships/oleObject" Target="../embeddings/oleObject59.bin"/><Relationship Id="rId4" Type="http://schemas.openxmlformats.org/officeDocument/2006/relationships/oleObject" Target="../embeddings/oleObject56.bin"/><Relationship Id="rId9" Type="http://schemas.openxmlformats.org/officeDocument/2006/relationships/image" Target="../media/image89.emf"/></Relationships>
</file>

<file path=ppt/slides/_rels/slide35.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slideLayout" Target="../slideLayouts/slideLayout7.xml"/><Relationship Id="rId1" Type="http://schemas.openxmlformats.org/officeDocument/2006/relationships/vmlDrawing" Target="../drawings/vmlDrawing24.vml"/><Relationship Id="rId5" Type="http://schemas.openxmlformats.org/officeDocument/2006/relationships/image" Target="../media/image92.emf"/><Relationship Id="rId4" Type="http://schemas.openxmlformats.org/officeDocument/2006/relationships/oleObject" Target="../embeddings/oleObject60.bin"/></Relationships>
</file>

<file path=ppt/slides/_rels/slide36.xml.rels><?xml version="1.0" encoding="UTF-8" standalone="yes"?>
<Relationships xmlns="http://schemas.openxmlformats.org/package/2006/relationships"><Relationship Id="rId8" Type="http://schemas.openxmlformats.org/officeDocument/2006/relationships/oleObject" Target="../embeddings/oleObject63.bin"/><Relationship Id="rId3" Type="http://schemas.openxmlformats.org/officeDocument/2006/relationships/image" Target="../media/image98.jpeg"/><Relationship Id="rId7" Type="http://schemas.openxmlformats.org/officeDocument/2006/relationships/image" Target="../media/image95.emf"/><Relationship Id="rId2" Type="http://schemas.openxmlformats.org/officeDocument/2006/relationships/slideLayout" Target="../slideLayouts/slideLayout7.xml"/><Relationship Id="rId1" Type="http://schemas.openxmlformats.org/officeDocument/2006/relationships/vmlDrawing" Target="../drawings/vmlDrawing25.vml"/><Relationship Id="rId6" Type="http://schemas.openxmlformats.org/officeDocument/2006/relationships/oleObject" Target="../embeddings/oleObject62.bin"/><Relationship Id="rId11" Type="http://schemas.openxmlformats.org/officeDocument/2006/relationships/image" Target="../media/image97.emf"/><Relationship Id="rId5" Type="http://schemas.openxmlformats.org/officeDocument/2006/relationships/image" Target="../media/image94.emf"/><Relationship Id="rId10" Type="http://schemas.openxmlformats.org/officeDocument/2006/relationships/oleObject" Target="../embeddings/oleObject64.bin"/><Relationship Id="rId4" Type="http://schemas.openxmlformats.org/officeDocument/2006/relationships/oleObject" Target="../embeddings/oleObject61.bin"/><Relationship Id="rId9" Type="http://schemas.openxmlformats.org/officeDocument/2006/relationships/image" Target="../media/image96.emf"/></Relationships>
</file>

<file path=ppt/slides/_rels/slide37.xml.rels><?xml version="1.0" encoding="UTF-8" standalone="yes"?>
<Relationships xmlns="http://schemas.openxmlformats.org/package/2006/relationships"><Relationship Id="rId8" Type="http://schemas.openxmlformats.org/officeDocument/2006/relationships/image" Target="../media/image101.emf"/><Relationship Id="rId3" Type="http://schemas.openxmlformats.org/officeDocument/2006/relationships/oleObject" Target="../embeddings/oleObject65.bin"/><Relationship Id="rId7" Type="http://schemas.openxmlformats.org/officeDocument/2006/relationships/oleObject" Target="../embeddings/oleObject67.bin"/><Relationship Id="rId2" Type="http://schemas.openxmlformats.org/officeDocument/2006/relationships/slideLayout" Target="../slideLayouts/slideLayout7.xml"/><Relationship Id="rId1" Type="http://schemas.openxmlformats.org/officeDocument/2006/relationships/vmlDrawing" Target="../drawings/vmlDrawing26.vml"/><Relationship Id="rId6" Type="http://schemas.openxmlformats.org/officeDocument/2006/relationships/image" Target="../media/image100.emf"/><Relationship Id="rId5" Type="http://schemas.openxmlformats.org/officeDocument/2006/relationships/oleObject" Target="../embeddings/oleObject66.bin"/><Relationship Id="rId4" Type="http://schemas.openxmlformats.org/officeDocument/2006/relationships/image" Target="../media/image99.emf"/></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68.bin"/><Relationship Id="rId2" Type="http://schemas.openxmlformats.org/officeDocument/2006/relationships/slideLayout" Target="../slideLayouts/slideLayout7.xml"/><Relationship Id="rId1" Type="http://schemas.openxmlformats.org/officeDocument/2006/relationships/vmlDrawing" Target="../drawings/vmlDrawing27.vml"/><Relationship Id="rId4" Type="http://schemas.openxmlformats.org/officeDocument/2006/relationships/image" Target="../media/image102.wmf"/></Relationships>
</file>

<file path=ppt/slides/_rels/slide39.xml.rels><?xml version="1.0" encoding="UTF-8" standalone="yes"?>
<Relationships xmlns="http://schemas.openxmlformats.org/package/2006/relationships"><Relationship Id="rId8" Type="http://schemas.openxmlformats.org/officeDocument/2006/relationships/image" Target="../media/image105.wmf"/><Relationship Id="rId3" Type="http://schemas.openxmlformats.org/officeDocument/2006/relationships/oleObject" Target="../embeddings/oleObject69.bin"/><Relationship Id="rId7" Type="http://schemas.openxmlformats.org/officeDocument/2006/relationships/oleObject" Target="../embeddings/oleObject71.bin"/><Relationship Id="rId2" Type="http://schemas.openxmlformats.org/officeDocument/2006/relationships/slideLayout" Target="../slideLayouts/slideLayout7.xml"/><Relationship Id="rId1" Type="http://schemas.openxmlformats.org/officeDocument/2006/relationships/vmlDrawing" Target="../drawings/vmlDrawing28.vml"/><Relationship Id="rId6" Type="http://schemas.openxmlformats.org/officeDocument/2006/relationships/image" Target="../media/image104.wmf"/><Relationship Id="rId5" Type="http://schemas.openxmlformats.org/officeDocument/2006/relationships/oleObject" Target="../embeddings/oleObject70.bin"/><Relationship Id="rId10" Type="http://schemas.openxmlformats.org/officeDocument/2006/relationships/image" Target="../media/image106.wmf"/><Relationship Id="rId4" Type="http://schemas.openxmlformats.org/officeDocument/2006/relationships/image" Target="../media/image103.wmf"/><Relationship Id="rId9" Type="http://schemas.openxmlformats.org/officeDocument/2006/relationships/oleObject" Target="../embeddings/oleObject72.bin"/></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107.jpe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8" Type="http://schemas.openxmlformats.org/officeDocument/2006/relationships/oleObject" Target="../embeddings/oleObject75.bin"/><Relationship Id="rId3" Type="http://schemas.openxmlformats.org/officeDocument/2006/relationships/notesSlide" Target="../notesSlides/notesSlide11.xml"/><Relationship Id="rId7" Type="http://schemas.openxmlformats.org/officeDocument/2006/relationships/image" Target="../media/image109.wmf"/><Relationship Id="rId2" Type="http://schemas.openxmlformats.org/officeDocument/2006/relationships/slideLayout" Target="../slideLayouts/slideLayout7.xml"/><Relationship Id="rId1" Type="http://schemas.openxmlformats.org/officeDocument/2006/relationships/vmlDrawing" Target="../drawings/vmlDrawing29.vml"/><Relationship Id="rId6" Type="http://schemas.openxmlformats.org/officeDocument/2006/relationships/oleObject" Target="../embeddings/oleObject74.bin"/><Relationship Id="rId11" Type="http://schemas.openxmlformats.org/officeDocument/2006/relationships/image" Target="../media/image111.wmf"/><Relationship Id="rId5" Type="http://schemas.openxmlformats.org/officeDocument/2006/relationships/image" Target="../media/image108.wmf"/><Relationship Id="rId10" Type="http://schemas.openxmlformats.org/officeDocument/2006/relationships/oleObject" Target="../embeddings/oleObject76.bin"/><Relationship Id="rId4" Type="http://schemas.openxmlformats.org/officeDocument/2006/relationships/oleObject" Target="../embeddings/oleObject73.bin"/><Relationship Id="rId9" Type="http://schemas.openxmlformats.org/officeDocument/2006/relationships/image" Target="../media/image110.wmf"/></Relationships>
</file>

<file path=ppt/slides/_rels/slide43.xml.rels><?xml version="1.0" encoding="UTF-8" standalone="yes"?>
<Relationships xmlns="http://schemas.openxmlformats.org/package/2006/relationships"><Relationship Id="rId8" Type="http://schemas.openxmlformats.org/officeDocument/2006/relationships/image" Target="../media/image114.wmf"/><Relationship Id="rId3" Type="http://schemas.openxmlformats.org/officeDocument/2006/relationships/oleObject" Target="../embeddings/oleObject77.bin"/><Relationship Id="rId7" Type="http://schemas.openxmlformats.org/officeDocument/2006/relationships/oleObject" Target="../embeddings/oleObject79.bin"/><Relationship Id="rId12" Type="http://schemas.openxmlformats.org/officeDocument/2006/relationships/image" Target="../media/image116.wmf"/><Relationship Id="rId2" Type="http://schemas.openxmlformats.org/officeDocument/2006/relationships/slideLayout" Target="../slideLayouts/slideLayout7.xml"/><Relationship Id="rId1" Type="http://schemas.openxmlformats.org/officeDocument/2006/relationships/vmlDrawing" Target="../drawings/vmlDrawing30.vml"/><Relationship Id="rId6" Type="http://schemas.openxmlformats.org/officeDocument/2006/relationships/image" Target="../media/image113.wmf"/><Relationship Id="rId11" Type="http://schemas.openxmlformats.org/officeDocument/2006/relationships/oleObject" Target="../embeddings/oleObject81.bin"/><Relationship Id="rId5" Type="http://schemas.openxmlformats.org/officeDocument/2006/relationships/oleObject" Target="../embeddings/oleObject78.bin"/><Relationship Id="rId10" Type="http://schemas.openxmlformats.org/officeDocument/2006/relationships/image" Target="../media/image115.wmf"/><Relationship Id="rId4" Type="http://schemas.openxmlformats.org/officeDocument/2006/relationships/image" Target="../media/image112.wmf"/><Relationship Id="rId9" Type="http://schemas.openxmlformats.org/officeDocument/2006/relationships/oleObject" Target="../embeddings/oleObject80.bin"/></Relationships>
</file>

<file path=ppt/slides/_rels/slide44.xml.rels><?xml version="1.0" encoding="UTF-8" standalone="yes"?>
<Relationships xmlns="http://schemas.openxmlformats.org/package/2006/relationships"><Relationship Id="rId8" Type="http://schemas.openxmlformats.org/officeDocument/2006/relationships/image" Target="../media/image119.wmf"/><Relationship Id="rId3" Type="http://schemas.openxmlformats.org/officeDocument/2006/relationships/oleObject" Target="../embeddings/oleObject82.bin"/><Relationship Id="rId7" Type="http://schemas.openxmlformats.org/officeDocument/2006/relationships/oleObject" Target="../embeddings/oleObject84.bin"/><Relationship Id="rId2" Type="http://schemas.openxmlformats.org/officeDocument/2006/relationships/slideLayout" Target="../slideLayouts/slideLayout7.xml"/><Relationship Id="rId1" Type="http://schemas.openxmlformats.org/officeDocument/2006/relationships/vmlDrawing" Target="../drawings/vmlDrawing31.vml"/><Relationship Id="rId6" Type="http://schemas.openxmlformats.org/officeDocument/2006/relationships/image" Target="../media/image118.wmf"/><Relationship Id="rId5" Type="http://schemas.openxmlformats.org/officeDocument/2006/relationships/oleObject" Target="../embeddings/oleObject83.bin"/><Relationship Id="rId4" Type="http://schemas.openxmlformats.org/officeDocument/2006/relationships/image" Target="../media/image117.wmf"/></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85.bin"/><Relationship Id="rId2" Type="http://schemas.openxmlformats.org/officeDocument/2006/relationships/slideLayout" Target="../slideLayouts/slideLayout7.xml"/><Relationship Id="rId1" Type="http://schemas.openxmlformats.org/officeDocument/2006/relationships/vmlDrawing" Target="../drawings/vmlDrawing32.vml"/><Relationship Id="rId6" Type="http://schemas.openxmlformats.org/officeDocument/2006/relationships/image" Target="../media/image121.wmf"/><Relationship Id="rId5" Type="http://schemas.openxmlformats.org/officeDocument/2006/relationships/oleObject" Target="../embeddings/oleObject86.bin"/><Relationship Id="rId4" Type="http://schemas.openxmlformats.org/officeDocument/2006/relationships/image" Target="../media/image120.wmf"/></Relationships>
</file>

<file path=ppt/slides/_rels/slide46.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image" Target="../media/image122.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slideLayout" Target="../slideLayouts/slideLayout7.xml"/><Relationship Id="rId1" Type="http://schemas.openxmlformats.org/officeDocument/2006/relationships/vmlDrawing" Target="../drawings/vmlDrawing33.vml"/><Relationship Id="rId6" Type="http://schemas.openxmlformats.org/officeDocument/2006/relationships/image" Target="../media/image124.emf"/><Relationship Id="rId5" Type="http://schemas.openxmlformats.org/officeDocument/2006/relationships/oleObject" Target="../embeddings/oleObject87.bin"/><Relationship Id="rId4" Type="http://schemas.openxmlformats.org/officeDocument/2006/relationships/image" Target="../media/image126.png"/></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88.bin"/><Relationship Id="rId2" Type="http://schemas.openxmlformats.org/officeDocument/2006/relationships/slideLayout" Target="../slideLayouts/slideLayout7.xml"/><Relationship Id="rId1" Type="http://schemas.openxmlformats.org/officeDocument/2006/relationships/vmlDrawing" Target="../drawings/vmlDrawing34.vml"/><Relationship Id="rId4" Type="http://schemas.openxmlformats.org/officeDocument/2006/relationships/image" Target="../media/image127.wmf"/></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89.bin"/><Relationship Id="rId2" Type="http://schemas.openxmlformats.org/officeDocument/2006/relationships/slideLayout" Target="../slideLayouts/slideLayout7.xml"/><Relationship Id="rId1" Type="http://schemas.openxmlformats.org/officeDocument/2006/relationships/vmlDrawing" Target="../drawings/vmlDrawing35.vml"/><Relationship Id="rId4" Type="http://schemas.openxmlformats.org/officeDocument/2006/relationships/image" Target="../media/image128.wmf"/></Relationships>
</file>

<file path=ppt/slides/_rels/slide50.xml.rels><?xml version="1.0" encoding="UTF-8" standalone="yes"?>
<Relationships xmlns="http://schemas.openxmlformats.org/package/2006/relationships"><Relationship Id="rId8" Type="http://schemas.openxmlformats.org/officeDocument/2006/relationships/image" Target="../media/image131.wmf"/><Relationship Id="rId3" Type="http://schemas.openxmlformats.org/officeDocument/2006/relationships/oleObject" Target="../embeddings/oleObject90.bin"/><Relationship Id="rId7" Type="http://schemas.openxmlformats.org/officeDocument/2006/relationships/oleObject" Target="../embeddings/oleObject92.bin"/><Relationship Id="rId2" Type="http://schemas.openxmlformats.org/officeDocument/2006/relationships/slideLayout" Target="../slideLayouts/slideLayout7.xml"/><Relationship Id="rId1" Type="http://schemas.openxmlformats.org/officeDocument/2006/relationships/vmlDrawing" Target="../drawings/vmlDrawing36.vml"/><Relationship Id="rId6" Type="http://schemas.openxmlformats.org/officeDocument/2006/relationships/image" Target="../media/image130.wmf"/><Relationship Id="rId5" Type="http://schemas.openxmlformats.org/officeDocument/2006/relationships/oleObject" Target="../embeddings/oleObject91.bin"/><Relationship Id="rId4" Type="http://schemas.openxmlformats.org/officeDocument/2006/relationships/image" Target="../media/image129.wmf"/></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93.bin"/><Relationship Id="rId2" Type="http://schemas.openxmlformats.org/officeDocument/2006/relationships/slideLayout" Target="../slideLayouts/slideLayout7.xml"/><Relationship Id="rId1" Type="http://schemas.openxmlformats.org/officeDocument/2006/relationships/vmlDrawing" Target="../drawings/vmlDrawing37.vml"/><Relationship Id="rId4" Type="http://schemas.openxmlformats.org/officeDocument/2006/relationships/image" Target="../media/image130.wmf"/></Relationships>
</file>

<file path=ppt/slides/_rels/slide52.xml.rels><?xml version="1.0" encoding="UTF-8" standalone="yes"?>
<Relationships xmlns="http://schemas.openxmlformats.org/package/2006/relationships"><Relationship Id="rId8" Type="http://schemas.openxmlformats.org/officeDocument/2006/relationships/image" Target="../media/image134.wmf"/><Relationship Id="rId3" Type="http://schemas.openxmlformats.org/officeDocument/2006/relationships/oleObject" Target="../embeddings/oleObject94.bin"/><Relationship Id="rId7" Type="http://schemas.openxmlformats.org/officeDocument/2006/relationships/oleObject" Target="../embeddings/oleObject96.bin"/><Relationship Id="rId2" Type="http://schemas.openxmlformats.org/officeDocument/2006/relationships/slideLayout" Target="../slideLayouts/slideLayout7.xml"/><Relationship Id="rId1" Type="http://schemas.openxmlformats.org/officeDocument/2006/relationships/vmlDrawing" Target="../drawings/vmlDrawing38.vml"/><Relationship Id="rId6" Type="http://schemas.openxmlformats.org/officeDocument/2006/relationships/image" Target="../media/image133.wmf"/><Relationship Id="rId5" Type="http://schemas.openxmlformats.org/officeDocument/2006/relationships/oleObject" Target="../embeddings/oleObject95.bin"/><Relationship Id="rId10" Type="http://schemas.openxmlformats.org/officeDocument/2006/relationships/image" Target="../media/image135.wmf"/><Relationship Id="rId4" Type="http://schemas.openxmlformats.org/officeDocument/2006/relationships/image" Target="../media/image132.wmf"/><Relationship Id="rId9" Type="http://schemas.openxmlformats.org/officeDocument/2006/relationships/oleObject" Target="../embeddings/oleObject97.bin"/></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98.bin"/><Relationship Id="rId2" Type="http://schemas.openxmlformats.org/officeDocument/2006/relationships/slideLayout" Target="../slideLayouts/slideLayout7.xml"/><Relationship Id="rId1" Type="http://schemas.openxmlformats.org/officeDocument/2006/relationships/vmlDrawing" Target="../drawings/vmlDrawing39.vml"/><Relationship Id="rId4" Type="http://schemas.openxmlformats.org/officeDocument/2006/relationships/image" Target="../media/image136.wmf"/></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99.bin"/><Relationship Id="rId2" Type="http://schemas.openxmlformats.org/officeDocument/2006/relationships/slideLayout" Target="../slideLayouts/slideLayout7.xml"/><Relationship Id="rId1" Type="http://schemas.openxmlformats.org/officeDocument/2006/relationships/vmlDrawing" Target="../drawings/vmlDrawing40.vml"/><Relationship Id="rId6" Type="http://schemas.openxmlformats.org/officeDocument/2006/relationships/image" Target="../media/image138.wmf"/><Relationship Id="rId5" Type="http://schemas.openxmlformats.org/officeDocument/2006/relationships/oleObject" Target="../embeddings/oleObject100.bin"/><Relationship Id="rId4" Type="http://schemas.openxmlformats.org/officeDocument/2006/relationships/image" Target="../media/image137.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77F41E3B-8B49-4F9E-BE9A-F7E92D9E3107}"/>
              </a:ext>
            </a:extLst>
          </p:cNvPr>
          <p:cNvSpPr>
            <a:spLocks noGrp="1" noChangeArrowheads="1"/>
          </p:cNvSpPr>
          <p:nvPr>
            <p:ph type="title"/>
          </p:nvPr>
        </p:nvSpPr>
        <p:spPr>
          <a:xfrm>
            <a:off x="2209800" y="609601"/>
            <a:ext cx="7772400" cy="563563"/>
          </a:xfrm>
        </p:spPr>
        <p:txBody>
          <a:bodyPr>
            <a:normAutofit fontScale="90000"/>
          </a:bodyPr>
          <a:lstStyle/>
          <a:p>
            <a:r>
              <a:rPr lang="en-US" altLang="en-US">
                <a:latin typeface="Comic Sans MS" panose="030F0702030302020204" pitchFamily="66" charset="0"/>
              </a:rPr>
              <a:t>Magnetic Fields</a:t>
            </a:r>
            <a:r>
              <a:rPr lang="en-US" altLang="en-US"/>
              <a:t> </a:t>
            </a:r>
            <a:endParaRPr lang="en-US" altLang="en-US">
              <a:latin typeface="Comic Sans MS" panose="030F0702030302020204" pitchFamily="66" charset="0"/>
            </a:endParaRPr>
          </a:p>
        </p:txBody>
      </p:sp>
      <p:sp>
        <p:nvSpPr>
          <p:cNvPr id="53251" name="Rectangle 3">
            <a:extLst>
              <a:ext uri="{FF2B5EF4-FFF2-40B4-BE49-F238E27FC236}">
                <a16:creationId xmlns:a16="http://schemas.microsoft.com/office/drawing/2014/main" id="{25E3412F-E426-42F8-BF75-01C809750E75}"/>
              </a:ext>
            </a:extLst>
          </p:cNvPr>
          <p:cNvSpPr>
            <a:spLocks noGrp="1" noChangeArrowheads="1"/>
          </p:cNvSpPr>
          <p:nvPr>
            <p:ph type="body" idx="1"/>
          </p:nvPr>
        </p:nvSpPr>
        <p:spPr>
          <a:xfrm>
            <a:off x="1981200" y="4876800"/>
            <a:ext cx="8153400" cy="1447800"/>
          </a:xfrm>
        </p:spPr>
        <p:txBody>
          <a:bodyPr/>
          <a:lstStyle/>
          <a:p>
            <a:pPr>
              <a:lnSpc>
                <a:spcPct val="80000"/>
              </a:lnSpc>
              <a:buFontTx/>
              <a:buNone/>
            </a:pPr>
            <a:r>
              <a:rPr lang="en-US" altLang="en-US" sz="2400" b="1">
                <a:latin typeface="Comic Sans MS" panose="030F0702030302020204" pitchFamily="66" charset="0"/>
              </a:rPr>
              <a:t>Permanent magnets</a:t>
            </a:r>
          </a:p>
          <a:p>
            <a:pPr>
              <a:lnSpc>
                <a:spcPct val="80000"/>
              </a:lnSpc>
            </a:pPr>
            <a:r>
              <a:rPr lang="en-US" altLang="en-US" sz="2000" b="1">
                <a:latin typeface="Comic Sans MS" panose="030F0702030302020204" pitchFamily="66" charset="0"/>
              </a:rPr>
              <a:t>A magnet has two poles, a </a:t>
            </a:r>
            <a:r>
              <a:rPr lang="en-US" altLang="en-US" sz="2000" b="1">
                <a:solidFill>
                  <a:srgbClr val="FF3300"/>
                </a:solidFill>
                <a:latin typeface="Comic Sans MS" panose="030F0702030302020204" pitchFamily="66" charset="0"/>
              </a:rPr>
              <a:t>north pole</a:t>
            </a:r>
            <a:r>
              <a:rPr lang="en-US" altLang="en-US" sz="2000" b="1">
                <a:latin typeface="Comic Sans MS" panose="030F0702030302020204" pitchFamily="66" charset="0"/>
              </a:rPr>
              <a:t> and a </a:t>
            </a:r>
            <a:r>
              <a:rPr lang="en-US" altLang="en-US" sz="2000" b="1">
                <a:solidFill>
                  <a:srgbClr val="FF3300"/>
                </a:solidFill>
                <a:latin typeface="Comic Sans MS" panose="030F0702030302020204" pitchFamily="66" charset="0"/>
              </a:rPr>
              <a:t>south pole</a:t>
            </a:r>
          </a:p>
          <a:p>
            <a:pPr>
              <a:lnSpc>
                <a:spcPct val="80000"/>
              </a:lnSpc>
            </a:pPr>
            <a:r>
              <a:rPr lang="en-US" altLang="en-US" sz="2000" b="1" i="1">
                <a:solidFill>
                  <a:schemeClr val="accent2"/>
                </a:solidFill>
                <a:latin typeface="Comic Sans MS" panose="030F0702030302020204" pitchFamily="66" charset="0"/>
              </a:rPr>
              <a:t>No Magnetic monopole available in nature.</a:t>
            </a:r>
          </a:p>
        </p:txBody>
      </p:sp>
      <p:pic>
        <p:nvPicPr>
          <p:cNvPr id="39940" name="Picture 4">
            <a:extLst>
              <a:ext uri="{FF2B5EF4-FFF2-40B4-BE49-F238E27FC236}">
                <a16:creationId xmlns:a16="http://schemas.microsoft.com/office/drawing/2014/main" id="{06D9AD72-7BF5-4AFD-B40C-FE016B61CE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1600200"/>
            <a:ext cx="2286000"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41" name="Picture 5" descr="The earth behaves magnetically almost as if a bar magnet were located near its center. The axis of this fictitious bar magnet does not coincide with the earths rotational axis; the two axes are currently about 11.5 apart.">
            <a:extLst>
              <a:ext uri="{FF2B5EF4-FFF2-40B4-BE49-F238E27FC236}">
                <a16:creationId xmlns:a16="http://schemas.microsoft.com/office/drawing/2014/main" id="{EDECCA3F-75CE-45FA-8B67-84E5F9B03E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29201" y="1676400"/>
            <a:ext cx="2670175" cy="285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4" name="Picture 6" descr="nw0350-n">
            <a:extLst>
              <a:ext uri="{FF2B5EF4-FFF2-40B4-BE49-F238E27FC236}">
                <a16:creationId xmlns:a16="http://schemas.microsoft.com/office/drawing/2014/main" id="{71D1BD8F-E301-410F-BD22-9A2909BF7CE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77200" y="2235201"/>
            <a:ext cx="2438400" cy="148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3251">
                                            <p:txEl>
                                              <p:pRg st="0" end="0"/>
                                            </p:txEl>
                                          </p:spTgt>
                                        </p:tgtEl>
                                        <p:attrNameLst>
                                          <p:attrName>style.visibility</p:attrName>
                                        </p:attrNameLst>
                                      </p:cBhvr>
                                      <p:to>
                                        <p:strVal val="visible"/>
                                      </p:to>
                                    </p:set>
                                    <p:animEffect transition="in" filter="blinds(horizontal)">
                                      <p:cBhvr>
                                        <p:cTn id="7" dur="500"/>
                                        <p:tgtEl>
                                          <p:spTgt spid="5325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53251">
                                            <p:txEl>
                                              <p:pRg st="1" end="1"/>
                                            </p:txEl>
                                          </p:spTgt>
                                        </p:tgtEl>
                                        <p:attrNameLst>
                                          <p:attrName>style.visibility</p:attrName>
                                        </p:attrNameLst>
                                      </p:cBhvr>
                                      <p:to>
                                        <p:strVal val="visible"/>
                                      </p:to>
                                    </p:set>
                                    <p:animEffect transition="in" filter="blinds(horizontal)">
                                      <p:cBhvr>
                                        <p:cTn id="12" dur="500"/>
                                        <p:tgtEl>
                                          <p:spTgt spid="5325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53254"/>
                                        </p:tgtEl>
                                        <p:attrNameLst>
                                          <p:attrName>style.visibility</p:attrName>
                                        </p:attrNameLst>
                                      </p:cBhvr>
                                      <p:to>
                                        <p:strVal val="visible"/>
                                      </p:to>
                                    </p:set>
                                    <p:animEffect transition="in" filter="blinds(horizontal)">
                                      <p:cBhvr>
                                        <p:cTn id="17" dur="500"/>
                                        <p:tgtEl>
                                          <p:spTgt spid="5325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53251">
                                            <p:txEl>
                                              <p:pRg st="2" end="2"/>
                                            </p:txEl>
                                          </p:spTgt>
                                        </p:tgtEl>
                                        <p:attrNameLst>
                                          <p:attrName>style.visibility</p:attrName>
                                        </p:attrNameLst>
                                      </p:cBhvr>
                                      <p:to>
                                        <p:strVal val="visible"/>
                                      </p:to>
                                    </p:set>
                                    <p:animEffect transition="in" filter="blinds(horizontal)">
                                      <p:cBhvr>
                                        <p:cTn id="22" dur="500"/>
                                        <p:tgtEl>
                                          <p:spTgt spid="5325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E718D35B-AD04-4679-AFAD-61F3604AFED6}"/>
              </a:ext>
            </a:extLst>
          </p:cNvPr>
          <p:cNvSpPr>
            <a:spLocks noGrp="1" noChangeArrowheads="1"/>
          </p:cNvSpPr>
          <p:nvPr>
            <p:ph type="title"/>
          </p:nvPr>
        </p:nvSpPr>
        <p:spPr/>
        <p:txBody>
          <a:bodyPr/>
          <a:lstStyle/>
          <a:p>
            <a:r>
              <a:rPr lang="en-US" altLang="en-US" sz="3200" b="1">
                <a:latin typeface="Comic Sans MS" panose="030F0702030302020204" pitchFamily="66" charset="0"/>
              </a:rPr>
              <a:t>The magnetic forces</a:t>
            </a:r>
            <a:r>
              <a:rPr lang="en-US" altLang="en-US"/>
              <a:t> </a:t>
            </a:r>
          </a:p>
        </p:txBody>
      </p:sp>
      <p:sp>
        <p:nvSpPr>
          <p:cNvPr id="54275" name="Rectangle 3">
            <a:extLst>
              <a:ext uri="{FF2B5EF4-FFF2-40B4-BE49-F238E27FC236}">
                <a16:creationId xmlns:a16="http://schemas.microsoft.com/office/drawing/2014/main" id="{C9B5381F-F4F8-48C4-9534-88727A120094}"/>
              </a:ext>
            </a:extLst>
          </p:cNvPr>
          <p:cNvSpPr>
            <a:spLocks noGrp="1" noChangeArrowheads="1"/>
          </p:cNvSpPr>
          <p:nvPr>
            <p:ph type="body" idx="1"/>
          </p:nvPr>
        </p:nvSpPr>
        <p:spPr>
          <a:xfrm>
            <a:off x="2713038" y="5029200"/>
            <a:ext cx="7124700" cy="1066800"/>
          </a:xfrm>
        </p:spPr>
        <p:txBody>
          <a:bodyPr/>
          <a:lstStyle/>
          <a:p>
            <a:pPr>
              <a:buFontTx/>
              <a:buNone/>
            </a:pPr>
            <a:r>
              <a:rPr lang="en-US" altLang="en-US" b="1" i="1"/>
              <a:t>  </a:t>
            </a:r>
            <a:r>
              <a:rPr lang="en-US" altLang="en-US" b="1" i="1">
                <a:solidFill>
                  <a:schemeClr val="accent2"/>
                </a:solidFill>
                <a:latin typeface="Comic Sans MS" panose="030F0702030302020204" pitchFamily="66" charset="0"/>
              </a:rPr>
              <a:t>Like poles repel each other, and unlike poles attract.</a:t>
            </a:r>
          </a:p>
          <a:p>
            <a:pPr>
              <a:buFontTx/>
              <a:buNone/>
            </a:pPr>
            <a:endParaRPr lang="en-US" altLang="en-US" b="1" i="1">
              <a:solidFill>
                <a:schemeClr val="accent2"/>
              </a:solidFill>
              <a:latin typeface="Comic Sans MS" panose="030F0702030302020204" pitchFamily="66" charset="0"/>
            </a:endParaRPr>
          </a:p>
        </p:txBody>
      </p:sp>
      <p:pic>
        <p:nvPicPr>
          <p:cNvPr id="40964" name="Picture 4">
            <a:extLst>
              <a:ext uri="{FF2B5EF4-FFF2-40B4-BE49-F238E27FC236}">
                <a16:creationId xmlns:a16="http://schemas.microsoft.com/office/drawing/2014/main" id="{11A54D73-71DA-4652-9C7E-6B4AE2156F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1871664"/>
            <a:ext cx="3581400" cy="2166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65" name="Picture 5">
            <a:extLst>
              <a:ext uri="{FF2B5EF4-FFF2-40B4-BE49-F238E27FC236}">
                <a16:creationId xmlns:a16="http://schemas.microsoft.com/office/drawing/2014/main" id="{638AA198-0035-4C6E-AE9B-017BB630FA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1905000"/>
            <a:ext cx="3708400" cy="214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4275">
                                            <p:txEl>
                                              <p:pRg st="0" end="0"/>
                                            </p:txEl>
                                          </p:spTgt>
                                        </p:tgtEl>
                                        <p:attrNameLst>
                                          <p:attrName>style.visibility</p:attrName>
                                        </p:attrNameLst>
                                      </p:cBhvr>
                                      <p:to>
                                        <p:strVal val="visible"/>
                                      </p:to>
                                    </p:set>
                                    <p:animEffect transition="in" filter="blinds(horizontal)">
                                      <p:cBhvr>
                                        <p:cTn id="7" dur="500"/>
                                        <p:tgtEl>
                                          <p:spTgt spid="5427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5"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77CEAC66-D976-4033-9D84-1868BD143DD8}"/>
              </a:ext>
            </a:extLst>
          </p:cNvPr>
          <p:cNvSpPr>
            <a:spLocks noGrp="1" noChangeArrowheads="1"/>
          </p:cNvSpPr>
          <p:nvPr>
            <p:ph type="title"/>
          </p:nvPr>
        </p:nvSpPr>
        <p:spPr>
          <a:xfrm>
            <a:off x="1981200" y="274638"/>
            <a:ext cx="8305800" cy="563562"/>
          </a:xfrm>
        </p:spPr>
        <p:txBody>
          <a:bodyPr>
            <a:normAutofit fontScale="90000"/>
          </a:bodyPr>
          <a:lstStyle/>
          <a:p>
            <a:r>
              <a:rPr lang="en-US" altLang="en-US" sz="3600" b="1">
                <a:latin typeface="Comic Sans MS" panose="030F0702030302020204" pitchFamily="66" charset="0"/>
              </a:rPr>
              <a:t>The </a:t>
            </a:r>
            <a:r>
              <a:rPr lang="en-US" altLang="en-US" sz="3600">
                <a:latin typeface="Comic Sans MS" panose="030F0702030302020204" pitchFamily="66" charset="0"/>
              </a:rPr>
              <a:t>magnetic field</a:t>
            </a:r>
            <a:r>
              <a:rPr lang="en-US" altLang="en-US"/>
              <a:t> </a:t>
            </a:r>
          </a:p>
        </p:txBody>
      </p:sp>
      <p:sp>
        <p:nvSpPr>
          <p:cNvPr id="55299" name="Rectangle 3">
            <a:extLst>
              <a:ext uri="{FF2B5EF4-FFF2-40B4-BE49-F238E27FC236}">
                <a16:creationId xmlns:a16="http://schemas.microsoft.com/office/drawing/2014/main" id="{160E5DB5-DC37-45E7-BAD9-E4322F616AB6}"/>
              </a:ext>
            </a:extLst>
          </p:cNvPr>
          <p:cNvSpPr>
            <a:spLocks noGrp="1" noChangeArrowheads="1"/>
          </p:cNvSpPr>
          <p:nvPr>
            <p:ph type="body" idx="1"/>
          </p:nvPr>
        </p:nvSpPr>
        <p:spPr>
          <a:xfrm>
            <a:off x="2057400" y="4038600"/>
            <a:ext cx="8305800" cy="2362200"/>
          </a:xfrm>
        </p:spPr>
        <p:txBody>
          <a:bodyPr/>
          <a:lstStyle/>
          <a:p>
            <a:r>
              <a:rPr lang="en-US" altLang="en-US" sz="2400">
                <a:latin typeface="Comic Sans MS" panose="030F0702030302020204" pitchFamily="66" charset="0"/>
              </a:rPr>
              <a:t>A </a:t>
            </a:r>
            <a:r>
              <a:rPr lang="en-US" altLang="en-US" sz="2400" b="1">
                <a:latin typeface="Comic Sans MS" panose="030F0702030302020204" pitchFamily="66" charset="0"/>
              </a:rPr>
              <a:t>magnetic field</a:t>
            </a:r>
            <a:r>
              <a:rPr lang="en-US" altLang="en-US" sz="2400">
                <a:latin typeface="Comic Sans MS" panose="030F0702030302020204" pitchFamily="66" charset="0"/>
              </a:rPr>
              <a:t> exists in the region around a magnet. The magnetic field is a vector that has both magnitude and direction.</a:t>
            </a:r>
            <a:endParaRPr lang="en-US" altLang="en-US" sz="2400" b="1" i="1">
              <a:latin typeface="Comic Sans MS" panose="030F0702030302020204" pitchFamily="66" charset="0"/>
            </a:endParaRPr>
          </a:p>
          <a:p>
            <a:r>
              <a:rPr lang="en-US" altLang="en-US" sz="2400" b="1" i="1">
                <a:solidFill>
                  <a:schemeClr val="accent2"/>
                </a:solidFill>
                <a:latin typeface="Comic Sans MS" panose="030F0702030302020204" pitchFamily="66" charset="0"/>
              </a:rPr>
              <a:t>The direction of the magnetic field at any point in space is the direction indicated by the north pole of a small compass needle placed at that point.</a:t>
            </a:r>
          </a:p>
        </p:txBody>
      </p:sp>
      <p:pic>
        <p:nvPicPr>
          <p:cNvPr id="41988" name="Picture 4" descr="At any location in the vicinity of a magnet, the north pole (the arrowhead in this drawing) of a small compass needle points in the direction of the magnetic field at that location.">
            <a:extLst>
              <a:ext uri="{FF2B5EF4-FFF2-40B4-BE49-F238E27FC236}">
                <a16:creationId xmlns:a16="http://schemas.microsoft.com/office/drawing/2014/main" id="{2377F4AA-54C8-4637-ADF2-A27944730A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2600" y="1066800"/>
            <a:ext cx="4394200" cy="278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5299">
                                            <p:txEl>
                                              <p:pRg st="0" end="0"/>
                                            </p:txEl>
                                          </p:spTgt>
                                        </p:tgtEl>
                                        <p:attrNameLst>
                                          <p:attrName>style.visibility</p:attrName>
                                        </p:attrNameLst>
                                      </p:cBhvr>
                                      <p:to>
                                        <p:strVal val="visible"/>
                                      </p:to>
                                    </p:set>
                                    <p:animEffect transition="in" filter="blinds(horizontal)">
                                      <p:cBhvr>
                                        <p:cTn id="7" dur="500"/>
                                        <p:tgtEl>
                                          <p:spTgt spid="5529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5299">
                                            <p:txEl>
                                              <p:pRg st="1" end="1"/>
                                            </p:txEl>
                                          </p:spTgt>
                                        </p:tgtEl>
                                        <p:attrNameLst>
                                          <p:attrName>style.visibility</p:attrName>
                                        </p:attrNameLst>
                                      </p:cBhvr>
                                      <p:to>
                                        <p:strVal val="visible"/>
                                      </p:to>
                                    </p:set>
                                    <p:animEffect transition="in" filter="blinds(horizontal)">
                                      <p:cBhvr>
                                        <p:cTn id="12" dur="500"/>
                                        <p:tgtEl>
                                          <p:spTgt spid="5529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9"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48">
            <a:extLst>
              <a:ext uri="{FF2B5EF4-FFF2-40B4-BE49-F238E27FC236}">
                <a16:creationId xmlns:a16="http://schemas.microsoft.com/office/drawing/2014/main" id="{9EF7CC0E-0E46-48CF-B809-89321B64DB03}"/>
              </a:ext>
            </a:extLst>
          </p:cNvPr>
          <p:cNvSpPr>
            <a:spLocks noChangeArrowheads="1"/>
          </p:cNvSpPr>
          <p:nvPr/>
        </p:nvSpPr>
        <p:spPr bwMode="auto">
          <a:xfrm>
            <a:off x="2565400" y="5473700"/>
            <a:ext cx="2641600" cy="787400"/>
          </a:xfrm>
          <a:prstGeom prst="rect">
            <a:avLst/>
          </a:prstGeom>
          <a:solidFill>
            <a:schemeClr val="accent1"/>
          </a:solidFill>
          <a:ln w="12700">
            <a:solidFill>
              <a:schemeClr val="tx1"/>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sp>
        <p:nvSpPr>
          <p:cNvPr id="20482" name="Rectangle 2">
            <a:extLst>
              <a:ext uri="{FF2B5EF4-FFF2-40B4-BE49-F238E27FC236}">
                <a16:creationId xmlns:a16="http://schemas.microsoft.com/office/drawing/2014/main" id="{22C8908B-268E-4886-B356-F345B42EAAC8}"/>
              </a:ext>
            </a:extLst>
          </p:cNvPr>
          <p:cNvSpPr>
            <a:spLocks noChangeArrowheads="1"/>
          </p:cNvSpPr>
          <p:nvPr/>
        </p:nvSpPr>
        <p:spPr bwMode="auto">
          <a:xfrm>
            <a:off x="1812925" y="427039"/>
            <a:ext cx="7447552"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_tradnl" altLang="en-US" b="1">
                <a:solidFill>
                  <a:srgbClr val="800000"/>
                </a:solidFill>
              </a:rPr>
              <a:t>Definición y propiedades de un campo magnético</a:t>
            </a:r>
          </a:p>
        </p:txBody>
      </p:sp>
      <p:sp>
        <p:nvSpPr>
          <p:cNvPr id="20483" name="AutoShape 3">
            <a:extLst>
              <a:ext uri="{FF2B5EF4-FFF2-40B4-BE49-F238E27FC236}">
                <a16:creationId xmlns:a16="http://schemas.microsoft.com/office/drawing/2014/main" id="{E3387663-A34D-4705-A51C-BA4FE91C4944}"/>
              </a:ext>
            </a:extLst>
          </p:cNvPr>
          <p:cNvSpPr>
            <a:spLocks noChangeArrowheads="1"/>
          </p:cNvSpPr>
          <p:nvPr/>
        </p:nvSpPr>
        <p:spPr bwMode="auto">
          <a:xfrm flipV="1">
            <a:off x="2025650" y="2724150"/>
            <a:ext cx="3568700" cy="23495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0 h 21600"/>
              <a:gd name="T8" fmla="*/ 0 60000 65536"/>
              <a:gd name="T9" fmla="*/ 0 60000 65536"/>
              <a:gd name="T10" fmla="*/ 0 60000 65536"/>
              <a:gd name="T11" fmla="*/ 0 60000 65536"/>
              <a:gd name="T12" fmla="*/ 3700 w 21600"/>
              <a:gd name="T13" fmla="*/ 3700 h 21600"/>
              <a:gd name="T14" fmla="*/ 17900 w 21600"/>
              <a:gd name="T15" fmla="*/ 17900 h 21600"/>
            </a:gdLst>
            <a:ahLst/>
            <a:cxnLst>
              <a:cxn ang="T8">
                <a:pos x="T0" y="T1"/>
              </a:cxn>
              <a:cxn ang="T9">
                <a:pos x="T2" y="T3"/>
              </a:cxn>
              <a:cxn ang="T10">
                <a:pos x="T4" y="T5"/>
              </a:cxn>
              <a:cxn ang="T11">
                <a:pos x="T6" y="T7"/>
              </a:cxn>
            </a:cxnLst>
            <a:rect l="T12" t="T13" r="T14" b="T15"/>
            <a:pathLst>
              <a:path w="21600" h="21600">
                <a:moveTo>
                  <a:pt x="0" y="0"/>
                </a:moveTo>
                <a:lnTo>
                  <a:pt x="3800" y="21600"/>
                </a:lnTo>
                <a:lnTo>
                  <a:pt x="17800" y="21600"/>
                </a:lnTo>
                <a:lnTo>
                  <a:pt x="21600" y="0"/>
                </a:lnTo>
                <a:close/>
              </a:path>
            </a:pathLst>
          </a:custGeom>
          <a:solidFill>
            <a:srgbClr val="C0C0C0"/>
          </a:solidFill>
          <a:ln w="12700">
            <a:solidFill>
              <a:schemeClr val="tx1"/>
            </a:solidFill>
            <a:miter lim="800000"/>
            <a:headEnd/>
            <a:tailEnd/>
          </a:ln>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sp>
        <p:nvSpPr>
          <p:cNvPr id="20484" name="Rectangle 4">
            <a:extLst>
              <a:ext uri="{FF2B5EF4-FFF2-40B4-BE49-F238E27FC236}">
                <a16:creationId xmlns:a16="http://schemas.microsoft.com/office/drawing/2014/main" id="{CBAB5AA7-5FC5-4E62-AA2A-D679B5C2FDCC}"/>
              </a:ext>
            </a:extLst>
          </p:cNvPr>
          <p:cNvSpPr>
            <a:spLocks noChangeArrowheads="1"/>
          </p:cNvSpPr>
          <p:nvPr/>
        </p:nvSpPr>
        <p:spPr bwMode="auto">
          <a:xfrm>
            <a:off x="3146425" y="3754439"/>
            <a:ext cx="537006"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_tradnl" altLang="en-US"/>
              <a:t>+q</a:t>
            </a:r>
          </a:p>
        </p:txBody>
      </p:sp>
      <p:sp>
        <p:nvSpPr>
          <p:cNvPr id="20486" name="Line 6">
            <a:extLst>
              <a:ext uri="{FF2B5EF4-FFF2-40B4-BE49-F238E27FC236}">
                <a16:creationId xmlns:a16="http://schemas.microsoft.com/office/drawing/2014/main" id="{B3CE76CB-41BE-4CEB-8942-69D769F8B8A7}"/>
              </a:ext>
            </a:extLst>
          </p:cNvPr>
          <p:cNvSpPr>
            <a:spLocks noChangeShapeType="1"/>
          </p:cNvSpPr>
          <p:nvPr/>
        </p:nvSpPr>
        <p:spPr bwMode="auto">
          <a:xfrm flipV="1">
            <a:off x="3771900" y="1803400"/>
            <a:ext cx="0" cy="2057400"/>
          </a:xfrm>
          <a:prstGeom prst="line">
            <a:avLst/>
          </a:prstGeom>
          <a:noFill/>
          <a:ln w="381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20487" name="Rectangle 7">
            <a:extLst>
              <a:ext uri="{FF2B5EF4-FFF2-40B4-BE49-F238E27FC236}">
                <a16:creationId xmlns:a16="http://schemas.microsoft.com/office/drawing/2014/main" id="{7C079CEC-D062-44A0-89EE-C28D9183874E}"/>
              </a:ext>
            </a:extLst>
          </p:cNvPr>
          <p:cNvSpPr>
            <a:spLocks noChangeArrowheads="1"/>
          </p:cNvSpPr>
          <p:nvPr/>
        </p:nvSpPr>
        <p:spPr bwMode="auto">
          <a:xfrm>
            <a:off x="3603625" y="1239839"/>
            <a:ext cx="373500"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_tradnl" altLang="en-US" i="1"/>
              <a:t>F</a:t>
            </a:r>
          </a:p>
        </p:txBody>
      </p:sp>
      <p:sp>
        <p:nvSpPr>
          <p:cNvPr id="20489" name="Line 9">
            <a:extLst>
              <a:ext uri="{FF2B5EF4-FFF2-40B4-BE49-F238E27FC236}">
                <a16:creationId xmlns:a16="http://schemas.microsoft.com/office/drawing/2014/main" id="{215102BB-218D-4259-9329-785B1FC7249F}"/>
              </a:ext>
            </a:extLst>
          </p:cNvPr>
          <p:cNvSpPr>
            <a:spLocks noChangeShapeType="1"/>
          </p:cNvSpPr>
          <p:nvPr/>
        </p:nvSpPr>
        <p:spPr bwMode="auto">
          <a:xfrm flipV="1">
            <a:off x="3771900" y="3175000"/>
            <a:ext cx="1066800" cy="685800"/>
          </a:xfrm>
          <a:prstGeom prst="line">
            <a:avLst/>
          </a:prstGeom>
          <a:noFill/>
          <a:ln w="38100">
            <a:solidFill>
              <a:srgbClr val="000080"/>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20490" name="Rectangle 10">
            <a:extLst>
              <a:ext uri="{FF2B5EF4-FFF2-40B4-BE49-F238E27FC236}">
                <a16:creationId xmlns:a16="http://schemas.microsoft.com/office/drawing/2014/main" id="{12E1381B-0E98-48E7-B2EE-FBEFD1D3292A}"/>
              </a:ext>
            </a:extLst>
          </p:cNvPr>
          <p:cNvSpPr>
            <a:spLocks noChangeArrowheads="1"/>
          </p:cNvSpPr>
          <p:nvPr/>
        </p:nvSpPr>
        <p:spPr bwMode="auto">
          <a:xfrm>
            <a:off x="4365626" y="2687639"/>
            <a:ext cx="391133"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_tradnl" altLang="en-US" i="1"/>
              <a:t>B</a:t>
            </a:r>
          </a:p>
        </p:txBody>
      </p:sp>
      <p:sp>
        <p:nvSpPr>
          <p:cNvPr id="20492" name="Line 12">
            <a:extLst>
              <a:ext uri="{FF2B5EF4-FFF2-40B4-BE49-F238E27FC236}">
                <a16:creationId xmlns:a16="http://schemas.microsoft.com/office/drawing/2014/main" id="{8BF31D19-33F6-46AF-8DFC-17121D01D592}"/>
              </a:ext>
            </a:extLst>
          </p:cNvPr>
          <p:cNvSpPr>
            <a:spLocks noChangeShapeType="1"/>
          </p:cNvSpPr>
          <p:nvPr/>
        </p:nvSpPr>
        <p:spPr bwMode="auto">
          <a:xfrm>
            <a:off x="3771900" y="3860800"/>
            <a:ext cx="1066800" cy="685800"/>
          </a:xfrm>
          <a:prstGeom prst="line">
            <a:avLst/>
          </a:prstGeom>
          <a:noFill/>
          <a:ln w="381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20493" name="Rectangle 13">
            <a:extLst>
              <a:ext uri="{FF2B5EF4-FFF2-40B4-BE49-F238E27FC236}">
                <a16:creationId xmlns:a16="http://schemas.microsoft.com/office/drawing/2014/main" id="{24595E1F-37AD-41B3-B369-FE627E50DE2F}"/>
              </a:ext>
            </a:extLst>
          </p:cNvPr>
          <p:cNvSpPr>
            <a:spLocks noChangeArrowheads="1"/>
          </p:cNvSpPr>
          <p:nvPr/>
        </p:nvSpPr>
        <p:spPr bwMode="auto">
          <a:xfrm>
            <a:off x="4365626" y="4516439"/>
            <a:ext cx="339837"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_tradnl" altLang="en-US"/>
              <a:t>v</a:t>
            </a:r>
            <a:endParaRPr lang="es-ES_tradnl" altLang="en-US">
              <a:latin typeface="Symbol" panose="05050102010706020507" pitchFamily="18" charset="2"/>
            </a:endParaRPr>
          </a:p>
        </p:txBody>
      </p:sp>
      <p:grpSp>
        <p:nvGrpSpPr>
          <p:cNvPr id="2" name="Group 14">
            <a:extLst>
              <a:ext uri="{FF2B5EF4-FFF2-40B4-BE49-F238E27FC236}">
                <a16:creationId xmlns:a16="http://schemas.microsoft.com/office/drawing/2014/main" id="{98D6FB39-7F62-47DA-BA6B-00FF53E7AE67}"/>
              </a:ext>
            </a:extLst>
          </p:cNvPr>
          <p:cNvGrpSpPr>
            <a:grpSpLocks/>
          </p:cNvGrpSpPr>
          <p:nvPr/>
        </p:nvGrpSpPr>
        <p:grpSpPr bwMode="auto">
          <a:xfrm>
            <a:off x="4002091" y="3525841"/>
            <a:ext cx="633413" cy="488950"/>
            <a:chOff x="1585" y="2477"/>
            <a:chExt cx="399" cy="308"/>
          </a:xfrm>
        </p:grpSpPr>
        <p:sp>
          <p:nvSpPr>
            <p:cNvPr id="14387" name="Arc 15">
              <a:extLst>
                <a:ext uri="{FF2B5EF4-FFF2-40B4-BE49-F238E27FC236}">
                  <a16:creationId xmlns:a16="http://schemas.microsoft.com/office/drawing/2014/main" id="{AFA16590-2B95-4E39-8E56-AF77DB4FC7EC}"/>
                </a:ext>
              </a:extLst>
            </p:cNvPr>
            <p:cNvSpPr>
              <a:spLocks/>
            </p:cNvSpPr>
            <p:nvPr/>
          </p:nvSpPr>
          <p:spPr bwMode="auto">
            <a:xfrm rot="2760000">
              <a:off x="1584" y="2593"/>
              <a:ext cx="193" cy="192"/>
            </a:xfrm>
            <a:custGeom>
              <a:avLst/>
              <a:gdLst>
                <a:gd name="T0" fmla="*/ 0 w 21712"/>
                <a:gd name="T1" fmla="*/ 0 h 21600"/>
                <a:gd name="T2" fmla="*/ 0 w 21712"/>
                <a:gd name="T3" fmla="*/ 0 h 21600"/>
                <a:gd name="T4" fmla="*/ 0 w 21712"/>
                <a:gd name="T5" fmla="*/ 0 h 21600"/>
                <a:gd name="T6" fmla="*/ 0 60000 65536"/>
                <a:gd name="T7" fmla="*/ 0 60000 65536"/>
                <a:gd name="T8" fmla="*/ 0 60000 65536"/>
                <a:gd name="T9" fmla="*/ 0 w 21712"/>
                <a:gd name="T10" fmla="*/ 0 h 21600"/>
                <a:gd name="T11" fmla="*/ 21712 w 21712"/>
                <a:gd name="T12" fmla="*/ 21600 h 21600"/>
              </a:gdLst>
              <a:ahLst/>
              <a:cxnLst>
                <a:cxn ang="T6">
                  <a:pos x="T0" y="T1"/>
                </a:cxn>
                <a:cxn ang="T7">
                  <a:pos x="T2" y="T3"/>
                </a:cxn>
                <a:cxn ang="T8">
                  <a:pos x="T4" y="T5"/>
                </a:cxn>
              </a:cxnLst>
              <a:rect l="T9" t="T10" r="T11" b="T12"/>
              <a:pathLst>
                <a:path w="21712" h="21600" fill="none" extrusionOk="0">
                  <a:moveTo>
                    <a:pt x="0" y="0"/>
                  </a:moveTo>
                  <a:cubicBezTo>
                    <a:pt x="37" y="0"/>
                    <a:pt x="74" y="-1"/>
                    <a:pt x="112" y="0"/>
                  </a:cubicBezTo>
                  <a:cubicBezTo>
                    <a:pt x="12041" y="0"/>
                    <a:pt x="21712" y="9670"/>
                    <a:pt x="21712" y="21600"/>
                  </a:cubicBezTo>
                </a:path>
                <a:path w="21712" h="21600" stroke="0" extrusionOk="0">
                  <a:moveTo>
                    <a:pt x="0" y="0"/>
                  </a:moveTo>
                  <a:cubicBezTo>
                    <a:pt x="37" y="0"/>
                    <a:pt x="74" y="-1"/>
                    <a:pt x="112" y="0"/>
                  </a:cubicBezTo>
                  <a:cubicBezTo>
                    <a:pt x="12041" y="0"/>
                    <a:pt x="21712" y="9670"/>
                    <a:pt x="21712" y="21600"/>
                  </a:cubicBezTo>
                  <a:lnTo>
                    <a:pt x="112" y="21600"/>
                  </a:lnTo>
                  <a:close/>
                </a:path>
              </a:pathLst>
            </a:custGeom>
            <a:noFill/>
            <a:ln w="127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sp>
          <p:nvSpPr>
            <p:cNvPr id="14388" name="Rectangle 16">
              <a:extLst>
                <a:ext uri="{FF2B5EF4-FFF2-40B4-BE49-F238E27FC236}">
                  <a16:creationId xmlns:a16="http://schemas.microsoft.com/office/drawing/2014/main" id="{9FD5D629-B183-4172-BB04-8B05F9E7DF21}"/>
                </a:ext>
              </a:extLst>
            </p:cNvPr>
            <p:cNvSpPr>
              <a:spLocks noChangeArrowheads="1"/>
            </p:cNvSpPr>
            <p:nvPr/>
          </p:nvSpPr>
          <p:spPr bwMode="auto">
            <a:xfrm>
              <a:off x="1766" y="2477"/>
              <a:ext cx="21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_tradnl" altLang="en-US">
                  <a:latin typeface="Symbol" panose="05050102010706020507" pitchFamily="18" charset="2"/>
                </a:rPr>
                <a:t>q</a:t>
              </a:r>
            </a:p>
          </p:txBody>
        </p:sp>
      </p:grpSp>
      <p:sp>
        <p:nvSpPr>
          <p:cNvPr id="20497" name="AutoShape 17">
            <a:extLst>
              <a:ext uri="{FF2B5EF4-FFF2-40B4-BE49-F238E27FC236}">
                <a16:creationId xmlns:a16="http://schemas.microsoft.com/office/drawing/2014/main" id="{536ED39D-127B-4867-BF06-8A68DAFF8896}"/>
              </a:ext>
            </a:extLst>
          </p:cNvPr>
          <p:cNvSpPr>
            <a:spLocks noChangeArrowheads="1"/>
          </p:cNvSpPr>
          <p:nvPr/>
        </p:nvSpPr>
        <p:spPr bwMode="auto">
          <a:xfrm rot="1920000">
            <a:off x="6654800" y="1065213"/>
            <a:ext cx="2844800" cy="5187950"/>
          </a:xfrm>
          <a:prstGeom prst="diamond">
            <a:avLst/>
          </a:prstGeom>
          <a:solidFill>
            <a:schemeClr val="bg1"/>
          </a:solidFill>
          <a:ln w="12700">
            <a:solidFill>
              <a:schemeClr val="tx1"/>
            </a:solidFill>
            <a:miter lim="800000"/>
            <a:headEnd/>
            <a:tailEnd/>
          </a:ln>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grpSp>
        <p:nvGrpSpPr>
          <p:cNvPr id="3" name="Group 62">
            <a:extLst>
              <a:ext uri="{FF2B5EF4-FFF2-40B4-BE49-F238E27FC236}">
                <a16:creationId xmlns:a16="http://schemas.microsoft.com/office/drawing/2014/main" id="{CB08B510-D5C2-4E8D-91D1-6B7A88B61EAC}"/>
              </a:ext>
            </a:extLst>
          </p:cNvPr>
          <p:cNvGrpSpPr>
            <a:grpSpLocks/>
          </p:cNvGrpSpPr>
          <p:nvPr/>
        </p:nvGrpSpPr>
        <p:grpSpPr bwMode="auto">
          <a:xfrm>
            <a:off x="8772525" y="3200400"/>
            <a:ext cx="412750" cy="660400"/>
            <a:chOff x="662" y="1267"/>
            <a:chExt cx="260" cy="416"/>
          </a:xfrm>
        </p:grpSpPr>
        <p:sp>
          <p:nvSpPr>
            <p:cNvPr id="14385" name="Line 22">
              <a:extLst>
                <a:ext uri="{FF2B5EF4-FFF2-40B4-BE49-F238E27FC236}">
                  <a16:creationId xmlns:a16="http://schemas.microsoft.com/office/drawing/2014/main" id="{AD625116-257A-4451-A4FD-6DD73C69FF26}"/>
                </a:ext>
              </a:extLst>
            </p:cNvPr>
            <p:cNvSpPr>
              <a:spLocks noChangeShapeType="1"/>
            </p:cNvSpPr>
            <p:nvPr/>
          </p:nvSpPr>
          <p:spPr bwMode="auto">
            <a:xfrm flipV="1">
              <a:off x="662" y="1267"/>
              <a:ext cx="260" cy="182"/>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14386" name="Rectangle 24">
              <a:extLst>
                <a:ext uri="{FF2B5EF4-FFF2-40B4-BE49-F238E27FC236}">
                  <a16:creationId xmlns:a16="http://schemas.microsoft.com/office/drawing/2014/main" id="{D5A5BD50-65BB-488D-8DBF-37F9B294800A}"/>
                </a:ext>
              </a:extLst>
            </p:cNvPr>
            <p:cNvSpPr>
              <a:spLocks noChangeArrowheads="1"/>
            </p:cNvSpPr>
            <p:nvPr/>
          </p:nvSpPr>
          <p:spPr bwMode="auto">
            <a:xfrm>
              <a:off x="672" y="1392"/>
              <a:ext cx="235"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_tradnl" altLang="en-US" i="1"/>
                <a:t>F</a:t>
              </a:r>
            </a:p>
          </p:txBody>
        </p:sp>
      </p:grpSp>
      <p:sp>
        <p:nvSpPr>
          <p:cNvPr id="20505" name="Arc 25">
            <a:extLst>
              <a:ext uri="{FF2B5EF4-FFF2-40B4-BE49-F238E27FC236}">
                <a16:creationId xmlns:a16="http://schemas.microsoft.com/office/drawing/2014/main" id="{685EB6B8-3DA8-49B9-BFC3-8E13D31E4079}"/>
              </a:ext>
            </a:extLst>
          </p:cNvPr>
          <p:cNvSpPr>
            <a:spLocks/>
          </p:cNvSpPr>
          <p:nvPr/>
        </p:nvSpPr>
        <p:spPr bwMode="auto">
          <a:xfrm rot="10440000">
            <a:off x="8582025" y="1514476"/>
            <a:ext cx="1314450" cy="1319213"/>
          </a:xfrm>
          <a:custGeom>
            <a:avLst/>
            <a:gdLst>
              <a:gd name="T0" fmla="*/ 2147483647 w 21567"/>
              <a:gd name="T1" fmla="*/ 315690999 h 20508"/>
              <a:gd name="T2" fmla="*/ 1535168314 w 21567"/>
              <a:gd name="T3" fmla="*/ 2147483647 h 20508"/>
              <a:gd name="T4" fmla="*/ 0 w 21567"/>
              <a:gd name="T5" fmla="*/ 0 h 20508"/>
              <a:gd name="T6" fmla="*/ 0 60000 65536"/>
              <a:gd name="T7" fmla="*/ 0 60000 65536"/>
              <a:gd name="T8" fmla="*/ 0 60000 65536"/>
              <a:gd name="T9" fmla="*/ 0 w 21567"/>
              <a:gd name="T10" fmla="*/ 0 h 20508"/>
              <a:gd name="T11" fmla="*/ 21567 w 21567"/>
              <a:gd name="T12" fmla="*/ 20508 h 20508"/>
            </a:gdLst>
            <a:ahLst/>
            <a:cxnLst>
              <a:cxn ang="T6">
                <a:pos x="T0" y="T1"/>
              </a:cxn>
              <a:cxn ang="T7">
                <a:pos x="T2" y="T3"/>
              </a:cxn>
              <a:cxn ang="T8">
                <a:pos x="T4" y="T5"/>
              </a:cxn>
            </a:cxnLst>
            <a:rect l="T9" t="T10" r="T11" b="T12"/>
            <a:pathLst>
              <a:path w="21567" h="20508" fill="none" extrusionOk="0">
                <a:moveTo>
                  <a:pt x="21567" y="1186"/>
                </a:moveTo>
                <a:cubicBezTo>
                  <a:pt x="21079" y="10054"/>
                  <a:pt x="15213" y="17719"/>
                  <a:pt x="6780" y="20507"/>
                </a:cubicBezTo>
              </a:path>
              <a:path w="21567" h="20508" stroke="0" extrusionOk="0">
                <a:moveTo>
                  <a:pt x="21567" y="1186"/>
                </a:moveTo>
                <a:cubicBezTo>
                  <a:pt x="21079" y="10054"/>
                  <a:pt x="15213" y="17719"/>
                  <a:pt x="6780" y="20507"/>
                </a:cubicBezTo>
                <a:lnTo>
                  <a:pt x="0" y="0"/>
                </a:lnTo>
                <a:close/>
              </a:path>
            </a:pathLst>
          </a:custGeom>
          <a:noFill/>
          <a:ln w="12700" cap="rnd">
            <a:solidFill>
              <a:schemeClr val="tx1"/>
            </a:solidFill>
            <a:prstDash val="dash"/>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grpSp>
        <p:nvGrpSpPr>
          <p:cNvPr id="4" name="Group 57">
            <a:extLst>
              <a:ext uri="{FF2B5EF4-FFF2-40B4-BE49-F238E27FC236}">
                <a16:creationId xmlns:a16="http://schemas.microsoft.com/office/drawing/2014/main" id="{44761D08-B01A-4C7C-BEAF-054D1B95EA1F}"/>
              </a:ext>
            </a:extLst>
          </p:cNvPr>
          <p:cNvGrpSpPr>
            <a:grpSpLocks/>
          </p:cNvGrpSpPr>
          <p:nvPr/>
        </p:nvGrpSpPr>
        <p:grpSpPr bwMode="auto">
          <a:xfrm>
            <a:off x="6972301" y="4229101"/>
            <a:ext cx="473075" cy="746125"/>
            <a:chOff x="288" y="1597"/>
            <a:chExt cx="298" cy="470"/>
          </a:xfrm>
        </p:grpSpPr>
        <p:sp>
          <p:nvSpPr>
            <p:cNvPr id="14383" name="Line 29">
              <a:extLst>
                <a:ext uri="{FF2B5EF4-FFF2-40B4-BE49-F238E27FC236}">
                  <a16:creationId xmlns:a16="http://schemas.microsoft.com/office/drawing/2014/main" id="{98C503EF-76E4-4D60-9FB5-E1232F2F6415}"/>
                </a:ext>
              </a:extLst>
            </p:cNvPr>
            <p:cNvSpPr>
              <a:spLocks noChangeShapeType="1"/>
            </p:cNvSpPr>
            <p:nvPr/>
          </p:nvSpPr>
          <p:spPr bwMode="auto">
            <a:xfrm flipH="1">
              <a:off x="326" y="1597"/>
              <a:ext cx="260" cy="182"/>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14384" name="Rectangle 31">
              <a:extLst>
                <a:ext uri="{FF2B5EF4-FFF2-40B4-BE49-F238E27FC236}">
                  <a16:creationId xmlns:a16="http://schemas.microsoft.com/office/drawing/2014/main" id="{92F4C884-1689-43B2-BFBB-877DC0176FF6}"/>
                </a:ext>
              </a:extLst>
            </p:cNvPr>
            <p:cNvSpPr>
              <a:spLocks noChangeArrowheads="1"/>
            </p:cNvSpPr>
            <p:nvPr/>
          </p:nvSpPr>
          <p:spPr bwMode="auto">
            <a:xfrm>
              <a:off x="288" y="1776"/>
              <a:ext cx="235"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_tradnl" altLang="en-US" i="1"/>
                <a:t>F</a:t>
              </a:r>
            </a:p>
          </p:txBody>
        </p:sp>
      </p:grpSp>
      <p:sp>
        <p:nvSpPr>
          <p:cNvPr id="20512" name="Arc 32">
            <a:extLst>
              <a:ext uri="{FF2B5EF4-FFF2-40B4-BE49-F238E27FC236}">
                <a16:creationId xmlns:a16="http://schemas.microsoft.com/office/drawing/2014/main" id="{85C66FB7-1FB1-42A8-B6FB-9A192AC7C5B9}"/>
              </a:ext>
            </a:extLst>
          </p:cNvPr>
          <p:cNvSpPr>
            <a:spLocks/>
          </p:cNvSpPr>
          <p:nvPr/>
        </p:nvSpPr>
        <p:spPr bwMode="auto">
          <a:xfrm rot="3900000">
            <a:off x="6812756" y="2890044"/>
            <a:ext cx="827088" cy="609600"/>
          </a:xfrm>
          <a:custGeom>
            <a:avLst/>
            <a:gdLst>
              <a:gd name="T0" fmla="*/ 0 w 21326"/>
              <a:gd name="T1" fmla="*/ 408507149 h 21600"/>
              <a:gd name="T2" fmla="*/ 1241653557 w 21326"/>
              <a:gd name="T3" fmla="*/ 0 h 21600"/>
              <a:gd name="T4" fmla="*/ 1244045076 w 21326"/>
              <a:gd name="T5" fmla="*/ 485542386 h 21600"/>
              <a:gd name="T6" fmla="*/ 0 60000 65536"/>
              <a:gd name="T7" fmla="*/ 0 60000 65536"/>
              <a:gd name="T8" fmla="*/ 0 60000 65536"/>
              <a:gd name="T9" fmla="*/ 0 w 21326"/>
              <a:gd name="T10" fmla="*/ 0 h 21600"/>
              <a:gd name="T11" fmla="*/ 21326 w 21326"/>
              <a:gd name="T12" fmla="*/ 21600 h 21600"/>
            </a:gdLst>
            <a:ahLst/>
            <a:cxnLst>
              <a:cxn ang="T6">
                <a:pos x="T0" y="T1"/>
              </a:cxn>
              <a:cxn ang="T7">
                <a:pos x="T2" y="T3"/>
              </a:cxn>
              <a:cxn ang="T8">
                <a:pos x="T4" y="T5"/>
              </a:cxn>
            </a:cxnLst>
            <a:rect l="T9" t="T10" r="T11" b="T12"/>
            <a:pathLst>
              <a:path w="21326" h="21600" fill="none" extrusionOk="0">
                <a:moveTo>
                  <a:pt x="-1" y="18172"/>
                </a:moveTo>
                <a:cubicBezTo>
                  <a:pt x="1679" y="7716"/>
                  <a:pt x="10694" y="20"/>
                  <a:pt x="21285" y="0"/>
                </a:cubicBezTo>
              </a:path>
              <a:path w="21326" h="21600" stroke="0" extrusionOk="0">
                <a:moveTo>
                  <a:pt x="-1" y="18172"/>
                </a:moveTo>
                <a:cubicBezTo>
                  <a:pt x="1679" y="7716"/>
                  <a:pt x="10694" y="20"/>
                  <a:pt x="21285" y="0"/>
                </a:cubicBezTo>
                <a:lnTo>
                  <a:pt x="21326" y="21600"/>
                </a:lnTo>
                <a:close/>
              </a:path>
            </a:pathLst>
          </a:custGeom>
          <a:noFill/>
          <a:ln w="12700" cap="rnd">
            <a:solidFill>
              <a:schemeClr val="tx1"/>
            </a:solidFill>
            <a:prstDash val="dash"/>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sp>
        <p:nvSpPr>
          <p:cNvPr id="20513" name="Line 33">
            <a:extLst>
              <a:ext uri="{FF2B5EF4-FFF2-40B4-BE49-F238E27FC236}">
                <a16:creationId xmlns:a16="http://schemas.microsoft.com/office/drawing/2014/main" id="{F6C328E2-3747-4FF5-8142-703597E832B5}"/>
              </a:ext>
            </a:extLst>
          </p:cNvPr>
          <p:cNvSpPr>
            <a:spLocks noChangeShapeType="1"/>
          </p:cNvSpPr>
          <p:nvPr/>
        </p:nvSpPr>
        <p:spPr bwMode="auto">
          <a:xfrm>
            <a:off x="6172200" y="2057400"/>
            <a:ext cx="1447800" cy="381000"/>
          </a:xfrm>
          <a:prstGeom prst="line">
            <a:avLst/>
          </a:prstGeom>
          <a:noFill/>
          <a:ln w="25400">
            <a:solidFill>
              <a:srgbClr val="00008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0514" name="Line 34">
            <a:extLst>
              <a:ext uri="{FF2B5EF4-FFF2-40B4-BE49-F238E27FC236}">
                <a16:creationId xmlns:a16="http://schemas.microsoft.com/office/drawing/2014/main" id="{541CA25B-B635-43BF-B225-C29879AC1E2F}"/>
              </a:ext>
            </a:extLst>
          </p:cNvPr>
          <p:cNvSpPr>
            <a:spLocks noChangeShapeType="1"/>
          </p:cNvSpPr>
          <p:nvPr/>
        </p:nvSpPr>
        <p:spPr bwMode="auto">
          <a:xfrm>
            <a:off x="9220200" y="3352800"/>
            <a:ext cx="990600" cy="304800"/>
          </a:xfrm>
          <a:prstGeom prst="line">
            <a:avLst/>
          </a:prstGeom>
          <a:noFill/>
          <a:ln w="25400">
            <a:solidFill>
              <a:srgbClr val="000080"/>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20515" name="Line 35">
            <a:extLst>
              <a:ext uri="{FF2B5EF4-FFF2-40B4-BE49-F238E27FC236}">
                <a16:creationId xmlns:a16="http://schemas.microsoft.com/office/drawing/2014/main" id="{595CE89C-2D1E-4EE8-9604-F3861BB9A67E}"/>
              </a:ext>
            </a:extLst>
          </p:cNvPr>
          <p:cNvSpPr>
            <a:spLocks noChangeShapeType="1"/>
          </p:cNvSpPr>
          <p:nvPr/>
        </p:nvSpPr>
        <p:spPr bwMode="auto">
          <a:xfrm>
            <a:off x="5638801" y="2362200"/>
            <a:ext cx="1381125" cy="433388"/>
          </a:xfrm>
          <a:prstGeom prst="line">
            <a:avLst/>
          </a:prstGeom>
          <a:noFill/>
          <a:ln w="25400">
            <a:solidFill>
              <a:srgbClr val="00008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0516" name="Line 36">
            <a:extLst>
              <a:ext uri="{FF2B5EF4-FFF2-40B4-BE49-F238E27FC236}">
                <a16:creationId xmlns:a16="http://schemas.microsoft.com/office/drawing/2014/main" id="{9C0D05CA-5B5B-4B36-A76F-EF2988CCE872}"/>
              </a:ext>
            </a:extLst>
          </p:cNvPr>
          <p:cNvSpPr>
            <a:spLocks noChangeShapeType="1"/>
          </p:cNvSpPr>
          <p:nvPr/>
        </p:nvSpPr>
        <p:spPr bwMode="auto">
          <a:xfrm>
            <a:off x="8915400" y="3810000"/>
            <a:ext cx="990600" cy="304800"/>
          </a:xfrm>
          <a:prstGeom prst="line">
            <a:avLst/>
          </a:prstGeom>
          <a:noFill/>
          <a:ln w="25400">
            <a:solidFill>
              <a:srgbClr val="000080"/>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20517" name="Line 37">
            <a:extLst>
              <a:ext uri="{FF2B5EF4-FFF2-40B4-BE49-F238E27FC236}">
                <a16:creationId xmlns:a16="http://schemas.microsoft.com/office/drawing/2014/main" id="{A31B628D-F069-461E-A681-369D0C671963}"/>
              </a:ext>
            </a:extLst>
          </p:cNvPr>
          <p:cNvSpPr>
            <a:spLocks noChangeShapeType="1"/>
          </p:cNvSpPr>
          <p:nvPr/>
        </p:nvSpPr>
        <p:spPr bwMode="auto">
          <a:xfrm>
            <a:off x="5491163" y="3487738"/>
            <a:ext cx="1338262" cy="374650"/>
          </a:xfrm>
          <a:prstGeom prst="line">
            <a:avLst/>
          </a:prstGeom>
          <a:noFill/>
          <a:ln w="25400">
            <a:solidFill>
              <a:srgbClr val="00008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0518" name="Line 38">
            <a:extLst>
              <a:ext uri="{FF2B5EF4-FFF2-40B4-BE49-F238E27FC236}">
                <a16:creationId xmlns:a16="http://schemas.microsoft.com/office/drawing/2014/main" id="{70C577B6-0CD6-4E0F-847C-95A3DF761A09}"/>
              </a:ext>
            </a:extLst>
          </p:cNvPr>
          <p:cNvSpPr>
            <a:spLocks noChangeShapeType="1"/>
          </p:cNvSpPr>
          <p:nvPr/>
        </p:nvSpPr>
        <p:spPr bwMode="auto">
          <a:xfrm>
            <a:off x="8229600" y="4343400"/>
            <a:ext cx="990600" cy="304800"/>
          </a:xfrm>
          <a:prstGeom prst="line">
            <a:avLst/>
          </a:prstGeom>
          <a:noFill/>
          <a:ln w="25400">
            <a:solidFill>
              <a:srgbClr val="000080"/>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20519" name="Line 39">
            <a:extLst>
              <a:ext uri="{FF2B5EF4-FFF2-40B4-BE49-F238E27FC236}">
                <a16:creationId xmlns:a16="http://schemas.microsoft.com/office/drawing/2014/main" id="{A0FA9622-23F2-4D21-8D1A-ACE6F5E20C1B}"/>
              </a:ext>
            </a:extLst>
          </p:cNvPr>
          <p:cNvSpPr>
            <a:spLocks noChangeShapeType="1"/>
          </p:cNvSpPr>
          <p:nvPr/>
        </p:nvSpPr>
        <p:spPr bwMode="auto">
          <a:xfrm>
            <a:off x="5657851" y="4467225"/>
            <a:ext cx="1114425" cy="280988"/>
          </a:xfrm>
          <a:prstGeom prst="line">
            <a:avLst/>
          </a:prstGeom>
          <a:noFill/>
          <a:ln w="25400">
            <a:solidFill>
              <a:srgbClr val="00008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0520" name="Line 40">
            <a:extLst>
              <a:ext uri="{FF2B5EF4-FFF2-40B4-BE49-F238E27FC236}">
                <a16:creationId xmlns:a16="http://schemas.microsoft.com/office/drawing/2014/main" id="{ADA1917B-7DF5-466A-9F6D-F1D982EB1932}"/>
              </a:ext>
            </a:extLst>
          </p:cNvPr>
          <p:cNvSpPr>
            <a:spLocks noChangeShapeType="1"/>
          </p:cNvSpPr>
          <p:nvPr/>
        </p:nvSpPr>
        <p:spPr bwMode="auto">
          <a:xfrm>
            <a:off x="7696200" y="4953000"/>
            <a:ext cx="990600" cy="304800"/>
          </a:xfrm>
          <a:prstGeom prst="line">
            <a:avLst/>
          </a:prstGeom>
          <a:noFill/>
          <a:ln w="25400">
            <a:solidFill>
              <a:srgbClr val="000080"/>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20524" name="Text Box 44">
            <a:extLst>
              <a:ext uri="{FF2B5EF4-FFF2-40B4-BE49-F238E27FC236}">
                <a16:creationId xmlns:a16="http://schemas.microsoft.com/office/drawing/2014/main" id="{930814AF-F57F-4067-A5C9-26BBE771DFAE}"/>
              </a:ext>
            </a:extLst>
          </p:cNvPr>
          <p:cNvSpPr txBox="1">
            <a:spLocks noChangeArrowheads="1"/>
          </p:cNvSpPr>
          <p:nvPr/>
        </p:nvSpPr>
        <p:spPr bwMode="auto">
          <a:xfrm>
            <a:off x="9737725" y="3905251"/>
            <a:ext cx="40748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_tradnl" altLang="en-US" b="1">
                <a:solidFill>
                  <a:schemeClr val="tx2"/>
                </a:solidFill>
              </a:rPr>
              <a:t>B</a:t>
            </a:r>
          </a:p>
        </p:txBody>
      </p:sp>
      <p:sp>
        <p:nvSpPr>
          <p:cNvPr id="14364" name="Rectangle 48">
            <a:extLst>
              <a:ext uri="{FF2B5EF4-FFF2-40B4-BE49-F238E27FC236}">
                <a16:creationId xmlns:a16="http://schemas.microsoft.com/office/drawing/2014/main" id="{9784FA94-ECD2-4BFD-AFB1-2451CCB563C8}"/>
              </a:ext>
            </a:extLst>
          </p:cNvPr>
          <p:cNvSpPr>
            <a:spLocks noChangeArrowheads="1"/>
          </p:cNvSpPr>
          <p:nvPr/>
        </p:nvSpPr>
        <p:spPr bwMode="auto">
          <a:xfrm>
            <a:off x="7251700" y="5854700"/>
            <a:ext cx="2438400" cy="685800"/>
          </a:xfrm>
          <a:prstGeom prst="rect">
            <a:avLst/>
          </a:prstGeom>
          <a:solidFill>
            <a:schemeClr val="accent1"/>
          </a:solidFill>
          <a:ln w="12700">
            <a:solidFill>
              <a:schemeClr val="tx1"/>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sp>
        <p:nvSpPr>
          <p:cNvPr id="14365" name="Text Box 46">
            <a:extLst>
              <a:ext uri="{FF2B5EF4-FFF2-40B4-BE49-F238E27FC236}">
                <a16:creationId xmlns:a16="http://schemas.microsoft.com/office/drawing/2014/main" id="{06AE295E-EE3C-480B-B28F-1B9C404A6D6E}"/>
              </a:ext>
            </a:extLst>
          </p:cNvPr>
          <p:cNvSpPr txBox="1">
            <a:spLocks noChangeArrowheads="1"/>
          </p:cNvSpPr>
          <p:nvPr/>
        </p:nvSpPr>
        <p:spPr bwMode="auto">
          <a:xfrm>
            <a:off x="7451726" y="5954714"/>
            <a:ext cx="190949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_tradnl" altLang="en-US"/>
              <a:t>F = qvBsen</a:t>
            </a:r>
            <a:r>
              <a:rPr lang="es-ES_tradnl" altLang="en-US">
                <a:latin typeface="Symbol" panose="05050102010706020507" pitchFamily="18" charset="2"/>
              </a:rPr>
              <a:t>q</a:t>
            </a:r>
            <a:endParaRPr lang="es-ES_tradnl" altLang="en-US"/>
          </a:p>
        </p:txBody>
      </p:sp>
      <p:grpSp>
        <p:nvGrpSpPr>
          <p:cNvPr id="5" name="Group 55">
            <a:extLst>
              <a:ext uri="{FF2B5EF4-FFF2-40B4-BE49-F238E27FC236}">
                <a16:creationId xmlns:a16="http://schemas.microsoft.com/office/drawing/2014/main" id="{E5F61AE5-32D0-4607-9B86-C56D42D2C2A4}"/>
              </a:ext>
            </a:extLst>
          </p:cNvPr>
          <p:cNvGrpSpPr>
            <a:grpSpLocks/>
          </p:cNvGrpSpPr>
          <p:nvPr/>
        </p:nvGrpSpPr>
        <p:grpSpPr bwMode="auto">
          <a:xfrm>
            <a:off x="3619500" y="3708400"/>
            <a:ext cx="304800" cy="304800"/>
            <a:chOff x="432" y="1584"/>
            <a:chExt cx="192" cy="192"/>
          </a:xfrm>
        </p:grpSpPr>
        <p:sp>
          <p:nvSpPr>
            <p:cNvPr id="14379" name="Oval 51">
              <a:extLst>
                <a:ext uri="{FF2B5EF4-FFF2-40B4-BE49-F238E27FC236}">
                  <a16:creationId xmlns:a16="http://schemas.microsoft.com/office/drawing/2014/main" id="{1F0D052A-0500-48F8-A74F-4ADB146A5EFE}"/>
                </a:ext>
              </a:extLst>
            </p:cNvPr>
            <p:cNvSpPr>
              <a:spLocks noChangeArrowheads="1"/>
            </p:cNvSpPr>
            <p:nvPr/>
          </p:nvSpPr>
          <p:spPr bwMode="auto">
            <a:xfrm>
              <a:off x="432" y="1584"/>
              <a:ext cx="192" cy="192"/>
            </a:xfrm>
            <a:prstGeom prst="ellipse">
              <a:avLst/>
            </a:prstGeom>
            <a:solidFill>
              <a:schemeClr val="accent1"/>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grpSp>
          <p:nvGrpSpPr>
            <p:cNvPr id="14380" name="Group 54">
              <a:extLst>
                <a:ext uri="{FF2B5EF4-FFF2-40B4-BE49-F238E27FC236}">
                  <a16:creationId xmlns:a16="http://schemas.microsoft.com/office/drawing/2014/main" id="{0657BBE3-AB78-4CDF-95AD-0E27A1AFFA40}"/>
                </a:ext>
              </a:extLst>
            </p:cNvPr>
            <p:cNvGrpSpPr>
              <a:grpSpLocks noChangeAspect="1"/>
            </p:cNvGrpSpPr>
            <p:nvPr/>
          </p:nvGrpSpPr>
          <p:grpSpPr bwMode="auto">
            <a:xfrm>
              <a:off x="464" y="1620"/>
              <a:ext cx="136" cy="136"/>
              <a:chOff x="108" y="2160"/>
              <a:chExt cx="192" cy="192"/>
            </a:xfrm>
          </p:grpSpPr>
          <p:sp>
            <p:nvSpPr>
              <p:cNvPr id="14381" name="Line 52">
                <a:extLst>
                  <a:ext uri="{FF2B5EF4-FFF2-40B4-BE49-F238E27FC236}">
                    <a16:creationId xmlns:a16="http://schemas.microsoft.com/office/drawing/2014/main" id="{D5B14395-F53A-47D5-9CDA-394B7CFF67FC}"/>
                  </a:ext>
                </a:extLst>
              </p:cNvPr>
              <p:cNvSpPr>
                <a:spLocks noChangeAspect="1" noChangeShapeType="1"/>
              </p:cNvSpPr>
              <p:nvPr/>
            </p:nvSpPr>
            <p:spPr bwMode="auto">
              <a:xfrm>
                <a:off x="192" y="2160"/>
                <a:ext cx="0" cy="192"/>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4382" name="Line 53">
                <a:extLst>
                  <a:ext uri="{FF2B5EF4-FFF2-40B4-BE49-F238E27FC236}">
                    <a16:creationId xmlns:a16="http://schemas.microsoft.com/office/drawing/2014/main" id="{DD460165-E3ED-42F1-9161-B0A668F47420}"/>
                  </a:ext>
                </a:extLst>
              </p:cNvPr>
              <p:cNvSpPr>
                <a:spLocks noChangeAspect="1" noChangeShapeType="1"/>
              </p:cNvSpPr>
              <p:nvPr/>
            </p:nvSpPr>
            <p:spPr bwMode="auto">
              <a:xfrm rot="-5400000">
                <a:off x="204" y="2160"/>
                <a:ext cx="0" cy="192"/>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7" name="Group 58">
            <a:extLst>
              <a:ext uri="{FF2B5EF4-FFF2-40B4-BE49-F238E27FC236}">
                <a16:creationId xmlns:a16="http://schemas.microsoft.com/office/drawing/2014/main" id="{6020FEAF-4948-4E8E-98DF-0DA0709DDEDC}"/>
              </a:ext>
            </a:extLst>
          </p:cNvPr>
          <p:cNvGrpSpPr>
            <a:grpSpLocks/>
          </p:cNvGrpSpPr>
          <p:nvPr/>
        </p:nvGrpSpPr>
        <p:grpSpPr bwMode="auto">
          <a:xfrm>
            <a:off x="7391400" y="2895600"/>
            <a:ext cx="469900" cy="1385888"/>
            <a:chOff x="542" y="816"/>
            <a:chExt cx="296" cy="873"/>
          </a:xfrm>
        </p:grpSpPr>
        <p:sp>
          <p:nvSpPr>
            <p:cNvPr id="14375" name="Oval 27">
              <a:extLst>
                <a:ext uri="{FF2B5EF4-FFF2-40B4-BE49-F238E27FC236}">
                  <a16:creationId xmlns:a16="http://schemas.microsoft.com/office/drawing/2014/main" id="{1E08F67C-E751-4F7D-A380-312D28469E27}"/>
                </a:ext>
              </a:extLst>
            </p:cNvPr>
            <p:cNvSpPr>
              <a:spLocks noChangeArrowheads="1"/>
            </p:cNvSpPr>
            <p:nvPr/>
          </p:nvSpPr>
          <p:spPr bwMode="auto">
            <a:xfrm>
              <a:off x="542" y="1409"/>
              <a:ext cx="280" cy="280"/>
            </a:xfrm>
            <a:prstGeom prst="ellipse">
              <a:avLst/>
            </a:prstGeom>
            <a:solidFill>
              <a:schemeClr val="accent2"/>
            </a:solidFill>
            <a:ln w="12700">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sp>
          <p:nvSpPr>
            <p:cNvPr id="14376" name="Line 28">
              <a:extLst>
                <a:ext uri="{FF2B5EF4-FFF2-40B4-BE49-F238E27FC236}">
                  <a16:creationId xmlns:a16="http://schemas.microsoft.com/office/drawing/2014/main" id="{F073EAD8-FAF2-435B-BB6B-FDA1B6DB6752}"/>
                </a:ext>
              </a:extLst>
            </p:cNvPr>
            <p:cNvSpPr>
              <a:spLocks noChangeShapeType="1"/>
            </p:cNvSpPr>
            <p:nvPr/>
          </p:nvSpPr>
          <p:spPr bwMode="auto">
            <a:xfrm flipV="1">
              <a:off x="682" y="1069"/>
              <a:ext cx="0" cy="384"/>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14377" name="Rectangle 30">
              <a:extLst>
                <a:ext uri="{FF2B5EF4-FFF2-40B4-BE49-F238E27FC236}">
                  <a16:creationId xmlns:a16="http://schemas.microsoft.com/office/drawing/2014/main" id="{722FD996-DE71-4221-B055-7EA19D629C0E}"/>
                </a:ext>
              </a:extLst>
            </p:cNvPr>
            <p:cNvSpPr>
              <a:spLocks noChangeArrowheads="1"/>
            </p:cNvSpPr>
            <p:nvPr/>
          </p:nvSpPr>
          <p:spPr bwMode="auto">
            <a:xfrm>
              <a:off x="624" y="816"/>
              <a:ext cx="21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_tradnl" altLang="en-US"/>
                <a:t>v</a:t>
              </a:r>
              <a:endParaRPr lang="es-ES_tradnl" altLang="en-US">
                <a:latin typeface="Symbol" panose="05050102010706020507" pitchFamily="18" charset="2"/>
              </a:endParaRPr>
            </a:p>
          </p:txBody>
        </p:sp>
        <p:sp>
          <p:nvSpPr>
            <p:cNvPr id="14378" name="Line 56">
              <a:extLst>
                <a:ext uri="{FF2B5EF4-FFF2-40B4-BE49-F238E27FC236}">
                  <a16:creationId xmlns:a16="http://schemas.microsoft.com/office/drawing/2014/main" id="{1CAFAC11-BD66-43EC-9921-AE3111FFCA9B}"/>
                </a:ext>
              </a:extLst>
            </p:cNvPr>
            <p:cNvSpPr>
              <a:spLocks noChangeShapeType="1"/>
            </p:cNvSpPr>
            <p:nvPr/>
          </p:nvSpPr>
          <p:spPr bwMode="auto">
            <a:xfrm>
              <a:off x="612" y="1560"/>
              <a:ext cx="144" cy="0"/>
            </a:xfrm>
            <a:prstGeom prst="line">
              <a:avLst/>
            </a:prstGeom>
            <a:noFill/>
            <a:ln w="38100">
              <a:solidFill>
                <a:schemeClr val="bg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8" name="Group 63">
            <a:extLst>
              <a:ext uri="{FF2B5EF4-FFF2-40B4-BE49-F238E27FC236}">
                <a16:creationId xmlns:a16="http://schemas.microsoft.com/office/drawing/2014/main" id="{646674B7-D5E9-480A-86F7-219C8C219335}"/>
              </a:ext>
            </a:extLst>
          </p:cNvPr>
          <p:cNvGrpSpPr>
            <a:grpSpLocks/>
          </p:cNvGrpSpPr>
          <p:nvPr/>
        </p:nvGrpSpPr>
        <p:grpSpPr bwMode="auto">
          <a:xfrm>
            <a:off x="8229601" y="2590801"/>
            <a:ext cx="619125" cy="1166813"/>
            <a:chOff x="288" y="912"/>
            <a:chExt cx="390" cy="735"/>
          </a:xfrm>
        </p:grpSpPr>
        <p:sp>
          <p:nvSpPr>
            <p:cNvPr id="14369" name="Oval 20">
              <a:extLst>
                <a:ext uri="{FF2B5EF4-FFF2-40B4-BE49-F238E27FC236}">
                  <a16:creationId xmlns:a16="http://schemas.microsoft.com/office/drawing/2014/main" id="{6049A9D8-66B1-494F-89F1-1FAC39BAB7BA}"/>
                </a:ext>
              </a:extLst>
            </p:cNvPr>
            <p:cNvSpPr>
              <a:spLocks noChangeArrowheads="1"/>
            </p:cNvSpPr>
            <p:nvPr/>
          </p:nvSpPr>
          <p:spPr bwMode="auto">
            <a:xfrm>
              <a:off x="398" y="1367"/>
              <a:ext cx="280" cy="280"/>
            </a:xfrm>
            <a:prstGeom prst="ellipse">
              <a:avLst/>
            </a:prstGeom>
            <a:solidFill>
              <a:schemeClr val="accent1"/>
            </a:solidFill>
            <a:ln w="12700">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sp>
          <p:nvSpPr>
            <p:cNvPr id="14370" name="Line 21">
              <a:extLst>
                <a:ext uri="{FF2B5EF4-FFF2-40B4-BE49-F238E27FC236}">
                  <a16:creationId xmlns:a16="http://schemas.microsoft.com/office/drawing/2014/main" id="{4988E518-52C0-473A-9E02-83BE10D8BD2B}"/>
                </a:ext>
              </a:extLst>
            </p:cNvPr>
            <p:cNvSpPr>
              <a:spLocks noChangeShapeType="1"/>
            </p:cNvSpPr>
            <p:nvPr/>
          </p:nvSpPr>
          <p:spPr bwMode="auto">
            <a:xfrm flipV="1">
              <a:off x="556" y="1027"/>
              <a:ext cx="0" cy="384"/>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14371" name="Rectangle 23">
              <a:extLst>
                <a:ext uri="{FF2B5EF4-FFF2-40B4-BE49-F238E27FC236}">
                  <a16:creationId xmlns:a16="http://schemas.microsoft.com/office/drawing/2014/main" id="{6F607EBF-AA3C-4413-8E97-F2CE13A2E265}"/>
                </a:ext>
              </a:extLst>
            </p:cNvPr>
            <p:cNvSpPr>
              <a:spLocks noChangeArrowheads="1"/>
            </p:cNvSpPr>
            <p:nvPr/>
          </p:nvSpPr>
          <p:spPr bwMode="auto">
            <a:xfrm>
              <a:off x="288" y="912"/>
              <a:ext cx="21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_tradnl" altLang="en-US"/>
                <a:t>v</a:t>
              </a:r>
              <a:endParaRPr lang="es-ES_tradnl" altLang="en-US">
                <a:latin typeface="Symbol" panose="05050102010706020507" pitchFamily="18" charset="2"/>
              </a:endParaRPr>
            </a:p>
          </p:txBody>
        </p:sp>
        <p:grpSp>
          <p:nvGrpSpPr>
            <p:cNvPr id="14372" name="Group 61">
              <a:extLst>
                <a:ext uri="{FF2B5EF4-FFF2-40B4-BE49-F238E27FC236}">
                  <a16:creationId xmlns:a16="http://schemas.microsoft.com/office/drawing/2014/main" id="{DAF3D96B-845C-4E83-AC70-C5B456303DFF}"/>
                </a:ext>
              </a:extLst>
            </p:cNvPr>
            <p:cNvGrpSpPr>
              <a:grpSpLocks/>
            </p:cNvGrpSpPr>
            <p:nvPr/>
          </p:nvGrpSpPr>
          <p:grpSpPr bwMode="auto">
            <a:xfrm>
              <a:off x="444" y="1416"/>
              <a:ext cx="192" cy="192"/>
              <a:chOff x="240" y="1920"/>
              <a:chExt cx="192" cy="192"/>
            </a:xfrm>
          </p:grpSpPr>
          <p:sp>
            <p:nvSpPr>
              <p:cNvPr id="14373" name="Line 59">
                <a:extLst>
                  <a:ext uri="{FF2B5EF4-FFF2-40B4-BE49-F238E27FC236}">
                    <a16:creationId xmlns:a16="http://schemas.microsoft.com/office/drawing/2014/main" id="{044D3337-6FDC-4616-82EC-04B53F1526F6}"/>
                  </a:ext>
                </a:extLst>
              </p:cNvPr>
              <p:cNvSpPr>
                <a:spLocks noChangeShapeType="1"/>
              </p:cNvSpPr>
              <p:nvPr/>
            </p:nvSpPr>
            <p:spPr bwMode="auto">
              <a:xfrm>
                <a:off x="336" y="1920"/>
                <a:ext cx="0" cy="19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4374" name="Line 60">
                <a:extLst>
                  <a:ext uri="{FF2B5EF4-FFF2-40B4-BE49-F238E27FC236}">
                    <a16:creationId xmlns:a16="http://schemas.microsoft.com/office/drawing/2014/main" id="{D69CFC0A-EBCB-4FD1-8134-417079C12AF6}"/>
                  </a:ext>
                </a:extLst>
              </p:cNvPr>
              <p:cNvSpPr>
                <a:spLocks noChangeShapeType="1"/>
              </p:cNvSpPr>
              <p:nvPr/>
            </p:nvSpPr>
            <p:spPr bwMode="auto">
              <a:xfrm rot="-5400000">
                <a:off x="336" y="1920"/>
                <a:ext cx="0" cy="19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aphicFrame>
        <p:nvGraphicFramePr>
          <p:cNvPr id="14338" name="Object 14">
            <a:extLst>
              <a:ext uri="{FF2B5EF4-FFF2-40B4-BE49-F238E27FC236}">
                <a16:creationId xmlns:a16="http://schemas.microsoft.com/office/drawing/2014/main" id="{B1D1C703-814F-424F-AB9B-4AA8E6E8729E}"/>
              </a:ext>
            </a:extLst>
          </p:cNvPr>
          <p:cNvGraphicFramePr>
            <a:graphicFrameLocks noChangeAspect="1"/>
          </p:cNvGraphicFramePr>
          <p:nvPr/>
        </p:nvGraphicFramePr>
        <p:xfrm>
          <a:off x="2593976" y="5461000"/>
          <a:ext cx="2447925" cy="825500"/>
        </p:xfrm>
        <a:graphic>
          <a:graphicData uri="http://schemas.openxmlformats.org/presentationml/2006/ole">
            <mc:AlternateContent xmlns:mc="http://schemas.openxmlformats.org/markup-compatibility/2006">
              <mc:Choice xmlns:v="urn:schemas-microsoft-com:vml" Requires="v">
                <p:oleObj spid="_x0000_s1033" name="Ecuación" r:id="rId4" imgW="660240" imgH="215640" progId="Equation.3">
                  <p:embed/>
                </p:oleObj>
              </mc:Choice>
              <mc:Fallback>
                <p:oleObj name="Ecuación" r:id="rId4" imgW="660240" imgH="215640" progId="Equation.3">
                  <p:embed/>
                  <p:pic>
                    <p:nvPicPr>
                      <p:cNvPr id="14338" name="Object 14">
                        <a:extLst>
                          <a:ext uri="{FF2B5EF4-FFF2-40B4-BE49-F238E27FC236}">
                            <a16:creationId xmlns:a16="http://schemas.microsoft.com/office/drawing/2014/main" id="{B1D1C703-814F-424F-AB9B-4AA8E6E8729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3976" y="5461000"/>
                        <a:ext cx="2447925" cy="825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5" fill="hold" grpId="0" nodeType="clickEffect">
                                  <p:stCondLst>
                                    <p:cond delay="0"/>
                                  </p:stCondLst>
                                  <p:childTnLst>
                                    <p:set>
                                      <p:cBhvr>
                                        <p:cTn id="6" dur="1" fill="hold">
                                          <p:stCondLst>
                                            <p:cond delay="0"/>
                                          </p:stCondLst>
                                        </p:cTn>
                                        <p:tgtEl>
                                          <p:spTgt spid="20482"/>
                                        </p:tgtEl>
                                        <p:attrNameLst>
                                          <p:attrName>style.visibility</p:attrName>
                                        </p:attrNameLst>
                                      </p:cBhvr>
                                      <p:to>
                                        <p:strVal val="visible"/>
                                      </p:to>
                                    </p:set>
                                    <p:animEffect transition="in" filter="randombar(vertical)">
                                      <p:cBhvr>
                                        <p:cTn id="7" dur="500"/>
                                        <p:tgtEl>
                                          <p:spTgt spid="2048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0483"/>
                                        </p:tgtEl>
                                        <p:attrNameLst>
                                          <p:attrName>style.visibility</p:attrName>
                                        </p:attrNameLst>
                                      </p:cBhvr>
                                      <p:to>
                                        <p:strVal val="visible"/>
                                      </p:to>
                                    </p:set>
                                    <p:animEffect transition="in" filter="wipe(up)">
                                      <p:cBhvr>
                                        <p:cTn id="12" dur="500"/>
                                        <p:tgtEl>
                                          <p:spTgt spid="2048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20484"/>
                                        </p:tgtEl>
                                        <p:attrNameLst>
                                          <p:attrName>style.visibility</p:attrName>
                                        </p:attrNameLst>
                                      </p:cBhvr>
                                      <p:to>
                                        <p:strVal val="visible"/>
                                      </p:to>
                                    </p:set>
                                  </p:childTnLst>
                                </p:cTn>
                              </p:par>
                            </p:childTnLst>
                          </p:cTn>
                        </p:par>
                        <p:par>
                          <p:cTn id="17" fill="hold" nodeType="afterGroup">
                            <p:stCondLst>
                              <p:cond delay="500"/>
                            </p:stCondLst>
                            <p:childTnLst>
                              <p:par>
                                <p:cTn id="18" presetID="1" presetClass="entr" presetSubtype="0" fill="hold" nodeType="afterEffect">
                                  <p:stCondLst>
                                    <p:cond delay="0"/>
                                  </p:stCondLst>
                                  <p:childTnLst>
                                    <p:set>
                                      <p:cBhvr>
                                        <p:cTn id="19" dur="1" fill="hold">
                                          <p:stCondLst>
                                            <p:cond delay="499"/>
                                          </p:stCondLst>
                                        </p:cTn>
                                        <p:tgtEl>
                                          <p:spTgt spid="5"/>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14" presetClass="entr" presetSubtype="5" fill="hold" nodeType="clickEffect">
                                  <p:stCondLst>
                                    <p:cond delay="0"/>
                                  </p:stCondLst>
                                  <p:childTnLst>
                                    <p:set>
                                      <p:cBhvr>
                                        <p:cTn id="23" dur="1" fill="hold">
                                          <p:stCondLst>
                                            <p:cond delay="0"/>
                                          </p:stCondLst>
                                        </p:cTn>
                                        <p:tgtEl>
                                          <p:spTgt spid="20492"/>
                                        </p:tgtEl>
                                        <p:attrNameLst>
                                          <p:attrName>style.visibility</p:attrName>
                                        </p:attrNameLst>
                                      </p:cBhvr>
                                      <p:to>
                                        <p:strVal val="visible"/>
                                      </p:to>
                                    </p:set>
                                    <p:animEffect transition="in" filter="randombar(vertical)">
                                      <p:cBhvr>
                                        <p:cTn id="24" dur="500"/>
                                        <p:tgtEl>
                                          <p:spTgt spid="20492"/>
                                        </p:tgtEl>
                                      </p:cBhvr>
                                    </p:animEffect>
                                  </p:childTnLst>
                                </p:cTn>
                              </p:par>
                            </p:childTnLst>
                          </p:cTn>
                        </p:par>
                        <p:par>
                          <p:cTn id="25" fill="hold" nodeType="afterGroup">
                            <p:stCondLst>
                              <p:cond delay="500"/>
                            </p:stCondLst>
                            <p:childTnLst>
                              <p:par>
                                <p:cTn id="26" presetID="1" presetClass="entr" presetSubtype="0" fill="hold" grpId="0" nodeType="afterEffect">
                                  <p:stCondLst>
                                    <p:cond delay="0"/>
                                  </p:stCondLst>
                                  <p:childTnLst>
                                    <p:set>
                                      <p:cBhvr>
                                        <p:cTn id="27" dur="1" fill="hold">
                                          <p:stCondLst>
                                            <p:cond delay="499"/>
                                          </p:stCondLst>
                                        </p:cTn>
                                        <p:tgtEl>
                                          <p:spTgt spid="20493"/>
                                        </p:tgtEl>
                                        <p:attrNameLst>
                                          <p:attrName>style.visibility</p:attrName>
                                        </p:attrNameLst>
                                      </p:cBhvr>
                                      <p:to>
                                        <p:strVal val="visible"/>
                                      </p:to>
                                    </p:set>
                                  </p:childTnLst>
                                </p:cTn>
                              </p:par>
                            </p:childTnLst>
                          </p:cTn>
                        </p:par>
                      </p:childTnLst>
                    </p:cTn>
                  </p:par>
                  <p:par>
                    <p:cTn id="28" fill="hold" nodeType="clickPar">
                      <p:stCondLst>
                        <p:cond delay="indefinite"/>
                      </p:stCondLst>
                      <p:childTnLst>
                        <p:par>
                          <p:cTn id="29" fill="hold" nodeType="withGroup">
                            <p:stCondLst>
                              <p:cond delay="0"/>
                            </p:stCondLst>
                            <p:childTnLst>
                              <p:par>
                                <p:cTn id="30" presetID="14" presetClass="entr" presetSubtype="5" fill="hold" nodeType="clickEffect">
                                  <p:stCondLst>
                                    <p:cond delay="0"/>
                                  </p:stCondLst>
                                  <p:childTnLst>
                                    <p:set>
                                      <p:cBhvr>
                                        <p:cTn id="31" dur="1" fill="hold">
                                          <p:stCondLst>
                                            <p:cond delay="0"/>
                                          </p:stCondLst>
                                        </p:cTn>
                                        <p:tgtEl>
                                          <p:spTgt spid="20486"/>
                                        </p:tgtEl>
                                        <p:attrNameLst>
                                          <p:attrName>style.visibility</p:attrName>
                                        </p:attrNameLst>
                                      </p:cBhvr>
                                      <p:to>
                                        <p:strVal val="visible"/>
                                      </p:to>
                                    </p:set>
                                    <p:animEffect transition="in" filter="randombar(vertical)">
                                      <p:cBhvr>
                                        <p:cTn id="32" dur="500"/>
                                        <p:tgtEl>
                                          <p:spTgt spid="20486"/>
                                        </p:tgtEl>
                                      </p:cBhvr>
                                    </p:animEffect>
                                  </p:childTnLst>
                                </p:cTn>
                              </p:par>
                            </p:childTnLst>
                          </p:cTn>
                        </p:par>
                        <p:par>
                          <p:cTn id="33" fill="hold" nodeType="afterGroup">
                            <p:stCondLst>
                              <p:cond delay="500"/>
                            </p:stCondLst>
                            <p:childTnLst>
                              <p:par>
                                <p:cTn id="34" presetID="1" presetClass="entr" presetSubtype="0" fill="hold" grpId="0" nodeType="afterEffect">
                                  <p:stCondLst>
                                    <p:cond delay="0"/>
                                  </p:stCondLst>
                                  <p:childTnLst>
                                    <p:set>
                                      <p:cBhvr>
                                        <p:cTn id="35" dur="1" fill="hold">
                                          <p:stCondLst>
                                            <p:cond delay="499"/>
                                          </p:stCondLst>
                                        </p:cTn>
                                        <p:tgtEl>
                                          <p:spTgt spid="20487"/>
                                        </p:tgtEl>
                                        <p:attrNameLst>
                                          <p:attrName>style.visibility</p:attrName>
                                        </p:attrNameLst>
                                      </p:cBhvr>
                                      <p:to>
                                        <p:strVal val="visible"/>
                                      </p:to>
                                    </p:set>
                                  </p:childTnLst>
                                </p:cTn>
                              </p:par>
                            </p:childTnLst>
                          </p:cTn>
                        </p:par>
                      </p:childTnLst>
                    </p:cTn>
                  </p:par>
                  <p:par>
                    <p:cTn id="36" fill="hold" nodeType="clickPar">
                      <p:stCondLst>
                        <p:cond delay="indefinite"/>
                      </p:stCondLst>
                      <p:childTnLst>
                        <p:par>
                          <p:cTn id="37" fill="hold" nodeType="withGroup">
                            <p:stCondLst>
                              <p:cond delay="0"/>
                            </p:stCondLst>
                            <p:childTnLst>
                              <p:par>
                                <p:cTn id="38" presetID="14" presetClass="entr" presetSubtype="5" fill="hold" nodeType="clickEffect">
                                  <p:stCondLst>
                                    <p:cond delay="0"/>
                                  </p:stCondLst>
                                  <p:childTnLst>
                                    <p:set>
                                      <p:cBhvr>
                                        <p:cTn id="39" dur="1" fill="hold">
                                          <p:stCondLst>
                                            <p:cond delay="0"/>
                                          </p:stCondLst>
                                        </p:cTn>
                                        <p:tgtEl>
                                          <p:spTgt spid="20489"/>
                                        </p:tgtEl>
                                        <p:attrNameLst>
                                          <p:attrName>style.visibility</p:attrName>
                                        </p:attrNameLst>
                                      </p:cBhvr>
                                      <p:to>
                                        <p:strVal val="visible"/>
                                      </p:to>
                                    </p:set>
                                    <p:animEffect transition="in" filter="randombar(vertical)">
                                      <p:cBhvr>
                                        <p:cTn id="40" dur="500"/>
                                        <p:tgtEl>
                                          <p:spTgt spid="20489"/>
                                        </p:tgtEl>
                                      </p:cBhvr>
                                    </p:animEffect>
                                  </p:childTnLst>
                                </p:cTn>
                              </p:par>
                            </p:childTnLst>
                          </p:cTn>
                        </p:par>
                        <p:par>
                          <p:cTn id="41" fill="hold" nodeType="afterGroup">
                            <p:stCondLst>
                              <p:cond delay="500"/>
                            </p:stCondLst>
                            <p:childTnLst>
                              <p:par>
                                <p:cTn id="42" presetID="1" presetClass="entr" presetSubtype="0" fill="hold" grpId="0" nodeType="afterEffect">
                                  <p:stCondLst>
                                    <p:cond delay="0"/>
                                  </p:stCondLst>
                                  <p:childTnLst>
                                    <p:set>
                                      <p:cBhvr>
                                        <p:cTn id="43" dur="1" fill="hold">
                                          <p:stCondLst>
                                            <p:cond delay="499"/>
                                          </p:stCondLst>
                                        </p:cTn>
                                        <p:tgtEl>
                                          <p:spTgt spid="20490"/>
                                        </p:tgtEl>
                                        <p:attrNameLst>
                                          <p:attrName>style.visibility</p:attrName>
                                        </p:attrNameLst>
                                      </p:cBhvr>
                                      <p:to>
                                        <p:strVal val="visible"/>
                                      </p:to>
                                    </p:se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nodeType="clickEffect">
                                  <p:stCondLst>
                                    <p:cond delay="0"/>
                                  </p:stCondLst>
                                  <p:childTnLst>
                                    <p:set>
                                      <p:cBhvr>
                                        <p:cTn id="47" dur="1" fill="hold">
                                          <p:stCondLst>
                                            <p:cond delay="0"/>
                                          </p:stCondLst>
                                        </p:cTn>
                                        <p:tgtEl>
                                          <p:spTgt spid="2"/>
                                        </p:tgtEl>
                                        <p:attrNameLst>
                                          <p:attrName>style.visibility</p:attrName>
                                        </p:attrNameLst>
                                      </p:cBhvr>
                                      <p:to>
                                        <p:strVal val="visible"/>
                                      </p:to>
                                    </p:set>
                                    <p:animEffect transition="in" filter="wipe(left)">
                                      <p:cBhvr>
                                        <p:cTn id="48" dur="500"/>
                                        <p:tgtEl>
                                          <p:spTgt spid="2"/>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1" fill="hold" grpId="0" nodeType="clickEffect">
                                  <p:stCondLst>
                                    <p:cond delay="0"/>
                                  </p:stCondLst>
                                  <p:childTnLst>
                                    <p:set>
                                      <p:cBhvr>
                                        <p:cTn id="52" dur="1" fill="hold">
                                          <p:stCondLst>
                                            <p:cond delay="0"/>
                                          </p:stCondLst>
                                        </p:cTn>
                                        <p:tgtEl>
                                          <p:spTgt spid="20497"/>
                                        </p:tgtEl>
                                        <p:attrNameLst>
                                          <p:attrName>style.visibility</p:attrName>
                                        </p:attrNameLst>
                                      </p:cBhvr>
                                      <p:to>
                                        <p:strVal val="visible"/>
                                      </p:to>
                                    </p:set>
                                    <p:animEffect transition="in" filter="wipe(up)">
                                      <p:cBhvr>
                                        <p:cTn id="53" dur="500"/>
                                        <p:tgtEl>
                                          <p:spTgt spid="20497"/>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14" presetClass="entr" presetSubtype="5" fill="hold" nodeType="clickEffect">
                                  <p:stCondLst>
                                    <p:cond delay="0"/>
                                  </p:stCondLst>
                                  <p:childTnLst>
                                    <p:set>
                                      <p:cBhvr>
                                        <p:cTn id="57" dur="1" fill="hold">
                                          <p:stCondLst>
                                            <p:cond delay="0"/>
                                          </p:stCondLst>
                                        </p:cTn>
                                        <p:tgtEl>
                                          <p:spTgt spid="8"/>
                                        </p:tgtEl>
                                        <p:attrNameLst>
                                          <p:attrName>style.visibility</p:attrName>
                                        </p:attrNameLst>
                                      </p:cBhvr>
                                      <p:to>
                                        <p:strVal val="visible"/>
                                      </p:to>
                                    </p:set>
                                    <p:animEffect transition="in" filter="randombar(vertical)">
                                      <p:cBhvr>
                                        <p:cTn id="58" dur="500"/>
                                        <p:tgtEl>
                                          <p:spTgt spid="8"/>
                                        </p:tgtEl>
                                      </p:cBhvr>
                                    </p:animEffect>
                                  </p:childTnLst>
                                </p:cTn>
                              </p:par>
                            </p:childTnLst>
                          </p:cTn>
                        </p:par>
                        <p:par>
                          <p:cTn id="59" fill="hold" nodeType="afterGroup">
                            <p:stCondLst>
                              <p:cond delay="500"/>
                            </p:stCondLst>
                            <p:childTnLst>
                              <p:par>
                                <p:cTn id="60" presetID="22" presetClass="entr" presetSubtype="4" fill="hold" grpId="0" nodeType="afterEffect">
                                  <p:stCondLst>
                                    <p:cond delay="0"/>
                                  </p:stCondLst>
                                  <p:childTnLst>
                                    <p:set>
                                      <p:cBhvr>
                                        <p:cTn id="61" dur="1" fill="hold">
                                          <p:stCondLst>
                                            <p:cond delay="0"/>
                                          </p:stCondLst>
                                        </p:cTn>
                                        <p:tgtEl>
                                          <p:spTgt spid="20505"/>
                                        </p:tgtEl>
                                        <p:attrNameLst>
                                          <p:attrName>style.visibility</p:attrName>
                                        </p:attrNameLst>
                                      </p:cBhvr>
                                      <p:to>
                                        <p:strVal val="visible"/>
                                      </p:to>
                                    </p:set>
                                    <p:animEffect transition="in" filter="wipe(down)">
                                      <p:cBhvr>
                                        <p:cTn id="62" dur="500"/>
                                        <p:tgtEl>
                                          <p:spTgt spid="20505"/>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14" presetClass="entr" presetSubtype="5" fill="hold" nodeType="clickEffect">
                                  <p:stCondLst>
                                    <p:cond delay="0"/>
                                  </p:stCondLst>
                                  <p:childTnLst>
                                    <p:set>
                                      <p:cBhvr>
                                        <p:cTn id="66" dur="1" fill="hold">
                                          <p:stCondLst>
                                            <p:cond delay="0"/>
                                          </p:stCondLst>
                                        </p:cTn>
                                        <p:tgtEl>
                                          <p:spTgt spid="3"/>
                                        </p:tgtEl>
                                        <p:attrNameLst>
                                          <p:attrName>style.visibility</p:attrName>
                                        </p:attrNameLst>
                                      </p:cBhvr>
                                      <p:to>
                                        <p:strVal val="visible"/>
                                      </p:to>
                                    </p:set>
                                    <p:animEffect transition="in" filter="randombar(vertical)">
                                      <p:cBhvr>
                                        <p:cTn id="67" dur="500"/>
                                        <p:tgtEl>
                                          <p:spTgt spid="3"/>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14" presetClass="entr" presetSubtype="5" fill="hold" nodeType="clickEffect">
                                  <p:stCondLst>
                                    <p:cond delay="0"/>
                                  </p:stCondLst>
                                  <p:childTnLst>
                                    <p:set>
                                      <p:cBhvr>
                                        <p:cTn id="71" dur="1" fill="hold">
                                          <p:stCondLst>
                                            <p:cond delay="0"/>
                                          </p:stCondLst>
                                        </p:cTn>
                                        <p:tgtEl>
                                          <p:spTgt spid="7"/>
                                        </p:tgtEl>
                                        <p:attrNameLst>
                                          <p:attrName>style.visibility</p:attrName>
                                        </p:attrNameLst>
                                      </p:cBhvr>
                                      <p:to>
                                        <p:strVal val="visible"/>
                                      </p:to>
                                    </p:set>
                                    <p:animEffect transition="in" filter="randombar(vertical)">
                                      <p:cBhvr>
                                        <p:cTn id="72" dur="500"/>
                                        <p:tgtEl>
                                          <p:spTgt spid="7"/>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14" presetClass="entr" presetSubtype="5" fill="hold" nodeType="clickEffect">
                                  <p:stCondLst>
                                    <p:cond delay="0"/>
                                  </p:stCondLst>
                                  <p:childTnLst>
                                    <p:set>
                                      <p:cBhvr>
                                        <p:cTn id="76" dur="1" fill="hold">
                                          <p:stCondLst>
                                            <p:cond delay="0"/>
                                          </p:stCondLst>
                                        </p:cTn>
                                        <p:tgtEl>
                                          <p:spTgt spid="4"/>
                                        </p:tgtEl>
                                        <p:attrNameLst>
                                          <p:attrName>style.visibility</p:attrName>
                                        </p:attrNameLst>
                                      </p:cBhvr>
                                      <p:to>
                                        <p:strVal val="visible"/>
                                      </p:to>
                                    </p:set>
                                    <p:animEffect transition="in" filter="randombar(vertical)">
                                      <p:cBhvr>
                                        <p:cTn id="77" dur="500"/>
                                        <p:tgtEl>
                                          <p:spTgt spid="4"/>
                                        </p:tgtEl>
                                      </p:cBhvr>
                                    </p:animEffect>
                                  </p:childTnLst>
                                </p:cTn>
                              </p:par>
                            </p:childTnLst>
                          </p:cTn>
                        </p:par>
                        <p:par>
                          <p:cTn id="78" fill="hold" nodeType="afterGroup">
                            <p:stCondLst>
                              <p:cond delay="500"/>
                            </p:stCondLst>
                            <p:childTnLst>
                              <p:par>
                                <p:cTn id="79" presetID="22" presetClass="entr" presetSubtype="4" fill="hold" grpId="0" nodeType="afterEffect">
                                  <p:stCondLst>
                                    <p:cond delay="0"/>
                                  </p:stCondLst>
                                  <p:childTnLst>
                                    <p:set>
                                      <p:cBhvr>
                                        <p:cTn id="80" dur="1" fill="hold">
                                          <p:stCondLst>
                                            <p:cond delay="0"/>
                                          </p:stCondLst>
                                        </p:cTn>
                                        <p:tgtEl>
                                          <p:spTgt spid="20512"/>
                                        </p:tgtEl>
                                        <p:attrNameLst>
                                          <p:attrName>style.visibility</p:attrName>
                                        </p:attrNameLst>
                                      </p:cBhvr>
                                      <p:to>
                                        <p:strVal val="visible"/>
                                      </p:to>
                                    </p:set>
                                    <p:animEffect transition="in" filter="wipe(down)">
                                      <p:cBhvr>
                                        <p:cTn id="81" dur="500"/>
                                        <p:tgtEl>
                                          <p:spTgt spid="20512"/>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22" presetClass="entr" presetSubtype="8" fill="hold" nodeType="clickEffect">
                                  <p:stCondLst>
                                    <p:cond delay="0"/>
                                  </p:stCondLst>
                                  <p:childTnLst>
                                    <p:set>
                                      <p:cBhvr>
                                        <p:cTn id="85" dur="1" fill="hold">
                                          <p:stCondLst>
                                            <p:cond delay="0"/>
                                          </p:stCondLst>
                                        </p:cTn>
                                        <p:tgtEl>
                                          <p:spTgt spid="20513"/>
                                        </p:tgtEl>
                                        <p:attrNameLst>
                                          <p:attrName>style.visibility</p:attrName>
                                        </p:attrNameLst>
                                      </p:cBhvr>
                                      <p:to>
                                        <p:strVal val="visible"/>
                                      </p:to>
                                    </p:set>
                                    <p:animEffect transition="in" filter="wipe(left)">
                                      <p:cBhvr>
                                        <p:cTn id="86" dur="500"/>
                                        <p:tgtEl>
                                          <p:spTgt spid="20513"/>
                                        </p:tgtEl>
                                      </p:cBhvr>
                                    </p:animEffect>
                                  </p:childTnLst>
                                </p:cTn>
                              </p:par>
                            </p:childTnLst>
                          </p:cTn>
                        </p:par>
                        <p:par>
                          <p:cTn id="87" fill="hold" nodeType="afterGroup">
                            <p:stCondLst>
                              <p:cond delay="500"/>
                            </p:stCondLst>
                            <p:childTnLst>
                              <p:par>
                                <p:cTn id="88" presetID="22" presetClass="entr" presetSubtype="8" fill="hold" nodeType="afterEffect">
                                  <p:stCondLst>
                                    <p:cond delay="0"/>
                                  </p:stCondLst>
                                  <p:childTnLst>
                                    <p:set>
                                      <p:cBhvr>
                                        <p:cTn id="89" dur="1" fill="hold">
                                          <p:stCondLst>
                                            <p:cond delay="0"/>
                                          </p:stCondLst>
                                        </p:cTn>
                                        <p:tgtEl>
                                          <p:spTgt spid="20514"/>
                                        </p:tgtEl>
                                        <p:attrNameLst>
                                          <p:attrName>style.visibility</p:attrName>
                                        </p:attrNameLst>
                                      </p:cBhvr>
                                      <p:to>
                                        <p:strVal val="visible"/>
                                      </p:to>
                                    </p:set>
                                    <p:animEffect transition="in" filter="wipe(left)">
                                      <p:cBhvr>
                                        <p:cTn id="90" dur="500"/>
                                        <p:tgtEl>
                                          <p:spTgt spid="20514"/>
                                        </p:tgtEl>
                                      </p:cBhvr>
                                    </p:animEffect>
                                  </p:childTnLst>
                                </p:cTn>
                              </p:par>
                            </p:childTnLst>
                          </p:cTn>
                        </p:par>
                        <p:par>
                          <p:cTn id="91" fill="hold" nodeType="afterGroup">
                            <p:stCondLst>
                              <p:cond delay="1000"/>
                            </p:stCondLst>
                            <p:childTnLst>
                              <p:par>
                                <p:cTn id="92" presetID="1" presetClass="entr" presetSubtype="0" fill="hold" grpId="0" nodeType="afterEffect">
                                  <p:stCondLst>
                                    <p:cond delay="0"/>
                                  </p:stCondLst>
                                  <p:childTnLst>
                                    <p:set>
                                      <p:cBhvr>
                                        <p:cTn id="93" dur="1" fill="hold">
                                          <p:stCondLst>
                                            <p:cond delay="499"/>
                                          </p:stCondLst>
                                        </p:cTn>
                                        <p:tgtEl>
                                          <p:spTgt spid="20524"/>
                                        </p:tgtEl>
                                        <p:attrNameLst>
                                          <p:attrName>style.visibility</p:attrName>
                                        </p:attrNameLst>
                                      </p:cBhvr>
                                      <p:to>
                                        <p:strVal val="visible"/>
                                      </p:to>
                                    </p:set>
                                  </p:childTnLst>
                                </p:cTn>
                              </p:par>
                            </p:childTnLst>
                          </p:cTn>
                        </p:par>
                        <p:par>
                          <p:cTn id="94" fill="hold" nodeType="afterGroup">
                            <p:stCondLst>
                              <p:cond delay="1500"/>
                            </p:stCondLst>
                            <p:childTnLst>
                              <p:par>
                                <p:cTn id="95" presetID="22" presetClass="entr" presetSubtype="8" fill="hold" nodeType="afterEffect">
                                  <p:stCondLst>
                                    <p:cond delay="0"/>
                                  </p:stCondLst>
                                  <p:childTnLst>
                                    <p:set>
                                      <p:cBhvr>
                                        <p:cTn id="96" dur="1" fill="hold">
                                          <p:stCondLst>
                                            <p:cond delay="0"/>
                                          </p:stCondLst>
                                        </p:cTn>
                                        <p:tgtEl>
                                          <p:spTgt spid="20515"/>
                                        </p:tgtEl>
                                        <p:attrNameLst>
                                          <p:attrName>style.visibility</p:attrName>
                                        </p:attrNameLst>
                                      </p:cBhvr>
                                      <p:to>
                                        <p:strVal val="visible"/>
                                      </p:to>
                                    </p:set>
                                    <p:animEffect transition="in" filter="wipe(left)">
                                      <p:cBhvr>
                                        <p:cTn id="97" dur="500"/>
                                        <p:tgtEl>
                                          <p:spTgt spid="20515"/>
                                        </p:tgtEl>
                                      </p:cBhvr>
                                    </p:animEffect>
                                  </p:childTnLst>
                                </p:cTn>
                              </p:par>
                            </p:childTnLst>
                          </p:cTn>
                        </p:par>
                        <p:par>
                          <p:cTn id="98" fill="hold" nodeType="afterGroup">
                            <p:stCondLst>
                              <p:cond delay="2000"/>
                            </p:stCondLst>
                            <p:childTnLst>
                              <p:par>
                                <p:cTn id="99" presetID="22" presetClass="entr" presetSubtype="8" fill="hold" nodeType="afterEffect">
                                  <p:stCondLst>
                                    <p:cond delay="0"/>
                                  </p:stCondLst>
                                  <p:childTnLst>
                                    <p:set>
                                      <p:cBhvr>
                                        <p:cTn id="100" dur="1" fill="hold">
                                          <p:stCondLst>
                                            <p:cond delay="0"/>
                                          </p:stCondLst>
                                        </p:cTn>
                                        <p:tgtEl>
                                          <p:spTgt spid="20516"/>
                                        </p:tgtEl>
                                        <p:attrNameLst>
                                          <p:attrName>style.visibility</p:attrName>
                                        </p:attrNameLst>
                                      </p:cBhvr>
                                      <p:to>
                                        <p:strVal val="visible"/>
                                      </p:to>
                                    </p:set>
                                    <p:animEffect transition="in" filter="wipe(left)">
                                      <p:cBhvr>
                                        <p:cTn id="101" dur="500"/>
                                        <p:tgtEl>
                                          <p:spTgt spid="20516"/>
                                        </p:tgtEl>
                                      </p:cBhvr>
                                    </p:animEffect>
                                  </p:childTnLst>
                                </p:cTn>
                              </p:par>
                            </p:childTnLst>
                          </p:cTn>
                        </p:par>
                        <p:par>
                          <p:cTn id="102" fill="hold" nodeType="afterGroup">
                            <p:stCondLst>
                              <p:cond delay="2500"/>
                            </p:stCondLst>
                            <p:childTnLst>
                              <p:par>
                                <p:cTn id="103" presetID="22" presetClass="entr" presetSubtype="8" fill="hold" nodeType="afterEffect">
                                  <p:stCondLst>
                                    <p:cond delay="0"/>
                                  </p:stCondLst>
                                  <p:childTnLst>
                                    <p:set>
                                      <p:cBhvr>
                                        <p:cTn id="104" dur="1" fill="hold">
                                          <p:stCondLst>
                                            <p:cond delay="0"/>
                                          </p:stCondLst>
                                        </p:cTn>
                                        <p:tgtEl>
                                          <p:spTgt spid="20517"/>
                                        </p:tgtEl>
                                        <p:attrNameLst>
                                          <p:attrName>style.visibility</p:attrName>
                                        </p:attrNameLst>
                                      </p:cBhvr>
                                      <p:to>
                                        <p:strVal val="visible"/>
                                      </p:to>
                                    </p:set>
                                    <p:animEffect transition="in" filter="wipe(left)">
                                      <p:cBhvr>
                                        <p:cTn id="105" dur="500"/>
                                        <p:tgtEl>
                                          <p:spTgt spid="20517"/>
                                        </p:tgtEl>
                                      </p:cBhvr>
                                    </p:animEffect>
                                  </p:childTnLst>
                                </p:cTn>
                              </p:par>
                            </p:childTnLst>
                          </p:cTn>
                        </p:par>
                        <p:par>
                          <p:cTn id="106" fill="hold" nodeType="afterGroup">
                            <p:stCondLst>
                              <p:cond delay="3000"/>
                            </p:stCondLst>
                            <p:childTnLst>
                              <p:par>
                                <p:cTn id="107" presetID="22" presetClass="entr" presetSubtype="8" fill="hold" nodeType="afterEffect">
                                  <p:stCondLst>
                                    <p:cond delay="0"/>
                                  </p:stCondLst>
                                  <p:childTnLst>
                                    <p:set>
                                      <p:cBhvr>
                                        <p:cTn id="108" dur="1" fill="hold">
                                          <p:stCondLst>
                                            <p:cond delay="0"/>
                                          </p:stCondLst>
                                        </p:cTn>
                                        <p:tgtEl>
                                          <p:spTgt spid="20518"/>
                                        </p:tgtEl>
                                        <p:attrNameLst>
                                          <p:attrName>style.visibility</p:attrName>
                                        </p:attrNameLst>
                                      </p:cBhvr>
                                      <p:to>
                                        <p:strVal val="visible"/>
                                      </p:to>
                                    </p:set>
                                    <p:animEffect transition="in" filter="wipe(left)">
                                      <p:cBhvr>
                                        <p:cTn id="109" dur="500"/>
                                        <p:tgtEl>
                                          <p:spTgt spid="20518"/>
                                        </p:tgtEl>
                                      </p:cBhvr>
                                    </p:animEffect>
                                  </p:childTnLst>
                                </p:cTn>
                              </p:par>
                            </p:childTnLst>
                          </p:cTn>
                        </p:par>
                        <p:par>
                          <p:cTn id="110" fill="hold" nodeType="afterGroup">
                            <p:stCondLst>
                              <p:cond delay="3500"/>
                            </p:stCondLst>
                            <p:childTnLst>
                              <p:par>
                                <p:cTn id="111" presetID="22" presetClass="entr" presetSubtype="8" fill="hold" nodeType="afterEffect">
                                  <p:stCondLst>
                                    <p:cond delay="0"/>
                                  </p:stCondLst>
                                  <p:childTnLst>
                                    <p:set>
                                      <p:cBhvr>
                                        <p:cTn id="112" dur="1" fill="hold">
                                          <p:stCondLst>
                                            <p:cond delay="0"/>
                                          </p:stCondLst>
                                        </p:cTn>
                                        <p:tgtEl>
                                          <p:spTgt spid="20519"/>
                                        </p:tgtEl>
                                        <p:attrNameLst>
                                          <p:attrName>style.visibility</p:attrName>
                                        </p:attrNameLst>
                                      </p:cBhvr>
                                      <p:to>
                                        <p:strVal val="visible"/>
                                      </p:to>
                                    </p:set>
                                    <p:animEffect transition="in" filter="wipe(left)">
                                      <p:cBhvr>
                                        <p:cTn id="113" dur="500"/>
                                        <p:tgtEl>
                                          <p:spTgt spid="20519"/>
                                        </p:tgtEl>
                                      </p:cBhvr>
                                    </p:animEffect>
                                  </p:childTnLst>
                                </p:cTn>
                              </p:par>
                            </p:childTnLst>
                          </p:cTn>
                        </p:par>
                        <p:par>
                          <p:cTn id="114" fill="hold" nodeType="afterGroup">
                            <p:stCondLst>
                              <p:cond delay="4000"/>
                            </p:stCondLst>
                            <p:childTnLst>
                              <p:par>
                                <p:cTn id="115" presetID="22" presetClass="entr" presetSubtype="8" fill="hold" nodeType="afterEffect">
                                  <p:stCondLst>
                                    <p:cond delay="0"/>
                                  </p:stCondLst>
                                  <p:childTnLst>
                                    <p:set>
                                      <p:cBhvr>
                                        <p:cTn id="116" dur="1" fill="hold">
                                          <p:stCondLst>
                                            <p:cond delay="0"/>
                                          </p:stCondLst>
                                        </p:cTn>
                                        <p:tgtEl>
                                          <p:spTgt spid="20520"/>
                                        </p:tgtEl>
                                        <p:attrNameLst>
                                          <p:attrName>style.visibility</p:attrName>
                                        </p:attrNameLst>
                                      </p:cBhvr>
                                      <p:to>
                                        <p:strVal val="visible"/>
                                      </p:to>
                                    </p:set>
                                    <p:animEffect transition="in" filter="wipe(left)">
                                      <p:cBhvr>
                                        <p:cTn id="117" dur="500"/>
                                        <p:tgtEl>
                                          <p:spTgt spid="205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2" grpId="0" autoUpdateAnimBg="0"/>
      <p:bldP spid="20483" grpId="0" animBg="1"/>
      <p:bldP spid="20484" grpId="0" autoUpdateAnimBg="0"/>
      <p:bldP spid="20487" grpId="0" autoUpdateAnimBg="0"/>
      <p:bldP spid="20490" grpId="0" autoUpdateAnimBg="0"/>
      <p:bldP spid="20493" grpId="0" autoUpdateAnimBg="0"/>
      <p:bldP spid="20497" grpId="0" animBg="1"/>
      <p:bldP spid="20505" grpId="0" animBg="1"/>
      <p:bldP spid="20512" grpId="0" animBg="1"/>
      <p:bldP spid="20524"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AutoShape 2">
            <a:extLst>
              <a:ext uri="{FF2B5EF4-FFF2-40B4-BE49-F238E27FC236}">
                <a16:creationId xmlns:a16="http://schemas.microsoft.com/office/drawing/2014/main" id="{E78F04F4-8920-48C5-90B3-C6B3F4695249}"/>
              </a:ext>
            </a:extLst>
          </p:cNvPr>
          <p:cNvSpPr>
            <a:spLocks noChangeArrowheads="1"/>
          </p:cNvSpPr>
          <p:nvPr/>
        </p:nvSpPr>
        <p:spPr bwMode="auto">
          <a:xfrm flipV="1">
            <a:off x="2063750" y="2292350"/>
            <a:ext cx="3568700" cy="23495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0 h 21600"/>
              <a:gd name="T8" fmla="*/ 0 60000 65536"/>
              <a:gd name="T9" fmla="*/ 0 60000 65536"/>
              <a:gd name="T10" fmla="*/ 0 60000 65536"/>
              <a:gd name="T11" fmla="*/ 0 60000 65536"/>
              <a:gd name="T12" fmla="*/ 3700 w 21600"/>
              <a:gd name="T13" fmla="*/ 3700 h 21600"/>
              <a:gd name="T14" fmla="*/ 17900 w 21600"/>
              <a:gd name="T15" fmla="*/ 17900 h 21600"/>
            </a:gdLst>
            <a:ahLst/>
            <a:cxnLst>
              <a:cxn ang="T8">
                <a:pos x="T0" y="T1"/>
              </a:cxn>
              <a:cxn ang="T9">
                <a:pos x="T2" y="T3"/>
              </a:cxn>
              <a:cxn ang="T10">
                <a:pos x="T4" y="T5"/>
              </a:cxn>
              <a:cxn ang="T11">
                <a:pos x="T6" y="T7"/>
              </a:cxn>
            </a:cxnLst>
            <a:rect l="T12" t="T13" r="T14" b="T15"/>
            <a:pathLst>
              <a:path w="21600" h="21600">
                <a:moveTo>
                  <a:pt x="0" y="0"/>
                </a:moveTo>
                <a:lnTo>
                  <a:pt x="3800" y="21600"/>
                </a:lnTo>
                <a:lnTo>
                  <a:pt x="17800" y="21600"/>
                </a:lnTo>
                <a:lnTo>
                  <a:pt x="21600" y="0"/>
                </a:lnTo>
                <a:close/>
              </a:path>
            </a:pathLst>
          </a:custGeom>
          <a:solidFill>
            <a:srgbClr val="C0C0C0"/>
          </a:solidFill>
          <a:ln w="12700">
            <a:solidFill>
              <a:schemeClr val="tx1"/>
            </a:solidFill>
            <a:miter lim="800000"/>
            <a:headEnd/>
            <a:tailEnd/>
          </a:ln>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sp>
        <p:nvSpPr>
          <p:cNvPr id="5126" name="Rectangle 6">
            <a:extLst>
              <a:ext uri="{FF2B5EF4-FFF2-40B4-BE49-F238E27FC236}">
                <a16:creationId xmlns:a16="http://schemas.microsoft.com/office/drawing/2014/main" id="{07E97233-E58D-4EB6-98A5-4343EEE4A250}"/>
              </a:ext>
            </a:extLst>
          </p:cNvPr>
          <p:cNvSpPr>
            <a:spLocks noChangeArrowheads="1"/>
          </p:cNvSpPr>
          <p:nvPr/>
        </p:nvSpPr>
        <p:spPr bwMode="auto">
          <a:xfrm>
            <a:off x="2955925" y="3475039"/>
            <a:ext cx="537006"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_tradnl" altLang="en-US"/>
              <a:t>+q</a:t>
            </a:r>
          </a:p>
        </p:txBody>
      </p:sp>
      <p:grpSp>
        <p:nvGrpSpPr>
          <p:cNvPr id="2" name="Group 9">
            <a:extLst>
              <a:ext uri="{FF2B5EF4-FFF2-40B4-BE49-F238E27FC236}">
                <a16:creationId xmlns:a16="http://schemas.microsoft.com/office/drawing/2014/main" id="{C86836FF-2B01-4603-99C1-09AE9C933C3F}"/>
              </a:ext>
            </a:extLst>
          </p:cNvPr>
          <p:cNvGrpSpPr>
            <a:grpSpLocks/>
          </p:cNvGrpSpPr>
          <p:nvPr/>
        </p:nvGrpSpPr>
        <p:grpSpPr bwMode="auto">
          <a:xfrm>
            <a:off x="4038600" y="2255838"/>
            <a:ext cx="857250" cy="1020762"/>
            <a:chOff x="1584" y="1421"/>
            <a:chExt cx="540" cy="643"/>
          </a:xfrm>
        </p:grpSpPr>
        <p:sp>
          <p:nvSpPr>
            <p:cNvPr id="44075" name="Line 7">
              <a:extLst>
                <a:ext uri="{FF2B5EF4-FFF2-40B4-BE49-F238E27FC236}">
                  <a16:creationId xmlns:a16="http://schemas.microsoft.com/office/drawing/2014/main" id="{2005EEF5-5CC2-4BDF-93FF-3640AF11089D}"/>
                </a:ext>
              </a:extLst>
            </p:cNvPr>
            <p:cNvSpPr>
              <a:spLocks noChangeShapeType="1"/>
            </p:cNvSpPr>
            <p:nvPr/>
          </p:nvSpPr>
          <p:spPr bwMode="auto">
            <a:xfrm flipV="1">
              <a:off x="1584" y="1688"/>
              <a:ext cx="528" cy="376"/>
            </a:xfrm>
            <a:prstGeom prst="line">
              <a:avLst/>
            </a:prstGeom>
            <a:noFill/>
            <a:ln w="25400">
              <a:solidFill>
                <a:srgbClr val="000080"/>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44076" name="Rectangle 8">
              <a:extLst>
                <a:ext uri="{FF2B5EF4-FFF2-40B4-BE49-F238E27FC236}">
                  <a16:creationId xmlns:a16="http://schemas.microsoft.com/office/drawing/2014/main" id="{6FBE3C6C-3813-450F-99A7-892BDB2C31D4}"/>
                </a:ext>
              </a:extLst>
            </p:cNvPr>
            <p:cNvSpPr>
              <a:spLocks noChangeArrowheads="1"/>
            </p:cNvSpPr>
            <p:nvPr/>
          </p:nvSpPr>
          <p:spPr bwMode="auto">
            <a:xfrm>
              <a:off x="1878" y="1421"/>
              <a:ext cx="24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_tradnl" altLang="en-US" i="1"/>
                <a:t>B</a:t>
              </a:r>
            </a:p>
          </p:txBody>
        </p:sp>
      </p:grpSp>
      <p:grpSp>
        <p:nvGrpSpPr>
          <p:cNvPr id="3" name="Group 12">
            <a:extLst>
              <a:ext uri="{FF2B5EF4-FFF2-40B4-BE49-F238E27FC236}">
                <a16:creationId xmlns:a16="http://schemas.microsoft.com/office/drawing/2014/main" id="{0AF076D0-3848-428A-A48F-48CFF3D3C229}"/>
              </a:ext>
            </a:extLst>
          </p:cNvPr>
          <p:cNvGrpSpPr>
            <a:grpSpLocks/>
          </p:cNvGrpSpPr>
          <p:nvPr/>
        </p:nvGrpSpPr>
        <p:grpSpPr bwMode="auto">
          <a:xfrm>
            <a:off x="4048125" y="3581400"/>
            <a:ext cx="763588" cy="1036638"/>
            <a:chOff x="1590" y="2256"/>
            <a:chExt cx="481" cy="653"/>
          </a:xfrm>
        </p:grpSpPr>
        <p:sp>
          <p:nvSpPr>
            <p:cNvPr id="44073" name="Line 10">
              <a:extLst>
                <a:ext uri="{FF2B5EF4-FFF2-40B4-BE49-F238E27FC236}">
                  <a16:creationId xmlns:a16="http://schemas.microsoft.com/office/drawing/2014/main" id="{F4ECAA34-1B2F-41F5-9997-DC510D73A588}"/>
                </a:ext>
              </a:extLst>
            </p:cNvPr>
            <p:cNvSpPr>
              <a:spLocks noChangeShapeType="1"/>
            </p:cNvSpPr>
            <p:nvPr/>
          </p:nvSpPr>
          <p:spPr bwMode="auto">
            <a:xfrm>
              <a:off x="1590" y="2256"/>
              <a:ext cx="480" cy="379"/>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44074" name="Rectangle 11">
              <a:extLst>
                <a:ext uri="{FF2B5EF4-FFF2-40B4-BE49-F238E27FC236}">
                  <a16:creationId xmlns:a16="http://schemas.microsoft.com/office/drawing/2014/main" id="{7EC9BF39-408A-432A-809C-E9A81CC83143}"/>
                </a:ext>
              </a:extLst>
            </p:cNvPr>
            <p:cNvSpPr>
              <a:spLocks noChangeArrowheads="1"/>
            </p:cNvSpPr>
            <p:nvPr/>
          </p:nvSpPr>
          <p:spPr bwMode="auto">
            <a:xfrm>
              <a:off x="1857" y="2618"/>
              <a:ext cx="21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_tradnl" altLang="en-US"/>
                <a:t>v</a:t>
              </a:r>
              <a:endParaRPr lang="es-ES_tradnl" altLang="en-US">
                <a:latin typeface="Symbol" panose="05050102010706020507" pitchFamily="18" charset="2"/>
              </a:endParaRPr>
            </a:p>
          </p:txBody>
        </p:sp>
      </p:grpSp>
      <p:grpSp>
        <p:nvGrpSpPr>
          <p:cNvPr id="4" name="Group 15">
            <a:extLst>
              <a:ext uri="{FF2B5EF4-FFF2-40B4-BE49-F238E27FC236}">
                <a16:creationId xmlns:a16="http://schemas.microsoft.com/office/drawing/2014/main" id="{B93388FB-D537-47C7-8CA4-EB367E0F8B68}"/>
              </a:ext>
            </a:extLst>
          </p:cNvPr>
          <p:cNvGrpSpPr>
            <a:grpSpLocks/>
          </p:cNvGrpSpPr>
          <p:nvPr/>
        </p:nvGrpSpPr>
        <p:grpSpPr bwMode="auto">
          <a:xfrm>
            <a:off x="3992566" y="3055941"/>
            <a:ext cx="644525" cy="508000"/>
            <a:chOff x="1555" y="1925"/>
            <a:chExt cx="406" cy="320"/>
          </a:xfrm>
        </p:grpSpPr>
        <p:sp>
          <p:nvSpPr>
            <p:cNvPr id="44071" name="Arc 13">
              <a:extLst>
                <a:ext uri="{FF2B5EF4-FFF2-40B4-BE49-F238E27FC236}">
                  <a16:creationId xmlns:a16="http://schemas.microsoft.com/office/drawing/2014/main" id="{ED1415E5-1D8D-47DF-8345-1D0787C182E0}"/>
                </a:ext>
              </a:extLst>
            </p:cNvPr>
            <p:cNvSpPr>
              <a:spLocks/>
            </p:cNvSpPr>
            <p:nvPr/>
          </p:nvSpPr>
          <p:spPr bwMode="auto">
            <a:xfrm rot="2760000">
              <a:off x="1554" y="2045"/>
              <a:ext cx="201" cy="200"/>
            </a:xfrm>
            <a:custGeom>
              <a:avLst/>
              <a:gdLst>
                <a:gd name="T0" fmla="*/ 0 w 21708"/>
                <a:gd name="T1" fmla="*/ 0 h 21600"/>
                <a:gd name="T2" fmla="*/ 0 w 21708"/>
                <a:gd name="T3" fmla="*/ 0 h 21600"/>
                <a:gd name="T4" fmla="*/ 0 w 21708"/>
                <a:gd name="T5" fmla="*/ 0 h 21600"/>
                <a:gd name="T6" fmla="*/ 0 60000 65536"/>
                <a:gd name="T7" fmla="*/ 0 60000 65536"/>
                <a:gd name="T8" fmla="*/ 0 60000 65536"/>
                <a:gd name="T9" fmla="*/ 0 w 21708"/>
                <a:gd name="T10" fmla="*/ 0 h 21600"/>
                <a:gd name="T11" fmla="*/ 21708 w 21708"/>
                <a:gd name="T12" fmla="*/ 21600 h 21600"/>
              </a:gdLst>
              <a:ahLst/>
              <a:cxnLst>
                <a:cxn ang="T6">
                  <a:pos x="T0" y="T1"/>
                </a:cxn>
                <a:cxn ang="T7">
                  <a:pos x="T2" y="T3"/>
                </a:cxn>
                <a:cxn ang="T8">
                  <a:pos x="T4" y="T5"/>
                </a:cxn>
              </a:cxnLst>
              <a:rect l="T9" t="T10" r="T11" b="T12"/>
              <a:pathLst>
                <a:path w="21708" h="21600" fill="none" extrusionOk="0">
                  <a:moveTo>
                    <a:pt x="0" y="0"/>
                  </a:moveTo>
                  <a:cubicBezTo>
                    <a:pt x="36" y="0"/>
                    <a:pt x="72" y="-1"/>
                    <a:pt x="108" y="0"/>
                  </a:cubicBezTo>
                  <a:cubicBezTo>
                    <a:pt x="11995" y="0"/>
                    <a:pt x="21648" y="9604"/>
                    <a:pt x="21707" y="21492"/>
                  </a:cubicBezTo>
                </a:path>
                <a:path w="21708" h="21600" stroke="0" extrusionOk="0">
                  <a:moveTo>
                    <a:pt x="0" y="0"/>
                  </a:moveTo>
                  <a:cubicBezTo>
                    <a:pt x="36" y="0"/>
                    <a:pt x="72" y="-1"/>
                    <a:pt x="108" y="0"/>
                  </a:cubicBezTo>
                  <a:cubicBezTo>
                    <a:pt x="11995" y="0"/>
                    <a:pt x="21648" y="9604"/>
                    <a:pt x="21707" y="21492"/>
                  </a:cubicBezTo>
                  <a:lnTo>
                    <a:pt x="108" y="21600"/>
                  </a:lnTo>
                  <a:close/>
                </a:path>
              </a:pathLst>
            </a:custGeom>
            <a:noFill/>
            <a:ln w="127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sp>
          <p:nvSpPr>
            <p:cNvPr id="44072" name="Rectangle 14">
              <a:extLst>
                <a:ext uri="{FF2B5EF4-FFF2-40B4-BE49-F238E27FC236}">
                  <a16:creationId xmlns:a16="http://schemas.microsoft.com/office/drawing/2014/main" id="{E81CE942-47E9-4D8B-9160-70E0B2077CCA}"/>
                </a:ext>
              </a:extLst>
            </p:cNvPr>
            <p:cNvSpPr>
              <a:spLocks noChangeArrowheads="1"/>
            </p:cNvSpPr>
            <p:nvPr/>
          </p:nvSpPr>
          <p:spPr bwMode="auto">
            <a:xfrm>
              <a:off x="1743" y="1925"/>
              <a:ext cx="21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_tradnl" altLang="en-US">
                  <a:latin typeface="Symbol" panose="05050102010706020507" pitchFamily="18" charset="2"/>
                </a:rPr>
                <a:t>q</a:t>
              </a:r>
            </a:p>
          </p:txBody>
        </p:sp>
      </p:grpSp>
      <p:sp>
        <p:nvSpPr>
          <p:cNvPr id="5136" name="Line 16">
            <a:extLst>
              <a:ext uri="{FF2B5EF4-FFF2-40B4-BE49-F238E27FC236}">
                <a16:creationId xmlns:a16="http://schemas.microsoft.com/office/drawing/2014/main" id="{C044F04D-BB2A-41E7-A572-09CD9A6A5C57}"/>
              </a:ext>
            </a:extLst>
          </p:cNvPr>
          <p:cNvSpPr>
            <a:spLocks noChangeShapeType="1"/>
          </p:cNvSpPr>
          <p:nvPr/>
        </p:nvSpPr>
        <p:spPr bwMode="auto">
          <a:xfrm flipV="1">
            <a:off x="3810000" y="1322388"/>
            <a:ext cx="0" cy="1878012"/>
          </a:xfrm>
          <a:prstGeom prst="line">
            <a:avLst/>
          </a:prstGeom>
          <a:noFill/>
          <a:ln w="381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5139" name="Line 19">
            <a:extLst>
              <a:ext uri="{FF2B5EF4-FFF2-40B4-BE49-F238E27FC236}">
                <a16:creationId xmlns:a16="http://schemas.microsoft.com/office/drawing/2014/main" id="{581815D4-E052-476A-901C-8F855C865C49}"/>
              </a:ext>
            </a:extLst>
          </p:cNvPr>
          <p:cNvSpPr>
            <a:spLocks noChangeShapeType="1"/>
          </p:cNvSpPr>
          <p:nvPr/>
        </p:nvSpPr>
        <p:spPr bwMode="auto">
          <a:xfrm flipV="1">
            <a:off x="3810000" y="2941638"/>
            <a:ext cx="228600" cy="13970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5140" name="Line 20">
            <a:extLst>
              <a:ext uri="{FF2B5EF4-FFF2-40B4-BE49-F238E27FC236}">
                <a16:creationId xmlns:a16="http://schemas.microsoft.com/office/drawing/2014/main" id="{46E4CDCB-A26B-4DCE-9FE0-D4E367E8C570}"/>
              </a:ext>
            </a:extLst>
          </p:cNvPr>
          <p:cNvSpPr>
            <a:spLocks noChangeShapeType="1"/>
          </p:cNvSpPr>
          <p:nvPr/>
        </p:nvSpPr>
        <p:spPr bwMode="auto">
          <a:xfrm>
            <a:off x="4038600" y="2941638"/>
            <a:ext cx="0" cy="347662"/>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5142" name="AutoShape 22">
            <a:extLst>
              <a:ext uri="{FF2B5EF4-FFF2-40B4-BE49-F238E27FC236}">
                <a16:creationId xmlns:a16="http://schemas.microsoft.com/office/drawing/2014/main" id="{50B2A60B-9590-4A78-95E6-D7E3AD07BAE3}"/>
              </a:ext>
            </a:extLst>
          </p:cNvPr>
          <p:cNvSpPr>
            <a:spLocks noChangeArrowheads="1"/>
          </p:cNvSpPr>
          <p:nvPr/>
        </p:nvSpPr>
        <p:spPr bwMode="auto">
          <a:xfrm flipV="1">
            <a:off x="6254750" y="2292350"/>
            <a:ext cx="3568700" cy="23495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0 h 21600"/>
              <a:gd name="T8" fmla="*/ 0 60000 65536"/>
              <a:gd name="T9" fmla="*/ 0 60000 65536"/>
              <a:gd name="T10" fmla="*/ 0 60000 65536"/>
              <a:gd name="T11" fmla="*/ 0 60000 65536"/>
              <a:gd name="T12" fmla="*/ 3700 w 21600"/>
              <a:gd name="T13" fmla="*/ 3700 h 21600"/>
              <a:gd name="T14" fmla="*/ 17900 w 21600"/>
              <a:gd name="T15" fmla="*/ 17900 h 21600"/>
            </a:gdLst>
            <a:ahLst/>
            <a:cxnLst>
              <a:cxn ang="T8">
                <a:pos x="T0" y="T1"/>
              </a:cxn>
              <a:cxn ang="T9">
                <a:pos x="T2" y="T3"/>
              </a:cxn>
              <a:cxn ang="T10">
                <a:pos x="T4" y="T5"/>
              </a:cxn>
              <a:cxn ang="T11">
                <a:pos x="T6" y="T7"/>
              </a:cxn>
            </a:cxnLst>
            <a:rect l="T12" t="T13" r="T14" b="T15"/>
            <a:pathLst>
              <a:path w="21600" h="21600">
                <a:moveTo>
                  <a:pt x="0" y="0"/>
                </a:moveTo>
                <a:lnTo>
                  <a:pt x="3800" y="21600"/>
                </a:lnTo>
                <a:lnTo>
                  <a:pt x="17800" y="21600"/>
                </a:lnTo>
                <a:lnTo>
                  <a:pt x="21600" y="0"/>
                </a:lnTo>
                <a:close/>
              </a:path>
            </a:pathLst>
          </a:custGeom>
          <a:solidFill>
            <a:srgbClr val="C0C0C0"/>
          </a:solidFill>
          <a:ln w="12700">
            <a:solidFill>
              <a:schemeClr val="tx1"/>
            </a:solidFill>
            <a:miter lim="800000"/>
            <a:headEnd/>
            <a:tailEnd/>
          </a:ln>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sp>
        <p:nvSpPr>
          <p:cNvPr id="5146" name="Rectangle 26">
            <a:extLst>
              <a:ext uri="{FF2B5EF4-FFF2-40B4-BE49-F238E27FC236}">
                <a16:creationId xmlns:a16="http://schemas.microsoft.com/office/drawing/2014/main" id="{E07C368A-F1A8-420A-B602-9D4C279F731C}"/>
              </a:ext>
            </a:extLst>
          </p:cNvPr>
          <p:cNvSpPr>
            <a:spLocks noChangeArrowheads="1"/>
          </p:cNvSpPr>
          <p:nvPr/>
        </p:nvSpPr>
        <p:spPr bwMode="auto">
          <a:xfrm>
            <a:off x="7146925" y="3475039"/>
            <a:ext cx="460062"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_tradnl" altLang="en-US"/>
              <a:t>-q</a:t>
            </a:r>
          </a:p>
        </p:txBody>
      </p:sp>
      <p:grpSp>
        <p:nvGrpSpPr>
          <p:cNvPr id="5" name="Group 29">
            <a:extLst>
              <a:ext uri="{FF2B5EF4-FFF2-40B4-BE49-F238E27FC236}">
                <a16:creationId xmlns:a16="http://schemas.microsoft.com/office/drawing/2014/main" id="{7AFC1095-9731-4565-BE29-A7CC209743F7}"/>
              </a:ext>
            </a:extLst>
          </p:cNvPr>
          <p:cNvGrpSpPr>
            <a:grpSpLocks/>
          </p:cNvGrpSpPr>
          <p:nvPr/>
        </p:nvGrpSpPr>
        <p:grpSpPr bwMode="auto">
          <a:xfrm>
            <a:off x="8229600" y="2255838"/>
            <a:ext cx="857250" cy="1020762"/>
            <a:chOff x="4224" y="1421"/>
            <a:chExt cx="540" cy="643"/>
          </a:xfrm>
        </p:grpSpPr>
        <p:sp>
          <p:nvSpPr>
            <p:cNvPr id="44069" name="Line 27">
              <a:extLst>
                <a:ext uri="{FF2B5EF4-FFF2-40B4-BE49-F238E27FC236}">
                  <a16:creationId xmlns:a16="http://schemas.microsoft.com/office/drawing/2014/main" id="{0B212D3E-203F-4105-982F-8362D0AEA187}"/>
                </a:ext>
              </a:extLst>
            </p:cNvPr>
            <p:cNvSpPr>
              <a:spLocks noChangeShapeType="1"/>
            </p:cNvSpPr>
            <p:nvPr/>
          </p:nvSpPr>
          <p:spPr bwMode="auto">
            <a:xfrm flipV="1">
              <a:off x="4224" y="1688"/>
              <a:ext cx="528" cy="376"/>
            </a:xfrm>
            <a:prstGeom prst="line">
              <a:avLst/>
            </a:prstGeom>
            <a:noFill/>
            <a:ln w="25400">
              <a:solidFill>
                <a:srgbClr val="000080"/>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44070" name="Rectangle 28">
              <a:extLst>
                <a:ext uri="{FF2B5EF4-FFF2-40B4-BE49-F238E27FC236}">
                  <a16:creationId xmlns:a16="http://schemas.microsoft.com/office/drawing/2014/main" id="{4B63A982-3F43-4B42-9E6F-72ACA38C3166}"/>
                </a:ext>
              </a:extLst>
            </p:cNvPr>
            <p:cNvSpPr>
              <a:spLocks noChangeArrowheads="1"/>
            </p:cNvSpPr>
            <p:nvPr/>
          </p:nvSpPr>
          <p:spPr bwMode="auto">
            <a:xfrm>
              <a:off x="4518" y="1421"/>
              <a:ext cx="24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_tradnl" altLang="en-US" i="1"/>
                <a:t>B</a:t>
              </a:r>
            </a:p>
          </p:txBody>
        </p:sp>
      </p:grpSp>
      <p:grpSp>
        <p:nvGrpSpPr>
          <p:cNvPr id="6" name="Group 32">
            <a:extLst>
              <a:ext uri="{FF2B5EF4-FFF2-40B4-BE49-F238E27FC236}">
                <a16:creationId xmlns:a16="http://schemas.microsoft.com/office/drawing/2014/main" id="{934952D1-9D58-492E-95A8-B62AEB3F3D21}"/>
              </a:ext>
            </a:extLst>
          </p:cNvPr>
          <p:cNvGrpSpPr>
            <a:grpSpLocks/>
          </p:cNvGrpSpPr>
          <p:nvPr/>
        </p:nvGrpSpPr>
        <p:grpSpPr bwMode="auto">
          <a:xfrm>
            <a:off x="8258175" y="3552825"/>
            <a:ext cx="763588" cy="1036638"/>
            <a:chOff x="4242" y="2238"/>
            <a:chExt cx="481" cy="653"/>
          </a:xfrm>
        </p:grpSpPr>
        <p:sp>
          <p:nvSpPr>
            <p:cNvPr id="44067" name="Line 30">
              <a:extLst>
                <a:ext uri="{FF2B5EF4-FFF2-40B4-BE49-F238E27FC236}">
                  <a16:creationId xmlns:a16="http://schemas.microsoft.com/office/drawing/2014/main" id="{13B8CE98-3420-4561-853E-8F3E8C58F947}"/>
                </a:ext>
              </a:extLst>
            </p:cNvPr>
            <p:cNvSpPr>
              <a:spLocks noChangeShapeType="1"/>
            </p:cNvSpPr>
            <p:nvPr/>
          </p:nvSpPr>
          <p:spPr bwMode="auto">
            <a:xfrm>
              <a:off x="4242" y="2238"/>
              <a:ext cx="480" cy="379"/>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44068" name="Rectangle 31">
              <a:extLst>
                <a:ext uri="{FF2B5EF4-FFF2-40B4-BE49-F238E27FC236}">
                  <a16:creationId xmlns:a16="http://schemas.microsoft.com/office/drawing/2014/main" id="{BF104B28-CB32-4ACD-BA35-3835A1C948BA}"/>
                </a:ext>
              </a:extLst>
            </p:cNvPr>
            <p:cNvSpPr>
              <a:spLocks noChangeArrowheads="1"/>
            </p:cNvSpPr>
            <p:nvPr/>
          </p:nvSpPr>
          <p:spPr bwMode="auto">
            <a:xfrm>
              <a:off x="4509" y="2600"/>
              <a:ext cx="21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_tradnl" altLang="en-US"/>
                <a:t>v</a:t>
              </a:r>
              <a:endParaRPr lang="es-ES_tradnl" altLang="en-US">
                <a:latin typeface="Symbol" panose="05050102010706020507" pitchFamily="18" charset="2"/>
              </a:endParaRPr>
            </a:p>
          </p:txBody>
        </p:sp>
      </p:grpSp>
      <p:grpSp>
        <p:nvGrpSpPr>
          <p:cNvPr id="7" name="Group 35">
            <a:extLst>
              <a:ext uri="{FF2B5EF4-FFF2-40B4-BE49-F238E27FC236}">
                <a16:creationId xmlns:a16="http://schemas.microsoft.com/office/drawing/2014/main" id="{F501AA28-7384-484B-934E-85F83F764747}"/>
              </a:ext>
            </a:extLst>
          </p:cNvPr>
          <p:cNvGrpSpPr>
            <a:grpSpLocks/>
          </p:cNvGrpSpPr>
          <p:nvPr/>
        </p:nvGrpSpPr>
        <p:grpSpPr bwMode="auto">
          <a:xfrm>
            <a:off x="8207381" y="3067050"/>
            <a:ext cx="646113" cy="509588"/>
            <a:chOff x="4210" y="1932"/>
            <a:chExt cx="407" cy="321"/>
          </a:xfrm>
        </p:grpSpPr>
        <p:sp>
          <p:nvSpPr>
            <p:cNvPr id="44065" name="Arc 33">
              <a:extLst>
                <a:ext uri="{FF2B5EF4-FFF2-40B4-BE49-F238E27FC236}">
                  <a16:creationId xmlns:a16="http://schemas.microsoft.com/office/drawing/2014/main" id="{E5A165DD-04FE-4326-BBB2-C6A56D8CD353}"/>
                </a:ext>
              </a:extLst>
            </p:cNvPr>
            <p:cNvSpPr>
              <a:spLocks/>
            </p:cNvSpPr>
            <p:nvPr/>
          </p:nvSpPr>
          <p:spPr bwMode="auto">
            <a:xfrm rot="2760000">
              <a:off x="4211" y="2053"/>
              <a:ext cx="199" cy="201"/>
            </a:xfrm>
            <a:custGeom>
              <a:avLst/>
              <a:gdLst>
                <a:gd name="T0" fmla="*/ 0 w 21709"/>
                <a:gd name="T1" fmla="*/ 0 h 21600"/>
                <a:gd name="T2" fmla="*/ 0 w 21709"/>
                <a:gd name="T3" fmla="*/ 0 h 21600"/>
                <a:gd name="T4" fmla="*/ 0 w 21709"/>
                <a:gd name="T5" fmla="*/ 0 h 21600"/>
                <a:gd name="T6" fmla="*/ 0 60000 65536"/>
                <a:gd name="T7" fmla="*/ 0 60000 65536"/>
                <a:gd name="T8" fmla="*/ 0 60000 65536"/>
                <a:gd name="T9" fmla="*/ 0 w 21709"/>
                <a:gd name="T10" fmla="*/ 0 h 21600"/>
                <a:gd name="T11" fmla="*/ 21709 w 21709"/>
                <a:gd name="T12" fmla="*/ 21600 h 21600"/>
              </a:gdLst>
              <a:ahLst/>
              <a:cxnLst>
                <a:cxn ang="T6">
                  <a:pos x="T0" y="T1"/>
                </a:cxn>
                <a:cxn ang="T7">
                  <a:pos x="T2" y="T3"/>
                </a:cxn>
                <a:cxn ang="T8">
                  <a:pos x="T4" y="T5"/>
                </a:cxn>
              </a:cxnLst>
              <a:rect l="T9" t="T10" r="T11" b="T12"/>
              <a:pathLst>
                <a:path w="21709" h="21600" fill="none" extrusionOk="0">
                  <a:moveTo>
                    <a:pt x="0" y="0"/>
                  </a:moveTo>
                  <a:cubicBezTo>
                    <a:pt x="36" y="0"/>
                    <a:pt x="72" y="-1"/>
                    <a:pt x="109" y="0"/>
                  </a:cubicBezTo>
                  <a:cubicBezTo>
                    <a:pt x="12038" y="0"/>
                    <a:pt x="21709" y="9670"/>
                    <a:pt x="21709" y="21600"/>
                  </a:cubicBezTo>
                </a:path>
                <a:path w="21709" h="21600" stroke="0" extrusionOk="0">
                  <a:moveTo>
                    <a:pt x="0" y="0"/>
                  </a:moveTo>
                  <a:cubicBezTo>
                    <a:pt x="36" y="0"/>
                    <a:pt x="72" y="-1"/>
                    <a:pt x="109" y="0"/>
                  </a:cubicBezTo>
                  <a:cubicBezTo>
                    <a:pt x="12038" y="0"/>
                    <a:pt x="21709" y="9670"/>
                    <a:pt x="21709" y="21600"/>
                  </a:cubicBezTo>
                  <a:lnTo>
                    <a:pt x="109" y="21600"/>
                  </a:lnTo>
                  <a:close/>
                </a:path>
              </a:pathLst>
            </a:custGeom>
            <a:noFill/>
            <a:ln w="127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sp>
          <p:nvSpPr>
            <p:cNvPr id="44066" name="Rectangle 34">
              <a:extLst>
                <a:ext uri="{FF2B5EF4-FFF2-40B4-BE49-F238E27FC236}">
                  <a16:creationId xmlns:a16="http://schemas.microsoft.com/office/drawing/2014/main" id="{FDB4C0E1-89BF-467E-8880-FD2D8F38AE16}"/>
                </a:ext>
              </a:extLst>
            </p:cNvPr>
            <p:cNvSpPr>
              <a:spLocks noChangeArrowheads="1"/>
            </p:cNvSpPr>
            <p:nvPr/>
          </p:nvSpPr>
          <p:spPr bwMode="auto">
            <a:xfrm>
              <a:off x="4399" y="1932"/>
              <a:ext cx="21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_tradnl" altLang="en-US">
                  <a:latin typeface="Symbol" panose="05050102010706020507" pitchFamily="18" charset="2"/>
                </a:rPr>
                <a:t>q</a:t>
              </a:r>
            </a:p>
          </p:txBody>
        </p:sp>
      </p:grpSp>
      <p:sp>
        <p:nvSpPr>
          <p:cNvPr id="5156" name="Line 36">
            <a:extLst>
              <a:ext uri="{FF2B5EF4-FFF2-40B4-BE49-F238E27FC236}">
                <a16:creationId xmlns:a16="http://schemas.microsoft.com/office/drawing/2014/main" id="{F6CA01A2-2C7A-4751-8124-C1D1D5E01895}"/>
              </a:ext>
            </a:extLst>
          </p:cNvPr>
          <p:cNvSpPr>
            <a:spLocks noChangeShapeType="1"/>
          </p:cNvSpPr>
          <p:nvPr/>
        </p:nvSpPr>
        <p:spPr bwMode="auto">
          <a:xfrm>
            <a:off x="8001000" y="3702050"/>
            <a:ext cx="0" cy="2057400"/>
          </a:xfrm>
          <a:prstGeom prst="line">
            <a:avLst/>
          </a:prstGeom>
          <a:noFill/>
          <a:ln w="381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5158" name="Line 38">
            <a:extLst>
              <a:ext uri="{FF2B5EF4-FFF2-40B4-BE49-F238E27FC236}">
                <a16:creationId xmlns:a16="http://schemas.microsoft.com/office/drawing/2014/main" id="{89193E40-1BF9-4CD4-B0C1-D7FB7AFAAB15}"/>
              </a:ext>
            </a:extLst>
          </p:cNvPr>
          <p:cNvSpPr>
            <a:spLocks noChangeShapeType="1"/>
          </p:cNvSpPr>
          <p:nvPr/>
        </p:nvSpPr>
        <p:spPr bwMode="auto">
          <a:xfrm>
            <a:off x="8020050" y="3790950"/>
            <a:ext cx="228600" cy="15240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5159" name="Line 39">
            <a:extLst>
              <a:ext uri="{FF2B5EF4-FFF2-40B4-BE49-F238E27FC236}">
                <a16:creationId xmlns:a16="http://schemas.microsoft.com/office/drawing/2014/main" id="{D3B3065E-AD38-48B6-8F2E-672A58F1ABFC}"/>
              </a:ext>
            </a:extLst>
          </p:cNvPr>
          <p:cNvSpPr>
            <a:spLocks noChangeShapeType="1"/>
          </p:cNvSpPr>
          <p:nvPr/>
        </p:nvSpPr>
        <p:spPr bwMode="auto">
          <a:xfrm flipV="1">
            <a:off x="8248650" y="3562350"/>
            <a:ext cx="0" cy="38100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pic>
        <p:nvPicPr>
          <p:cNvPr id="5161" name="Picture 41">
            <a:extLst>
              <a:ext uri="{FF2B5EF4-FFF2-40B4-BE49-F238E27FC236}">
                <a16:creationId xmlns:a16="http://schemas.microsoft.com/office/drawing/2014/main" id="{7D0354B7-051B-44CD-B1D7-1B42FC7495D4}"/>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0"/>
            <a:ext cx="2978150" cy="3386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51" name="Oval 42">
            <a:extLst>
              <a:ext uri="{FF2B5EF4-FFF2-40B4-BE49-F238E27FC236}">
                <a16:creationId xmlns:a16="http://schemas.microsoft.com/office/drawing/2014/main" id="{D195A410-CA99-46CD-814A-B2099C528ED0}"/>
              </a:ext>
            </a:extLst>
          </p:cNvPr>
          <p:cNvSpPr>
            <a:spLocks noChangeArrowheads="1"/>
          </p:cNvSpPr>
          <p:nvPr/>
        </p:nvSpPr>
        <p:spPr bwMode="auto">
          <a:xfrm>
            <a:off x="5105400" y="1557338"/>
            <a:ext cx="762000" cy="990600"/>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sp>
        <p:nvSpPr>
          <p:cNvPr id="5165" name="Text Box 45">
            <a:extLst>
              <a:ext uri="{FF2B5EF4-FFF2-40B4-BE49-F238E27FC236}">
                <a16:creationId xmlns:a16="http://schemas.microsoft.com/office/drawing/2014/main" id="{17A9BDA9-E623-446B-8141-5CD3257A9490}"/>
              </a:ext>
            </a:extLst>
          </p:cNvPr>
          <p:cNvSpPr txBox="1">
            <a:spLocks noChangeArrowheads="1"/>
          </p:cNvSpPr>
          <p:nvPr/>
        </p:nvSpPr>
        <p:spPr bwMode="auto">
          <a:xfrm>
            <a:off x="3422651" y="19051"/>
            <a:ext cx="398057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_tradnl" altLang="en-US" b="1">
                <a:solidFill>
                  <a:srgbClr val="800000"/>
                </a:solidFill>
              </a:rPr>
              <a:t>Regla de la mano derecha</a:t>
            </a:r>
          </a:p>
        </p:txBody>
      </p:sp>
      <p:sp>
        <p:nvSpPr>
          <p:cNvPr id="5166" name="Text Box 46">
            <a:extLst>
              <a:ext uri="{FF2B5EF4-FFF2-40B4-BE49-F238E27FC236}">
                <a16:creationId xmlns:a16="http://schemas.microsoft.com/office/drawing/2014/main" id="{E2250A65-43B7-4494-9760-47D1EDCA539F}"/>
              </a:ext>
            </a:extLst>
          </p:cNvPr>
          <p:cNvSpPr txBox="1">
            <a:spLocks noChangeArrowheads="1"/>
          </p:cNvSpPr>
          <p:nvPr/>
        </p:nvSpPr>
        <p:spPr bwMode="auto">
          <a:xfrm>
            <a:off x="2438401" y="4906964"/>
            <a:ext cx="230543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_tradnl" altLang="en-US" b="1">
                <a:solidFill>
                  <a:srgbClr val="800000"/>
                </a:solidFill>
              </a:rPr>
              <a:t>Carga positiva</a:t>
            </a:r>
          </a:p>
        </p:txBody>
      </p:sp>
      <p:sp>
        <p:nvSpPr>
          <p:cNvPr id="5167" name="Text Box 47">
            <a:extLst>
              <a:ext uri="{FF2B5EF4-FFF2-40B4-BE49-F238E27FC236}">
                <a16:creationId xmlns:a16="http://schemas.microsoft.com/office/drawing/2014/main" id="{9251CD8D-F58F-4CBA-B58F-10E4E7A3830F}"/>
              </a:ext>
            </a:extLst>
          </p:cNvPr>
          <p:cNvSpPr txBox="1">
            <a:spLocks noChangeArrowheads="1"/>
          </p:cNvSpPr>
          <p:nvPr/>
        </p:nvSpPr>
        <p:spPr bwMode="auto">
          <a:xfrm>
            <a:off x="7069139" y="6038851"/>
            <a:ext cx="239200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_tradnl" altLang="en-US" b="1">
                <a:solidFill>
                  <a:srgbClr val="800000"/>
                </a:solidFill>
              </a:rPr>
              <a:t>Carga negativa</a:t>
            </a:r>
          </a:p>
        </p:txBody>
      </p:sp>
      <p:sp>
        <p:nvSpPr>
          <p:cNvPr id="5168" name="Text Box 48">
            <a:extLst>
              <a:ext uri="{FF2B5EF4-FFF2-40B4-BE49-F238E27FC236}">
                <a16:creationId xmlns:a16="http://schemas.microsoft.com/office/drawing/2014/main" id="{30AAFF8B-B538-41B5-A19D-17A468F1A57A}"/>
              </a:ext>
            </a:extLst>
          </p:cNvPr>
          <p:cNvSpPr txBox="1">
            <a:spLocks noChangeArrowheads="1"/>
          </p:cNvSpPr>
          <p:nvPr/>
        </p:nvSpPr>
        <p:spPr bwMode="auto">
          <a:xfrm>
            <a:off x="8061325" y="5059364"/>
            <a:ext cx="37221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_tradnl" altLang="en-US" i="1"/>
              <a:t>F</a:t>
            </a:r>
            <a:endParaRPr lang="es-ES_tradnl" altLang="en-US"/>
          </a:p>
        </p:txBody>
      </p:sp>
      <p:sp>
        <p:nvSpPr>
          <p:cNvPr id="5169" name="Text Box 49">
            <a:extLst>
              <a:ext uri="{FF2B5EF4-FFF2-40B4-BE49-F238E27FC236}">
                <a16:creationId xmlns:a16="http://schemas.microsoft.com/office/drawing/2014/main" id="{62279EBA-8B2E-4B48-8955-04E22CE54BBB}"/>
              </a:ext>
            </a:extLst>
          </p:cNvPr>
          <p:cNvSpPr txBox="1">
            <a:spLocks noChangeArrowheads="1"/>
          </p:cNvSpPr>
          <p:nvPr/>
        </p:nvSpPr>
        <p:spPr bwMode="auto">
          <a:xfrm>
            <a:off x="3946525" y="1085851"/>
            <a:ext cx="37221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_tradnl" altLang="en-US" i="1"/>
              <a:t>F</a:t>
            </a:r>
          </a:p>
        </p:txBody>
      </p:sp>
      <p:grpSp>
        <p:nvGrpSpPr>
          <p:cNvPr id="8" name="Group 53">
            <a:extLst>
              <a:ext uri="{FF2B5EF4-FFF2-40B4-BE49-F238E27FC236}">
                <a16:creationId xmlns:a16="http://schemas.microsoft.com/office/drawing/2014/main" id="{BF5FB9E4-B428-43AA-B054-0247513EF331}"/>
              </a:ext>
            </a:extLst>
          </p:cNvPr>
          <p:cNvGrpSpPr>
            <a:grpSpLocks/>
          </p:cNvGrpSpPr>
          <p:nvPr/>
        </p:nvGrpSpPr>
        <p:grpSpPr bwMode="auto">
          <a:xfrm>
            <a:off x="3549650" y="3200400"/>
            <a:ext cx="520700" cy="520700"/>
            <a:chOff x="1276" y="3560"/>
            <a:chExt cx="328" cy="328"/>
          </a:xfrm>
        </p:grpSpPr>
        <p:sp>
          <p:nvSpPr>
            <p:cNvPr id="44061" name="Oval 3">
              <a:extLst>
                <a:ext uri="{FF2B5EF4-FFF2-40B4-BE49-F238E27FC236}">
                  <a16:creationId xmlns:a16="http://schemas.microsoft.com/office/drawing/2014/main" id="{15EB4A33-501C-4BD8-A8EB-DC97CAEE8D04}"/>
                </a:ext>
              </a:extLst>
            </p:cNvPr>
            <p:cNvSpPr>
              <a:spLocks noChangeArrowheads="1"/>
            </p:cNvSpPr>
            <p:nvPr/>
          </p:nvSpPr>
          <p:spPr bwMode="auto">
            <a:xfrm>
              <a:off x="1276" y="3560"/>
              <a:ext cx="328" cy="328"/>
            </a:xfrm>
            <a:prstGeom prst="ellipse">
              <a:avLst/>
            </a:prstGeom>
            <a:solidFill>
              <a:schemeClr val="accent1"/>
            </a:solidFill>
            <a:ln w="12700">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grpSp>
          <p:nvGrpSpPr>
            <p:cNvPr id="44062" name="Group 52">
              <a:extLst>
                <a:ext uri="{FF2B5EF4-FFF2-40B4-BE49-F238E27FC236}">
                  <a16:creationId xmlns:a16="http://schemas.microsoft.com/office/drawing/2014/main" id="{34287748-2FFC-491F-AB88-290974AB97A5}"/>
                </a:ext>
              </a:extLst>
            </p:cNvPr>
            <p:cNvGrpSpPr>
              <a:grpSpLocks/>
            </p:cNvGrpSpPr>
            <p:nvPr/>
          </p:nvGrpSpPr>
          <p:grpSpPr bwMode="auto">
            <a:xfrm>
              <a:off x="1380" y="3660"/>
              <a:ext cx="144" cy="144"/>
              <a:chOff x="2040" y="3696"/>
              <a:chExt cx="144" cy="144"/>
            </a:xfrm>
          </p:grpSpPr>
          <p:sp>
            <p:nvSpPr>
              <p:cNvPr id="44063" name="Line 50">
                <a:extLst>
                  <a:ext uri="{FF2B5EF4-FFF2-40B4-BE49-F238E27FC236}">
                    <a16:creationId xmlns:a16="http://schemas.microsoft.com/office/drawing/2014/main" id="{7E173049-2EFD-4D88-9973-2542C29FA77A}"/>
                  </a:ext>
                </a:extLst>
              </p:cNvPr>
              <p:cNvSpPr>
                <a:spLocks noChangeShapeType="1"/>
              </p:cNvSpPr>
              <p:nvPr/>
            </p:nvSpPr>
            <p:spPr bwMode="auto">
              <a:xfrm>
                <a:off x="2112" y="3696"/>
                <a:ext cx="0" cy="14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64" name="Line 51">
                <a:extLst>
                  <a:ext uri="{FF2B5EF4-FFF2-40B4-BE49-F238E27FC236}">
                    <a16:creationId xmlns:a16="http://schemas.microsoft.com/office/drawing/2014/main" id="{B9B07BE5-CEFF-406F-AFFD-5AC8B9890A7D}"/>
                  </a:ext>
                </a:extLst>
              </p:cNvPr>
              <p:cNvSpPr>
                <a:spLocks noChangeShapeType="1"/>
              </p:cNvSpPr>
              <p:nvPr/>
            </p:nvSpPr>
            <p:spPr bwMode="auto">
              <a:xfrm rot="-5400000">
                <a:off x="2112" y="3708"/>
                <a:ext cx="0" cy="14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10" name="Group 55">
            <a:extLst>
              <a:ext uri="{FF2B5EF4-FFF2-40B4-BE49-F238E27FC236}">
                <a16:creationId xmlns:a16="http://schemas.microsoft.com/office/drawing/2014/main" id="{BF36F0E6-1C26-413A-B9A6-2F0003939909}"/>
              </a:ext>
            </a:extLst>
          </p:cNvPr>
          <p:cNvGrpSpPr>
            <a:grpSpLocks/>
          </p:cNvGrpSpPr>
          <p:nvPr/>
        </p:nvGrpSpPr>
        <p:grpSpPr bwMode="auto">
          <a:xfrm>
            <a:off x="7785100" y="3213100"/>
            <a:ext cx="520700" cy="520700"/>
            <a:chOff x="3024" y="3224"/>
            <a:chExt cx="328" cy="328"/>
          </a:xfrm>
        </p:grpSpPr>
        <p:sp>
          <p:nvSpPr>
            <p:cNvPr id="44059" name="Oval 23">
              <a:extLst>
                <a:ext uri="{FF2B5EF4-FFF2-40B4-BE49-F238E27FC236}">
                  <a16:creationId xmlns:a16="http://schemas.microsoft.com/office/drawing/2014/main" id="{1724ADE8-7A9C-4911-A90E-19F836ABC6D2}"/>
                </a:ext>
              </a:extLst>
            </p:cNvPr>
            <p:cNvSpPr>
              <a:spLocks noChangeArrowheads="1"/>
            </p:cNvSpPr>
            <p:nvPr/>
          </p:nvSpPr>
          <p:spPr bwMode="auto">
            <a:xfrm>
              <a:off x="3024" y="3224"/>
              <a:ext cx="328" cy="328"/>
            </a:xfrm>
            <a:prstGeom prst="ellipse">
              <a:avLst/>
            </a:prstGeom>
            <a:solidFill>
              <a:schemeClr val="accent2"/>
            </a:solidFill>
            <a:ln w="12700">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sp>
          <p:nvSpPr>
            <p:cNvPr id="44060" name="Line 54">
              <a:extLst>
                <a:ext uri="{FF2B5EF4-FFF2-40B4-BE49-F238E27FC236}">
                  <a16:creationId xmlns:a16="http://schemas.microsoft.com/office/drawing/2014/main" id="{B4A0A194-F043-483E-9A15-53A6A528AB41}"/>
                </a:ext>
              </a:extLst>
            </p:cNvPr>
            <p:cNvSpPr>
              <a:spLocks noChangeShapeType="1"/>
            </p:cNvSpPr>
            <p:nvPr/>
          </p:nvSpPr>
          <p:spPr bwMode="auto">
            <a:xfrm>
              <a:off x="3120" y="3408"/>
              <a:ext cx="144" cy="0"/>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5" fill="hold" grpId="0" nodeType="clickEffect">
                                  <p:stCondLst>
                                    <p:cond delay="0"/>
                                  </p:stCondLst>
                                  <p:childTnLst>
                                    <p:set>
                                      <p:cBhvr>
                                        <p:cTn id="6" dur="1" fill="hold">
                                          <p:stCondLst>
                                            <p:cond delay="0"/>
                                          </p:stCondLst>
                                        </p:cTn>
                                        <p:tgtEl>
                                          <p:spTgt spid="5165"/>
                                        </p:tgtEl>
                                        <p:attrNameLst>
                                          <p:attrName>style.visibility</p:attrName>
                                        </p:attrNameLst>
                                      </p:cBhvr>
                                      <p:to>
                                        <p:strVal val="visible"/>
                                      </p:to>
                                    </p:set>
                                    <p:animEffect transition="in" filter="randombar(vertical)">
                                      <p:cBhvr>
                                        <p:cTn id="7" dur="500"/>
                                        <p:tgtEl>
                                          <p:spTgt spid="516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122"/>
                                        </p:tgtEl>
                                        <p:attrNameLst>
                                          <p:attrName>style.visibility</p:attrName>
                                        </p:attrNameLst>
                                      </p:cBhvr>
                                      <p:to>
                                        <p:strVal val="visible"/>
                                      </p:to>
                                    </p:set>
                                    <p:animEffect transition="in" filter="wipe(up)">
                                      <p:cBhvr>
                                        <p:cTn id="12" dur="500"/>
                                        <p:tgtEl>
                                          <p:spTgt spid="512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5126"/>
                                        </p:tgtEl>
                                        <p:attrNameLst>
                                          <p:attrName>style.visibility</p:attrName>
                                        </p:attrNameLst>
                                      </p:cBhvr>
                                      <p:to>
                                        <p:strVal val="visible"/>
                                      </p:to>
                                    </p:set>
                                  </p:childTnLst>
                                </p:cTn>
                              </p:par>
                            </p:childTnLst>
                          </p:cTn>
                        </p:par>
                        <p:par>
                          <p:cTn id="17" fill="hold" nodeType="afterGroup">
                            <p:stCondLst>
                              <p:cond delay="500"/>
                            </p:stCondLst>
                            <p:childTnLst>
                              <p:par>
                                <p:cTn id="18" presetID="1" presetClass="entr" presetSubtype="0" fill="hold" nodeType="afterEffect">
                                  <p:stCondLst>
                                    <p:cond delay="0"/>
                                  </p:stCondLst>
                                  <p:childTnLst>
                                    <p:set>
                                      <p:cBhvr>
                                        <p:cTn id="19" dur="1" fill="hold">
                                          <p:stCondLst>
                                            <p:cond delay="499"/>
                                          </p:stCondLst>
                                        </p:cTn>
                                        <p:tgtEl>
                                          <p:spTgt spid="8"/>
                                        </p:tgtEl>
                                        <p:attrNameLst>
                                          <p:attrName>style.visibility</p:attrName>
                                        </p:attrNameLst>
                                      </p:cBhvr>
                                      <p:to>
                                        <p:strVal val="visible"/>
                                      </p:to>
                                    </p:set>
                                  </p:childTnLst>
                                </p:cTn>
                              </p:par>
                            </p:childTnLst>
                          </p:cTn>
                        </p:par>
                        <p:par>
                          <p:cTn id="20" fill="hold" nodeType="afterGroup">
                            <p:stCondLst>
                              <p:cond delay="1000"/>
                            </p:stCondLst>
                            <p:childTnLst>
                              <p:par>
                                <p:cTn id="21" presetID="18" presetClass="entr" presetSubtype="3" fill="hold" nodeType="after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strips(upRight)">
                                      <p:cBhvr>
                                        <p:cTn id="23" dur="500"/>
                                        <p:tgtEl>
                                          <p:spTgt spid="2"/>
                                        </p:tgtEl>
                                      </p:cBhvr>
                                    </p:animEffect>
                                  </p:childTnLst>
                                </p:cTn>
                              </p:par>
                            </p:childTnLst>
                          </p:cTn>
                        </p:par>
                        <p:par>
                          <p:cTn id="24" fill="hold" nodeType="afterGroup">
                            <p:stCondLst>
                              <p:cond delay="1500"/>
                            </p:stCondLst>
                            <p:childTnLst>
                              <p:par>
                                <p:cTn id="25" presetID="18" presetClass="entr" presetSubtype="6" fill="hold" nodeType="after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strips(downRight)">
                                      <p:cBhvr>
                                        <p:cTn id="27" dur="500"/>
                                        <p:tgtEl>
                                          <p:spTgt spid="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wipe(left)">
                                      <p:cBhvr>
                                        <p:cTn id="32" dur="500"/>
                                        <p:tgtEl>
                                          <p:spTgt spid="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4" presetClass="entr" presetSubtype="5" fill="hold" nodeType="clickEffect">
                                  <p:stCondLst>
                                    <p:cond delay="0"/>
                                  </p:stCondLst>
                                  <p:childTnLst>
                                    <p:set>
                                      <p:cBhvr>
                                        <p:cTn id="36" dur="1" fill="hold">
                                          <p:stCondLst>
                                            <p:cond delay="0"/>
                                          </p:stCondLst>
                                        </p:cTn>
                                        <p:tgtEl>
                                          <p:spTgt spid="5136"/>
                                        </p:tgtEl>
                                        <p:attrNameLst>
                                          <p:attrName>style.visibility</p:attrName>
                                        </p:attrNameLst>
                                      </p:cBhvr>
                                      <p:to>
                                        <p:strVal val="visible"/>
                                      </p:to>
                                    </p:set>
                                    <p:animEffect transition="in" filter="randombar(vertical)">
                                      <p:cBhvr>
                                        <p:cTn id="37" dur="500"/>
                                        <p:tgtEl>
                                          <p:spTgt spid="5136"/>
                                        </p:tgtEl>
                                      </p:cBhvr>
                                    </p:animEffect>
                                  </p:childTnLst>
                                </p:cTn>
                              </p:par>
                            </p:childTnLst>
                          </p:cTn>
                        </p:par>
                        <p:par>
                          <p:cTn id="38" fill="hold" nodeType="afterGroup">
                            <p:stCondLst>
                              <p:cond delay="500"/>
                            </p:stCondLst>
                            <p:childTnLst>
                              <p:par>
                                <p:cTn id="39" presetID="1" presetClass="entr" presetSubtype="0" fill="hold" grpId="0" nodeType="afterEffect">
                                  <p:stCondLst>
                                    <p:cond delay="0"/>
                                  </p:stCondLst>
                                  <p:childTnLst>
                                    <p:set>
                                      <p:cBhvr>
                                        <p:cTn id="40" dur="1" fill="hold">
                                          <p:stCondLst>
                                            <p:cond delay="499"/>
                                          </p:stCondLst>
                                        </p:cTn>
                                        <p:tgtEl>
                                          <p:spTgt spid="5169"/>
                                        </p:tgtEl>
                                        <p:attrNameLst>
                                          <p:attrName>style.visibility</p:attrName>
                                        </p:attrNameLst>
                                      </p:cBhvr>
                                      <p:to>
                                        <p:strVal val="visible"/>
                                      </p:to>
                                    </p:set>
                                  </p:childTnLst>
                                </p:cTn>
                              </p:par>
                            </p:childTnLst>
                          </p:cTn>
                        </p:par>
                        <p:par>
                          <p:cTn id="41" fill="hold" nodeType="afterGroup">
                            <p:stCondLst>
                              <p:cond delay="1000"/>
                            </p:stCondLst>
                            <p:childTnLst>
                              <p:par>
                                <p:cTn id="42" presetID="1" presetClass="entr" presetSubtype="0" fill="hold" nodeType="afterEffect">
                                  <p:stCondLst>
                                    <p:cond delay="0"/>
                                  </p:stCondLst>
                                  <p:childTnLst>
                                    <p:set>
                                      <p:cBhvr>
                                        <p:cTn id="43" dur="1" fill="hold">
                                          <p:stCondLst>
                                            <p:cond delay="499"/>
                                          </p:stCondLst>
                                        </p:cTn>
                                        <p:tgtEl>
                                          <p:spTgt spid="5139"/>
                                        </p:tgtEl>
                                        <p:attrNameLst>
                                          <p:attrName>style.visibility</p:attrName>
                                        </p:attrNameLst>
                                      </p:cBhvr>
                                      <p:to>
                                        <p:strVal val="visible"/>
                                      </p:to>
                                    </p:set>
                                  </p:childTnLst>
                                </p:cTn>
                              </p:par>
                            </p:childTnLst>
                          </p:cTn>
                        </p:par>
                        <p:par>
                          <p:cTn id="44" fill="hold" nodeType="afterGroup">
                            <p:stCondLst>
                              <p:cond delay="1500"/>
                            </p:stCondLst>
                            <p:childTnLst>
                              <p:par>
                                <p:cTn id="45" presetID="1" presetClass="entr" presetSubtype="0" fill="hold" nodeType="afterEffect">
                                  <p:stCondLst>
                                    <p:cond delay="0"/>
                                  </p:stCondLst>
                                  <p:childTnLst>
                                    <p:set>
                                      <p:cBhvr>
                                        <p:cTn id="46" dur="1" fill="hold">
                                          <p:stCondLst>
                                            <p:cond delay="499"/>
                                          </p:stCondLst>
                                        </p:cTn>
                                        <p:tgtEl>
                                          <p:spTgt spid="5140"/>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4" presetClass="entr" presetSubtype="5" fill="hold" grpId="0" nodeType="clickEffect">
                                  <p:stCondLst>
                                    <p:cond delay="0"/>
                                  </p:stCondLst>
                                  <p:childTnLst>
                                    <p:set>
                                      <p:cBhvr>
                                        <p:cTn id="50" dur="1" fill="hold">
                                          <p:stCondLst>
                                            <p:cond delay="0"/>
                                          </p:stCondLst>
                                        </p:cTn>
                                        <p:tgtEl>
                                          <p:spTgt spid="5166"/>
                                        </p:tgtEl>
                                        <p:attrNameLst>
                                          <p:attrName>style.visibility</p:attrName>
                                        </p:attrNameLst>
                                      </p:cBhvr>
                                      <p:to>
                                        <p:strVal val="visible"/>
                                      </p:to>
                                    </p:set>
                                    <p:animEffect transition="in" filter="randombar(vertical)">
                                      <p:cBhvr>
                                        <p:cTn id="51" dur="500"/>
                                        <p:tgtEl>
                                          <p:spTgt spid="5166"/>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 presetClass="entr" presetSubtype="8" fill="hold" nodeType="clickEffect">
                                  <p:stCondLst>
                                    <p:cond delay="0"/>
                                  </p:stCondLst>
                                  <p:childTnLst>
                                    <p:set>
                                      <p:cBhvr>
                                        <p:cTn id="55" dur="1" fill="hold">
                                          <p:stCondLst>
                                            <p:cond delay="0"/>
                                          </p:stCondLst>
                                        </p:cTn>
                                        <p:tgtEl>
                                          <p:spTgt spid="5161"/>
                                        </p:tgtEl>
                                        <p:attrNameLst>
                                          <p:attrName>style.visibility</p:attrName>
                                        </p:attrNameLst>
                                      </p:cBhvr>
                                      <p:to>
                                        <p:strVal val="visible"/>
                                      </p:to>
                                    </p:set>
                                    <p:anim calcmode="lin" valueType="num">
                                      <p:cBhvr additive="base">
                                        <p:cTn id="56" dur="500" fill="hold"/>
                                        <p:tgtEl>
                                          <p:spTgt spid="5161"/>
                                        </p:tgtEl>
                                        <p:attrNameLst>
                                          <p:attrName>ppt_x</p:attrName>
                                        </p:attrNameLst>
                                      </p:cBhvr>
                                      <p:tavLst>
                                        <p:tav tm="0">
                                          <p:val>
                                            <p:strVal val="0-#ppt_w/2"/>
                                          </p:val>
                                        </p:tav>
                                        <p:tav tm="100000">
                                          <p:val>
                                            <p:strVal val="#ppt_x"/>
                                          </p:val>
                                        </p:tav>
                                      </p:tavLst>
                                    </p:anim>
                                    <p:anim calcmode="lin" valueType="num">
                                      <p:cBhvr additive="base">
                                        <p:cTn id="57" dur="500" fill="hold"/>
                                        <p:tgtEl>
                                          <p:spTgt spid="5161"/>
                                        </p:tgtEl>
                                        <p:attrNameLst>
                                          <p:attrName>ppt_y</p:attrName>
                                        </p:attrNameLst>
                                      </p:cBhvr>
                                      <p:tavLst>
                                        <p:tav tm="0">
                                          <p:val>
                                            <p:strVal val="#ppt_y"/>
                                          </p:val>
                                        </p:tav>
                                        <p:tav tm="100000">
                                          <p:val>
                                            <p:strVal val="#ppt_y"/>
                                          </p:val>
                                        </p:tav>
                                      </p:tavLst>
                                    </p:anim>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1" fill="hold" grpId="0" nodeType="clickEffect">
                                  <p:stCondLst>
                                    <p:cond delay="0"/>
                                  </p:stCondLst>
                                  <p:childTnLst>
                                    <p:set>
                                      <p:cBhvr>
                                        <p:cTn id="61" dur="1" fill="hold">
                                          <p:stCondLst>
                                            <p:cond delay="0"/>
                                          </p:stCondLst>
                                        </p:cTn>
                                        <p:tgtEl>
                                          <p:spTgt spid="5142"/>
                                        </p:tgtEl>
                                        <p:attrNameLst>
                                          <p:attrName>style.visibility</p:attrName>
                                        </p:attrNameLst>
                                      </p:cBhvr>
                                      <p:to>
                                        <p:strVal val="visible"/>
                                      </p:to>
                                    </p:set>
                                    <p:animEffect transition="in" filter="wipe(up)">
                                      <p:cBhvr>
                                        <p:cTn id="62" dur="500"/>
                                        <p:tgtEl>
                                          <p:spTgt spid="5142"/>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1" presetClass="entr" presetSubtype="0" fill="hold" grpId="0" nodeType="clickEffect">
                                  <p:stCondLst>
                                    <p:cond delay="0"/>
                                  </p:stCondLst>
                                  <p:childTnLst>
                                    <p:set>
                                      <p:cBhvr>
                                        <p:cTn id="66" dur="1" fill="hold">
                                          <p:stCondLst>
                                            <p:cond delay="499"/>
                                          </p:stCondLst>
                                        </p:cTn>
                                        <p:tgtEl>
                                          <p:spTgt spid="5146"/>
                                        </p:tgtEl>
                                        <p:attrNameLst>
                                          <p:attrName>style.visibility</p:attrName>
                                        </p:attrNameLst>
                                      </p:cBhvr>
                                      <p:to>
                                        <p:strVal val="visible"/>
                                      </p:to>
                                    </p:set>
                                  </p:childTnLst>
                                </p:cTn>
                              </p:par>
                            </p:childTnLst>
                          </p:cTn>
                        </p:par>
                        <p:par>
                          <p:cTn id="67" fill="hold" nodeType="afterGroup">
                            <p:stCondLst>
                              <p:cond delay="500"/>
                            </p:stCondLst>
                            <p:childTnLst>
                              <p:par>
                                <p:cTn id="68" presetID="1" presetClass="entr" presetSubtype="0" fill="hold" nodeType="afterEffect">
                                  <p:stCondLst>
                                    <p:cond delay="0"/>
                                  </p:stCondLst>
                                  <p:childTnLst>
                                    <p:set>
                                      <p:cBhvr>
                                        <p:cTn id="69" dur="1" fill="hold">
                                          <p:stCondLst>
                                            <p:cond delay="499"/>
                                          </p:stCondLst>
                                        </p:cTn>
                                        <p:tgtEl>
                                          <p:spTgt spid="10"/>
                                        </p:tgtEl>
                                        <p:attrNameLst>
                                          <p:attrName>style.visibility</p:attrName>
                                        </p:attrNameLst>
                                      </p:cBhvr>
                                      <p:to>
                                        <p:strVal val="visible"/>
                                      </p:to>
                                    </p:set>
                                  </p:childTnLst>
                                </p:cTn>
                              </p:par>
                            </p:childTnLst>
                          </p:cTn>
                        </p:par>
                        <p:par>
                          <p:cTn id="70" fill="hold" nodeType="afterGroup">
                            <p:stCondLst>
                              <p:cond delay="1000"/>
                            </p:stCondLst>
                            <p:childTnLst>
                              <p:par>
                                <p:cTn id="71" presetID="18" presetClass="entr" presetSubtype="3" fill="hold" nodeType="afterEffect">
                                  <p:stCondLst>
                                    <p:cond delay="0"/>
                                  </p:stCondLst>
                                  <p:childTnLst>
                                    <p:set>
                                      <p:cBhvr>
                                        <p:cTn id="72" dur="1" fill="hold">
                                          <p:stCondLst>
                                            <p:cond delay="0"/>
                                          </p:stCondLst>
                                        </p:cTn>
                                        <p:tgtEl>
                                          <p:spTgt spid="5"/>
                                        </p:tgtEl>
                                        <p:attrNameLst>
                                          <p:attrName>style.visibility</p:attrName>
                                        </p:attrNameLst>
                                      </p:cBhvr>
                                      <p:to>
                                        <p:strVal val="visible"/>
                                      </p:to>
                                    </p:set>
                                    <p:animEffect transition="in" filter="strips(upRight)">
                                      <p:cBhvr>
                                        <p:cTn id="73" dur="500"/>
                                        <p:tgtEl>
                                          <p:spTgt spid="5"/>
                                        </p:tgtEl>
                                      </p:cBhvr>
                                    </p:animEffect>
                                  </p:childTnLst>
                                </p:cTn>
                              </p:par>
                            </p:childTnLst>
                          </p:cTn>
                        </p:par>
                        <p:par>
                          <p:cTn id="74" fill="hold" nodeType="afterGroup">
                            <p:stCondLst>
                              <p:cond delay="1500"/>
                            </p:stCondLst>
                            <p:childTnLst>
                              <p:par>
                                <p:cTn id="75" presetID="18" presetClass="entr" presetSubtype="6" fill="hold" nodeType="afterEffect">
                                  <p:stCondLst>
                                    <p:cond delay="0"/>
                                  </p:stCondLst>
                                  <p:childTnLst>
                                    <p:set>
                                      <p:cBhvr>
                                        <p:cTn id="76" dur="1" fill="hold">
                                          <p:stCondLst>
                                            <p:cond delay="0"/>
                                          </p:stCondLst>
                                        </p:cTn>
                                        <p:tgtEl>
                                          <p:spTgt spid="6"/>
                                        </p:tgtEl>
                                        <p:attrNameLst>
                                          <p:attrName>style.visibility</p:attrName>
                                        </p:attrNameLst>
                                      </p:cBhvr>
                                      <p:to>
                                        <p:strVal val="visible"/>
                                      </p:to>
                                    </p:set>
                                    <p:animEffect transition="in" filter="strips(downRight)">
                                      <p:cBhvr>
                                        <p:cTn id="77" dur="500"/>
                                        <p:tgtEl>
                                          <p:spTgt spid="6"/>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nodeType="clickEffect">
                                  <p:stCondLst>
                                    <p:cond delay="0"/>
                                  </p:stCondLst>
                                  <p:childTnLst>
                                    <p:set>
                                      <p:cBhvr>
                                        <p:cTn id="81" dur="1" fill="hold">
                                          <p:stCondLst>
                                            <p:cond delay="0"/>
                                          </p:stCondLst>
                                        </p:cTn>
                                        <p:tgtEl>
                                          <p:spTgt spid="7"/>
                                        </p:tgtEl>
                                        <p:attrNameLst>
                                          <p:attrName>style.visibility</p:attrName>
                                        </p:attrNameLst>
                                      </p:cBhvr>
                                      <p:to>
                                        <p:strVal val="visible"/>
                                      </p:to>
                                    </p:set>
                                    <p:animEffect transition="in" filter="wipe(left)">
                                      <p:cBhvr>
                                        <p:cTn id="82" dur="500"/>
                                        <p:tgtEl>
                                          <p:spTgt spid="7"/>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14" presetClass="entr" presetSubtype="5" fill="hold" nodeType="clickEffect">
                                  <p:stCondLst>
                                    <p:cond delay="0"/>
                                  </p:stCondLst>
                                  <p:childTnLst>
                                    <p:set>
                                      <p:cBhvr>
                                        <p:cTn id="86" dur="1" fill="hold">
                                          <p:stCondLst>
                                            <p:cond delay="0"/>
                                          </p:stCondLst>
                                        </p:cTn>
                                        <p:tgtEl>
                                          <p:spTgt spid="5156"/>
                                        </p:tgtEl>
                                        <p:attrNameLst>
                                          <p:attrName>style.visibility</p:attrName>
                                        </p:attrNameLst>
                                      </p:cBhvr>
                                      <p:to>
                                        <p:strVal val="visible"/>
                                      </p:to>
                                    </p:set>
                                    <p:animEffect transition="in" filter="randombar(vertical)">
                                      <p:cBhvr>
                                        <p:cTn id="87" dur="500"/>
                                        <p:tgtEl>
                                          <p:spTgt spid="5156"/>
                                        </p:tgtEl>
                                      </p:cBhvr>
                                    </p:animEffect>
                                  </p:childTnLst>
                                </p:cTn>
                              </p:par>
                            </p:childTnLst>
                          </p:cTn>
                        </p:par>
                        <p:par>
                          <p:cTn id="88" fill="hold" nodeType="afterGroup">
                            <p:stCondLst>
                              <p:cond delay="500"/>
                            </p:stCondLst>
                            <p:childTnLst>
                              <p:par>
                                <p:cTn id="89" presetID="1" presetClass="entr" presetSubtype="0" fill="hold" grpId="0" nodeType="afterEffect">
                                  <p:stCondLst>
                                    <p:cond delay="0"/>
                                  </p:stCondLst>
                                  <p:childTnLst>
                                    <p:set>
                                      <p:cBhvr>
                                        <p:cTn id="90" dur="1" fill="hold">
                                          <p:stCondLst>
                                            <p:cond delay="499"/>
                                          </p:stCondLst>
                                        </p:cTn>
                                        <p:tgtEl>
                                          <p:spTgt spid="5168"/>
                                        </p:tgtEl>
                                        <p:attrNameLst>
                                          <p:attrName>style.visibility</p:attrName>
                                        </p:attrNameLst>
                                      </p:cBhvr>
                                      <p:to>
                                        <p:strVal val="visible"/>
                                      </p:to>
                                    </p:set>
                                  </p:childTnLst>
                                </p:cTn>
                              </p:par>
                            </p:childTnLst>
                          </p:cTn>
                        </p:par>
                        <p:par>
                          <p:cTn id="91" fill="hold" nodeType="afterGroup">
                            <p:stCondLst>
                              <p:cond delay="1000"/>
                            </p:stCondLst>
                            <p:childTnLst>
                              <p:par>
                                <p:cTn id="92" presetID="1" presetClass="entr" presetSubtype="0" fill="hold" nodeType="afterEffect">
                                  <p:stCondLst>
                                    <p:cond delay="0"/>
                                  </p:stCondLst>
                                  <p:childTnLst>
                                    <p:set>
                                      <p:cBhvr>
                                        <p:cTn id="93" dur="1" fill="hold">
                                          <p:stCondLst>
                                            <p:cond delay="499"/>
                                          </p:stCondLst>
                                        </p:cTn>
                                        <p:tgtEl>
                                          <p:spTgt spid="5158"/>
                                        </p:tgtEl>
                                        <p:attrNameLst>
                                          <p:attrName>style.visibility</p:attrName>
                                        </p:attrNameLst>
                                      </p:cBhvr>
                                      <p:to>
                                        <p:strVal val="visible"/>
                                      </p:to>
                                    </p:set>
                                  </p:childTnLst>
                                </p:cTn>
                              </p:par>
                            </p:childTnLst>
                          </p:cTn>
                        </p:par>
                        <p:par>
                          <p:cTn id="94" fill="hold" nodeType="afterGroup">
                            <p:stCondLst>
                              <p:cond delay="1500"/>
                            </p:stCondLst>
                            <p:childTnLst>
                              <p:par>
                                <p:cTn id="95" presetID="1" presetClass="entr" presetSubtype="0" fill="hold" nodeType="afterEffect">
                                  <p:stCondLst>
                                    <p:cond delay="0"/>
                                  </p:stCondLst>
                                  <p:childTnLst>
                                    <p:set>
                                      <p:cBhvr>
                                        <p:cTn id="96" dur="1" fill="hold">
                                          <p:stCondLst>
                                            <p:cond delay="499"/>
                                          </p:stCondLst>
                                        </p:cTn>
                                        <p:tgtEl>
                                          <p:spTgt spid="5159"/>
                                        </p:tgtEl>
                                        <p:attrNameLst>
                                          <p:attrName>style.visibility</p:attrName>
                                        </p:attrNameLst>
                                      </p:cBhvr>
                                      <p:to>
                                        <p:strVal val="visible"/>
                                      </p:to>
                                    </p:set>
                                  </p:childTnLst>
                                </p:cTn>
                              </p:par>
                            </p:childTnLst>
                          </p:cTn>
                        </p:par>
                      </p:childTnLst>
                    </p:cTn>
                  </p:par>
                  <p:par>
                    <p:cTn id="97" fill="hold" nodeType="clickPar">
                      <p:stCondLst>
                        <p:cond delay="indefinite"/>
                      </p:stCondLst>
                      <p:childTnLst>
                        <p:par>
                          <p:cTn id="98" fill="hold" nodeType="withGroup">
                            <p:stCondLst>
                              <p:cond delay="0"/>
                            </p:stCondLst>
                            <p:childTnLst>
                              <p:par>
                                <p:cTn id="99" presetID="14" presetClass="entr" presetSubtype="5" fill="hold" grpId="0" nodeType="clickEffect">
                                  <p:stCondLst>
                                    <p:cond delay="0"/>
                                  </p:stCondLst>
                                  <p:childTnLst>
                                    <p:set>
                                      <p:cBhvr>
                                        <p:cTn id="100" dur="1" fill="hold">
                                          <p:stCondLst>
                                            <p:cond delay="0"/>
                                          </p:stCondLst>
                                        </p:cTn>
                                        <p:tgtEl>
                                          <p:spTgt spid="5167"/>
                                        </p:tgtEl>
                                        <p:attrNameLst>
                                          <p:attrName>style.visibility</p:attrName>
                                        </p:attrNameLst>
                                      </p:cBhvr>
                                      <p:to>
                                        <p:strVal val="visible"/>
                                      </p:to>
                                    </p:set>
                                    <p:animEffect transition="in" filter="randombar(vertical)">
                                      <p:cBhvr>
                                        <p:cTn id="101" dur="500"/>
                                        <p:tgtEl>
                                          <p:spTgt spid="51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animBg="1" autoUpdateAnimBg="0"/>
      <p:bldP spid="5126" grpId="0" autoUpdateAnimBg="0"/>
      <p:bldP spid="5142" grpId="0" animBg="1" autoUpdateAnimBg="0"/>
      <p:bldP spid="5146" grpId="0" autoUpdateAnimBg="0"/>
      <p:bldP spid="5165" grpId="0" autoUpdateAnimBg="0"/>
      <p:bldP spid="5166" grpId="0" autoUpdateAnimBg="0"/>
      <p:bldP spid="5167" grpId="0" autoUpdateAnimBg="0"/>
      <p:bldP spid="5168" grpId="0" autoUpdateAnimBg="0"/>
      <p:bldP spid="5169"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365" name="Group 40">
            <a:extLst>
              <a:ext uri="{FF2B5EF4-FFF2-40B4-BE49-F238E27FC236}">
                <a16:creationId xmlns:a16="http://schemas.microsoft.com/office/drawing/2014/main" id="{8CCE97C1-947D-4B80-BD75-49D854832F3A}"/>
              </a:ext>
            </a:extLst>
          </p:cNvPr>
          <p:cNvGrpSpPr>
            <a:grpSpLocks/>
          </p:cNvGrpSpPr>
          <p:nvPr/>
        </p:nvGrpSpPr>
        <p:grpSpPr bwMode="auto">
          <a:xfrm>
            <a:off x="2362200" y="381000"/>
            <a:ext cx="3657600" cy="685800"/>
            <a:chOff x="528" y="240"/>
            <a:chExt cx="2304" cy="432"/>
          </a:xfrm>
        </p:grpSpPr>
        <p:sp>
          <p:nvSpPr>
            <p:cNvPr id="15392" name="Rectangle 37">
              <a:extLst>
                <a:ext uri="{FF2B5EF4-FFF2-40B4-BE49-F238E27FC236}">
                  <a16:creationId xmlns:a16="http://schemas.microsoft.com/office/drawing/2014/main" id="{922CE2A4-EDCB-492B-BF84-A6801221EF34}"/>
                </a:ext>
              </a:extLst>
            </p:cNvPr>
            <p:cNvSpPr>
              <a:spLocks noChangeArrowheads="1"/>
            </p:cNvSpPr>
            <p:nvPr/>
          </p:nvSpPr>
          <p:spPr bwMode="auto">
            <a:xfrm>
              <a:off x="528" y="240"/>
              <a:ext cx="2304" cy="432"/>
            </a:xfrm>
            <a:prstGeom prst="rect">
              <a:avLst/>
            </a:prstGeom>
            <a:solidFill>
              <a:srgbClr val="00FFFF"/>
            </a:solidFill>
            <a:ln w="9525">
              <a:solidFill>
                <a:schemeClr val="tx1"/>
              </a:solidFill>
              <a:miter lim="800000"/>
              <a:headEnd/>
              <a:tailEnd/>
            </a:ln>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sp>
          <p:nvSpPr>
            <p:cNvPr id="15393" name="Text Box 2">
              <a:extLst>
                <a:ext uri="{FF2B5EF4-FFF2-40B4-BE49-F238E27FC236}">
                  <a16:creationId xmlns:a16="http://schemas.microsoft.com/office/drawing/2014/main" id="{18ABBED3-E7F9-46C5-9B3A-E1A6B7EAB2E1}"/>
                </a:ext>
              </a:extLst>
            </p:cNvPr>
            <p:cNvSpPr txBox="1">
              <a:spLocks noChangeArrowheads="1"/>
            </p:cNvSpPr>
            <p:nvPr/>
          </p:nvSpPr>
          <p:spPr bwMode="auto">
            <a:xfrm>
              <a:off x="614" y="300"/>
              <a:ext cx="170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_tradnl" altLang="en-US"/>
                <a:t>Unidades en el SI:</a:t>
              </a:r>
            </a:p>
          </p:txBody>
        </p:sp>
      </p:grpSp>
      <p:graphicFrame>
        <p:nvGraphicFramePr>
          <p:cNvPr id="15362" name="Object 3">
            <a:extLst>
              <a:ext uri="{FF2B5EF4-FFF2-40B4-BE49-F238E27FC236}">
                <a16:creationId xmlns:a16="http://schemas.microsoft.com/office/drawing/2014/main" id="{8EC250EA-BC5B-40BD-90E7-7A91B4FB7D4E}"/>
              </a:ext>
            </a:extLst>
          </p:cNvPr>
          <p:cNvGraphicFramePr>
            <a:graphicFrameLocks noChangeAspect="1"/>
          </p:cNvGraphicFramePr>
          <p:nvPr/>
        </p:nvGraphicFramePr>
        <p:xfrm>
          <a:off x="1905001" y="1371600"/>
          <a:ext cx="1749425" cy="3016250"/>
        </p:xfrm>
        <a:graphic>
          <a:graphicData uri="http://schemas.openxmlformats.org/presentationml/2006/ole">
            <mc:AlternateContent xmlns:mc="http://schemas.openxmlformats.org/markup-compatibility/2006">
              <mc:Choice xmlns:v="urn:schemas-microsoft-com:vml" Requires="v">
                <p:oleObj spid="_x0000_s2071" name="Ecuación" r:id="rId4" imgW="495000" imgH="850680" progId="Equation.3">
                  <p:embed/>
                </p:oleObj>
              </mc:Choice>
              <mc:Fallback>
                <p:oleObj name="Ecuación" r:id="rId4" imgW="495000" imgH="850680" progId="Equation.3">
                  <p:embed/>
                  <p:pic>
                    <p:nvPicPr>
                      <p:cNvPr id="15362" name="Object 3">
                        <a:extLst>
                          <a:ext uri="{FF2B5EF4-FFF2-40B4-BE49-F238E27FC236}">
                            <a16:creationId xmlns:a16="http://schemas.microsoft.com/office/drawing/2014/main" id="{8EC250EA-BC5B-40BD-90E7-7A91B4FB7D4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05001" y="1371600"/>
                        <a:ext cx="1749425" cy="3016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5366" name="Group 23">
            <a:extLst>
              <a:ext uri="{FF2B5EF4-FFF2-40B4-BE49-F238E27FC236}">
                <a16:creationId xmlns:a16="http://schemas.microsoft.com/office/drawing/2014/main" id="{BD3F2723-7EBD-4818-BF43-A802F26FF184}"/>
              </a:ext>
            </a:extLst>
          </p:cNvPr>
          <p:cNvGrpSpPr>
            <a:grpSpLocks/>
          </p:cNvGrpSpPr>
          <p:nvPr/>
        </p:nvGrpSpPr>
        <p:grpSpPr bwMode="auto">
          <a:xfrm>
            <a:off x="4495800" y="3505201"/>
            <a:ext cx="4756151" cy="1635125"/>
            <a:chOff x="1872" y="1920"/>
            <a:chExt cx="2996" cy="1030"/>
          </a:xfrm>
        </p:grpSpPr>
        <p:graphicFrame>
          <p:nvGraphicFramePr>
            <p:cNvPr id="15364" name="Object 5">
              <a:extLst>
                <a:ext uri="{FF2B5EF4-FFF2-40B4-BE49-F238E27FC236}">
                  <a16:creationId xmlns:a16="http://schemas.microsoft.com/office/drawing/2014/main" id="{D77F5E05-60D9-4A57-B984-24CFCEF070AC}"/>
                </a:ext>
              </a:extLst>
            </p:cNvPr>
            <p:cNvGraphicFramePr>
              <a:graphicFrameLocks noChangeAspect="1"/>
            </p:cNvGraphicFramePr>
            <p:nvPr/>
          </p:nvGraphicFramePr>
          <p:xfrm>
            <a:off x="2064" y="1920"/>
            <a:ext cx="1632" cy="490"/>
          </p:xfrm>
          <a:graphic>
            <a:graphicData uri="http://schemas.openxmlformats.org/presentationml/2006/ole">
              <mc:AlternateContent xmlns:mc="http://schemas.openxmlformats.org/markup-compatibility/2006">
                <mc:Choice xmlns:v="urn:schemas-microsoft-com:vml" Requires="v">
                  <p:oleObj spid="_x0000_s2072" name="Ecuación" r:id="rId6" imgW="672840" imgH="203040" progId="Equation.3">
                    <p:embed/>
                  </p:oleObj>
                </mc:Choice>
                <mc:Fallback>
                  <p:oleObj name="Ecuación" r:id="rId6" imgW="672840" imgH="203040" progId="Equation.3">
                    <p:embed/>
                    <p:pic>
                      <p:nvPicPr>
                        <p:cNvPr id="15364" name="Object 5">
                          <a:extLst>
                            <a:ext uri="{FF2B5EF4-FFF2-40B4-BE49-F238E27FC236}">
                              <a16:creationId xmlns:a16="http://schemas.microsoft.com/office/drawing/2014/main" id="{D77F5E05-60D9-4A57-B984-24CFCEF070A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64" y="1920"/>
                          <a:ext cx="1632" cy="4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390" name="Text Box 7">
              <a:extLst>
                <a:ext uri="{FF2B5EF4-FFF2-40B4-BE49-F238E27FC236}">
                  <a16:creationId xmlns:a16="http://schemas.microsoft.com/office/drawing/2014/main" id="{C49323F3-CE62-42C1-BCB8-E710C4F574C2}"/>
                </a:ext>
              </a:extLst>
            </p:cNvPr>
            <p:cNvSpPr txBox="1">
              <a:spLocks noChangeArrowheads="1"/>
            </p:cNvSpPr>
            <p:nvPr/>
          </p:nvSpPr>
          <p:spPr bwMode="auto">
            <a:xfrm>
              <a:off x="3782" y="1996"/>
              <a:ext cx="1086"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_tradnl" altLang="en-US" sz="3600" dirty="0"/>
                <a:t>(gauss)</a:t>
              </a:r>
              <a:endParaRPr lang="es-ES_tradnl" altLang="en-US" dirty="0"/>
            </a:p>
          </p:txBody>
        </p:sp>
        <p:sp>
          <p:nvSpPr>
            <p:cNvPr id="15391" name="Text Box 8">
              <a:extLst>
                <a:ext uri="{FF2B5EF4-FFF2-40B4-BE49-F238E27FC236}">
                  <a16:creationId xmlns:a16="http://schemas.microsoft.com/office/drawing/2014/main" id="{3F3D111E-464D-4ADB-8951-EA53C82071B8}"/>
                </a:ext>
              </a:extLst>
            </p:cNvPr>
            <p:cNvSpPr txBox="1">
              <a:spLocks noChangeArrowheads="1"/>
            </p:cNvSpPr>
            <p:nvPr/>
          </p:nvSpPr>
          <p:spPr bwMode="auto">
            <a:xfrm>
              <a:off x="1872" y="2659"/>
              <a:ext cx="294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_tradnl" altLang="en-US"/>
                <a:t>El Gauss es la unidad en el c.g.s</a:t>
              </a:r>
            </a:p>
          </p:txBody>
        </p:sp>
      </p:grpSp>
      <p:grpSp>
        <p:nvGrpSpPr>
          <p:cNvPr id="15367" name="Group 21">
            <a:extLst>
              <a:ext uri="{FF2B5EF4-FFF2-40B4-BE49-F238E27FC236}">
                <a16:creationId xmlns:a16="http://schemas.microsoft.com/office/drawing/2014/main" id="{22087607-6701-4B1B-8FB2-3F6098462433}"/>
              </a:ext>
            </a:extLst>
          </p:cNvPr>
          <p:cNvGrpSpPr>
            <a:grpSpLocks/>
          </p:cNvGrpSpPr>
          <p:nvPr/>
        </p:nvGrpSpPr>
        <p:grpSpPr bwMode="auto">
          <a:xfrm>
            <a:off x="4114800" y="1660526"/>
            <a:ext cx="5049838" cy="1393825"/>
            <a:chOff x="2064" y="814"/>
            <a:chExt cx="3181" cy="878"/>
          </a:xfrm>
        </p:grpSpPr>
        <p:graphicFrame>
          <p:nvGraphicFramePr>
            <p:cNvPr id="15363" name="Object 11">
              <a:extLst>
                <a:ext uri="{FF2B5EF4-FFF2-40B4-BE49-F238E27FC236}">
                  <a16:creationId xmlns:a16="http://schemas.microsoft.com/office/drawing/2014/main" id="{2BDFB2E2-05A1-4912-94D5-A6EDF525F4FA}"/>
                </a:ext>
              </a:extLst>
            </p:cNvPr>
            <p:cNvGraphicFramePr>
              <a:graphicFrameLocks noChangeAspect="1"/>
            </p:cNvGraphicFramePr>
            <p:nvPr/>
          </p:nvGraphicFramePr>
          <p:xfrm>
            <a:off x="2064" y="1032"/>
            <a:ext cx="816" cy="513"/>
          </p:xfrm>
          <a:graphic>
            <a:graphicData uri="http://schemas.openxmlformats.org/presentationml/2006/ole">
              <mc:AlternateContent xmlns:mc="http://schemas.openxmlformats.org/markup-compatibility/2006">
                <mc:Choice xmlns:v="urn:schemas-microsoft-com:vml" Requires="v">
                  <p:oleObj spid="_x0000_s2073" name="Ecuación" r:id="rId8" imgW="342720" imgH="215640" progId="Equation.3">
                    <p:embed/>
                  </p:oleObj>
                </mc:Choice>
                <mc:Fallback>
                  <p:oleObj name="Ecuación" r:id="rId8" imgW="342720" imgH="215640" progId="Equation.3">
                    <p:embed/>
                    <p:pic>
                      <p:nvPicPr>
                        <p:cNvPr id="15363" name="Object 11">
                          <a:extLst>
                            <a:ext uri="{FF2B5EF4-FFF2-40B4-BE49-F238E27FC236}">
                              <a16:creationId xmlns:a16="http://schemas.microsoft.com/office/drawing/2014/main" id="{2BDFB2E2-05A1-4912-94D5-A6EDF525F4F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64" y="1032"/>
                          <a:ext cx="816" cy="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381" name="Text Box 12">
              <a:extLst>
                <a:ext uri="{FF2B5EF4-FFF2-40B4-BE49-F238E27FC236}">
                  <a16:creationId xmlns:a16="http://schemas.microsoft.com/office/drawing/2014/main" id="{9D6E28B7-D6CE-4B5B-B141-A7CB7532DF6E}"/>
                </a:ext>
              </a:extLst>
            </p:cNvPr>
            <p:cNvSpPr txBox="1">
              <a:spLocks noChangeArrowheads="1"/>
            </p:cNvSpPr>
            <p:nvPr/>
          </p:nvSpPr>
          <p:spPr bwMode="auto">
            <a:xfrm>
              <a:off x="2942" y="821"/>
              <a:ext cx="601"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_tradnl" altLang="en-US" sz="4000"/>
                <a:t>N s</a:t>
              </a:r>
              <a:endParaRPr lang="es-ES_tradnl" altLang="en-US"/>
            </a:p>
          </p:txBody>
        </p:sp>
        <p:sp>
          <p:nvSpPr>
            <p:cNvPr id="15382" name="Text Box 13">
              <a:extLst>
                <a:ext uri="{FF2B5EF4-FFF2-40B4-BE49-F238E27FC236}">
                  <a16:creationId xmlns:a16="http://schemas.microsoft.com/office/drawing/2014/main" id="{01B6BA25-E1CA-488D-ACC5-CE0E0BC1F22A}"/>
                </a:ext>
              </a:extLst>
            </p:cNvPr>
            <p:cNvSpPr txBox="1">
              <a:spLocks noChangeArrowheads="1"/>
            </p:cNvSpPr>
            <p:nvPr/>
          </p:nvSpPr>
          <p:spPr bwMode="auto">
            <a:xfrm>
              <a:off x="2928" y="1246"/>
              <a:ext cx="709"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_tradnl" altLang="en-US" sz="4000"/>
                <a:t>C m</a:t>
              </a:r>
              <a:endParaRPr lang="es-ES_tradnl" altLang="en-US"/>
            </a:p>
          </p:txBody>
        </p:sp>
        <p:sp>
          <p:nvSpPr>
            <p:cNvPr id="15383" name="Line 14">
              <a:extLst>
                <a:ext uri="{FF2B5EF4-FFF2-40B4-BE49-F238E27FC236}">
                  <a16:creationId xmlns:a16="http://schemas.microsoft.com/office/drawing/2014/main" id="{EC733123-E95F-4522-A43A-7517E6FE9134}"/>
                </a:ext>
              </a:extLst>
            </p:cNvPr>
            <p:cNvSpPr>
              <a:spLocks noChangeShapeType="1"/>
            </p:cNvSpPr>
            <p:nvPr/>
          </p:nvSpPr>
          <p:spPr bwMode="auto">
            <a:xfrm>
              <a:off x="2880" y="1296"/>
              <a:ext cx="67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5384" name="Text Box 15">
              <a:extLst>
                <a:ext uri="{FF2B5EF4-FFF2-40B4-BE49-F238E27FC236}">
                  <a16:creationId xmlns:a16="http://schemas.microsoft.com/office/drawing/2014/main" id="{C805FAC0-E7BB-4C89-9F99-9B90DD5D6012}"/>
                </a:ext>
              </a:extLst>
            </p:cNvPr>
            <p:cNvSpPr txBox="1">
              <a:spLocks noChangeArrowheads="1"/>
            </p:cNvSpPr>
            <p:nvPr/>
          </p:nvSpPr>
          <p:spPr bwMode="auto">
            <a:xfrm>
              <a:off x="4067" y="814"/>
              <a:ext cx="347"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_tradnl" altLang="en-US" sz="4000"/>
                <a:t>N</a:t>
              </a:r>
              <a:endParaRPr lang="es-ES_tradnl" altLang="en-US"/>
            </a:p>
          </p:txBody>
        </p:sp>
        <p:sp>
          <p:nvSpPr>
            <p:cNvPr id="15385" name="Line 16">
              <a:extLst>
                <a:ext uri="{FF2B5EF4-FFF2-40B4-BE49-F238E27FC236}">
                  <a16:creationId xmlns:a16="http://schemas.microsoft.com/office/drawing/2014/main" id="{35900DF4-72F2-498C-87B8-1A4CC360F8DF}"/>
                </a:ext>
              </a:extLst>
            </p:cNvPr>
            <p:cNvSpPr>
              <a:spLocks noChangeShapeType="1"/>
            </p:cNvSpPr>
            <p:nvPr/>
          </p:nvSpPr>
          <p:spPr bwMode="auto">
            <a:xfrm>
              <a:off x="3888" y="1296"/>
              <a:ext cx="67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5386" name="Text Box 17">
              <a:extLst>
                <a:ext uri="{FF2B5EF4-FFF2-40B4-BE49-F238E27FC236}">
                  <a16:creationId xmlns:a16="http://schemas.microsoft.com/office/drawing/2014/main" id="{1EFFEA74-DAFE-4758-A2D0-1F57A422F825}"/>
                </a:ext>
              </a:extLst>
            </p:cNvPr>
            <p:cNvSpPr txBox="1">
              <a:spLocks noChangeArrowheads="1"/>
            </p:cNvSpPr>
            <p:nvPr/>
          </p:nvSpPr>
          <p:spPr bwMode="auto">
            <a:xfrm>
              <a:off x="3948" y="1246"/>
              <a:ext cx="676"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_tradnl" altLang="en-US" sz="4000"/>
                <a:t>A m</a:t>
              </a:r>
              <a:endParaRPr lang="es-ES_tradnl" altLang="en-US"/>
            </a:p>
          </p:txBody>
        </p:sp>
        <p:sp>
          <p:nvSpPr>
            <p:cNvPr id="15387" name="Text Box 18">
              <a:extLst>
                <a:ext uri="{FF2B5EF4-FFF2-40B4-BE49-F238E27FC236}">
                  <a16:creationId xmlns:a16="http://schemas.microsoft.com/office/drawing/2014/main" id="{3DC81315-7E0B-480F-A235-6C4C20F6990F}"/>
                </a:ext>
              </a:extLst>
            </p:cNvPr>
            <p:cNvSpPr txBox="1">
              <a:spLocks noChangeArrowheads="1"/>
            </p:cNvSpPr>
            <p:nvPr/>
          </p:nvSpPr>
          <p:spPr bwMode="auto">
            <a:xfrm>
              <a:off x="3551" y="1061"/>
              <a:ext cx="305"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_tradnl" altLang="en-US" sz="4000" i="1"/>
                <a:t>=</a:t>
              </a:r>
              <a:endParaRPr lang="es-ES_tradnl" altLang="en-US" i="1"/>
            </a:p>
          </p:txBody>
        </p:sp>
        <p:sp>
          <p:nvSpPr>
            <p:cNvPr id="15388" name="Text Box 19">
              <a:extLst>
                <a:ext uri="{FF2B5EF4-FFF2-40B4-BE49-F238E27FC236}">
                  <a16:creationId xmlns:a16="http://schemas.microsoft.com/office/drawing/2014/main" id="{22B21257-4BBD-46D2-8FA9-10750055F169}"/>
                </a:ext>
              </a:extLst>
            </p:cNvPr>
            <p:cNvSpPr txBox="1">
              <a:spLocks noChangeArrowheads="1"/>
            </p:cNvSpPr>
            <p:nvPr/>
          </p:nvSpPr>
          <p:spPr bwMode="auto">
            <a:xfrm>
              <a:off x="4516" y="1058"/>
              <a:ext cx="305"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_tradnl" altLang="en-US" sz="4000" i="1"/>
                <a:t>=</a:t>
              </a:r>
              <a:endParaRPr lang="es-ES_tradnl" altLang="en-US" i="1"/>
            </a:p>
          </p:txBody>
        </p:sp>
        <p:sp>
          <p:nvSpPr>
            <p:cNvPr id="15389" name="Text Box 20">
              <a:extLst>
                <a:ext uri="{FF2B5EF4-FFF2-40B4-BE49-F238E27FC236}">
                  <a16:creationId xmlns:a16="http://schemas.microsoft.com/office/drawing/2014/main" id="{17FDDF9D-4D06-4093-8A77-5EBA5F10876A}"/>
                </a:ext>
              </a:extLst>
            </p:cNvPr>
            <p:cNvSpPr txBox="1">
              <a:spLocks noChangeArrowheads="1"/>
            </p:cNvSpPr>
            <p:nvPr/>
          </p:nvSpPr>
          <p:spPr bwMode="auto">
            <a:xfrm>
              <a:off x="4752" y="978"/>
              <a:ext cx="493"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_tradnl" altLang="en-US" sz="4000"/>
                <a:t>1T</a:t>
              </a:r>
              <a:endParaRPr lang="es-ES_tradnl" altLang="en-US"/>
            </a:p>
          </p:txBody>
        </p:sp>
      </p:grpSp>
      <p:sp>
        <p:nvSpPr>
          <p:cNvPr id="15368" name="Text Box 22">
            <a:extLst>
              <a:ext uri="{FF2B5EF4-FFF2-40B4-BE49-F238E27FC236}">
                <a16:creationId xmlns:a16="http://schemas.microsoft.com/office/drawing/2014/main" id="{C0E5F4CC-80F4-4901-8C45-A46B6400B7CB}"/>
              </a:ext>
            </a:extLst>
          </p:cNvPr>
          <p:cNvSpPr txBox="1">
            <a:spLocks noChangeArrowheads="1"/>
          </p:cNvSpPr>
          <p:nvPr/>
        </p:nvSpPr>
        <p:spPr bwMode="auto">
          <a:xfrm>
            <a:off x="8991601" y="1889125"/>
            <a:ext cx="1611339"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_tradnl" altLang="en-US" sz="4000" dirty="0"/>
              <a:t>(tesla)</a:t>
            </a:r>
            <a:endParaRPr lang="es-ES_tradnl" altLang="en-US" dirty="0"/>
          </a:p>
        </p:txBody>
      </p:sp>
      <p:sp>
        <p:nvSpPr>
          <p:cNvPr id="15369" name="Rectangle 35">
            <a:extLst>
              <a:ext uri="{FF2B5EF4-FFF2-40B4-BE49-F238E27FC236}">
                <a16:creationId xmlns:a16="http://schemas.microsoft.com/office/drawing/2014/main" id="{F6966AC0-035B-41F4-901E-7BCD3C4901AA}"/>
              </a:ext>
            </a:extLst>
          </p:cNvPr>
          <p:cNvSpPr>
            <a:spLocks noChangeArrowheads="1"/>
          </p:cNvSpPr>
          <p:nvPr/>
        </p:nvSpPr>
        <p:spPr bwMode="auto">
          <a:xfrm>
            <a:off x="2362200" y="5334000"/>
            <a:ext cx="3581400" cy="1219200"/>
          </a:xfrm>
          <a:prstGeom prst="rect">
            <a:avLst/>
          </a:prstGeom>
          <a:solidFill>
            <a:schemeClr val="hlink"/>
          </a:solidFill>
          <a:ln w="9525">
            <a:solidFill>
              <a:schemeClr val="tx1"/>
            </a:solidFill>
            <a:miter lim="800000"/>
            <a:headEnd/>
            <a:tailEnd/>
          </a:ln>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grpSp>
        <p:nvGrpSpPr>
          <p:cNvPr id="15370" name="Group 30">
            <a:extLst>
              <a:ext uri="{FF2B5EF4-FFF2-40B4-BE49-F238E27FC236}">
                <a16:creationId xmlns:a16="http://schemas.microsoft.com/office/drawing/2014/main" id="{76E7E107-5427-4381-9E0D-DC1362289069}"/>
              </a:ext>
            </a:extLst>
          </p:cNvPr>
          <p:cNvGrpSpPr>
            <a:grpSpLocks/>
          </p:cNvGrpSpPr>
          <p:nvPr/>
        </p:nvGrpSpPr>
        <p:grpSpPr bwMode="auto">
          <a:xfrm>
            <a:off x="2743200" y="5715000"/>
            <a:ext cx="685800" cy="609600"/>
            <a:chOff x="1008" y="3600"/>
            <a:chExt cx="432" cy="384"/>
          </a:xfrm>
        </p:grpSpPr>
        <p:sp>
          <p:nvSpPr>
            <p:cNvPr id="15379" name="Oval 24">
              <a:extLst>
                <a:ext uri="{FF2B5EF4-FFF2-40B4-BE49-F238E27FC236}">
                  <a16:creationId xmlns:a16="http://schemas.microsoft.com/office/drawing/2014/main" id="{1E3FE003-731B-4885-9563-931472F34F7D}"/>
                </a:ext>
              </a:extLst>
            </p:cNvPr>
            <p:cNvSpPr>
              <a:spLocks noChangeArrowheads="1"/>
            </p:cNvSpPr>
            <p:nvPr/>
          </p:nvSpPr>
          <p:spPr bwMode="auto">
            <a:xfrm>
              <a:off x="1008" y="3600"/>
              <a:ext cx="432" cy="384"/>
            </a:xfrm>
            <a:prstGeom prst="ellipse">
              <a:avLst/>
            </a:prstGeom>
            <a:solidFill>
              <a:srgbClr val="FFFFFF"/>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sp>
          <p:nvSpPr>
            <p:cNvPr id="15380" name="Oval 26">
              <a:extLst>
                <a:ext uri="{FF2B5EF4-FFF2-40B4-BE49-F238E27FC236}">
                  <a16:creationId xmlns:a16="http://schemas.microsoft.com/office/drawing/2014/main" id="{58AC7E7C-00C0-42D9-8F56-34A3B659D162}"/>
                </a:ext>
              </a:extLst>
            </p:cNvPr>
            <p:cNvSpPr>
              <a:spLocks noChangeAspect="1" noChangeArrowheads="1"/>
            </p:cNvSpPr>
            <p:nvPr/>
          </p:nvSpPr>
          <p:spPr bwMode="auto">
            <a:xfrm>
              <a:off x="1164" y="3756"/>
              <a:ext cx="73" cy="73"/>
            </a:xfrm>
            <a:prstGeom prst="ellipse">
              <a:avLst/>
            </a:prstGeom>
            <a:solidFill>
              <a:schemeClr val="tx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grpSp>
      <p:sp>
        <p:nvSpPr>
          <p:cNvPr id="15371" name="Text Box 32">
            <a:extLst>
              <a:ext uri="{FF2B5EF4-FFF2-40B4-BE49-F238E27FC236}">
                <a16:creationId xmlns:a16="http://schemas.microsoft.com/office/drawing/2014/main" id="{2E5CA51C-6F64-459A-9B37-18D3B53565BD}"/>
              </a:ext>
            </a:extLst>
          </p:cNvPr>
          <p:cNvSpPr txBox="1">
            <a:spLocks noChangeArrowheads="1"/>
          </p:cNvSpPr>
          <p:nvPr/>
        </p:nvSpPr>
        <p:spPr bwMode="auto">
          <a:xfrm>
            <a:off x="3433764" y="5773887"/>
            <a:ext cx="172675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_tradnl" altLang="en-US" b="1"/>
              <a:t>B </a:t>
            </a:r>
            <a:r>
              <a:rPr lang="es-ES_tradnl" altLang="en-US"/>
              <a:t>saliendo </a:t>
            </a:r>
          </a:p>
        </p:txBody>
      </p:sp>
      <p:grpSp>
        <p:nvGrpSpPr>
          <p:cNvPr id="15372" name="Group 39">
            <a:extLst>
              <a:ext uri="{FF2B5EF4-FFF2-40B4-BE49-F238E27FC236}">
                <a16:creationId xmlns:a16="http://schemas.microsoft.com/office/drawing/2014/main" id="{0AB27AC6-D87D-4923-91AE-3EA5E0E4FC1D}"/>
              </a:ext>
            </a:extLst>
          </p:cNvPr>
          <p:cNvGrpSpPr>
            <a:grpSpLocks/>
          </p:cNvGrpSpPr>
          <p:nvPr/>
        </p:nvGrpSpPr>
        <p:grpSpPr bwMode="auto">
          <a:xfrm>
            <a:off x="6934200" y="5334000"/>
            <a:ext cx="3581400" cy="1219200"/>
            <a:chOff x="3408" y="3360"/>
            <a:chExt cx="2256" cy="768"/>
          </a:xfrm>
        </p:grpSpPr>
        <p:sp>
          <p:nvSpPr>
            <p:cNvPr id="15373" name="Rectangle 36">
              <a:extLst>
                <a:ext uri="{FF2B5EF4-FFF2-40B4-BE49-F238E27FC236}">
                  <a16:creationId xmlns:a16="http://schemas.microsoft.com/office/drawing/2014/main" id="{8C54B6EF-251F-43A2-9BE2-2578185C7CAF}"/>
                </a:ext>
              </a:extLst>
            </p:cNvPr>
            <p:cNvSpPr>
              <a:spLocks noChangeArrowheads="1"/>
            </p:cNvSpPr>
            <p:nvPr/>
          </p:nvSpPr>
          <p:spPr bwMode="auto">
            <a:xfrm>
              <a:off x="3408" y="3360"/>
              <a:ext cx="2256" cy="768"/>
            </a:xfrm>
            <a:prstGeom prst="rect">
              <a:avLst/>
            </a:prstGeom>
            <a:solidFill>
              <a:schemeClr val="hlink"/>
            </a:solidFill>
            <a:ln w="9525">
              <a:solidFill>
                <a:schemeClr val="tx1"/>
              </a:solidFill>
              <a:miter lim="800000"/>
              <a:headEnd/>
              <a:tailEnd/>
            </a:ln>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grpSp>
          <p:nvGrpSpPr>
            <p:cNvPr id="15374" name="Group 31">
              <a:extLst>
                <a:ext uri="{FF2B5EF4-FFF2-40B4-BE49-F238E27FC236}">
                  <a16:creationId xmlns:a16="http://schemas.microsoft.com/office/drawing/2014/main" id="{90EAE448-1AD8-4117-BD8B-4C1C2267BC0F}"/>
                </a:ext>
              </a:extLst>
            </p:cNvPr>
            <p:cNvGrpSpPr>
              <a:grpSpLocks/>
            </p:cNvGrpSpPr>
            <p:nvPr/>
          </p:nvGrpSpPr>
          <p:grpSpPr bwMode="auto">
            <a:xfrm>
              <a:off x="3648" y="3552"/>
              <a:ext cx="432" cy="384"/>
              <a:chOff x="2112" y="3600"/>
              <a:chExt cx="432" cy="384"/>
            </a:xfrm>
          </p:grpSpPr>
          <p:sp>
            <p:nvSpPr>
              <p:cNvPr id="15376" name="Oval 27">
                <a:extLst>
                  <a:ext uri="{FF2B5EF4-FFF2-40B4-BE49-F238E27FC236}">
                    <a16:creationId xmlns:a16="http://schemas.microsoft.com/office/drawing/2014/main" id="{AB07A486-C61A-4698-B5DB-6ACCA9885FB2}"/>
                  </a:ext>
                </a:extLst>
              </p:cNvPr>
              <p:cNvSpPr>
                <a:spLocks noChangeArrowheads="1"/>
              </p:cNvSpPr>
              <p:nvPr/>
            </p:nvSpPr>
            <p:spPr bwMode="auto">
              <a:xfrm>
                <a:off x="2112" y="3600"/>
                <a:ext cx="432" cy="384"/>
              </a:xfrm>
              <a:prstGeom prst="ellipse">
                <a:avLst/>
              </a:prstGeom>
              <a:solidFill>
                <a:srgbClr val="FFFFFF"/>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sp>
            <p:nvSpPr>
              <p:cNvPr id="15377" name="Line 28">
                <a:extLst>
                  <a:ext uri="{FF2B5EF4-FFF2-40B4-BE49-F238E27FC236}">
                    <a16:creationId xmlns:a16="http://schemas.microsoft.com/office/drawing/2014/main" id="{569C5ACE-833C-438B-A882-2917CB424D22}"/>
                  </a:ext>
                </a:extLst>
              </p:cNvPr>
              <p:cNvSpPr>
                <a:spLocks noChangeShapeType="1"/>
              </p:cNvSpPr>
              <p:nvPr/>
            </p:nvSpPr>
            <p:spPr bwMode="auto">
              <a:xfrm flipH="1">
                <a:off x="2220" y="3684"/>
                <a:ext cx="192" cy="19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5378" name="Line 29">
                <a:extLst>
                  <a:ext uri="{FF2B5EF4-FFF2-40B4-BE49-F238E27FC236}">
                    <a16:creationId xmlns:a16="http://schemas.microsoft.com/office/drawing/2014/main" id="{B7FABD92-EDA9-434E-91FE-E0777CC32898}"/>
                  </a:ext>
                </a:extLst>
              </p:cNvPr>
              <p:cNvSpPr>
                <a:spLocks noChangeShapeType="1"/>
              </p:cNvSpPr>
              <p:nvPr/>
            </p:nvSpPr>
            <p:spPr bwMode="auto">
              <a:xfrm>
                <a:off x="2220" y="3684"/>
                <a:ext cx="192" cy="19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15375" name="Text Box 34">
              <a:extLst>
                <a:ext uri="{FF2B5EF4-FFF2-40B4-BE49-F238E27FC236}">
                  <a16:creationId xmlns:a16="http://schemas.microsoft.com/office/drawing/2014/main" id="{B5DC18EA-D260-46CD-9D25-13220B64A731}"/>
                </a:ext>
              </a:extLst>
            </p:cNvPr>
            <p:cNvSpPr txBox="1">
              <a:spLocks noChangeArrowheads="1"/>
            </p:cNvSpPr>
            <p:nvPr/>
          </p:nvSpPr>
          <p:spPr bwMode="auto">
            <a:xfrm>
              <a:off x="4102" y="3589"/>
              <a:ext cx="107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_tradnl" altLang="en-US" b="1"/>
                <a:t>B </a:t>
              </a:r>
              <a:r>
                <a:rPr lang="es-ES_tradnl" altLang="en-US"/>
                <a:t>entrando</a:t>
              </a: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7A6A460C-954C-4975-9604-68DFE2921620}"/>
              </a:ext>
            </a:extLst>
          </p:cNvPr>
          <p:cNvSpPr>
            <a:spLocks noChangeArrowheads="1"/>
          </p:cNvSpPr>
          <p:nvPr/>
        </p:nvSpPr>
        <p:spPr bwMode="auto">
          <a:xfrm>
            <a:off x="1736725" y="609601"/>
            <a:ext cx="4340932" cy="831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_tradnl" altLang="en-US" b="1">
                <a:solidFill>
                  <a:srgbClr val="800000"/>
                </a:solidFill>
              </a:rPr>
              <a:t>1. Un electrón que se mueve</a:t>
            </a:r>
          </a:p>
          <a:p>
            <a:pPr eaLnBrk="1" hangingPunct="1"/>
            <a:r>
              <a:rPr lang="es-ES_tradnl" altLang="en-US" b="1">
                <a:solidFill>
                  <a:srgbClr val="800000"/>
                </a:solidFill>
              </a:rPr>
              <a:t>en un campo magnético</a:t>
            </a:r>
          </a:p>
        </p:txBody>
      </p:sp>
      <p:grpSp>
        <p:nvGrpSpPr>
          <p:cNvPr id="2" name="Group 59">
            <a:extLst>
              <a:ext uri="{FF2B5EF4-FFF2-40B4-BE49-F238E27FC236}">
                <a16:creationId xmlns:a16="http://schemas.microsoft.com/office/drawing/2014/main" id="{8B36EA62-181E-4279-BCAC-9F387549BE3E}"/>
              </a:ext>
            </a:extLst>
          </p:cNvPr>
          <p:cNvGrpSpPr>
            <a:grpSpLocks/>
          </p:cNvGrpSpPr>
          <p:nvPr/>
        </p:nvGrpSpPr>
        <p:grpSpPr bwMode="auto">
          <a:xfrm>
            <a:off x="1828800" y="1905000"/>
            <a:ext cx="1828800" cy="1676400"/>
            <a:chOff x="192" y="912"/>
            <a:chExt cx="1152" cy="1056"/>
          </a:xfrm>
        </p:grpSpPr>
        <p:sp>
          <p:nvSpPr>
            <p:cNvPr id="45098" name="Rectangle 53">
              <a:extLst>
                <a:ext uri="{FF2B5EF4-FFF2-40B4-BE49-F238E27FC236}">
                  <a16:creationId xmlns:a16="http://schemas.microsoft.com/office/drawing/2014/main" id="{63A548FE-F9B9-4B96-95AA-A892C6864BE9}"/>
                </a:ext>
              </a:extLst>
            </p:cNvPr>
            <p:cNvSpPr>
              <a:spLocks noChangeArrowheads="1"/>
            </p:cNvSpPr>
            <p:nvPr/>
          </p:nvSpPr>
          <p:spPr bwMode="auto">
            <a:xfrm>
              <a:off x="192" y="912"/>
              <a:ext cx="1152" cy="1056"/>
            </a:xfrm>
            <a:prstGeom prst="rect">
              <a:avLst/>
            </a:prstGeom>
            <a:solidFill>
              <a:schemeClr val="accent1"/>
            </a:solidFill>
            <a:ln w="6350">
              <a:solidFill>
                <a:schemeClr val="tx1"/>
              </a:solidFill>
              <a:miter lim="800000"/>
              <a:headEnd/>
              <a:tailEnd/>
            </a:ln>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grpSp>
          <p:nvGrpSpPr>
            <p:cNvPr id="45099" name="Group 52">
              <a:extLst>
                <a:ext uri="{FF2B5EF4-FFF2-40B4-BE49-F238E27FC236}">
                  <a16:creationId xmlns:a16="http://schemas.microsoft.com/office/drawing/2014/main" id="{65C0DF02-169F-4534-8747-FEE878D4C0AD}"/>
                </a:ext>
              </a:extLst>
            </p:cNvPr>
            <p:cNvGrpSpPr>
              <a:grpSpLocks/>
            </p:cNvGrpSpPr>
            <p:nvPr/>
          </p:nvGrpSpPr>
          <p:grpSpPr bwMode="auto">
            <a:xfrm>
              <a:off x="278" y="1008"/>
              <a:ext cx="677" cy="694"/>
              <a:chOff x="278" y="1008"/>
              <a:chExt cx="677" cy="694"/>
            </a:xfrm>
          </p:grpSpPr>
          <p:sp>
            <p:nvSpPr>
              <p:cNvPr id="45100" name="Text Box 35">
                <a:extLst>
                  <a:ext uri="{FF2B5EF4-FFF2-40B4-BE49-F238E27FC236}">
                    <a16:creationId xmlns:a16="http://schemas.microsoft.com/office/drawing/2014/main" id="{8BD75046-F197-4E0A-A09A-1CAF7AFBCBDB}"/>
                  </a:ext>
                </a:extLst>
              </p:cNvPr>
              <p:cNvSpPr txBox="1">
                <a:spLocks noChangeArrowheads="1"/>
              </p:cNvSpPr>
              <p:nvPr/>
            </p:nvSpPr>
            <p:spPr bwMode="auto">
              <a:xfrm>
                <a:off x="278" y="1008"/>
                <a:ext cx="67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_tradnl" altLang="en-US"/>
                  <a:t>Datos:</a:t>
                </a:r>
              </a:p>
            </p:txBody>
          </p:sp>
          <p:grpSp>
            <p:nvGrpSpPr>
              <p:cNvPr id="45101" name="Group 48">
                <a:extLst>
                  <a:ext uri="{FF2B5EF4-FFF2-40B4-BE49-F238E27FC236}">
                    <a16:creationId xmlns:a16="http://schemas.microsoft.com/office/drawing/2014/main" id="{FD45ADBA-31E5-48A2-9DE0-ABCC6E457CED}"/>
                  </a:ext>
                </a:extLst>
              </p:cNvPr>
              <p:cNvGrpSpPr>
                <a:grpSpLocks/>
              </p:cNvGrpSpPr>
              <p:nvPr/>
            </p:nvGrpSpPr>
            <p:grpSpPr bwMode="auto">
              <a:xfrm>
                <a:off x="332" y="1411"/>
                <a:ext cx="597" cy="291"/>
                <a:chOff x="518" y="3228"/>
                <a:chExt cx="597" cy="291"/>
              </a:xfrm>
            </p:grpSpPr>
            <p:grpSp>
              <p:nvGrpSpPr>
                <p:cNvPr id="45102" name="Group 41">
                  <a:extLst>
                    <a:ext uri="{FF2B5EF4-FFF2-40B4-BE49-F238E27FC236}">
                      <a16:creationId xmlns:a16="http://schemas.microsoft.com/office/drawing/2014/main" id="{D14549A0-6817-4B7F-AB30-70E90B6D1DA8}"/>
                    </a:ext>
                  </a:extLst>
                </p:cNvPr>
                <p:cNvGrpSpPr>
                  <a:grpSpLocks/>
                </p:cNvGrpSpPr>
                <p:nvPr/>
              </p:nvGrpSpPr>
              <p:grpSpPr bwMode="auto">
                <a:xfrm>
                  <a:off x="518" y="3228"/>
                  <a:ext cx="234" cy="291"/>
                  <a:chOff x="518" y="3228"/>
                  <a:chExt cx="234" cy="291"/>
                </a:xfrm>
              </p:grpSpPr>
              <p:sp>
                <p:nvSpPr>
                  <p:cNvPr id="45106" name="Text Box 39">
                    <a:extLst>
                      <a:ext uri="{FF2B5EF4-FFF2-40B4-BE49-F238E27FC236}">
                        <a16:creationId xmlns:a16="http://schemas.microsoft.com/office/drawing/2014/main" id="{4FE6899E-F504-4474-886D-6E152E72BD6D}"/>
                      </a:ext>
                    </a:extLst>
                  </p:cNvPr>
                  <p:cNvSpPr txBox="1">
                    <a:spLocks noChangeArrowheads="1"/>
                  </p:cNvSpPr>
                  <p:nvPr/>
                </p:nvSpPr>
                <p:spPr bwMode="auto">
                  <a:xfrm>
                    <a:off x="518" y="3228"/>
                    <a:ext cx="23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_tradnl" altLang="en-US"/>
                      <a:t>F</a:t>
                    </a:r>
                  </a:p>
                </p:txBody>
              </p:sp>
              <p:sp>
                <p:nvSpPr>
                  <p:cNvPr id="45107" name="Line 40">
                    <a:extLst>
                      <a:ext uri="{FF2B5EF4-FFF2-40B4-BE49-F238E27FC236}">
                        <a16:creationId xmlns:a16="http://schemas.microsoft.com/office/drawing/2014/main" id="{506B3D50-6CE3-4EFC-A752-AF00C93AFFD6}"/>
                      </a:ext>
                    </a:extLst>
                  </p:cNvPr>
                  <p:cNvSpPr>
                    <a:spLocks noChangeShapeType="1"/>
                  </p:cNvSpPr>
                  <p:nvPr/>
                </p:nvSpPr>
                <p:spPr bwMode="auto">
                  <a:xfrm>
                    <a:off x="552" y="3264"/>
                    <a:ext cx="19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45103" name="Group 44">
                  <a:extLst>
                    <a:ext uri="{FF2B5EF4-FFF2-40B4-BE49-F238E27FC236}">
                      <a16:creationId xmlns:a16="http://schemas.microsoft.com/office/drawing/2014/main" id="{F1EB985F-C033-4643-A7A2-5C93046504C8}"/>
                    </a:ext>
                  </a:extLst>
                </p:cNvPr>
                <p:cNvGrpSpPr>
                  <a:grpSpLocks/>
                </p:cNvGrpSpPr>
                <p:nvPr/>
              </p:nvGrpSpPr>
              <p:grpSpPr bwMode="auto">
                <a:xfrm>
                  <a:off x="902" y="3228"/>
                  <a:ext cx="213" cy="291"/>
                  <a:chOff x="902" y="3228"/>
                  <a:chExt cx="213" cy="291"/>
                </a:xfrm>
              </p:grpSpPr>
              <p:sp>
                <p:nvSpPr>
                  <p:cNvPr id="45104" name="Text Box 42">
                    <a:extLst>
                      <a:ext uri="{FF2B5EF4-FFF2-40B4-BE49-F238E27FC236}">
                        <a16:creationId xmlns:a16="http://schemas.microsoft.com/office/drawing/2014/main" id="{F443B858-A14A-4785-8FF4-98B816AABA96}"/>
                      </a:ext>
                    </a:extLst>
                  </p:cNvPr>
                  <p:cNvSpPr txBox="1">
                    <a:spLocks noChangeArrowheads="1"/>
                  </p:cNvSpPr>
                  <p:nvPr/>
                </p:nvSpPr>
                <p:spPr bwMode="auto">
                  <a:xfrm>
                    <a:off x="902" y="3228"/>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_tradnl" altLang="en-US"/>
                      <a:t>v</a:t>
                    </a:r>
                  </a:p>
                </p:txBody>
              </p:sp>
              <p:sp>
                <p:nvSpPr>
                  <p:cNvPr id="45105" name="Line 43">
                    <a:extLst>
                      <a:ext uri="{FF2B5EF4-FFF2-40B4-BE49-F238E27FC236}">
                        <a16:creationId xmlns:a16="http://schemas.microsoft.com/office/drawing/2014/main" id="{0F3C9E79-C918-4F06-81D3-AD18D66AAB5D}"/>
                      </a:ext>
                    </a:extLst>
                  </p:cNvPr>
                  <p:cNvSpPr>
                    <a:spLocks noChangeShapeType="1"/>
                  </p:cNvSpPr>
                  <p:nvPr/>
                </p:nvSpPr>
                <p:spPr bwMode="auto">
                  <a:xfrm>
                    <a:off x="972" y="3324"/>
                    <a:ext cx="9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grpSp>
      <p:grpSp>
        <p:nvGrpSpPr>
          <p:cNvPr id="7" name="Group 58">
            <a:extLst>
              <a:ext uri="{FF2B5EF4-FFF2-40B4-BE49-F238E27FC236}">
                <a16:creationId xmlns:a16="http://schemas.microsoft.com/office/drawing/2014/main" id="{677F2272-965F-414A-B93F-3709CD1C0E58}"/>
              </a:ext>
            </a:extLst>
          </p:cNvPr>
          <p:cNvGrpSpPr>
            <a:grpSpLocks/>
          </p:cNvGrpSpPr>
          <p:nvPr/>
        </p:nvGrpSpPr>
        <p:grpSpPr bwMode="auto">
          <a:xfrm>
            <a:off x="1828800" y="3657600"/>
            <a:ext cx="1828800" cy="1524000"/>
            <a:chOff x="192" y="2016"/>
            <a:chExt cx="1152" cy="960"/>
          </a:xfrm>
        </p:grpSpPr>
        <p:sp>
          <p:nvSpPr>
            <p:cNvPr id="45090" name="Rectangle 54">
              <a:extLst>
                <a:ext uri="{FF2B5EF4-FFF2-40B4-BE49-F238E27FC236}">
                  <a16:creationId xmlns:a16="http://schemas.microsoft.com/office/drawing/2014/main" id="{352F5E3C-BD51-4807-8374-CE433C12E25B}"/>
                </a:ext>
              </a:extLst>
            </p:cNvPr>
            <p:cNvSpPr>
              <a:spLocks noChangeArrowheads="1"/>
            </p:cNvSpPr>
            <p:nvPr/>
          </p:nvSpPr>
          <p:spPr bwMode="auto">
            <a:xfrm>
              <a:off x="192" y="2016"/>
              <a:ext cx="1152" cy="960"/>
            </a:xfrm>
            <a:prstGeom prst="rect">
              <a:avLst/>
            </a:prstGeom>
            <a:solidFill>
              <a:schemeClr val="accent1"/>
            </a:solidFill>
            <a:ln w="3175">
              <a:solidFill>
                <a:schemeClr val="tx1"/>
              </a:solidFill>
              <a:miter lim="800000"/>
              <a:headEnd/>
              <a:tailEnd/>
            </a:ln>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grpSp>
          <p:nvGrpSpPr>
            <p:cNvPr id="45091" name="Group 51">
              <a:extLst>
                <a:ext uri="{FF2B5EF4-FFF2-40B4-BE49-F238E27FC236}">
                  <a16:creationId xmlns:a16="http://schemas.microsoft.com/office/drawing/2014/main" id="{16C1EA1E-64ED-4451-A6D7-25A244860D1C}"/>
                </a:ext>
              </a:extLst>
            </p:cNvPr>
            <p:cNvGrpSpPr>
              <a:grpSpLocks/>
            </p:cNvGrpSpPr>
            <p:nvPr/>
          </p:nvGrpSpPr>
          <p:grpSpPr bwMode="auto">
            <a:xfrm>
              <a:off x="240" y="2131"/>
              <a:ext cx="957" cy="675"/>
              <a:chOff x="240" y="1920"/>
              <a:chExt cx="957" cy="675"/>
            </a:xfrm>
          </p:grpSpPr>
          <p:sp>
            <p:nvSpPr>
              <p:cNvPr id="45092" name="Text Box 36">
                <a:extLst>
                  <a:ext uri="{FF2B5EF4-FFF2-40B4-BE49-F238E27FC236}">
                    <a16:creationId xmlns:a16="http://schemas.microsoft.com/office/drawing/2014/main" id="{4FB68A1E-A58D-4142-B930-4039522B8052}"/>
                  </a:ext>
                </a:extLst>
              </p:cNvPr>
              <p:cNvSpPr txBox="1">
                <a:spLocks noChangeArrowheads="1"/>
              </p:cNvSpPr>
              <p:nvPr/>
            </p:nvSpPr>
            <p:spPr bwMode="auto">
              <a:xfrm>
                <a:off x="240" y="1920"/>
                <a:ext cx="95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_tradnl" altLang="en-US"/>
                  <a:t>Incógnita:</a:t>
                </a:r>
              </a:p>
            </p:txBody>
          </p:sp>
          <p:grpSp>
            <p:nvGrpSpPr>
              <p:cNvPr id="45093" name="Group 50">
                <a:extLst>
                  <a:ext uri="{FF2B5EF4-FFF2-40B4-BE49-F238E27FC236}">
                    <a16:creationId xmlns:a16="http://schemas.microsoft.com/office/drawing/2014/main" id="{6E837387-C9EC-41F2-974E-58FAFDC9C61B}"/>
                  </a:ext>
                </a:extLst>
              </p:cNvPr>
              <p:cNvGrpSpPr>
                <a:grpSpLocks/>
              </p:cNvGrpSpPr>
              <p:nvPr/>
            </p:nvGrpSpPr>
            <p:grpSpPr bwMode="auto">
              <a:xfrm>
                <a:off x="336" y="2275"/>
                <a:ext cx="678" cy="320"/>
                <a:chOff x="336" y="2275"/>
                <a:chExt cx="678" cy="320"/>
              </a:xfrm>
            </p:grpSpPr>
            <p:grpSp>
              <p:nvGrpSpPr>
                <p:cNvPr id="45094" name="Group 47">
                  <a:extLst>
                    <a:ext uri="{FF2B5EF4-FFF2-40B4-BE49-F238E27FC236}">
                      <a16:creationId xmlns:a16="http://schemas.microsoft.com/office/drawing/2014/main" id="{775978ED-77CB-497A-869C-ED493B14E98D}"/>
                    </a:ext>
                  </a:extLst>
                </p:cNvPr>
                <p:cNvGrpSpPr>
                  <a:grpSpLocks/>
                </p:cNvGrpSpPr>
                <p:nvPr/>
              </p:nvGrpSpPr>
              <p:grpSpPr bwMode="auto">
                <a:xfrm>
                  <a:off x="336" y="2304"/>
                  <a:ext cx="246" cy="291"/>
                  <a:chOff x="806" y="3756"/>
                  <a:chExt cx="246" cy="291"/>
                </a:xfrm>
              </p:grpSpPr>
              <p:sp>
                <p:nvSpPr>
                  <p:cNvPr id="45096" name="Text Box 45">
                    <a:extLst>
                      <a:ext uri="{FF2B5EF4-FFF2-40B4-BE49-F238E27FC236}">
                        <a16:creationId xmlns:a16="http://schemas.microsoft.com/office/drawing/2014/main" id="{1789BCCC-CD90-4CD7-9456-5B352F8AD983}"/>
                      </a:ext>
                    </a:extLst>
                  </p:cNvPr>
                  <p:cNvSpPr txBox="1">
                    <a:spLocks noChangeArrowheads="1"/>
                  </p:cNvSpPr>
                  <p:nvPr/>
                </p:nvSpPr>
                <p:spPr bwMode="auto">
                  <a:xfrm>
                    <a:off x="806" y="3756"/>
                    <a:ext cx="24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_tradnl" altLang="en-US"/>
                      <a:t>B</a:t>
                    </a:r>
                  </a:p>
                </p:txBody>
              </p:sp>
              <p:sp>
                <p:nvSpPr>
                  <p:cNvPr id="45097" name="Line 46">
                    <a:extLst>
                      <a:ext uri="{FF2B5EF4-FFF2-40B4-BE49-F238E27FC236}">
                        <a16:creationId xmlns:a16="http://schemas.microsoft.com/office/drawing/2014/main" id="{E5E5002A-BC49-4478-B6B5-1DDA3B46DABC}"/>
                      </a:ext>
                    </a:extLst>
                  </p:cNvPr>
                  <p:cNvSpPr>
                    <a:spLocks noChangeShapeType="1"/>
                  </p:cNvSpPr>
                  <p:nvPr/>
                </p:nvSpPr>
                <p:spPr bwMode="auto">
                  <a:xfrm>
                    <a:off x="864" y="3816"/>
                    <a:ext cx="144"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45095" name="Text Box 49">
                  <a:extLst>
                    <a:ext uri="{FF2B5EF4-FFF2-40B4-BE49-F238E27FC236}">
                      <a16:creationId xmlns:a16="http://schemas.microsoft.com/office/drawing/2014/main" id="{5C66D3DA-A828-47D9-ABD6-A0908B087396}"/>
                    </a:ext>
                  </a:extLst>
                </p:cNvPr>
                <p:cNvSpPr txBox="1">
                  <a:spLocks noChangeArrowheads="1"/>
                </p:cNvSpPr>
                <p:nvPr/>
              </p:nvSpPr>
              <p:spPr bwMode="auto">
                <a:xfrm>
                  <a:off x="623" y="2275"/>
                  <a:ext cx="39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_tradnl" altLang="en-US"/>
                    <a:t>= ?</a:t>
                  </a:r>
                  <a:endParaRPr lang="es-ES_tradnl" altLang="en-US" i="1"/>
                </a:p>
              </p:txBody>
            </p:sp>
          </p:grpSp>
        </p:grpSp>
      </p:grpSp>
      <p:sp>
        <p:nvSpPr>
          <p:cNvPr id="6147" name="AutoShape 3">
            <a:extLst>
              <a:ext uri="{FF2B5EF4-FFF2-40B4-BE49-F238E27FC236}">
                <a16:creationId xmlns:a16="http://schemas.microsoft.com/office/drawing/2014/main" id="{B5FCFB7C-B6E3-4B68-85BC-FE6C4BC517EE}"/>
              </a:ext>
            </a:extLst>
          </p:cNvPr>
          <p:cNvSpPr>
            <a:spLocks noChangeArrowheads="1"/>
          </p:cNvSpPr>
          <p:nvPr/>
        </p:nvSpPr>
        <p:spPr bwMode="auto">
          <a:xfrm flipV="1">
            <a:off x="5191125" y="2403475"/>
            <a:ext cx="4578350" cy="26543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0 h 21600"/>
              <a:gd name="T8" fmla="*/ 0 60000 65536"/>
              <a:gd name="T9" fmla="*/ 0 60000 65536"/>
              <a:gd name="T10" fmla="*/ 0 60000 65536"/>
              <a:gd name="T11" fmla="*/ 0 60000 65536"/>
              <a:gd name="T12" fmla="*/ 3700 w 21600"/>
              <a:gd name="T13" fmla="*/ 3700 h 21600"/>
              <a:gd name="T14" fmla="*/ 17900 w 21600"/>
              <a:gd name="T15" fmla="*/ 17900 h 21600"/>
            </a:gdLst>
            <a:ahLst/>
            <a:cxnLst>
              <a:cxn ang="T8">
                <a:pos x="T0" y="T1"/>
              </a:cxn>
              <a:cxn ang="T9">
                <a:pos x="T2" y="T3"/>
              </a:cxn>
              <a:cxn ang="T10">
                <a:pos x="T4" y="T5"/>
              </a:cxn>
              <a:cxn ang="T11">
                <a:pos x="T6" y="T7"/>
              </a:cxn>
            </a:cxnLst>
            <a:rect l="T12" t="T13" r="T14" b="T15"/>
            <a:pathLst>
              <a:path w="21600" h="21600">
                <a:moveTo>
                  <a:pt x="0" y="0"/>
                </a:moveTo>
                <a:lnTo>
                  <a:pt x="3800" y="21600"/>
                </a:lnTo>
                <a:lnTo>
                  <a:pt x="17800" y="21600"/>
                </a:lnTo>
                <a:lnTo>
                  <a:pt x="21600" y="0"/>
                </a:lnTo>
                <a:close/>
              </a:path>
            </a:pathLst>
          </a:custGeom>
          <a:solidFill>
            <a:srgbClr val="C0C0C0"/>
          </a:solidFill>
          <a:ln w="12700">
            <a:solidFill>
              <a:schemeClr val="tx1"/>
            </a:solidFill>
            <a:miter lim="800000"/>
            <a:headEnd/>
            <a:tailEnd/>
          </a:ln>
        </p:spPr>
        <p:txBody>
          <a:bodyPr rot="10800000"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i="1"/>
          </a:p>
        </p:txBody>
      </p:sp>
      <p:grpSp>
        <p:nvGrpSpPr>
          <p:cNvPr id="11" name="Group 9">
            <a:extLst>
              <a:ext uri="{FF2B5EF4-FFF2-40B4-BE49-F238E27FC236}">
                <a16:creationId xmlns:a16="http://schemas.microsoft.com/office/drawing/2014/main" id="{D9C4D326-D8BE-4F2F-92F5-4D2E7537333A}"/>
              </a:ext>
            </a:extLst>
          </p:cNvPr>
          <p:cNvGrpSpPr>
            <a:grpSpLocks/>
          </p:cNvGrpSpPr>
          <p:nvPr/>
        </p:nvGrpSpPr>
        <p:grpSpPr bwMode="auto">
          <a:xfrm>
            <a:off x="5572126" y="3622675"/>
            <a:ext cx="1730375" cy="2203450"/>
            <a:chOff x="2198" y="2532"/>
            <a:chExt cx="1090" cy="1388"/>
          </a:xfrm>
        </p:grpSpPr>
        <p:sp>
          <p:nvSpPr>
            <p:cNvPr id="45088" name="Line 7">
              <a:extLst>
                <a:ext uri="{FF2B5EF4-FFF2-40B4-BE49-F238E27FC236}">
                  <a16:creationId xmlns:a16="http://schemas.microsoft.com/office/drawing/2014/main" id="{5C0B6BAE-6462-412D-B178-688CF6881932}"/>
                </a:ext>
              </a:extLst>
            </p:cNvPr>
            <p:cNvSpPr>
              <a:spLocks noChangeShapeType="1"/>
            </p:cNvSpPr>
            <p:nvPr/>
          </p:nvSpPr>
          <p:spPr bwMode="auto">
            <a:xfrm flipH="1">
              <a:off x="2400" y="2532"/>
              <a:ext cx="888" cy="116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5089" name="Rectangle 8">
              <a:extLst>
                <a:ext uri="{FF2B5EF4-FFF2-40B4-BE49-F238E27FC236}">
                  <a16:creationId xmlns:a16="http://schemas.microsoft.com/office/drawing/2014/main" id="{EFCC66C8-7FBB-4455-98EF-7A785F5ABFD4}"/>
                </a:ext>
              </a:extLst>
            </p:cNvPr>
            <p:cNvSpPr>
              <a:spLocks noChangeArrowheads="1"/>
            </p:cNvSpPr>
            <p:nvPr/>
          </p:nvSpPr>
          <p:spPr bwMode="auto">
            <a:xfrm>
              <a:off x="2198" y="3629"/>
              <a:ext cx="21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_tradnl" altLang="en-US"/>
                <a:t>x</a:t>
              </a:r>
            </a:p>
          </p:txBody>
        </p:sp>
      </p:grpSp>
      <p:grpSp>
        <p:nvGrpSpPr>
          <p:cNvPr id="12" name="Group 26">
            <a:extLst>
              <a:ext uri="{FF2B5EF4-FFF2-40B4-BE49-F238E27FC236}">
                <a16:creationId xmlns:a16="http://schemas.microsoft.com/office/drawing/2014/main" id="{C76FCC72-1E03-44C1-AFFD-E82F816EAFA1}"/>
              </a:ext>
            </a:extLst>
          </p:cNvPr>
          <p:cNvGrpSpPr>
            <a:grpSpLocks/>
          </p:cNvGrpSpPr>
          <p:nvPr/>
        </p:nvGrpSpPr>
        <p:grpSpPr bwMode="auto">
          <a:xfrm>
            <a:off x="7629527" y="3165476"/>
            <a:ext cx="2989263" cy="461963"/>
            <a:chOff x="3456" y="1260"/>
            <a:chExt cx="1883" cy="291"/>
          </a:xfrm>
        </p:grpSpPr>
        <p:sp>
          <p:nvSpPr>
            <p:cNvPr id="45086" name="Line 10">
              <a:extLst>
                <a:ext uri="{FF2B5EF4-FFF2-40B4-BE49-F238E27FC236}">
                  <a16:creationId xmlns:a16="http://schemas.microsoft.com/office/drawing/2014/main" id="{0B272ACF-5C8A-4B4D-B652-487A825657D4}"/>
                </a:ext>
              </a:extLst>
            </p:cNvPr>
            <p:cNvSpPr>
              <a:spLocks noChangeShapeType="1"/>
            </p:cNvSpPr>
            <p:nvPr/>
          </p:nvSpPr>
          <p:spPr bwMode="auto">
            <a:xfrm>
              <a:off x="3456" y="1440"/>
              <a:ext cx="168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5087" name="Text Box 25">
              <a:extLst>
                <a:ext uri="{FF2B5EF4-FFF2-40B4-BE49-F238E27FC236}">
                  <a16:creationId xmlns:a16="http://schemas.microsoft.com/office/drawing/2014/main" id="{992166D3-068A-40DA-A67E-098028190C72}"/>
                </a:ext>
              </a:extLst>
            </p:cNvPr>
            <p:cNvSpPr txBox="1">
              <a:spLocks noChangeArrowheads="1"/>
            </p:cNvSpPr>
            <p:nvPr/>
          </p:nvSpPr>
          <p:spPr bwMode="auto">
            <a:xfrm>
              <a:off x="5126" y="1260"/>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_tradnl" altLang="en-US"/>
                <a:t>y</a:t>
              </a:r>
            </a:p>
          </p:txBody>
        </p:sp>
      </p:grpSp>
      <p:grpSp>
        <p:nvGrpSpPr>
          <p:cNvPr id="13" name="Group 32">
            <a:extLst>
              <a:ext uri="{FF2B5EF4-FFF2-40B4-BE49-F238E27FC236}">
                <a16:creationId xmlns:a16="http://schemas.microsoft.com/office/drawing/2014/main" id="{CF461A55-E4BF-437E-B752-CA582AE64439}"/>
              </a:ext>
            </a:extLst>
          </p:cNvPr>
          <p:cNvGrpSpPr>
            <a:grpSpLocks/>
          </p:cNvGrpSpPr>
          <p:nvPr/>
        </p:nvGrpSpPr>
        <p:grpSpPr bwMode="auto">
          <a:xfrm>
            <a:off x="7248525" y="3317875"/>
            <a:ext cx="381000" cy="381000"/>
            <a:chOff x="1440" y="2544"/>
            <a:chExt cx="240" cy="240"/>
          </a:xfrm>
        </p:grpSpPr>
        <p:sp>
          <p:nvSpPr>
            <p:cNvPr id="45084" name="Oval 30">
              <a:extLst>
                <a:ext uri="{FF2B5EF4-FFF2-40B4-BE49-F238E27FC236}">
                  <a16:creationId xmlns:a16="http://schemas.microsoft.com/office/drawing/2014/main" id="{8BF2D1ED-0C60-4875-9EE6-61855527DB29}"/>
                </a:ext>
              </a:extLst>
            </p:cNvPr>
            <p:cNvSpPr>
              <a:spLocks noChangeArrowheads="1"/>
            </p:cNvSpPr>
            <p:nvPr/>
          </p:nvSpPr>
          <p:spPr bwMode="auto">
            <a:xfrm>
              <a:off x="1440" y="2544"/>
              <a:ext cx="240" cy="240"/>
            </a:xfrm>
            <a:prstGeom prst="ellipse">
              <a:avLst/>
            </a:prstGeom>
            <a:solidFill>
              <a:schemeClr val="accent2"/>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sp>
          <p:nvSpPr>
            <p:cNvPr id="45085" name="Line 31">
              <a:extLst>
                <a:ext uri="{FF2B5EF4-FFF2-40B4-BE49-F238E27FC236}">
                  <a16:creationId xmlns:a16="http://schemas.microsoft.com/office/drawing/2014/main" id="{629E3D1B-39B2-4CA3-B580-CA6CCBE06419}"/>
                </a:ext>
              </a:extLst>
            </p:cNvPr>
            <p:cNvSpPr>
              <a:spLocks noChangeShapeType="1"/>
            </p:cNvSpPr>
            <p:nvPr/>
          </p:nvSpPr>
          <p:spPr bwMode="auto">
            <a:xfrm>
              <a:off x="1488" y="2688"/>
              <a:ext cx="144" cy="0"/>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4" name="Group 34">
            <a:extLst>
              <a:ext uri="{FF2B5EF4-FFF2-40B4-BE49-F238E27FC236}">
                <a16:creationId xmlns:a16="http://schemas.microsoft.com/office/drawing/2014/main" id="{59717791-58A6-4B2A-BD8B-8AE157C3F123}"/>
              </a:ext>
            </a:extLst>
          </p:cNvPr>
          <p:cNvGrpSpPr>
            <a:grpSpLocks/>
          </p:cNvGrpSpPr>
          <p:nvPr/>
        </p:nvGrpSpPr>
        <p:grpSpPr bwMode="auto">
          <a:xfrm>
            <a:off x="7629525" y="2879725"/>
            <a:ext cx="2057400" cy="590550"/>
            <a:chOff x="3504" y="876"/>
            <a:chExt cx="1296" cy="372"/>
          </a:xfrm>
        </p:grpSpPr>
        <p:sp>
          <p:nvSpPr>
            <p:cNvPr id="45082" name="Line 19">
              <a:extLst>
                <a:ext uri="{FF2B5EF4-FFF2-40B4-BE49-F238E27FC236}">
                  <a16:creationId xmlns:a16="http://schemas.microsoft.com/office/drawing/2014/main" id="{9E63D631-3722-4443-A8E6-4F2C7AAF3413}"/>
                </a:ext>
              </a:extLst>
            </p:cNvPr>
            <p:cNvSpPr>
              <a:spLocks noChangeShapeType="1"/>
            </p:cNvSpPr>
            <p:nvPr/>
          </p:nvSpPr>
          <p:spPr bwMode="auto">
            <a:xfrm rot="5400000" flipV="1">
              <a:off x="4152" y="600"/>
              <a:ext cx="0" cy="1296"/>
            </a:xfrm>
            <a:prstGeom prst="line">
              <a:avLst/>
            </a:prstGeom>
            <a:noFill/>
            <a:ln w="381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45083" name="Text Box 33">
              <a:extLst>
                <a:ext uri="{FF2B5EF4-FFF2-40B4-BE49-F238E27FC236}">
                  <a16:creationId xmlns:a16="http://schemas.microsoft.com/office/drawing/2014/main" id="{07FD7C97-205F-482D-B019-824FCB2E3CCE}"/>
                </a:ext>
              </a:extLst>
            </p:cNvPr>
            <p:cNvSpPr txBox="1">
              <a:spLocks noChangeArrowheads="1"/>
            </p:cNvSpPr>
            <p:nvPr/>
          </p:nvSpPr>
          <p:spPr bwMode="auto">
            <a:xfrm>
              <a:off x="4502" y="876"/>
              <a:ext cx="23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_tradnl" altLang="en-US" i="1"/>
                <a:t>F</a:t>
              </a:r>
            </a:p>
          </p:txBody>
        </p:sp>
      </p:grpSp>
      <p:grpSp>
        <p:nvGrpSpPr>
          <p:cNvPr id="15" name="Group 38">
            <a:extLst>
              <a:ext uri="{FF2B5EF4-FFF2-40B4-BE49-F238E27FC236}">
                <a16:creationId xmlns:a16="http://schemas.microsoft.com/office/drawing/2014/main" id="{20FEE8F6-3F3C-4441-A950-54EC71EA2851}"/>
              </a:ext>
            </a:extLst>
          </p:cNvPr>
          <p:cNvGrpSpPr>
            <a:grpSpLocks/>
          </p:cNvGrpSpPr>
          <p:nvPr/>
        </p:nvGrpSpPr>
        <p:grpSpPr bwMode="auto">
          <a:xfrm>
            <a:off x="6181725" y="3603624"/>
            <a:ext cx="1123950" cy="1524000"/>
            <a:chOff x="576" y="2784"/>
            <a:chExt cx="708" cy="960"/>
          </a:xfrm>
        </p:grpSpPr>
        <p:sp>
          <p:nvSpPr>
            <p:cNvPr id="45080" name="Line 16">
              <a:extLst>
                <a:ext uri="{FF2B5EF4-FFF2-40B4-BE49-F238E27FC236}">
                  <a16:creationId xmlns:a16="http://schemas.microsoft.com/office/drawing/2014/main" id="{01CB53FE-05B2-49F0-A570-CFFFE57EECF0}"/>
                </a:ext>
              </a:extLst>
            </p:cNvPr>
            <p:cNvSpPr>
              <a:spLocks noChangeShapeType="1"/>
            </p:cNvSpPr>
            <p:nvPr/>
          </p:nvSpPr>
          <p:spPr bwMode="auto">
            <a:xfrm flipH="1">
              <a:off x="576" y="2784"/>
              <a:ext cx="708" cy="960"/>
            </a:xfrm>
            <a:prstGeom prst="line">
              <a:avLst/>
            </a:prstGeom>
            <a:noFill/>
            <a:ln w="381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45081" name="Text Box 37">
              <a:extLst>
                <a:ext uri="{FF2B5EF4-FFF2-40B4-BE49-F238E27FC236}">
                  <a16:creationId xmlns:a16="http://schemas.microsoft.com/office/drawing/2014/main" id="{D9F42DCC-A5C7-4ED3-BBFC-8E1A162FBDFF}"/>
                </a:ext>
              </a:extLst>
            </p:cNvPr>
            <p:cNvSpPr txBox="1">
              <a:spLocks noChangeArrowheads="1"/>
            </p:cNvSpPr>
            <p:nvPr/>
          </p:nvSpPr>
          <p:spPr bwMode="auto">
            <a:xfrm>
              <a:off x="758" y="3420"/>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_tradnl" altLang="en-US"/>
                <a:t>v</a:t>
              </a:r>
              <a:endParaRPr lang="es-ES_tradnl" altLang="en-US" i="1"/>
            </a:p>
          </p:txBody>
        </p:sp>
      </p:grpSp>
      <p:grpSp>
        <p:nvGrpSpPr>
          <p:cNvPr id="16" name="Group 57">
            <a:extLst>
              <a:ext uri="{FF2B5EF4-FFF2-40B4-BE49-F238E27FC236}">
                <a16:creationId xmlns:a16="http://schemas.microsoft.com/office/drawing/2014/main" id="{2E83B346-59B8-4226-9F1A-3C07071F9DD6}"/>
              </a:ext>
            </a:extLst>
          </p:cNvPr>
          <p:cNvGrpSpPr>
            <a:grpSpLocks/>
          </p:cNvGrpSpPr>
          <p:nvPr/>
        </p:nvGrpSpPr>
        <p:grpSpPr bwMode="auto">
          <a:xfrm>
            <a:off x="7400926" y="879475"/>
            <a:ext cx="542925" cy="2438400"/>
            <a:chOff x="4368" y="432"/>
            <a:chExt cx="342" cy="1536"/>
          </a:xfrm>
        </p:grpSpPr>
        <p:sp>
          <p:nvSpPr>
            <p:cNvPr id="45078" name="Line 55">
              <a:extLst>
                <a:ext uri="{FF2B5EF4-FFF2-40B4-BE49-F238E27FC236}">
                  <a16:creationId xmlns:a16="http://schemas.microsoft.com/office/drawing/2014/main" id="{4C95D0A3-86D8-4975-92B5-BE38A462B8D5}"/>
                </a:ext>
              </a:extLst>
            </p:cNvPr>
            <p:cNvSpPr>
              <a:spLocks noChangeShapeType="1"/>
            </p:cNvSpPr>
            <p:nvPr/>
          </p:nvSpPr>
          <p:spPr bwMode="auto">
            <a:xfrm flipV="1">
              <a:off x="4368" y="432"/>
              <a:ext cx="0" cy="1536"/>
            </a:xfrm>
            <a:prstGeom prst="line">
              <a:avLst/>
            </a:prstGeom>
            <a:noFill/>
            <a:ln w="38100">
              <a:solidFill>
                <a:schemeClr val="tx1"/>
              </a:solidFill>
              <a:round/>
              <a:headEnd/>
              <a:tailEnd type="arrow"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5079" name="Text Box 56">
              <a:extLst>
                <a:ext uri="{FF2B5EF4-FFF2-40B4-BE49-F238E27FC236}">
                  <a16:creationId xmlns:a16="http://schemas.microsoft.com/office/drawing/2014/main" id="{12B24766-63A2-4E66-9645-108768879D66}"/>
                </a:ext>
              </a:extLst>
            </p:cNvPr>
            <p:cNvSpPr txBox="1">
              <a:spLocks noChangeArrowheads="1"/>
            </p:cNvSpPr>
            <p:nvPr/>
          </p:nvSpPr>
          <p:spPr bwMode="auto">
            <a:xfrm>
              <a:off x="4464" y="492"/>
              <a:ext cx="24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_tradnl" altLang="en-US" i="1"/>
                <a:t>B</a:t>
              </a:r>
            </a:p>
          </p:txBody>
        </p:sp>
      </p:grpSp>
      <p:grpSp>
        <p:nvGrpSpPr>
          <p:cNvPr id="17" name="Group 65">
            <a:extLst>
              <a:ext uri="{FF2B5EF4-FFF2-40B4-BE49-F238E27FC236}">
                <a16:creationId xmlns:a16="http://schemas.microsoft.com/office/drawing/2014/main" id="{4DC13699-0636-4844-B7EC-EA3992FF0882}"/>
              </a:ext>
            </a:extLst>
          </p:cNvPr>
          <p:cNvGrpSpPr>
            <a:grpSpLocks/>
          </p:cNvGrpSpPr>
          <p:nvPr/>
        </p:nvGrpSpPr>
        <p:grpSpPr bwMode="auto">
          <a:xfrm>
            <a:off x="6248400" y="5410200"/>
            <a:ext cx="4267200" cy="1219200"/>
            <a:chOff x="2592" y="3552"/>
            <a:chExt cx="2688" cy="768"/>
          </a:xfrm>
        </p:grpSpPr>
        <p:sp>
          <p:nvSpPr>
            <p:cNvPr id="45073" name="Rectangle 64">
              <a:extLst>
                <a:ext uri="{FF2B5EF4-FFF2-40B4-BE49-F238E27FC236}">
                  <a16:creationId xmlns:a16="http://schemas.microsoft.com/office/drawing/2014/main" id="{6F568D4B-C329-46CD-ACDC-83F4F9532FE4}"/>
                </a:ext>
              </a:extLst>
            </p:cNvPr>
            <p:cNvSpPr>
              <a:spLocks noChangeArrowheads="1"/>
            </p:cNvSpPr>
            <p:nvPr/>
          </p:nvSpPr>
          <p:spPr bwMode="auto">
            <a:xfrm>
              <a:off x="2592" y="3552"/>
              <a:ext cx="2688" cy="768"/>
            </a:xfrm>
            <a:prstGeom prst="rect">
              <a:avLst/>
            </a:prstGeom>
            <a:solidFill>
              <a:schemeClr val="hlink"/>
            </a:solidFill>
            <a:ln w="12700">
              <a:solidFill>
                <a:schemeClr val="tx1"/>
              </a:solidFill>
              <a:miter lim="800000"/>
              <a:headEnd/>
              <a:tailEnd/>
            </a:ln>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grpSp>
          <p:nvGrpSpPr>
            <p:cNvPr id="45074" name="Group 62">
              <a:extLst>
                <a:ext uri="{FF2B5EF4-FFF2-40B4-BE49-F238E27FC236}">
                  <a16:creationId xmlns:a16="http://schemas.microsoft.com/office/drawing/2014/main" id="{562D971B-D598-4F5B-AC59-8C9DB4F72CE7}"/>
                </a:ext>
              </a:extLst>
            </p:cNvPr>
            <p:cNvGrpSpPr>
              <a:grpSpLocks/>
            </p:cNvGrpSpPr>
            <p:nvPr/>
          </p:nvGrpSpPr>
          <p:grpSpPr bwMode="auto">
            <a:xfrm>
              <a:off x="2688" y="3648"/>
              <a:ext cx="246" cy="291"/>
              <a:chOff x="2774" y="3660"/>
              <a:chExt cx="246" cy="291"/>
            </a:xfrm>
          </p:grpSpPr>
          <p:sp>
            <p:nvSpPr>
              <p:cNvPr id="45076" name="Text Box 60">
                <a:extLst>
                  <a:ext uri="{FF2B5EF4-FFF2-40B4-BE49-F238E27FC236}">
                    <a16:creationId xmlns:a16="http://schemas.microsoft.com/office/drawing/2014/main" id="{51ECA0FD-0A4B-48BB-9F8D-01C540F49E73}"/>
                  </a:ext>
                </a:extLst>
              </p:cNvPr>
              <p:cNvSpPr txBox="1">
                <a:spLocks noChangeArrowheads="1"/>
              </p:cNvSpPr>
              <p:nvPr/>
            </p:nvSpPr>
            <p:spPr bwMode="auto">
              <a:xfrm>
                <a:off x="2774" y="3660"/>
                <a:ext cx="24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_tradnl" altLang="en-US"/>
                  <a:t>B</a:t>
                </a:r>
                <a:endParaRPr lang="es-ES_tradnl" altLang="en-US" i="1"/>
              </a:p>
            </p:txBody>
          </p:sp>
          <p:sp>
            <p:nvSpPr>
              <p:cNvPr id="45077" name="Line 61">
                <a:extLst>
                  <a:ext uri="{FF2B5EF4-FFF2-40B4-BE49-F238E27FC236}">
                    <a16:creationId xmlns:a16="http://schemas.microsoft.com/office/drawing/2014/main" id="{1524865A-E592-4F60-B959-2A12B9ADA2D1}"/>
                  </a:ext>
                </a:extLst>
              </p:cNvPr>
              <p:cNvSpPr>
                <a:spLocks noChangeShapeType="1"/>
              </p:cNvSpPr>
              <p:nvPr/>
            </p:nvSpPr>
            <p:spPr bwMode="auto">
              <a:xfrm>
                <a:off x="2832" y="3732"/>
                <a:ext cx="144"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45075" name="Text Box 63">
              <a:extLst>
                <a:ext uri="{FF2B5EF4-FFF2-40B4-BE49-F238E27FC236}">
                  <a16:creationId xmlns:a16="http://schemas.microsoft.com/office/drawing/2014/main" id="{3818CF07-83D5-46BD-9D39-1F1A90C6C79A}"/>
                </a:ext>
              </a:extLst>
            </p:cNvPr>
            <p:cNvSpPr txBox="1">
              <a:spLocks noChangeArrowheads="1"/>
            </p:cNvSpPr>
            <p:nvPr/>
          </p:nvSpPr>
          <p:spPr bwMode="auto">
            <a:xfrm>
              <a:off x="3072" y="3612"/>
              <a:ext cx="1788"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_tradnl" altLang="en-US"/>
                <a:t>está en la dirección</a:t>
              </a:r>
            </a:p>
            <a:p>
              <a:pPr eaLnBrk="1" hangingPunct="1"/>
              <a:r>
                <a:rPr lang="es-ES_tradnl" altLang="en-US"/>
                <a:t>de eje z positiva</a:t>
              </a:r>
            </a:p>
          </p:txBody>
        </p:sp>
      </p:grpSp>
      <p:grpSp>
        <p:nvGrpSpPr>
          <p:cNvPr id="19" name="Group 15">
            <a:extLst>
              <a:ext uri="{FF2B5EF4-FFF2-40B4-BE49-F238E27FC236}">
                <a16:creationId xmlns:a16="http://schemas.microsoft.com/office/drawing/2014/main" id="{4C98956F-714D-4B3C-9A69-10838B9D842B}"/>
              </a:ext>
            </a:extLst>
          </p:cNvPr>
          <p:cNvGrpSpPr>
            <a:grpSpLocks/>
          </p:cNvGrpSpPr>
          <p:nvPr/>
        </p:nvGrpSpPr>
        <p:grpSpPr bwMode="auto">
          <a:xfrm>
            <a:off x="7248526" y="-152400"/>
            <a:ext cx="339725" cy="3535363"/>
            <a:chOff x="3158" y="317"/>
            <a:chExt cx="214" cy="2227"/>
          </a:xfrm>
        </p:grpSpPr>
        <p:sp>
          <p:nvSpPr>
            <p:cNvPr id="45071" name="Line 13">
              <a:extLst>
                <a:ext uri="{FF2B5EF4-FFF2-40B4-BE49-F238E27FC236}">
                  <a16:creationId xmlns:a16="http://schemas.microsoft.com/office/drawing/2014/main" id="{91FDCAA7-AD73-440A-9233-768EAE2B7608}"/>
                </a:ext>
              </a:extLst>
            </p:cNvPr>
            <p:cNvSpPr>
              <a:spLocks noChangeShapeType="1"/>
            </p:cNvSpPr>
            <p:nvPr/>
          </p:nvSpPr>
          <p:spPr bwMode="auto">
            <a:xfrm>
              <a:off x="3264" y="624"/>
              <a:ext cx="0" cy="192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5072" name="Rectangle 14">
              <a:extLst>
                <a:ext uri="{FF2B5EF4-FFF2-40B4-BE49-F238E27FC236}">
                  <a16:creationId xmlns:a16="http://schemas.microsoft.com/office/drawing/2014/main" id="{C300BF73-4C0A-448F-9270-1F4830603E25}"/>
                </a:ext>
              </a:extLst>
            </p:cNvPr>
            <p:cNvSpPr>
              <a:spLocks noChangeArrowheads="1"/>
            </p:cNvSpPr>
            <p:nvPr/>
          </p:nvSpPr>
          <p:spPr bwMode="auto">
            <a:xfrm>
              <a:off x="3158" y="317"/>
              <a:ext cx="21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_tradnl" altLang="en-US"/>
                <a:t>z</a:t>
              </a:r>
            </a:p>
          </p:txBody>
        </p:sp>
      </p:grpSp>
      <p:sp>
        <p:nvSpPr>
          <p:cNvPr id="45070" name="Text Box 68">
            <a:extLst>
              <a:ext uri="{FF2B5EF4-FFF2-40B4-BE49-F238E27FC236}">
                <a16:creationId xmlns:a16="http://schemas.microsoft.com/office/drawing/2014/main" id="{AF332D0B-24B4-4583-98E2-06646123BC59}"/>
              </a:ext>
            </a:extLst>
          </p:cNvPr>
          <p:cNvSpPr txBox="1">
            <a:spLocks noChangeArrowheads="1"/>
          </p:cNvSpPr>
          <p:nvPr/>
        </p:nvSpPr>
        <p:spPr bwMode="auto">
          <a:xfrm>
            <a:off x="1889126" y="-46038"/>
            <a:ext cx="185980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_tradnl" altLang="en-US" b="1"/>
              <a:t>EJEMPLOS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5" fill="hold" grpId="0" nodeType="clickEffect">
                                  <p:stCondLst>
                                    <p:cond delay="0"/>
                                  </p:stCondLst>
                                  <p:childTnLst>
                                    <p:set>
                                      <p:cBhvr>
                                        <p:cTn id="6" dur="1" fill="hold">
                                          <p:stCondLst>
                                            <p:cond delay="0"/>
                                          </p:stCondLst>
                                        </p:cTn>
                                        <p:tgtEl>
                                          <p:spTgt spid="6146"/>
                                        </p:tgtEl>
                                        <p:attrNameLst>
                                          <p:attrName>style.visibility</p:attrName>
                                        </p:attrNameLst>
                                      </p:cBhvr>
                                      <p:to>
                                        <p:strVal val="visible"/>
                                      </p:to>
                                    </p:set>
                                    <p:animEffect transition="in" filter="randombar(vertical)">
                                      <p:cBhvr>
                                        <p:cTn id="7" dur="500"/>
                                        <p:tgtEl>
                                          <p:spTgt spid="614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5" fill="hold" grpId="0" nodeType="clickEffect">
                                  <p:stCondLst>
                                    <p:cond delay="0"/>
                                  </p:stCondLst>
                                  <p:childTnLst>
                                    <p:set>
                                      <p:cBhvr>
                                        <p:cTn id="11" dur="1" fill="hold">
                                          <p:stCondLst>
                                            <p:cond delay="0"/>
                                          </p:stCondLst>
                                        </p:cTn>
                                        <p:tgtEl>
                                          <p:spTgt spid="6147"/>
                                        </p:tgtEl>
                                        <p:attrNameLst>
                                          <p:attrName>style.visibility</p:attrName>
                                        </p:attrNameLst>
                                      </p:cBhvr>
                                      <p:to>
                                        <p:strVal val="visible"/>
                                      </p:to>
                                    </p:set>
                                    <p:animEffect transition="in" filter="randombar(vertical)">
                                      <p:cBhvr>
                                        <p:cTn id="12" dur="500"/>
                                        <p:tgtEl>
                                          <p:spTgt spid="614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4" presetClass="entr" presetSubtype="5"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randombar(vertical)">
                                      <p:cBhvr>
                                        <p:cTn id="17" dur="500"/>
                                        <p:tgtEl>
                                          <p:spTgt spid="11"/>
                                        </p:tgtEl>
                                      </p:cBhvr>
                                    </p:animEffect>
                                  </p:childTnLst>
                                </p:cTn>
                              </p:par>
                            </p:childTnLst>
                          </p:cTn>
                        </p:par>
                        <p:par>
                          <p:cTn id="18" fill="hold" nodeType="afterGroup">
                            <p:stCondLst>
                              <p:cond delay="500"/>
                            </p:stCondLst>
                            <p:childTnLst>
                              <p:par>
                                <p:cTn id="19" presetID="14" presetClass="entr" presetSubtype="5" fill="hold" nodeType="after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randombar(vertical)">
                                      <p:cBhvr>
                                        <p:cTn id="21" dur="500"/>
                                        <p:tgtEl>
                                          <p:spTgt spid="19"/>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4" presetClass="entr" presetSubtype="5" fill="hold" nodeType="click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randombar(vertical)">
                                      <p:cBhvr>
                                        <p:cTn id="26" dur="500"/>
                                        <p:tgtEl>
                                          <p:spTgt spid="12"/>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4" presetClass="entr" presetSubtype="5" fill="hold"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randombar(vertical)">
                                      <p:cBhvr>
                                        <p:cTn id="31" dur="500"/>
                                        <p:tgtEl>
                                          <p:spTgt spid="13"/>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4" presetClass="entr" presetSubtype="5" fill="hold" nodeType="click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randombar(vertical)">
                                      <p:cBhvr>
                                        <p:cTn id="36" dur="500"/>
                                        <p:tgtEl>
                                          <p:spTgt spid="15"/>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14" presetClass="entr" presetSubtype="5" fill="hold" nodeType="click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randombar(vertical)">
                                      <p:cBhvr>
                                        <p:cTn id="41" dur="500"/>
                                        <p:tgtEl>
                                          <p:spTgt spid="14"/>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14" presetClass="entr" presetSubtype="5" fill="hold" nodeType="clickEffect">
                                  <p:stCondLst>
                                    <p:cond delay="0"/>
                                  </p:stCondLst>
                                  <p:childTnLst>
                                    <p:set>
                                      <p:cBhvr>
                                        <p:cTn id="45" dur="1" fill="hold">
                                          <p:stCondLst>
                                            <p:cond delay="0"/>
                                          </p:stCondLst>
                                        </p:cTn>
                                        <p:tgtEl>
                                          <p:spTgt spid="2"/>
                                        </p:tgtEl>
                                        <p:attrNameLst>
                                          <p:attrName>style.visibility</p:attrName>
                                        </p:attrNameLst>
                                      </p:cBhvr>
                                      <p:to>
                                        <p:strVal val="visible"/>
                                      </p:to>
                                    </p:set>
                                    <p:animEffect transition="in" filter="randombar(vertical)">
                                      <p:cBhvr>
                                        <p:cTn id="46" dur="500"/>
                                        <p:tgtEl>
                                          <p:spTgt spid="2"/>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14" presetClass="entr" presetSubtype="5" fill="hold" nodeType="clickEffect">
                                  <p:stCondLst>
                                    <p:cond delay="0"/>
                                  </p:stCondLst>
                                  <p:childTnLst>
                                    <p:set>
                                      <p:cBhvr>
                                        <p:cTn id="50" dur="1" fill="hold">
                                          <p:stCondLst>
                                            <p:cond delay="0"/>
                                          </p:stCondLst>
                                        </p:cTn>
                                        <p:tgtEl>
                                          <p:spTgt spid="7"/>
                                        </p:tgtEl>
                                        <p:attrNameLst>
                                          <p:attrName>style.visibility</p:attrName>
                                        </p:attrNameLst>
                                      </p:cBhvr>
                                      <p:to>
                                        <p:strVal val="visible"/>
                                      </p:to>
                                    </p:set>
                                    <p:animEffect transition="in" filter="randombar(vertical)">
                                      <p:cBhvr>
                                        <p:cTn id="51" dur="500"/>
                                        <p:tgtEl>
                                          <p:spTgt spid="7"/>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14" presetClass="entr" presetSubtype="5" fill="hold" nodeType="clickEffect">
                                  <p:stCondLst>
                                    <p:cond delay="0"/>
                                  </p:stCondLst>
                                  <p:childTnLst>
                                    <p:set>
                                      <p:cBhvr>
                                        <p:cTn id="55" dur="1" fill="hold">
                                          <p:stCondLst>
                                            <p:cond delay="0"/>
                                          </p:stCondLst>
                                        </p:cTn>
                                        <p:tgtEl>
                                          <p:spTgt spid="16"/>
                                        </p:tgtEl>
                                        <p:attrNameLst>
                                          <p:attrName>style.visibility</p:attrName>
                                        </p:attrNameLst>
                                      </p:cBhvr>
                                      <p:to>
                                        <p:strVal val="visible"/>
                                      </p:to>
                                    </p:set>
                                    <p:animEffect transition="in" filter="randombar(vertical)">
                                      <p:cBhvr>
                                        <p:cTn id="56" dur="500"/>
                                        <p:tgtEl>
                                          <p:spTgt spid="16"/>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14" presetClass="entr" presetSubtype="5" fill="hold" nodeType="clickEffect">
                                  <p:stCondLst>
                                    <p:cond delay="0"/>
                                  </p:stCondLst>
                                  <p:childTnLst>
                                    <p:set>
                                      <p:cBhvr>
                                        <p:cTn id="60" dur="1" fill="hold">
                                          <p:stCondLst>
                                            <p:cond delay="0"/>
                                          </p:stCondLst>
                                        </p:cTn>
                                        <p:tgtEl>
                                          <p:spTgt spid="17"/>
                                        </p:tgtEl>
                                        <p:attrNameLst>
                                          <p:attrName>style.visibility</p:attrName>
                                        </p:attrNameLst>
                                      </p:cBhvr>
                                      <p:to>
                                        <p:strVal val="visible"/>
                                      </p:to>
                                    </p:set>
                                    <p:animEffect transition="in" filter="randombar(vertical)">
                                      <p:cBhvr>
                                        <p:cTn id="61"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6" grpId="0" autoUpdateAnimBg="0"/>
      <p:bldP spid="6147" grpId="0" animBg="1"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ext Box 2">
            <a:extLst>
              <a:ext uri="{FF2B5EF4-FFF2-40B4-BE49-F238E27FC236}">
                <a16:creationId xmlns:a16="http://schemas.microsoft.com/office/drawing/2014/main" id="{08DF13D0-B4E6-4B01-BAD7-6479F0502644}"/>
              </a:ext>
            </a:extLst>
          </p:cNvPr>
          <p:cNvSpPr txBox="1">
            <a:spLocks noChangeArrowheads="1"/>
          </p:cNvSpPr>
          <p:nvPr/>
        </p:nvSpPr>
        <p:spPr bwMode="auto">
          <a:xfrm>
            <a:off x="2117725" y="228601"/>
            <a:ext cx="692689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_tradnl" altLang="en-US">
                <a:solidFill>
                  <a:srgbClr val="993366"/>
                </a:solidFill>
              </a:rPr>
              <a:t>2.- Fuerza mínima y máxima sobre un electrón </a:t>
            </a:r>
          </a:p>
          <a:p>
            <a:pPr eaLnBrk="1" hangingPunct="1"/>
            <a:r>
              <a:rPr lang="es-ES_tradnl" altLang="en-US">
                <a:solidFill>
                  <a:srgbClr val="993366"/>
                </a:solidFill>
              </a:rPr>
              <a:t>     que ingresa a un campo magnético constante.</a:t>
            </a:r>
          </a:p>
        </p:txBody>
      </p:sp>
      <p:grpSp>
        <p:nvGrpSpPr>
          <p:cNvPr id="2" name="Group 39">
            <a:extLst>
              <a:ext uri="{FF2B5EF4-FFF2-40B4-BE49-F238E27FC236}">
                <a16:creationId xmlns:a16="http://schemas.microsoft.com/office/drawing/2014/main" id="{5007DDCE-4E3E-4068-90FD-13CE1A787687}"/>
              </a:ext>
            </a:extLst>
          </p:cNvPr>
          <p:cNvGrpSpPr>
            <a:grpSpLocks/>
          </p:cNvGrpSpPr>
          <p:nvPr/>
        </p:nvGrpSpPr>
        <p:grpSpPr bwMode="auto">
          <a:xfrm>
            <a:off x="1828800" y="1981200"/>
            <a:ext cx="3810000" cy="2057400"/>
            <a:chOff x="192" y="1248"/>
            <a:chExt cx="2400" cy="1296"/>
          </a:xfrm>
        </p:grpSpPr>
        <p:sp>
          <p:nvSpPr>
            <p:cNvPr id="16414" name="Rectangle 5">
              <a:extLst>
                <a:ext uri="{FF2B5EF4-FFF2-40B4-BE49-F238E27FC236}">
                  <a16:creationId xmlns:a16="http://schemas.microsoft.com/office/drawing/2014/main" id="{F93EAB3A-C8C9-4E1C-BB5D-0B3C150BD355}"/>
                </a:ext>
              </a:extLst>
            </p:cNvPr>
            <p:cNvSpPr>
              <a:spLocks noChangeArrowheads="1"/>
            </p:cNvSpPr>
            <p:nvPr/>
          </p:nvSpPr>
          <p:spPr bwMode="auto">
            <a:xfrm>
              <a:off x="192" y="1248"/>
              <a:ext cx="2400" cy="1296"/>
            </a:xfrm>
            <a:prstGeom prst="rect">
              <a:avLst/>
            </a:prstGeom>
            <a:solidFill>
              <a:schemeClr val="accent1"/>
            </a:solidFill>
            <a:ln w="9525">
              <a:solidFill>
                <a:schemeClr val="tx1"/>
              </a:solidFill>
              <a:miter lim="800000"/>
              <a:headEnd/>
              <a:tailEnd/>
            </a:ln>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sp>
          <p:nvSpPr>
            <p:cNvPr id="16415" name="Text Box 3">
              <a:extLst>
                <a:ext uri="{FF2B5EF4-FFF2-40B4-BE49-F238E27FC236}">
                  <a16:creationId xmlns:a16="http://schemas.microsoft.com/office/drawing/2014/main" id="{347CE048-D2CF-49CF-B830-8CA615178C08}"/>
                </a:ext>
              </a:extLst>
            </p:cNvPr>
            <p:cNvSpPr txBox="1">
              <a:spLocks noChangeArrowheads="1"/>
            </p:cNvSpPr>
            <p:nvPr/>
          </p:nvSpPr>
          <p:spPr bwMode="auto">
            <a:xfrm>
              <a:off x="278" y="1308"/>
              <a:ext cx="1897" cy="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_tradnl" altLang="en-US"/>
                <a:t>Datos:</a:t>
              </a:r>
            </a:p>
            <a:p>
              <a:pPr eaLnBrk="1" hangingPunct="1"/>
              <a:r>
                <a:rPr lang="es-ES_tradnl" altLang="en-US"/>
                <a:t>Voltaje para acelerar</a:t>
              </a:r>
            </a:p>
            <a:p>
              <a:pPr eaLnBrk="1" hangingPunct="1"/>
              <a:r>
                <a:rPr lang="es-ES_tradnl" altLang="en-US"/>
                <a:t>la carga : 2400 V</a:t>
              </a:r>
            </a:p>
            <a:p>
              <a:pPr eaLnBrk="1" hangingPunct="1"/>
              <a:r>
                <a:rPr lang="es-ES_tradnl" altLang="en-US"/>
                <a:t>B = 1,7 T</a:t>
              </a:r>
            </a:p>
          </p:txBody>
        </p:sp>
      </p:grpSp>
      <p:grpSp>
        <p:nvGrpSpPr>
          <p:cNvPr id="3" name="Group 28">
            <a:extLst>
              <a:ext uri="{FF2B5EF4-FFF2-40B4-BE49-F238E27FC236}">
                <a16:creationId xmlns:a16="http://schemas.microsoft.com/office/drawing/2014/main" id="{27C7E736-C07E-4614-BFCC-38AD30251D31}"/>
              </a:ext>
            </a:extLst>
          </p:cNvPr>
          <p:cNvGrpSpPr>
            <a:grpSpLocks/>
          </p:cNvGrpSpPr>
          <p:nvPr/>
        </p:nvGrpSpPr>
        <p:grpSpPr bwMode="auto">
          <a:xfrm>
            <a:off x="2209800" y="4495800"/>
            <a:ext cx="2209800" cy="1905000"/>
            <a:chOff x="432" y="2592"/>
            <a:chExt cx="1392" cy="1200"/>
          </a:xfrm>
        </p:grpSpPr>
        <p:sp>
          <p:nvSpPr>
            <p:cNvPr id="16412" name="Rectangle 6">
              <a:extLst>
                <a:ext uri="{FF2B5EF4-FFF2-40B4-BE49-F238E27FC236}">
                  <a16:creationId xmlns:a16="http://schemas.microsoft.com/office/drawing/2014/main" id="{EE4DC67E-EC6A-452A-AFB8-232430A0B932}"/>
                </a:ext>
              </a:extLst>
            </p:cNvPr>
            <p:cNvSpPr>
              <a:spLocks noChangeArrowheads="1"/>
            </p:cNvSpPr>
            <p:nvPr/>
          </p:nvSpPr>
          <p:spPr bwMode="auto">
            <a:xfrm>
              <a:off x="432" y="2592"/>
              <a:ext cx="1392" cy="1200"/>
            </a:xfrm>
            <a:prstGeom prst="rect">
              <a:avLst/>
            </a:prstGeom>
            <a:solidFill>
              <a:schemeClr val="accent1"/>
            </a:solidFill>
            <a:ln w="9525">
              <a:solidFill>
                <a:schemeClr val="tx1"/>
              </a:solidFill>
              <a:miter lim="800000"/>
              <a:headEnd/>
              <a:tailEnd/>
            </a:ln>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sp>
          <p:nvSpPr>
            <p:cNvPr id="16413" name="Text Box 4">
              <a:extLst>
                <a:ext uri="{FF2B5EF4-FFF2-40B4-BE49-F238E27FC236}">
                  <a16:creationId xmlns:a16="http://schemas.microsoft.com/office/drawing/2014/main" id="{37B7747C-8013-4E77-9B97-318D5C48BA88}"/>
                </a:ext>
              </a:extLst>
            </p:cNvPr>
            <p:cNvSpPr txBox="1">
              <a:spLocks noChangeArrowheads="1"/>
            </p:cNvSpPr>
            <p:nvPr/>
          </p:nvSpPr>
          <p:spPr bwMode="auto">
            <a:xfrm>
              <a:off x="614" y="2652"/>
              <a:ext cx="957" cy="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_tradnl" altLang="en-US"/>
                <a:t>Incógnita:</a:t>
              </a:r>
            </a:p>
            <a:p>
              <a:pPr eaLnBrk="1" hangingPunct="1"/>
              <a:r>
                <a:rPr lang="es-ES_tradnl" altLang="en-US"/>
                <a:t>F</a:t>
              </a:r>
              <a:r>
                <a:rPr lang="es-ES_tradnl" altLang="en-US" baseline="-25000"/>
                <a:t>max</a:t>
              </a:r>
              <a:r>
                <a:rPr lang="es-ES_tradnl" altLang="en-US"/>
                <a:t> = ?</a:t>
              </a:r>
            </a:p>
            <a:p>
              <a:pPr eaLnBrk="1" hangingPunct="1"/>
              <a:r>
                <a:rPr lang="es-ES_tradnl" altLang="en-US"/>
                <a:t>F</a:t>
              </a:r>
              <a:r>
                <a:rPr lang="es-ES_tradnl" altLang="en-US" baseline="-25000"/>
                <a:t>min</a:t>
              </a:r>
              <a:r>
                <a:rPr lang="es-ES_tradnl" altLang="en-US"/>
                <a:t> = ?</a:t>
              </a:r>
            </a:p>
          </p:txBody>
        </p:sp>
      </p:grpSp>
      <p:grpSp>
        <p:nvGrpSpPr>
          <p:cNvPr id="4" name="Group 34">
            <a:extLst>
              <a:ext uri="{FF2B5EF4-FFF2-40B4-BE49-F238E27FC236}">
                <a16:creationId xmlns:a16="http://schemas.microsoft.com/office/drawing/2014/main" id="{4E2926DA-D068-4114-A920-2F894C726E36}"/>
              </a:ext>
            </a:extLst>
          </p:cNvPr>
          <p:cNvGrpSpPr>
            <a:grpSpLocks/>
          </p:cNvGrpSpPr>
          <p:nvPr/>
        </p:nvGrpSpPr>
        <p:grpSpPr bwMode="auto">
          <a:xfrm>
            <a:off x="6400800" y="1390650"/>
            <a:ext cx="3810000" cy="2236788"/>
            <a:chOff x="3072" y="876"/>
            <a:chExt cx="2400" cy="1409"/>
          </a:xfrm>
        </p:grpSpPr>
        <p:sp>
          <p:nvSpPr>
            <p:cNvPr id="16398" name="Line 7">
              <a:extLst>
                <a:ext uri="{FF2B5EF4-FFF2-40B4-BE49-F238E27FC236}">
                  <a16:creationId xmlns:a16="http://schemas.microsoft.com/office/drawing/2014/main" id="{B882B38C-DEA8-46B6-9B77-2EC573D64E04}"/>
                </a:ext>
              </a:extLst>
            </p:cNvPr>
            <p:cNvSpPr>
              <a:spLocks noChangeShapeType="1"/>
            </p:cNvSpPr>
            <p:nvPr/>
          </p:nvSpPr>
          <p:spPr bwMode="auto">
            <a:xfrm>
              <a:off x="3072" y="1296"/>
              <a:ext cx="2256" cy="0"/>
            </a:xfrm>
            <a:prstGeom prst="line">
              <a:avLst/>
            </a:prstGeom>
            <a:noFill/>
            <a:ln w="12700">
              <a:solidFill>
                <a:schemeClr val="tx1"/>
              </a:solidFill>
              <a:round/>
              <a:headEnd/>
              <a:tailEnd type="arrow"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6399" name="Line 8">
              <a:extLst>
                <a:ext uri="{FF2B5EF4-FFF2-40B4-BE49-F238E27FC236}">
                  <a16:creationId xmlns:a16="http://schemas.microsoft.com/office/drawing/2014/main" id="{C7D6ACD9-D6DB-4C25-B408-312DD365BB3A}"/>
                </a:ext>
              </a:extLst>
            </p:cNvPr>
            <p:cNvSpPr>
              <a:spLocks noChangeShapeType="1"/>
            </p:cNvSpPr>
            <p:nvPr/>
          </p:nvSpPr>
          <p:spPr bwMode="auto">
            <a:xfrm>
              <a:off x="3120" y="1536"/>
              <a:ext cx="2256" cy="0"/>
            </a:xfrm>
            <a:prstGeom prst="line">
              <a:avLst/>
            </a:prstGeom>
            <a:noFill/>
            <a:ln w="12700">
              <a:solidFill>
                <a:schemeClr val="tx1"/>
              </a:solidFill>
              <a:round/>
              <a:headEnd/>
              <a:tailEnd type="arrow"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6400" name="Line 9">
              <a:extLst>
                <a:ext uri="{FF2B5EF4-FFF2-40B4-BE49-F238E27FC236}">
                  <a16:creationId xmlns:a16="http://schemas.microsoft.com/office/drawing/2014/main" id="{61BED8E1-2680-416B-B567-E5982AA9E8E2}"/>
                </a:ext>
              </a:extLst>
            </p:cNvPr>
            <p:cNvSpPr>
              <a:spLocks noChangeShapeType="1"/>
            </p:cNvSpPr>
            <p:nvPr/>
          </p:nvSpPr>
          <p:spPr bwMode="auto">
            <a:xfrm>
              <a:off x="3120" y="1776"/>
              <a:ext cx="2256" cy="0"/>
            </a:xfrm>
            <a:prstGeom prst="line">
              <a:avLst/>
            </a:prstGeom>
            <a:noFill/>
            <a:ln w="12700">
              <a:solidFill>
                <a:schemeClr val="tx1"/>
              </a:solidFill>
              <a:round/>
              <a:headEnd/>
              <a:tailEnd type="arrow"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6401" name="Line 10">
              <a:extLst>
                <a:ext uri="{FF2B5EF4-FFF2-40B4-BE49-F238E27FC236}">
                  <a16:creationId xmlns:a16="http://schemas.microsoft.com/office/drawing/2014/main" id="{5313829B-7057-4D14-B0EB-EF972C63609B}"/>
                </a:ext>
              </a:extLst>
            </p:cNvPr>
            <p:cNvSpPr>
              <a:spLocks noChangeShapeType="1"/>
            </p:cNvSpPr>
            <p:nvPr/>
          </p:nvSpPr>
          <p:spPr bwMode="auto">
            <a:xfrm>
              <a:off x="3168" y="2016"/>
              <a:ext cx="2256" cy="0"/>
            </a:xfrm>
            <a:prstGeom prst="line">
              <a:avLst/>
            </a:prstGeom>
            <a:noFill/>
            <a:ln w="12700">
              <a:solidFill>
                <a:schemeClr val="tx1"/>
              </a:solidFill>
              <a:round/>
              <a:headEnd/>
              <a:tailEnd type="arrow"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6402" name="Text Box 11">
              <a:extLst>
                <a:ext uri="{FF2B5EF4-FFF2-40B4-BE49-F238E27FC236}">
                  <a16:creationId xmlns:a16="http://schemas.microsoft.com/office/drawing/2014/main" id="{AFD458AB-A1B8-4518-BD38-6110F31156A3}"/>
                </a:ext>
              </a:extLst>
            </p:cNvPr>
            <p:cNvSpPr txBox="1">
              <a:spLocks noChangeArrowheads="1"/>
            </p:cNvSpPr>
            <p:nvPr/>
          </p:nvSpPr>
          <p:spPr bwMode="auto">
            <a:xfrm>
              <a:off x="5126" y="876"/>
              <a:ext cx="25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_tradnl" altLang="en-US" b="1"/>
                <a:t>B</a:t>
              </a:r>
              <a:endParaRPr lang="es-ES_tradnl" altLang="en-US"/>
            </a:p>
          </p:txBody>
        </p:sp>
        <p:grpSp>
          <p:nvGrpSpPr>
            <p:cNvPr id="16403" name="Group 21">
              <a:extLst>
                <a:ext uri="{FF2B5EF4-FFF2-40B4-BE49-F238E27FC236}">
                  <a16:creationId xmlns:a16="http://schemas.microsoft.com/office/drawing/2014/main" id="{202AB418-CB77-4DBA-AB8E-1951FB4A32DC}"/>
                </a:ext>
              </a:extLst>
            </p:cNvPr>
            <p:cNvGrpSpPr>
              <a:grpSpLocks/>
            </p:cNvGrpSpPr>
            <p:nvPr/>
          </p:nvGrpSpPr>
          <p:grpSpPr bwMode="auto">
            <a:xfrm>
              <a:off x="3744" y="1536"/>
              <a:ext cx="540" cy="749"/>
              <a:chOff x="3744" y="2832"/>
              <a:chExt cx="540" cy="749"/>
            </a:xfrm>
          </p:grpSpPr>
          <p:grpSp>
            <p:nvGrpSpPr>
              <p:cNvPr id="16407" name="Group 14">
                <a:extLst>
                  <a:ext uri="{FF2B5EF4-FFF2-40B4-BE49-F238E27FC236}">
                    <a16:creationId xmlns:a16="http://schemas.microsoft.com/office/drawing/2014/main" id="{448710DC-7A35-4035-8D4C-80BC9C103C83}"/>
                  </a:ext>
                </a:extLst>
              </p:cNvPr>
              <p:cNvGrpSpPr>
                <a:grpSpLocks/>
              </p:cNvGrpSpPr>
              <p:nvPr/>
            </p:nvGrpSpPr>
            <p:grpSpPr bwMode="auto">
              <a:xfrm>
                <a:off x="3744" y="3389"/>
                <a:ext cx="192" cy="192"/>
                <a:chOff x="3744" y="2592"/>
                <a:chExt cx="192" cy="192"/>
              </a:xfrm>
            </p:grpSpPr>
            <p:sp>
              <p:nvSpPr>
                <p:cNvPr id="16410" name="Oval 12">
                  <a:extLst>
                    <a:ext uri="{FF2B5EF4-FFF2-40B4-BE49-F238E27FC236}">
                      <a16:creationId xmlns:a16="http://schemas.microsoft.com/office/drawing/2014/main" id="{4BFE08EE-F1F0-439B-99BE-3CA33150D0B6}"/>
                    </a:ext>
                  </a:extLst>
                </p:cNvPr>
                <p:cNvSpPr>
                  <a:spLocks noChangeArrowheads="1"/>
                </p:cNvSpPr>
                <p:nvPr/>
              </p:nvSpPr>
              <p:spPr bwMode="auto">
                <a:xfrm>
                  <a:off x="3744" y="2592"/>
                  <a:ext cx="192" cy="192"/>
                </a:xfrm>
                <a:prstGeom prst="ellipse">
                  <a:avLst/>
                </a:prstGeom>
                <a:solidFill>
                  <a:schemeClr val="accent2"/>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sp>
              <p:nvSpPr>
                <p:cNvPr id="16411" name="Line 13">
                  <a:extLst>
                    <a:ext uri="{FF2B5EF4-FFF2-40B4-BE49-F238E27FC236}">
                      <a16:creationId xmlns:a16="http://schemas.microsoft.com/office/drawing/2014/main" id="{15FB1B6A-92D8-4F77-BFE8-1A938E4D17AE}"/>
                    </a:ext>
                  </a:extLst>
                </p:cNvPr>
                <p:cNvSpPr>
                  <a:spLocks noChangeShapeType="1"/>
                </p:cNvSpPr>
                <p:nvPr/>
              </p:nvSpPr>
              <p:spPr bwMode="auto">
                <a:xfrm>
                  <a:off x="3792" y="2688"/>
                  <a:ext cx="96" cy="0"/>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16408" name="Line 15">
                <a:extLst>
                  <a:ext uri="{FF2B5EF4-FFF2-40B4-BE49-F238E27FC236}">
                    <a16:creationId xmlns:a16="http://schemas.microsoft.com/office/drawing/2014/main" id="{96A784A7-997E-47C0-8CF8-9A7C1E00966F}"/>
                  </a:ext>
                </a:extLst>
              </p:cNvPr>
              <p:cNvSpPr>
                <a:spLocks noChangeShapeType="1"/>
              </p:cNvSpPr>
              <p:nvPr/>
            </p:nvSpPr>
            <p:spPr bwMode="auto">
              <a:xfrm flipV="1">
                <a:off x="3900" y="3053"/>
                <a:ext cx="384" cy="384"/>
              </a:xfrm>
              <a:prstGeom prst="line">
                <a:avLst/>
              </a:prstGeom>
              <a:noFill/>
              <a:ln w="38100">
                <a:solidFill>
                  <a:schemeClr val="tx1"/>
                </a:solidFill>
                <a:round/>
                <a:headEnd/>
                <a:tailEnd type="arrow"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6409" name="Text Box 16">
                <a:extLst>
                  <a:ext uri="{FF2B5EF4-FFF2-40B4-BE49-F238E27FC236}">
                    <a16:creationId xmlns:a16="http://schemas.microsoft.com/office/drawing/2014/main" id="{69538B88-59F6-47E1-B033-4A2CF0CB2167}"/>
                  </a:ext>
                </a:extLst>
              </p:cNvPr>
              <p:cNvSpPr txBox="1">
                <a:spLocks noChangeArrowheads="1"/>
              </p:cNvSpPr>
              <p:nvPr/>
            </p:nvSpPr>
            <p:spPr bwMode="auto">
              <a:xfrm>
                <a:off x="3932" y="2832"/>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_tradnl" altLang="en-US"/>
                  <a:t>v</a:t>
                </a:r>
                <a:endParaRPr lang="es-ES_tradnl" altLang="en-US" i="1"/>
              </a:p>
            </p:txBody>
          </p:sp>
        </p:grpSp>
        <p:sp>
          <p:nvSpPr>
            <p:cNvPr id="16404" name="Line 18">
              <a:extLst>
                <a:ext uri="{FF2B5EF4-FFF2-40B4-BE49-F238E27FC236}">
                  <a16:creationId xmlns:a16="http://schemas.microsoft.com/office/drawing/2014/main" id="{1DA8A1A9-3C12-4B86-81E8-79B2BD517F04}"/>
                </a:ext>
              </a:extLst>
            </p:cNvPr>
            <p:cNvSpPr>
              <a:spLocks noChangeShapeType="1"/>
            </p:cNvSpPr>
            <p:nvPr/>
          </p:nvSpPr>
          <p:spPr bwMode="auto">
            <a:xfrm>
              <a:off x="3120" y="2208"/>
              <a:ext cx="2352" cy="0"/>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405" name="Arc 19">
              <a:extLst>
                <a:ext uri="{FF2B5EF4-FFF2-40B4-BE49-F238E27FC236}">
                  <a16:creationId xmlns:a16="http://schemas.microsoft.com/office/drawing/2014/main" id="{663FA14F-0810-4F5D-B618-BEE0AA46F0CE}"/>
                </a:ext>
              </a:extLst>
            </p:cNvPr>
            <p:cNvSpPr>
              <a:spLocks/>
            </p:cNvSpPr>
            <p:nvPr/>
          </p:nvSpPr>
          <p:spPr bwMode="auto">
            <a:xfrm rot="10800000" flipH="1" flipV="1">
              <a:off x="4032" y="2016"/>
              <a:ext cx="144" cy="19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sp>
          <p:nvSpPr>
            <p:cNvPr id="16406" name="Text Box 20">
              <a:extLst>
                <a:ext uri="{FF2B5EF4-FFF2-40B4-BE49-F238E27FC236}">
                  <a16:creationId xmlns:a16="http://schemas.microsoft.com/office/drawing/2014/main" id="{CB09C1C6-6F47-4799-990D-46B003C95FB6}"/>
                </a:ext>
              </a:extLst>
            </p:cNvPr>
            <p:cNvSpPr txBox="1">
              <a:spLocks noChangeArrowheads="1"/>
            </p:cNvSpPr>
            <p:nvPr/>
          </p:nvSpPr>
          <p:spPr bwMode="auto">
            <a:xfrm>
              <a:off x="4080" y="1879"/>
              <a:ext cx="21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_tradnl" altLang="en-US" b="1" i="1">
                  <a:latin typeface="Symbol" panose="05050102010706020507" pitchFamily="18" charset="2"/>
                </a:rPr>
                <a:t>q</a:t>
              </a:r>
              <a:endParaRPr lang="es-ES_tradnl" altLang="en-US" i="1">
                <a:latin typeface="Symbol" panose="05050102010706020507" pitchFamily="18" charset="2"/>
              </a:endParaRPr>
            </a:p>
          </p:txBody>
        </p:sp>
      </p:grpSp>
      <p:grpSp>
        <p:nvGrpSpPr>
          <p:cNvPr id="7" name="Group 38">
            <a:extLst>
              <a:ext uri="{FF2B5EF4-FFF2-40B4-BE49-F238E27FC236}">
                <a16:creationId xmlns:a16="http://schemas.microsoft.com/office/drawing/2014/main" id="{BEF5157E-0BE6-4AFA-98D4-07C474C0BC8F}"/>
              </a:ext>
            </a:extLst>
          </p:cNvPr>
          <p:cNvGrpSpPr>
            <a:grpSpLocks/>
          </p:cNvGrpSpPr>
          <p:nvPr/>
        </p:nvGrpSpPr>
        <p:grpSpPr bwMode="auto">
          <a:xfrm>
            <a:off x="5257800" y="4267200"/>
            <a:ext cx="5257800" cy="2514600"/>
            <a:chOff x="2256" y="2496"/>
            <a:chExt cx="3312" cy="1584"/>
          </a:xfrm>
        </p:grpSpPr>
        <p:sp>
          <p:nvSpPr>
            <p:cNvPr id="16392" name="Rectangle 37">
              <a:extLst>
                <a:ext uri="{FF2B5EF4-FFF2-40B4-BE49-F238E27FC236}">
                  <a16:creationId xmlns:a16="http://schemas.microsoft.com/office/drawing/2014/main" id="{A9652B6E-4D75-4DB1-BF18-0E20AFB007F5}"/>
                </a:ext>
              </a:extLst>
            </p:cNvPr>
            <p:cNvSpPr>
              <a:spLocks noChangeArrowheads="1"/>
            </p:cNvSpPr>
            <p:nvPr/>
          </p:nvSpPr>
          <p:spPr bwMode="auto">
            <a:xfrm>
              <a:off x="2256" y="2496"/>
              <a:ext cx="3312" cy="1584"/>
            </a:xfrm>
            <a:prstGeom prst="rect">
              <a:avLst/>
            </a:prstGeom>
            <a:solidFill>
              <a:schemeClr val="hlink"/>
            </a:solidFill>
            <a:ln w="38100">
              <a:solidFill>
                <a:schemeClr val="tx1"/>
              </a:solidFill>
              <a:miter lim="800000"/>
              <a:headEnd/>
              <a:tailEnd/>
            </a:ln>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grpSp>
          <p:nvGrpSpPr>
            <p:cNvPr id="16393" name="Group 36">
              <a:extLst>
                <a:ext uri="{FF2B5EF4-FFF2-40B4-BE49-F238E27FC236}">
                  <a16:creationId xmlns:a16="http://schemas.microsoft.com/office/drawing/2014/main" id="{28EACF4D-65AF-406A-9747-7CE3C580ED59}"/>
                </a:ext>
              </a:extLst>
            </p:cNvPr>
            <p:cNvGrpSpPr>
              <a:grpSpLocks/>
            </p:cNvGrpSpPr>
            <p:nvPr/>
          </p:nvGrpSpPr>
          <p:grpSpPr bwMode="auto">
            <a:xfrm>
              <a:off x="2448" y="2496"/>
              <a:ext cx="2807" cy="1498"/>
              <a:chOff x="2448" y="2496"/>
              <a:chExt cx="2807" cy="1498"/>
            </a:xfrm>
          </p:grpSpPr>
          <p:sp>
            <p:nvSpPr>
              <p:cNvPr id="16394" name="Text Box 22">
                <a:extLst>
                  <a:ext uri="{FF2B5EF4-FFF2-40B4-BE49-F238E27FC236}">
                    <a16:creationId xmlns:a16="http://schemas.microsoft.com/office/drawing/2014/main" id="{A7A894EA-25F0-47F6-A7BB-22D85A9CE0BC}"/>
                  </a:ext>
                </a:extLst>
              </p:cNvPr>
              <p:cNvSpPr txBox="1">
                <a:spLocks noChangeArrowheads="1"/>
              </p:cNvSpPr>
              <p:nvPr/>
            </p:nvSpPr>
            <p:spPr bwMode="auto">
              <a:xfrm>
                <a:off x="2448" y="2496"/>
                <a:ext cx="182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_tradnl" altLang="en-US"/>
                  <a:t>F</a:t>
                </a:r>
                <a:r>
                  <a:rPr lang="es-ES_tradnl" altLang="en-US" baseline="-25000"/>
                  <a:t>min</a:t>
                </a:r>
                <a:r>
                  <a:rPr lang="es-ES_tradnl" altLang="en-US"/>
                  <a:t> = 0    para </a:t>
                </a:r>
                <a:r>
                  <a:rPr lang="es-ES_tradnl" altLang="en-US">
                    <a:latin typeface="Symbol" panose="05050102010706020507" pitchFamily="18" charset="2"/>
                  </a:rPr>
                  <a:t>q = 0</a:t>
                </a:r>
                <a:endParaRPr lang="es-ES_tradnl" altLang="en-US"/>
              </a:p>
            </p:txBody>
          </p:sp>
          <p:sp>
            <p:nvSpPr>
              <p:cNvPr id="16395" name="Text Box 23">
                <a:extLst>
                  <a:ext uri="{FF2B5EF4-FFF2-40B4-BE49-F238E27FC236}">
                    <a16:creationId xmlns:a16="http://schemas.microsoft.com/office/drawing/2014/main" id="{DBE327BD-423D-403E-9D49-90BA617D2BEC}"/>
                  </a:ext>
                </a:extLst>
              </p:cNvPr>
              <p:cNvSpPr txBox="1">
                <a:spLocks noChangeArrowheads="1"/>
              </p:cNvSpPr>
              <p:nvPr/>
            </p:nvSpPr>
            <p:spPr bwMode="auto">
              <a:xfrm>
                <a:off x="2448" y="3156"/>
                <a:ext cx="69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_tradnl" altLang="en-US"/>
                  <a:t>F</a:t>
                </a:r>
                <a:r>
                  <a:rPr lang="es-ES_tradnl" altLang="en-US" baseline="-25000"/>
                  <a:t>max</a:t>
                </a:r>
                <a:r>
                  <a:rPr lang="es-ES_tradnl" altLang="en-US"/>
                  <a:t> = </a:t>
                </a:r>
              </a:p>
            </p:txBody>
          </p:sp>
          <p:sp>
            <p:nvSpPr>
              <p:cNvPr id="16396" name="Text Box 26">
                <a:extLst>
                  <a:ext uri="{FF2B5EF4-FFF2-40B4-BE49-F238E27FC236}">
                    <a16:creationId xmlns:a16="http://schemas.microsoft.com/office/drawing/2014/main" id="{AFB403E8-B489-4CED-BA80-31FA2C732545}"/>
                  </a:ext>
                </a:extLst>
              </p:cNvPr>
              <p:cNvSpPr txBox="1">
                <a:spLocks noChangeArrowheads="1"/>
              </p:cNvSpPr>
              <p:nvPr/>
            </p:nvSpPr>
            <p:spPr bwMode="auto">
              <a:xfrm>
                <a:off x="4080" y="3108"/>
                <a:ext cx="1175"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_tradnl" altLang="en-US" i="1"/>
                  <a:t>= </a:t>
                </a:r>
                <a:r>
                  <a:rPr lang="es-ES_tradnl" altLang="en-US"/>
                  <a:t>8 x 10</a:t>
                </a:r>
                <a:r>
                  <a:rPr lang="es-ES_tradnl" altLang="en-US" baseline="30000"/>
                  <a:t>-12 </a:t>
                </a:r>
                <a:r>
                  <a:rPr lang="es-ES_tradnl" altLang="en-US"/>
                  <a:t>N</a:t>
                </a:r>
                <a:endParaRPr lang="es-ES_tradnl" altLang="en-US" i="1"/>
              </a:p>
            </p:txBody>
          </p:sp>
          <p:sp>
            <p:nvSpPr>
              <p:cNvPr id="16397" name="Text Box 30">
                <a:extLst>
                  <a:ext uri="{FF2B5EF4-FFF2-40B4-BE49-F238E27FC236}">
                    <a16:creationId xmlns:a16="http://schemas.microsoft.com/office/drawing/2014/main" id="{44DA2ED4-B155-408C-A4B5-D47A24AF0BA1}"/>
                  </a:ext>
                </a:extLst>
              </p:cNvPr>
              <p:cNvSpPr txBox="1">
                <a:spLocks noChangeArrowheads="1"/>
              </p:cNvSpPr>
              <p:nvPr/>
            </p:nvSpPr>
            <p:spPr bwMode="auto">
              <a:xfrm>
                <a:off x="3446" y="3703"/>
                <a:ext cx="117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_tradnl" altLang="en-US"/>
                  <a:t>Para </a:t>
                </a:r>
                <a:r>
                  <a:rPr lang="es-ES_tradnl" altLang="en-US">
                    <a:latin typeface="Symbol" panose="05050102010706020507" pitchFamily="18" charset="2"/>
                  </a:rPr>
                  <a:t>q = </a:t>
                </a:r>
                <a:r>
                  <a:rPr lang="es-ES_tradnl" altLang="en-US"/>
                  <a:t>90</a:t>
                </a:r>
                <a:r>
                  <a:rPr lang="es-ES_tradnl" altLang="en-US" baseline="30000"/>
                  <a:t>o</a:t>
                </a:r>
                <a:endParaRPr lang="es-ES_tradnl" altLang="en-US"/>
              </a:p>
            </p:txBody>
          </p:sp>
          <p:graphicFrame>
            <p:nvGraphicFramePr>
              <p:cNvPr id="16386" name="Object 35">
                <a:extLst>
                  <a:ext uri="{FF2B5EF4-FFF2-40B4-BE49-F238E27FC236}">
                    <a16:creationId xmlns:a16="http://schemas.microsoft.com/office/drawing/2014/main" id="{2C95D06C-C6F8-4C86-B90D-D3C9E600176B}"/>
                  </a:ext>
                </a:extLst>
              </p:cNvPr>
              <p:cNvGraphicFramePr>
                <a:graphicFrameLocks noChangeAspect="1"/>
              </p:cNvGraphicFramePr>
              <p:nvPr/>
            </p:nvGraphicFramePr>
            <p:xfrm>
              <a:off x="3168" y="2940"/>
              <a:ext cx="1008" cy="733"/>
            </p:xfrm>
            <a:graphic>
              <a:graphicData uri="http://schemas.openxmlformats.org/presentationml/2006/ole">
                <mc:AlternateContent xmlns:mc="http://schemas.openxmlformats.org/markup-compatibility/2006">
                  <mc:Choice xmlns:v="urn:schemas-microsoft-com:vml" Requires="v">
                    <p:oleObj spid="_x0000_s3081" name="Ecuación" r:id="rId4" imgW="609480" imgH="444240" progId="Equation.3">
                      <p:embed/>
                    </p:oleObj>
                  </mc:Choice>
                  <mc:Fallback>
                    <p:oleObj name="Ecuación" r:id="rId4" imgW="609480" imgH="444240" progId="Equation.3">
                      <p:embed/>
                      <p:pic>
                        <p:nvPicPr>
                          <p:cNvPr id="16386" name="Object 35">
                            <a:extLst>
                              <a:ext uri="{FF2B5EF4-FFF2-40B4-BE49-F238E27FC236}">
                                <a16:creationId xmlns:a16="http://schemas.microsoft.com/office/drawing/2014/main" id="{2C95D06C-C6F8-4C86-B90D-D3C9E600176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68" y="2940"/>
                            <a:ext cx="1008" cy="7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5" fill="hold" grpId="0" nodeType="clickEffect">
                                  <p:stCondLst>
                                    <p:cond delay="0"/>
                                  </p:stCondLst>
                                  <p:childTnLst>
                                    <p:set>
                                      <p:cBhvr>
                                        <p:cTn id="6" dur="1" fill="hold">
                                          <p:stCondLst>
                                            <p:cond delay="0"/>
                                          </p:stCondLst>
                                        </p:cTn>
                                        <p:tgtEl>
                                          <p:spTgt spid="39938"/>
                                        </p:tgtEl>
                                        <p:attrNameLst>
                                          <p:attrName>style.visibility</p:attrName>
                                        </p:attrNameLst>
                                      </p:cBhvr>
                                      <p:to>
                                        <p:strVal val="visible"/>
                                      </p:to>
                                    </p:set>
                                    <p:animEffect transition="in" filter="randombar(vertical)">
                                      <p:cBhvr>
                                        <p:cTn id="7" dur="500"/>
                                        <p:tgtEl>
                                          <p:spTgt spid="3993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5"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vertical)">
                                      <p:cBhvr>
                                        <p:cTn id="12" dur="500"/>
                                        <p:tgtEl>
                                          <p:spTgt spid="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4" presetClass="entr" presetSubtype="5"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randombar(vertical)">
                                      <p:cBhvr>
                                        <p:cTn id="17" dur="500"/>
                                        <p:tgtEl>
                                          <p:spTgt spid="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4" presetClass="entr" presetSubtype="5"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randombar(vertical)">
                                      <p:cBhvr>
                                        <p:cTn id="22" dur="500"/>
                                        <p:tgtEl>
                                          <p:spTgt spid="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4" presetClass="entr" presetSubtype="5"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randombar(vertical)">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8"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434" name="Object 6">
            <a:extLst>
              <a:ext uri="{FF2B5EF4-FFF2-40B4-BE49-F238E27FC236}">
                <a16:creationId xmlns:a16="http://schemas.microsoft.com/office/drawing/2014/main" id="{02202EA0-99E9-4277-BB88-D8F6AFC7F145}"/>
              </a:ext>
            </a:extLst>
          </p:cNvPr>
          <p:cNvGraphicFramePr>
            <a:graphicFrameLocks noChangeAspect="1"/>
          </p:cNvGraphicFramePr>
          <p:nvPr/>
        </p:nvGraphicFramePr>
        <p:xfrm>
          <a:off x="1663701" y="1577976"/>
          <a:ext cx="8785225" cy="4926013"/>
        </p:xfrm>
        <a:graphic>
          <a:graphicData uri="http://schemas.openxmlformats.org/presentationml/2006/ole">
            <mc:AlternateContent xmlns:mc="http://schemas.openxmlformats.org/markup-compatibility/2006">
              <mc:Choice xmlns:v="urn:schemas-microsoft-com:vml" Requires="v">
                <p:oleObj spid="_x0000_s5150" name="Equation" r:id="rId3" imgW="3124080" imgH="1752480" progId="Equation.DSMT4">
                  <p:embed/>
                </p:oleObj>
              </mc:Choice>
              <mc:Fallback>
                <p:oleObj name="Equation" r:id="rId3" imgW="3124080" imgH="1752480" progId="Equation.DSMT4">
                  <p:embed/>
                  <p:pic>
                    <p:nvPicPr>
                      <p:cNvPr id="18434" name="Object 6">
                        <a:extLst>
                          <a:ext uri="{FF2B5EF4-FFF2-40B4-BE49-F238E27FC236}">
                            <a16:creationId xmlns:a16="http://schemas.microsoft.com/office/drawing/2014/main" id="{02202EA0-99E9-4277-BB88-D8F6AFC7F14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63701" y="1577976"/>
                        <a:ext cx="8785225" cy="4926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38" name="Text Box 7">
            <a:extLst>
              <a:ext uri="{FF2B5EF4-FFF2-40B4-BE49-F238E27FC236}">
                <a16:creationId xmlns:a16="http://schemas.microsoft.com/office/drawing/2014/main" id="{810224A6-3765-4E48-AAA3-2DAD9ED803A8}"/>
              </a:ext>
            </a:extLst>
          </p:cNvPr>
          <p:cNvSpPr txBox="1">
            <a:spLocks noChangeArrowheads="1"/>
          </p:cNvSpPr>
          <p:nvPr/>
        </p:nvSpPr>
        <p:spPr bwMode="auto">
          <a:xfrm>
            <a:off x="1676400" y="152401"/>
            <a:ext cx="8458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spcBef>
                <a:spcPct val="50000"/>
              </a:spcBef>
            </a:pPr>
            <a:r>
              <a:rPr lang="es-ES_tradnl" altLang="en-US" sz="2800">
                <a:latin typeface="Times New Roman" panose="02020603050405020304" pitchFamily="18" charset="0"/>
              </a:rPr>
              <a:t>Calcule el producto vectorial entre los vectores      y </a:t>
            </a:r>
            <a:endParaRPr lang="es-ES" altLang="en-US" sz="2800">
              <a:latin typeface="Times New Roman" panose="02020603050405020304" pitchFamily="18" charset="0"/>
            </a:endParaRPr>
          </a:p>
        </p:txBody>
      </p:sp>
      <p:graphicFrame>
        <p:nvGraphicFramePr>
          <p:cNvPr id="18435" name="Object 8">
            <a:extLst>
              <a:ext uri="{FF2B5EF4-FFF2-40B4-BE49-F238E27FC236}">
                <a16:creationId xmlns:a16="http://schemas.microsoft.com/office/drawing/2014/main" id="{81C1C260-6C36-4172-91F6-FAACFBECB733}"/>
              </a:ext>
            </a:extLst>
          </p:cNvPr>
          <p:cNvGraphicFramePr>
            <a:graphicFrameLocks noChangeAspect="1"/>
          </p:cNvGraphicFramePr>
          <p:nvPr/>
        </p:nvGraphicFramePr>
        <p:xfrm>
          <a:off x="8578851" y="115888"/>
          <a:ext cx="396875" cy="514350"/>
        </p:xfrm>
        <a:graphic>
          <a:graphicData uri="http://schemas.openxmlformats.org/presentationml/2006/ole">
            <mc:AlternateContent xmlns:mc="http://schemas.openxmlformats.org/markup-compatibility/2006">
              <mc:Choice xmlns:v="urn:schemas-microsoft-com:vml" Requires="v">
                <p:oleObj spid="_x0000_s5151" name="Equation" r:id="rId5" imgW="126720" imgH="164880" progId="Equation.DSMT4">
                  <p:embed/>
                </p:oleObj>
              </mc:Choice>
              <mc:Fallback>
                <p:oleObj name="Equation" r:id="rId5" imgW="126720" imgH="164880" progId="Equation.DSMT4">
                  <p:embed/>
                  <p:pic>
                    <p:nvPicPr>
                      <p:cNvPr id="18435" name="Object 8">
                        <a:extLst>
                          <a:ext uri="{FF2B5EF4-FFF2-40B4-BE49-F238E27FC236}">
                            <a16:creationId xmlns:a16="http://schemas.microsoft.com/office/drawing/2014/main" id="{81C1C260-6C36-4172-91F6-FAACFBECB73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78851" y="115888"/>
                        <a:ext cx="396875" cy="514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436" name="Object 9">
            <a:extLst>
              <a:ext uri="{FF2B5EF4-FFF2-40B4-BE49-F238E27FC236}">
                <a16:creationId xmlns:a16="http://schemas.microsoft.com/office/drawing/2014/main" id="{86407C4F-BB93-45ED-B332-7732C486386C}"/>
              </a:ext>
            </a:extLst>
          </p:cNvPr>
          <p:cNvGraphicFramePr>
            <a:graphicFrameLocks noChangeAspect="1"/>
          </p:cNvGraphicFramePr>
          <p:nvPr/>
        </p:nvGraphicFramePr>
        <p:xfrm>
          <a:off x="9191626" y="115889"/>
          <a:ext cx="455613" cy="606425"/>
        </p:xfrm>
        <a:graphic>
          <a:graphicData uri="http://schemas.openxmlformats.org/presentationml/2006/ole">
            <mc:AlternateContent xmlns:mc="http://schemas.openxmlformats.org/markup-compatibility/2006">
              <mc:Choice xmlns:v="urn:schemas-microsoft-com:vml" Requires="v">
                <p:oleObj spid="_x0000_s5152" name="Equation" r:id="rId7" imgW="152280" imgH="203040" progId="Equation.DSMT4">
                  <p:embed/>
                </p:oleObj>
              </mc:Choice>
              <mc:Fallback>
                <p:oleObj name="Equation" r:id="rId7" imgW="152280" imgH="203040" progId="Equation.DSMT4">
                  <p:embed/>
                  <p:pic>
                    <p:nvPicPr>
                      <p:cNvPr id="18436" name="Object 9">
                        <a:extLst>
                          <a:ext uri="{FF2B5EF4-FFF2-40B4-BE49-F238E27FC236}">
                            <a16:creationId xmlns:a16="http://schemas.microsoft.com/office/drawing/2014/main" id="{86407C4F-BB93-45ED-B332-7732C486386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191626" y="115889"/>
                        <a:ext cx="455613" cy="606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437" name="Object 3">
            <a:extLst>
              <a:ext uri="{FF2B5EF4-FFF2-40B4-BE49-F238E27FC236}">
                <a16:creationId xmlns:a16="http://schemas.microsoft.com/office/drawing/2014/main" id="{F30BB849-1ECF-499C-B927-3F62C510D0A5}"/>
              </a:ext>
            </a:extLst>
          </p:cNvPr>
          <p:cNvGraphicFramePr>
            <a:graphicFrameLocks noChangeAspect="1"/>
          </p:cNvGraphicFramePr>
          <p:nvPr/>
        </p:nvGraphicFramePr>
        <p:xfrm>
          <a:off x="1651001" y="641351"/>
          <a:ext cx="8893175" cy="860425"/>
        </p:xfrm>
        <a:graphic>
          <a:graphicData uri="http://schemas.openxmlformats.org/presentationml/2006/ole">
            <mc:AlternateContent xmlns:mc="http://schemas.openxmlformats.org/markup-compatibility/2006">
              <mc:Choice xmlns:v="urn:schemas-microsoft-com:vml" Requires="v">
                <p:oleObj spid="_x0000_s5153" name="Equation" r:id="rId9" imgW="2755800" imgH="266400" progId="Equation.DSMT4">
                  <p:embed/>
                </p:oleObj>
              </mc:Choice>
              <mc:Fallback>
                <p:oleObj name="Equation" r:id="rId9" imgW="2755800" imgH="266400" progId="Equation.DSMT4">
                  <p:embed/>
                  <p:pic>
                    <p:nvPicPr>
                      <p:cNvPr id="18437" name="Object 3">
                        <a:extLst>
                          <a:ext uri="{FF2B5EF4-FFF2-40B4-BE49-F238E27FC236}">
                            <a16:creationId xmlns:a16="http://schemas.microsoft.com/office/drawing/2014/main" id="{F30BB849-1ECF-499C-B927-3F62C510D0A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51001" y="641351"/>
                        <a:ext cx="8893175" cy="860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Text Box 2">
            <a:extLst>
              <a:ext uri="{FF2B5EF4-FFF2-40B4-BE49-F238E27FC236}">
                <a16:creationId xmlns:a16="http://schemas.microsoft.com/office/drawing/2014/main" id="{B4ECB533-9498-4FCE-964E-825FCD2155F7}"/>
              </a:ext>
            </a:extLst>
          </p:cNvPr>
          <p:cNvSpPr txBox="1">
            <a:spLocks noChangeArrowheads="1"/>
          </p:cNvSpPr>
          <p:nvPr/>
        </p:nvSpPr>
        <p:spPr bwMode="auto">
          <a:xfrm>
            <a:off x="1752600" y="115889"/>
            <a:ext cx="85344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spcBef>
                <a:spcPct val="50000"/>
              </a:spcBef>
            </a:pPr>
            <a:r>
              <a:rPr lang="es-ES_tradnl" altLang="en-US" sz="3200">
                <a:latin typeface="Times New Roman" panose="02020603050405020304" pitchFamily="18" charset="0"/>
              </a:rPr>
              <a:t>Otra forma de evaluar el producto vectorial es:</a:t>
            </a:r>
            <a:endParaRPr lang="es-ES" altLang="en-US" sz="3200">
              <a:latin typeface="Times New Roman" panose="02020603050405020304" pitchFamily="18" charset="0"/>
            </a:endParaRPr>
          </a:p>
        </p:txBody>
      </p:sp>
      <p:graphicFrame>
        <p:nvGraphicFramePr>
          <p:cNvPr id="19458" name="Object 4">
            <a:extLst>
              <a:ext uri="{FF2B5EF4-FFF2-40B4-BE49-F238E27FC236}">
                <a16:creationId xmlns:a16="http://schemas.microsoft.com/office/drawing/2014/main" id="{395E614F-18B9-45A7-AE01-B488B4D2D7FE}"/>
              </a:ext>
            </a:extLst>
          </p:cNvPr>
          <p:cNvGraphicFramePr>
            <a:graphicFrameLocks noChangeAspect="1"/>
          </p:cNvGraphicFramePr>
          <p:nvPr/>
        </p:nvGraphicFramePr>
        <p:xfrm>
          <a:off x="1703388" y="890589"/>
          <a:ext cx="8208962" cy="5653087"/>
        </p:xfrm>
        <a:graphic>
          <a:graphicData uri="http://schemas.openxmlformats.org/presentationml/2006/ole">
            <mc:AlternateContent xmlns:mc="http://schemas.openxmlformats.org/markup-compatibility/2006">
              <mc:Choice xmlns:v="urn:schemas-microsoft-com:vml" Requires="v">
                <p:oleObj spid="_x0000_s6153" name="Equation" r:id="rId3" imgW="2692080" imgH="1854000" progId="Equation.DSMT4">
                  <p:embed/>
                </p:oleObj>
              </mc:Choice>
              <mc:Fallback>
                <p:oleObj name="Equation" r:id="rId3" imgW="2692080" imgH="1854000" progId="Equation.DSMT4">
                  <p:embed/>
                  <p:pic>
                    <p:nvPicPr>
                      <p:cNvPr id="19458" name="Object 4">
                        <a:extLst>
                          <a:ext uri="{FF2B5EF4-FFF2-40B4-BE49-F238E27FC236}">
                            <a16:creationId xmlns:a16="http://schemas.microsoft.com/office/drawing/2014/main" id="{395E614F-18B9-45A7-AE01-B488B4D2D7F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03388" y="890589"/>
                        <a:ext cx="8208962" cy="5653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879F7607-A4C5-475E-A58A-E1E16C511899}"/>
              </a:ext>
            </a:extLst>
          </p:cNvPr>
          <p:cNvSpPr>
            <a:spLocks/>
          </p:cNvSpPr>
          <p:nvPr/>
        </p:nvSpPr>
        <p:spPr bwMode="auto">
          <a:xfrm>
            <a:off x="2673350" y="260350"/>
            <a:ext cx="7526338" cy="108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 tIns="0" rIns="45720" bIns="0" anchor="b"/>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s-MX" altLang="en-US" sz="3800" b="1">
                <a:solidFill>
                  <a:srgbClr val="990033"/>
                </a:solidFill>
                <a:latin typeface="Trebuchet MS" panose="020B0603020202020204" pitchFamily="34" charset="0"/>
              </a:rPr>
              <a:t>FUERZA EJERCIDA POR UN CAMPO MAGNÉTICO</a:t>
            </a:r>
            <a:endParaRPr lang="es-ES" altLang="en-US" sz="3800" b="1">
              <a:solidFill>
                <a:srgbClr val="990033"/>
              </a:solidFill>
              <a:latin typeface="Trebuchet MS" panose="020B0603020202020204" pitchFamily="34" charset="0"/>
            </a:endParaRPr>
          </a:p>
        </p:txBody>
      </p:sp>
      <p:sp>
        <p:nvSpPr>
          <p:cNvPr id="14339" name="2 Marcador de contenido">
            <a:extLst>
              <a:ext uri="{FF2B5EF4-FFF2-40B4-BE49-F238E27FC236}">
                <a16:creationId xmlns:a16="http://schemas.microsoft.com/office/drawing/2014/main" id="{1BCAE58E-24DD-4670-B74B-8315859F4AFB}"/>
              </a:ext>
            </a:extLst>
          </p:cNvPr>
          <p:cNvSpPr txBox="1">
            <a:spLocks/>
          </p:cNvSpPr>
          <p:nvPr/>
        </p:nvSpPr>
        <p:spPr bwMode="auto">
          <a:xfrm>
            <a:off x="1703388" y="1700214"/>
            <a:ext cx="7561262" cy="3889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defRPr>
            </a:lvl1pPr>
            <a:lvl2pPr marL="800100" indent="-34290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ts val="600"/>
              </a:spcBef>
              <a:buClr>
                <a:schemeClr val="tx2"/>
              </a:buClr>
              <a:buSzPct val="73000"/>
              <a:buFont typeface="Arial" panose="020B0604020202020204" pitchFamily="34" charset="0"/>
              <a:buChar char="•"/>
            </a:pPr>
            <a:r>
              <a:rPr lang="es-ES" altLang="en-US" sz="2600" b="1" dirty="0">
                <a:latin typeface="Trebuchet MS" panose="020B0603020202020204" pitchFamily="34" charset="0"/>
              </a:rPr>
              <a:t>Ejercicio</a:t>
            </a:r>
            <a:r>
              <a:rPr lang="es-ES" altLang="en-US" sz="2400" dirty="0"/>
              <a:t> </a:t>
            </a:r>
          </a:p>
          <a:p>
            <a:pPr lvl="1">
              <a:spcBef>
                <a:spcPts val="600"/>
              </a:spcBef>
              <a:buClr>
                <a:schemeClr val="tx2"/>
              </a:buClr>
              <a:buSzPct val="73000"/>
            </a:pPr>
            <a:r>
              <a:rPr lang="es-ES" altLang="en-US" sz="2400" dirty="0"/>
              <a:t>El campo magnético en un punto de la superficie de la Tierra tiene un valor de 0.6 G y está dirigido hacia abajo y hacia el norte, formando un ángulo de 70° aproximadamente con la horizontal. Un protón de carga </a:t>
            </a:r>
            <a:r>
              <a:rPr lang="es-ES" altLang="en-US" sz="2400" dirty="0">
                <a:latin typeface="Comic Sans MS" panose="030F0702030302020204" pitchFamily="66" charset="0"/>
              </a:rPr>
              <a:t>q = 1.6 x 10    C</a:t>
            </a:r>
            <a:r>
              <a:rPr lang="es-ES" altLang="en-US" sz="2400" dirty="0"/>
              <a:t> se mueve horizontalmente en dirección norte con velocidad </a:t>
            </a:r>
            <a:r>
              <a:rPr lang="es-ES" altLang="en-US" sz="2400" dirty="0">
                <a:latin typeface="Comic Sans MS" panose="030F0702030302020204" pitchFamily="66" charset="0"/>
              </a:rPr>
              <a:t>v = 10  m/s</a:t>
            </a:r>
            <a:r>
              <a:rPr lang="es-ES" altLang="en-US" sz="2400" dirty="0"/>
              <a:t>. Calcular la fuerza magnética sobre el protón (a) utilizando              </a:t>
            </a:r>
            <a:r>
              <a:rPr lang="es-ES" altLang="en-US" sz="2400" dirty="0">
                <a:latin typeface="Comic Sans MS" panose="030F0702030302020204" pitchFamily="66" charset="0"/>
              </a:rPr>
              <a:t>F = </a:t>
            </a:r>
            <a:r>
              <a:rPr lang="es-ES" altLang="en-US" sz="2400" dirty="0" err="1">
                <a:latin typeface="Comic Sans MS" panose="030F0702030302020204" pitchFamily="66" charset="0"/>
              </a:rPr>
              <a:t>qvB</a:t>
            </a:r>
            <a:r>
              <a:rPr lang="es-ES" altLang="en-US" sz="2400" dirty="0">
                <a:latin typeface="Comic Sans MS" panose="030F0702030302020204" pitchFamily="66" charset="0"/>
              </a:rPr>
              <a:t> </a:t>
            </a:r>
            <a:r>
              <a:rPr lang="es-ES" altLang="en-US" sz="2400" dirty="0" err="1">
                <a:latin typeface="Comic Sans MS" panose="030F0702030302020204" pitchFamily="66" charset="0"/>
              </a:rPr>
              <a:t>sen</a:t>
            </a:r>
            <a:r>
              <a:rPr lang="es-ES" altLang="en-US" sz="2400" dirty="0" err="1">
                <a:latin typeface="Symbol" panose="05050102010706020507" pitchFamily="18" charset="2"/>
              </a:rPr>
              <a:t>q</a:t>
            </a:r>
            <a:r>
              <a:rPr lang="es-ES" altLang="en-US" sz="2400" dirty="0"/>
              <a:t> y (b) expresando </a:t>
            </a:r>
            <a:r>
              <a:rPr lang="es-ES" altLang="en-US" sz="2400" b="1" dirty="0">
                <a:latin typeface="Comic Sans MS" panose="030F0702030302020204" pitchFamily="66" charset="0"/>
              </a:rPr>
              <a:t>v</a:t>
            </a:r>
            <a:r>
              <a:rPr lang="es-ES" altLang="en-US" sz="2400" dirty="0"/>
              <a:t> y </a:t>
            </a:r>
            <a:r>
              <a:rPr lang="es-ES" altLang="en-US" sz="2400" b="1" dirty="0">
                <a:latin typeface="Comic Sans MS" panose="030F0702030302020204" pitchFamily="66" charset="0"/>
              </a:rPr>
              <a:t>B</a:t>
            </a:r>
            <a:r>
              <a:rPr lang="es-ES" altLang="en-US" sz="2400" dirty="0"/>
              <a:t> en función de los vectores </a:t>
            </a:r>
            <a:r>
              <a:rPr lang="es-ES" altLang="en-US" sz="2400" b="1" dirty="0">
                <a:latin typeface="Comic Sans MS" panose="030F0702030302020204" pitchFamily="66" charset="0"/>
              </a:rPr>
              <a:t>i, j </a:t>
            </a:r>
            <a:r>
              <a:rPr lang="es-ES" altLang="en-US" sz="2400" dirty="0">
                <a:latin typeface="Arial Unicode MS" pitchFamily="34" charset="-128"/>
              </a:rPr>
              <a:t>y</a:t>
            </a:r>
            <a:r>
              <a:rPr lang="es-ES" altLang="en-US" sz="2400" b="1" dirty="0">
                <a:latin typeface="Comic Sans MS" panose="030F0702030302020204" pitchFamily="66" charset="0"/>
              </a:rPr>
              <a:t> k</a:t>
            </a:r>
          </a:p>
          <a:p>
            <a:pPr>
              <a:spcBef>
                <a:spcPts val="600"/>
              </a:spcBef>
              <a:buClr>
                <a:schemeClr val="tx2"/>
              </a:buClr>
              <a:buSzPct val="73000"/>
              <a:buFont typeface="Arial" panose="020B0604020202020204" pitchFamily="34" charset="0"/>
              <a:buChar char="•"/>
            </a:pPr>
            <a:endParaRPr lang="es-ES" altLang="en-US" sz="2400" dirty="0"/>
          </a:p>
          <a:p>
            <a:pPr lvl="1">
              <a:spcBef>
                <a:spcPts val="500"/>
              </a:spcBef>
              <a:buClr>
                <a:srgbClr val="F9B639"/>
              </a:buClr>
              <a:buSzPct val="80000"/>
            </a:pPr>
            <a:endParaRPr lang="es-MX" altLang="en-US" sz="2200" dirty="0">
              <a:latin typeface="Trebuchet MS" panose="020B0603020202020204" pitchFamily="34" charset="0"/>
            </a:endParaRPr>
          </a:p>
        </p:txBody>
      </p:sp>
      <p:sp>
        <p:nvSpPr>
          <p:cNvPr id="14340" name="Text Box 10">
            <a:extLst>
              <a:ext uri="{FF2B5EF4-FFF2-40B4-BE49-F238E27FC236}">
                <a16:creationId xmlns:a16="http://schemas.microsoft.com/office/drawing/2014/main" id="{28F9CA91-3AB4-4A48-B4A6-A8F92E87AD86}"/>
              </a:ext>
            </a:extLst>
          </p:cNvPr>
          <p:cNvSpPr txBox="1">
            <a:spLocks noChangeArrowheads="1"/>
          </p:cNvSpPr>
          <p:nvPr/>
        </p:nvSpPr>
        <p:spPr bwMode="auto">
          <a:xfrm>
            <a:off x="8256589" y="3573463"/>
            <a:ext cx="93503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s-ES" altLang="en-US"/>
              <a:t>-19</a:t>
            </a:r>
          </a:p>
        </p:txBody>
      </p:sp>
      <p:sp>
        <p:nvSpPr>
          <p:cNvPr id="14341" name="Rectangle 11">
            <a:extLst>
              <a:ext uri="{FF2B5EF4-FFF2-40B4-BE49-F238E27FC236}">
                <a16:creationId xmlns:a16="http://schemas.microsoft.com/office/drawing/2014/main" id="{77505656-B695-4F99-BE99-C514969DF1E7}"/>
              </a:ext>
            </a:extLst>
          </p:cNvPr>
          <p:cNvSpPr>
            <a:spLocks noChangeArrowheads="1"/>
          </p:cNvSpPr>
          <p:nvPr/>
        </p:nvSpPr>
        <p:spPr bwMode="auto">
          <a:xfrm>
            <a:off x="5303838" y="4357688"/>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ES" altLang="en-US"/>
              <a:t>7</a:t>
            </a:r>
          </a:p>
        </p:txBody>
      </p:sp>
      <p:sp>
        <p:nvSpPr>
          <p:cNvPr id="14342" name="Line 29">
            <a:extLst>
              <a:ext uri="{FF2B5EF4-FFF2-40B4-BE49-F238E27FC236}">
                <a16:creationId xmlns:a16="http://schemas.microsoft.com/office/drawing/2014/main" id="{009B1F94-EA1E-46C1-8B0C-880B02D5B088}"/>
              </a:ext>
            </a:extLst>
          </p:cNvPr>
          <p:cNvSpPr>
            <a:spLocks noChangeShapeType="1"/>
          </p:cNvSpPr>
          <p:nvPr/>
        </p:nvSpPr>
        <p:spPr bwMode="auto">
          <a:xfrm>
            <a:off x="7175501" y="5157788"/>
            <a:ext cx="288925" cy="0"/>
          </a:xfrm>
          <a:prstGeom prst="line">
            <a:avLst/>
          </a:prstGeom>
          <a:noFill/>
          <a:ln w="9525">
            <a:solidFill>
              <a:srgbClr val="4D4D4D"/>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343" name="Line 29">
            <a:extLst>
              <a:ext uri="{FF2B5EF4-FFF2-40B4-BE49-F238E27FC236}">
                <a16:creationId xmlns:a16="http://schemas.microsoft.com/office/drawing/2014/main" id="{29692E5F-F6B2-4627-B2C4-581BAD368683}"/>
              </a:ext>
            </a:extLst>
          </p:cNvPr>
          <p:cNvSpPr>
            <a:spLocks noChangeShapeType="1"/>
          </p:cNvSpPr>
          <p:nvPr/>
        </p:nvSpPr>
        <p:spPr bwMode="auto">
          <a:xfrm>
            <a:off x="6743701" y="5157788"/>
            <a:ext cx="288925" cy="0"/>
          </a:xfrm>
          <a:prstGeom prst="line">
            <a:avLst/>
          </a:prstGeom>
          <a:noFill/>
          <a:ln w="9525">
            <a:solidFill>
              <a:srgbClr val="4D4D4D"/>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nvGrpSpPr>
          <p:cNvPr id="14344" name="Group 13">
            <a:extLst>
              <a:ext uri="{FF2B5EF4-FFF2-40B4-BE49-F238E27FC236}">
                <a16:creationId xmlns:a16="http://schemas.microsoft.com/office/drawing/2014/main" id="{A84DF88F-DDF0-4C1D-A28A-0545447F4F89}"/>
              </a:ext>
            </a:extLst>
          </p:cNvPr>
          <p:cNvGrpSpPr>
            <a:grpSpLocks/>
          </p:cNvGrpSpPr>
          <p:nvPr/>
        </p:nvGrpSpPr>
        <p:grpSpPr bwMode="auto">
          <a:xfrm>
            <a:off x="5591176" y="5445125"/>
            <a:ext cx="144463" cy="71438"/>
            <a:chOff x="1020" y="3929"/>
            <a:chExt cx="91" cy="91"/>
          </a:xfrm>
        </p:grpSpPr>
        <p:sp>
          <p:nvSpPr>
            <p:cNvPr id="14351" name="Line 14">
              <a:extLst>
                <a:ext uri="{FF2B5EF4-FFF2-40B4-BE49-F238E27FC236}">
                  <a16:creationId xmlns:a16="http://schemas.microsoft.com/office/drawing/2014/main" id="{FF4FA378-361E-4C55-932E-9243D1776B3B}"/>
                </a:ext>
              </a:extLst>
            </p:cNvPr>
            <p:cNvSpPr>
              <a:spLocks noChangeShapeType="1"/>
            </p:cNvSpPr>
            <p:nvPr/>
          </p:nvSpPr>
          <p:spPr bwMode="auto">
            <a:xfrm flipV="1">
              <a:off x="1020" y="3929"/>
              <a:ext cx="46" cy="91"/>
            </a:xfrm>
            <a:prstGeom prst="line">
              <a:avLst/>
            </a:prstGeom>
            <a:noFill/>
            <a:ln w="12700">
              <a:solidFill>
                <a:srgbClr val="4D4D4D"/>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52" name="Line 15">
              <a:extLst>
                <a:ext uri="{FF2B5EF4-FFF2-40B4-BE49-F238E27FC236}">
                  <a16:creationId xmlns:a16="http://schemas.microsoft.com/office/drawing/2014/main" id="{721758E4-A008-4655-9645-CBAF62D664D2}"/>
                </a:ext>
              </a:extLst>
            </p:cNvPr>
            <p:cNvSpPr>
              <a:spLocks noChangeShapeType="1"/>
            </p:cNvSpPr>
            <p:nvPr/>
          </p:nvSpPr>
          <p:spPr bwMode="auto">
            <a:xfrm>
              <a:off x="1066" y="3929"/>
              <a:ext cx="45" cy="91"/>
            </a:xfrm>
            <a:prstGeom prst="line">
              <a:avLst/>
            </a:prstGeom>
            <a:noFill/>
            <a:ln w="28575">
              <a:solidFill>
                <a:srgbClr val="4D4D4D"/>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4345" name="Group 13">
            <a:extLst>
              <a:ext uri="{FF2B5EF4-FFF2-40B4-BE49-F238E27FC236}">
                <a16:creationId xmlns:a16="http://schemas.microsoft.com/office/drawing/2014/main" id="{16D5F70A-2728-44E5-BA82-F86715094763}"/>
              </a:ext>
            </a:extLst>
          </p:cNvPr>
          <p:cNvGrpSpPr>
            <a:grpSpLocks/>
          </p:cNvGrpSpPr>
          <p:nvPr/>
        </p:nvGrpSpPr>
        <p:grpSpPr bwMode="auto">
          <a:xfrm>
            <a:off x="5087938" y="5445125"/>
            <a:ext cx="144462" cy="71438"/>
            <a:chOff x="1020" y="3929"/>
            <a:chExt cx="91" cy="91"/>
          </a:xfrm>
        </p:grpSpPr>
        <p:sp>
          <p:nvSpPr>
            <p:cNvPr id="14349" name="Line 14">
              <a:extLst>
                <a:ext uri="{FF2B5EF4-FFF2-40B4-BE49-F238E27FC236}">
                  <a16:creationId xmlns:a16="http://schemas.microsoft.com/office/drawing/2014/main" id="{22DB6C6B-3279-4C4A-B4B2-A331069CA454}"/>
                </a:ext>
              </a:extLst>
            </p:cNvPr>
            <p:cNvSpPr>
              <a:spLocks noChangeShapeType="1"/>
            </p:cNvSpPr>
            <p:nvPr/>
          </p:nvSpPr>
          <p:spPr bwMode="auto">
            <a:xfrm flipV="1">
              <a:off x="1020" y="3929"/>
              <a:ext cx="46" cy="91"/>
            </a:xfrm>
            <a:prstGeom prst="line">
              <a:avLst/>
            </a:prstGeom>
            <a:noFill/>
            <a:ln w="12700">
              <a:solidFill>
                <a:srgbClr val="4D4D4D"/>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50" name="Line 15">
              <a:extLst>
                <a:ext uri="{FF2B5EF4-FFF2-40B4-BE49-F238E27FC236}">
                  <a16:creationId xmlns:a16="http://schemas.microsoft.com/office/drawing/2014/main" id="{F6A28C21-756C-4FD1-A7F1-4C953EEBCDD7}"/>
                </a:ext>
              </a:extLst>
            </p:cNvPr>
            <p:cNvSpPr>
              <a:spLocks noChangeShapeType="1"/>
            </p:cNvSpPr>
            <p:nvPr/>
          </p:nvSpPr>
          <p:spPr bwMode="auto">
            <a:xfrm>
              <a:off x="1066" y="3929"/>
              <a:ext cx="45" cy="91"/>
            </a:xfrm>
            <a:prstGeom prst="line">
              <a:avLst/>
            </a:prstGeom>
            <a:noFill/>
            <a:ln w="28575">
              <a:solidFill>
                <a:srgbClr val="4D4D4D"/>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4346" name="Group 13">
            <a:extLst>
              <a:ext uri="{FF2B5EF4-FFF2-40B4-BE49-F238E27FC236}">
                <a16:creationId xmlns:a16="http://schemas.microsoft.com/office/drawing/2014/main" id="{1875445B-54B4-4037-9A02-35409596675F}"/>
              </a:ext>
            </a:extLst>
          </p:cNvPr>
          <p:cNvGrpSpPr>
            <a:grpSpLocks/>
          </p:cNvGrpSpPr>
          <p:nvPr/>
        </p:nvGrpSpPr>
        <p:grpSpPr bwMode="auto">
          <a:xfrm>
            <a:off x="4727576" y="5445125"/>
            <a:ext cx="144463" cy="71438"/>
            <a:chOff x="1020" y="3929"/>
            <a:chExt cx="91" cy="91"/>
          </a:xfrm>
        </p:grpSpPr>
        <p:sp>
          <p:nvSpPr>
            <p:cNvPr id="14347" name="Line 14">
              <a:extLst>
                <a:ext uri="{FF2B5EF4-FFF2-40B4-BE49-F238E27FC236}">
                  <a16:creationId xmlns:a16="http://schemas.microsoft.com/office/drawing/2014/main" id="{847FC9A8-F4AD-42AB-82E1-25BC1CBE8095}"/>
                </a:ext>
              </a:extLst>
            </p:cNvPr>
            <p:cNvSpPr>
              <a:spLocks noChangeShapeType="1"/>
            </p:cNvSpPr>
            <p:nvPr/>
          </p:nvSpPr>
          <p:spPr bwMode="auto">
            <a:xfrm flipV="1">
              <a:off x="1020" y="3929"/>
              <a:ext cx="46" cy="91"/>
            </a:xfrm>
            <a:prstGeom prst="line">
              <a:avLst/>
            </a:prstGeom>
            <a:noFill/>
            <a:ln w="12700">
              <a:solidFill>
                <a:srgbClr val="4D4D4D"/>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48" name="Line 15">
              <a:extLst>
                <a:ext uri="{FF2B5EF4-FFF2-40B4-BE49-F238E27FC236}">
                  <a16:creationId xmlns:a16="http://schemas.microsoft.com/office/drawing/2014/main" id="{0240ED0C-24CC-4E21-87F6-CA4E0AB5D1D7}"/>
                </a:ext>
              </a:extLst>
            </p:cNvPr>
            <p:cNvSpPr>
              <a:spLocks noChangeShapeType="1"/>
            </p:cNvSpPr>
            <p:nvPr/>
          </p:nvSpPr>
          <p:spPr bwMode="auto">
            <a:xfrm>
              <a:off x="1066" y="3929"/>
              <a:ext cx="45" cy="91"/>
            </a:xfrm>
            <a:prstGeom prst="line">
              <a:avLst/>
            </a:prstGeom>
            <a:noFill/>
            <a:ln w="28575">
              <a:solidFill>
                <a:srgbClr val="4D4D4D"/>
              </a:solidFill>
              <a:round/>
              <a:headEnd/>
              <a:tailEnd/>
            </a:ln>
            <a:extLst>
              <a:ext uri="{909E8E84-426E-40DD-AFC4-6F175D3DCCD1}">
                <a14:hiddenFill xmlns:a14="http://schemas.microsoft.com/office/drawing/2010/main">
                  <a:noFill/>
                </a14:hiddenFill>
              </a:ext>
            </a:extLst>
          </p:spPr>
          <p:txBody>
            <a:bodyPr/>
            <a:lstStyle/>
            <a:p>
              <a:endParaRPr lang="en-US"/>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6" name="Rectangle 16">
            <a:extLst>
              <a:ext uri="{FF2B5EF4-FFF2-40B4-BE49-F238E27FC236}">
                <a16:creationId xmlns:a16="http://schemas.microsoft.com/office/drawing/2014/main" id="{C54C2234-FCED-4647-B063-9DB4C41AA579}"/>
              </a:ext>
            </a:extLst>
          </p:cNvPr>
          <p:cNvSpPr>
            <a:spLocks noChangeArrowheads="1"/>
          </p:cNvSpPr>
          <p:nvPr/>
        </p:nvSpPr>
        <p:spPr bwMode="auto">
          <a:xfrm>
            <a:off x="2057400" y="457200"/>
            <a:ext cx="7848600" cy="762000"/>
          </a:xfrm>
          <a:prstGeom prst="rect">
            <a:avLst/>
          </a:prstGeom>
          <a:solidFill>
            <a:schemeClr val="accent1"/>
          </a:solidFill>
          <a:ln w="9525">
            <a:solidFill>
              <a:schemeClr val="tx1"/>
            </a:solidFill>
            <a:miter lim="800000"/>
            <a:headEnd/>
            <a:tailEnd/>
          </a:ln>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sp>
        <p:nvSpPr>
          <p:cNvPr id="20487" name="Rectangle 15">
            <a:extLst>
              <a:ext uri="{FF2B5EF4-FFF2-40B4-BE49-F238E27FC236}">
                <a16:creationId xmlns:a16="http://schemas.microsoft.com/office/drawing/2014/main" id="{7F1C913D-93A4-4DBB-A62F-11FBF66D9031}"/>
              </a:ext>
            </a:extLst>
          </p:cNvPr>
          <p:cNvSpPr>
            <a:spLocks noChangeArrowheads="1"/>
          </p:cNvSpPr>
          <p:nvPr/>
        </p:nvSpPr>
        <p:spPr bwMode="auto">
          <a:xfrm>
            <a:off x="4508500" y="5029200"/>
            <a:ext cx="3810000" cy="1600200"/>
          </a:xfrm>
          <a:prstGeom prst="rect">
            <a:avLst/>
          </a:prstGeom>
          <a:solidFill>
            <a:schemeClr val="hlink"/>
          </a:solidFill>
          <a:ln w="9525">
            <a:solidFill>
              <a:schemeClr val="tx1"/>
            </a:solidFill>
            <a:miter lim="800000"/>
            <a:headEnd/>
            <a:tailEnd/>
          </a:ln>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sp>
        <p:nvSpPr>
          <p:cNvPr id="20488" name="Text Box 2">
            <a:extLst>
              <a:ext uri="{FF2B5EF4-FFF2-40B4-BE49-F238E27FC236}">
                <a16:creationId xmlns:a16="http://schemas.microsoft.com/office/drawing/2014/main" id="{873572FD-CF0A-4E23-95A5-DE8C2358B62C}"/>
              </a:ext>
            </a:extLst>
          </p:cNvPr>
          <p:cNvSpPr txBox="1">
            <a:spLocks noChangeArrowheads="1"/>
          </p:cNvSpPr>
          <p:nvPr/>
        </p:nvSpPr>
        <p:spPr bwMode="auto">
          <a:xfrm>
            <a:off x="2193925" y="531962"/>
            <a:ext cx="651652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_tradnl" altLang="en-US"/>
              <a:t>Fuerza sobre un alambre recto con corriente I </a:t>
            </a:r>
          </a:p>
        </p:txBody>
      </p:sp>
      <p:sp>
        <p:nvSpPr>
          <p:cNvPr id="20489" name="Line 3">
            <a:extLst>
              <a:ext uri="{FF2B5EF4-FFF2-40B4-BE49-F238E27FC236}">
                <a16:creationId xmlns:a16="http://schemas.microsoft.com/office/drawing/2014/main" id="{838053A8-E070-43CB-8E5E-7D0E028E4D85}"/>
              </a:ext>
            </a:extLst>
          </p:cNvPr>
          <p:cNvSpPr>
            <a:spLocks noChangeShapeType="1"/>
          </p:cNvSpPr>
          <p:nvPr/>
        </p:nvSpPr>
        <p:spPr bwMode="auto">
          <a:xfrm>
            <a:off x="4660900" y="3505200"/>
            <a:ext cx="45720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490" name="Line 4">
            <a:extLst>
              <a:ext uri="{FF2B5EF4-FFF2-40B4-BE49-F238E27FC236}">
                <a16:creationId xmlns:a16="http://schemas.microsoft.com/office/drawing/2014/main" id="{0467918D-D152-4884-975D-CD25DE2B423A}"/>
              </a:ext>
            </a:extLst>
          </p:cNvPr>
          <p:cNvSpPr>
            <a:spLocks noChangeShapeType="1"/>
          </p:cNvSpPr>
          <p:nvPr/>
        </p:nvSpPr>
        <p:spPr bwMode="auto">
          <a:xfrm>
            <a:off x="4660900" y="3962400"/>
            <a:ext cx="45720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491" name="Freeform 5">
            <a:extLst>
              <a:ext uri="{FF2B5EF4-FFF2-40B4-BE49-F238E27FC236}">
                <a16:creationId xmlns:a16="http://schemas.microsoft.com/office/drawing/2014/main" id="{53CB5CC6-48BC-4D84-BCF6-E59A096605D6}"/>
              </a:ext>
            </a:extLst>
          </p:cNvPr>
          <p:cNvSpPr>
            <a:spLocks/>
          </p:cNvSpPr>
          <p:nvPr/>
        </p:nvSpPr>
        <p:spPr bwMode="auto">
          <a:xfrm>
            <a:off x="4584700" y="3505200"/>
            <a:ext cx="152400" cy="469900"/>
          </a:xfrm>
          <a:custGeom>
            <a:avLst/>
            <a:gdLst>
              <a:gd name="T0" fmla="*/ 76200 w 96"/>
              <a:gd name="T1" fmla="*/ 0 h 296"/>
              <a:gd name="T2" fmla="*/ 76200 w 96"/>
              <a:gd name="T3" fmla="*/ 152400 h 296"/>
              <a:gd name="T4" fmla="*/ 152400 w 96"/>
              <a:gd name="T5" fmla="*/ 304800 h 296"/>
              <a:gd name="T6" fmla="*/ 76200 w 96"/>
              <a:gd name="T7" fmla="*/ 457200 h 296"/>
              <a:gd name="T8" fmla="*/ 0 w 96"/>
              <a:gd name="T9" fmla="*/ 381000 h 296"/>
              <a:gd name="T10" fmla="*/ 76200 w 96"/>
              <a:gd name="T11" fmla="*/ 152400 h 296"/>
              <a:gd name="T12" fmla="*/ 0 60000 65536"/>
              <a:gd name="T13" fmla="*/ 0 60000 65536"/>
              <a:gd name="T14" fmla="*/ 0 60000 65536"/>
              <a:gd name="T15" fmla="*/ 0 60000 65536"/>
              <a:gd name="T16" fmla="*/ 0 60000 65536"/>
              <a:gd name="T17" fmla="*/ 0 60000 65536"/>
              <a:gd name="T18" fmla="*/ 0 w 96"/>
              <a:gd name="T19" fmla="*/ 0 h 296"/>
              <a:gd name="T20" fmla="*/ 96 w 96"/>
              <a:gd name="T21" fmla="*/ 296 h 296"/>
            </a:gdLst>
            <a:ahLst/>
            <a:cxnLst>
              <a:cxn ang="T12">
                <a:pos x="T0" y="T1"/>
              </a:cxn>
              <a:cxn ang="T13">
                <a:pos x="T2" y="T3"/>
              </a:cxn>
              <a:cxn ang="T14">
                <a:pos x="T4" y="T5"/>
              </a:cxn>
              <a:cxn ang="T15">
                <a:pos x="T6" y="T7"/>
              </a:cxn>
              <a:cxn ang="T16">
                <a:pos x="T8" y="T9"/>
              </a:cxn>
              <a:cxn ang="T17">
                <a:pos x="T10" y="T11"/>
              </a:cxn>
            </a:cxnLst>
            <a:rect l="T18" t="T19" r="T20" b="T21"/>
            <a:pathLst>
              <a:path w="96" h="296">
                <a:moveTo>
                  <a:pt x="48" y="0"/>
                </a:moveTo>
                <a:cubicBezTo>
                  <a:pt x="44" y="32"/>
                  <a:pt x="40" y="64"/>
                  <a:pt x="48" y="96"/>
                </a:cubicBezTo>
                <a:cubicBezTo>
                  <a:pt x="56" y="128"/>
                  <a:pt x="96" y="160"/>
                  <a:pt x="96" y="192"/>
                </a:cubicBezTo>
                <a:cubicBezTo>
                  <a:pt x="96" y="224"/>
                  <a:pt x="64" y="280"/>
                  <a:pt x="48" y="288"/>
                </a:cubicBezTo>
                <a:cubicBezTo>
                  <a:pt x="32" y="296"/>
                  <a:pt x="0" y="272"/>
                  <a:pt x="0" y="240"/>
                </a:cubicBezTo>
                <a:cubicBezTo>
                  <a:pt x="0" y="208"/>
                  <a:pt x="24" y="152"/>
                  <a:pt x="48" y="96"/>
                </a:cubicBezTo>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sp>
        <p:nvSpPr>
          <p:cNvPr id="20492" name="Freeform 6">
            <a:extLst>
              <a:ext uri="{FF2B5EF4-FFF2-40B4-BE49-F238E27FC236}">
                <a16:creationId xmlns:a16="http://schemas.microsoft.com/office/drawing/2014/main" id="{9F6E2FC8-10CF-46B1-B6ED-B997F262684B}"/>
              </a:ext>
            </a:extLst>
          </p:cNvPr>
          <p:cNvSpPr>
            <a:spLocks/>
          </p:cNvSpPr>
          <p:nvPr/>
        </p:nvSpPr>
        <p:spPr bwMode="auto">
          <a:xfrm>
            <a:off x="9156700" y="3505200"/>
            <a:ext cx="152400" cy="457200"/>
          </a:xfrm>
          <a:custGeom>
            <a:avLst/>
            <a:gdLst>
              <a:gd name="T0" fmla="*/ 76200 w 96"/>
              <a:gd name="T1" fmla="*/ 0 h 288"/>
              <a:gd name="T2" fmla="*/ 76200 w 96"/>
              <a:gd name="T3" fmla="*/ 152400 h 288"/>
              <a:gd name="T4" fmla="*/ 0 w 96"/>
              <a:gd name="T5" fmla="*/ 304800 h 288"/>
              <a:gd name="T6" fmla="*/ 76200 w 96"/>
              <a:gd name="T7" fmla="*/ 457200 h 288"/>
              <a:gd name="T8" fmla="*/ 152400 w 96"/>
              <a:gd name="T9" fmla="*/ 304800 h 288"/>
              <a:gd name="T10" fmla="*/ 76200 w 96"/>
              <a:gd name="T11" fmla="*/ 152400 h 288"/>
              <a:gd name="T12" fmla="*/ 0 60000 65536"/>
              <a:gd name="T13" fmla="*/ 0 60000 65536"/>
              <a:gd name="T14" fmla="*/ 0 60000 65536"/>
              <a:gd name="T15" fmla="*/ 0 60000 65536"/>
              <a:gd name="T16" fmla="*/ 0 60000 65536"/>
              <a:gd name="T17" fmla="*/ 0 60000 65536"/>
              <a:gd name="T18" fmla="*/ 0 w 96"/>
              <a:gd name="T19" fmla="*/ 0 h 288"/>
              <a:gd name="T20" fmla="*/ 96 w 96"/>
              <a:gd name="T21" fmla="*/ 288 h 288"/>
            </a:gdLst>
            <a:ahLst/>
            <a:cxnLst>
              <a:cxn ang="T12">
                <a:pos x="T0" y="T1"/>
              </a:cxn>
              <a:cxn ang="T13">
                <a:pos x="T2" y="T3"/>
              </a:cxn>
              <a:cxn ang="T14">
                <a:pos x="T4" y="T5"/>
              </a:cxn>
              <a:cxn ang="T15">
                <a:pos x="T6" y="T7"/>
              </a:cxn>
              <a:cxn ang="T16">
                <a:pos x="T8" y="T9"/>
              </a:cxn>
              <a:cxn ang="T17">
                <a:pos x="T10" y="T11"/>
              </a:cxn>
            </a:cxnLst>
            <a:rect l="T18" t="T19" r="T20" b="T21"/>
            <a:pathLst>
              <a:path w="96" h="288">
                <a:moveTo>
                  <a:pt x="48" y="0"/>
                </a:moveTo>
                <a:cubicBezTo>
                  <a:pt x="52" y="32"/>
                  <a:pt x="56" y="64"/>
                  <a:pt x="48" y="96"/>
                </a:cubicBezTo>
                <a:cubicBezTo>
                  <a:pt x="40" y="128"/>
                  <a:pt x="0" y="160"/>
                  <a:pt x="0" y="192"/>
                </a:cubicBezTo>
                <a:cubicBezTo>
                  <a:pt x="0" y="224"/>
                  <a:pt x="32" y="288"/>
                  <a:pt x="48" y="288"/>
                </a:cubicBezTo>
                <a:cubicBezTo>
                  <a:pt x="64" y="288"/>
                  <a:pt x="96" y="224"/>
                  <a:pt x="96" y="192"/>
                </a:cubicBezTo>
                <a:cubicBezTo>
                  <a:pt x="96" y="160"/>
                  <a:pt x="72" y="128"/>
                  <a:pt x="48" y="96"/>
                </a:cubicBezTo>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sp>
        <p:nvSpPr>
          <p:cNvPr id="20493" name="Line 7">
            <a:extLst>
              <a:ext uri="{FF2B5EF4-FFF2-40B4-BE49-F238E27FC236}">
                <a16:creationId xmlns:a16="http://schemas.microsoft.com/office/drawing/2014/main" id="{9E69DD48-BD48-4E8E-92F5-FF78FF8FC7D2}"/>
              </a:ext>
            </a:extLst>
          </p:cNvPr>
          <p:cNvSpPr>
            <a:spLocks noChangeShapeType="1"/>
          </p:cNvSpPr>
          <p:nvPr/>
        </p:nvSpPr>
        <p:spPr bwMode="auto">
          <a:xfrm>
            <a:off x="4660900" y="41148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494" name="Line 8">
            <a:extLst>
              <a:ext uri="{FF2B5EF4-FFF2-40B4-BE49-F238E27FC236}">
                <a16:creationId xmlns:a16="http://schemas.microsoft.com/office/drawing/2014/main" id="{E9A617F5-1A0D-4F02-958F-63DB3434A1D1}"/>
              </a:ext>
            </a:extLst>
          </p:cNvPr>
          <p:cNvSpPr>
            <a:spLocks noChangeShapeType="1"/>
          </p:cNvSpPr>
          <p:nvPr/>
        </p:nvSpPr>
        <p:spPr bwMode="auto">
          <a:xfrm>
            <a:off x="9309100" y="41148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495" name="Line 9">
            <a:extLst>
              <a:ext uri="{FF2B5EF4-FFF2-40B4-BE49-F238E27FC236}">
                <a16:creationId xmlns:a16="http://schemas.microsoft.com/office/drawing/2014/main" id="{24617C81-6880-4CDD-B455-7E78731FE58F}"/>
              </a:ext>
            </a:extLst>
          </p:cNvPr>
          <p:cNvSpPr>
            <a:spLocks noChangeShapeType="1"/>
          </p:cNvSpPr>
          <p:nvPr/>
        </p:nvSpPr>
        <p:spPr bwMode="auto">
          <a:xfrm>
            <a:off x="4660900" y="4343400"/>
            <a:ext cx="4648200" cy="0"/>
          </a:xfrm>
          <a:prstGeom prst="line">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0496" name="Text Box 10">
            <a:extLst>
              <a:ext uri="{FF2B5EF4-FFF2-40B4-BE49-F238E27FC236}">
                <a16:creationId xmlns:a16="http://schemas.microsoft.com/office/drawing/2014/main" id="{A4E0312E-9D45-4E18-96FE-A64E1F58210F}"/>
              </a:ext>
            </a:extLst>
          </p:cNvPr>
          <p:cNvSpPr txBox="1">
            <a:spLocks noChangeArrowheads="1"/>
          </p:cNvSpPr>
          <p:nvPr/>
        </p:nvSpPr>
        <p:spPr bwMode="auto">
          <a:xfrm>
            <a:off x="6570663" y="2954487"/>
            <a:ext cx="2535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_tradnl" altLang="en-US" i="1"/>
              <a:t>l</a:t>
            </a:r>
            <a:endParaRPr lang="es-ES_tradnl" altLang="en-US"/>
          </a:p>
        </p:txBody>
      </p:sp>
      <p:sp>
        <p:nvSpPr>
          <p:cNvPr id="20497" name="Line 11">
            <a:extLst>
              <a:ext uri="{FF2B5EF4-FFF2-40B4-BE49-F238E27FC236}">
                <a16:creationId xmlns:a16="http://schemas.microsoft.com/office/drawing/2014/main" id="{D8AF897B-17E6-4A1D-98CC-9253B9655213}"/>
              </a:ext>
            </a:extLst>
          </p:cNvPr>
          <p:cNvSpPr>
            <a:spLocks noChangeShapeType="1"/>
          </p:cNvSpPr>
          <p:nvPr/>
        </p:nvSpPr>
        <p:spPr bwMode="auto">
          <a:xfrm>
            <a:off x="5880100" y="3733800"/>
            <a:ext cx="8382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0498" name="Text Box 12">
            <a:extLst>
              <a:ext uri="{FF2B5EF4-FFF2-40B4-BE49-F238E27FC236}">
                <a16:creationId xmlns:a16="http://schemas.microsoft.com/office/drawing/2014/main" id="{5C996FEE-78ED-436C-82E5-886FAC2C92A7}"/>
              </a:ext>
            </a:extLst>
          </p:cNvPr>
          <p:cNvSpPr txBox="1">
            <a:spLocks noChangeArrowheads="1"/>
          </p:cNvSpPr>
          <p:nvPr/>
        </p:nvSpPr>
        <p:spPr bwMode="auto">
          <a:xfrm>
            <a:off x="6864350" y="3487887"/>
            <a:ext cx="26962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_tradnl" altLang="en-US"/>
              <a:t>I</a:t>
            </a:r>
          </a:p>
        </p:txBody>
      </p:sp>
      <p:graphicFrame>
        <p:nvGraphicFramePr>
          <p:cNvPr id="20482" name="Object 13">
            <a:extLst>
              <a:ext uri="{FF2B5EF4-FFF2-40B4-BE49-F238E27FC236}">
                <a16:creationId xmlns:a16="http://schemas.microsoft.com/office/drawing/2014/main" id="{104900F3-2E36-42FA-9AFC-0C8FB580AAEF}"/>
              </a:ext>
            </a:extLst>
          </p:cNvPr>
          <p:cNvGraphicFramePr>
            <a:graphicFrameLocks noChangeAspect="1"/>
          </p:cNvGraphicFramePr>
          <p:nvPr/>
        </p:nvGraphicFramePr>
        <p:xfrm>
          <a:off x="6794501" y="4311650"/>
          <a:ext cx="296863" cy="565150"/>
        </p:xfrm>
        <a:graphic>
          <a:graphicData uri="http://schemas.openxmlformats.org/presentationml/2006/ole">
            <mc:AlternateContent xmlns:mc="http://schemas.openxmlformats.org/markup-compatibility/2006">
              <mc:Choice xmlns:v="urn:schemas-microsoft-com:vml" Requires="v">
                <p:oleObj spid="_x0000_s7198" name="Ecuación" r:id="rId4" imgW="114120" imgH="215640" progId="Equation.3">
                  <p:embed/>
                </p:oleObj>
              </mc:Choice>
              <mc:Fallback>
                <p:oleObj name="Ecuación" r:id="rId4" imgW="114120" imgH="215640" progId="Equation.3">
                  <p:embed/>
                  <p:pic>
                    <p:nvPicPr>
                      <p:cNvPr id="20482" name="Object 13">
                        <a:extLst>
                          <a:ext uri="{FF2B5EF4-FFF2-40B4-BE49-F238E27FC236}">
                            <a16:creationId xmlns:a16="http://schemas.microsoft.com/office/drawing/2014/main" id="{104900F3-2E36-42FA-9AFC-0C8FB580AAE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94501" y="4311650"/>
                        <a:ext cx="296863" cy="565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483" name="Object 14">
            <a:extLst>
              <a:ext uri="{FF2B5EF4-FFF2-40B4-BE49-F238E27FC236}">
                <a16:creationId xmlns:a16="http://schemas.microsoft.com/office/drawing/2014/main" id="{54D22A3C-06D9-4F5A-96B7-70506104608F}"/>
              </a:ext>
            </a:extLst>
          </p:cNvPr>
          <p:cNvGraphicFramePr>
            <a:graphicFrameLocks noChangeAspect="1"/>
          </p:cNvGraphicFramePr>
          <p:nvPr/>
        </p:nvGraphicFramePr>
        <p:xfrm>
          <a:off x="4737100" y="5257801"/>
          <a:ext cx="3359150" cy="1160463"/>
        </p:xfrm>
        <a:graphic>
          <a:graphicData uri="http://schemas.openxmlformats.org/presentationml/2006/ole">
            <mc:AlternateContent xmlns:mc="http://schemas.openxmlformats.org/markup-compatibility/2006">
              <mc:Choice xmlns:v="urn:schemas-microsoft-com:vml" Requires="v">
                <p:oleObj spid="_x0000_s7199" name="Ecuación" r:id="rId6" imgW="622080" imgH="215640" progId="Equation.3">
                  <p:embed/>
                </p:oleObj>
              </mc:Choice>
              <mc:Fallback>
                <p:oleObj name="Ecuación" r:id="rId6" imgW="622080" imgH="215640" progId="Equation.3">
                  <p:embed/>
                  <p:pic>
                    <p:nvPicPr>
                      <p:cNvPr id="20483" name="Object 14">
                        <a:extLst>
                          <a:ext uri="{FF2B5EF4-FFF2-40B4-BE49-F238E27FC236}">
                            <a16:creationId xmlns:a16="http://schemas.microsoft.com/office/drawing/2014/main" id="{54D22A3C-06D9-4F5A-96B7-70506104608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37100" y="5257801"/>
                        <a:ext cx="3359150" cy="1160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0499" name="Group 20">
            <a:extLst>
              <a:ext uri="{FF2B5EF4-FFF2-40B4-BE49-F238E27FC236}">
                <a16:creationId xmlns:a16="http://schemas.microsoft.com/office/drawing/2014/main" id="{445A8371-CBAF-445A-ADEA-D1044DDE9946}"/>
              </a:ext>
            </a:extLst>
          </p:cNvPr>
          <p:cNvGrpSpPr>
            <a:grpSpLocks/>
          </p:cNvGrpSpPr>
          <p:nvPr/>
        </p:nvGrpSpPr>
        <p:grpSpPr bwMode="auto">
          <a:xfrm>
            <a:off x="9880600" y="3352800"/>
            <a:ext cx="533400" cy="533400"/>
            <a:chOff x="4920" y="1440"/>
            <a:chExt cx="336" cy="336"/>
          </a:xfrm>
        </p:grpSpPr>
        <p:sp>
          <p:nvSpPr>
            <p:cNvPr id="20504" name="Oval 17">
              <a:extLst>
                <a:ext uri="{FF2B5EF4-FFF2-40B4-BE49-F238E27FC236}">
                  <a16:creationId xmlns:a16="http://schemas.microsoft.com/office/drawing/2014/main" id="{12A75286-673E-409E-AD1F-B98214EE93C7}"/>
                </a:ext>
              </a:extLst>
            </p:cNvPr>
            <p:cNvSpPr>
              <a:spLocks noChangeArrowheads="1"/>
            </p:cNvSpPr>
            <p:nvPr/>
          </p:nvSpPr>
          <p:spPr bwMode="auto">
            <a:xfrm>
              <a:off x="4920" y="1440"/>
              <a:ext cx="336" cy="336"/>
            </a:xfrm>
            <a:prstGeom prst="ellipse">
              <a:avLst/>
            </a:prstGeom>
            <a:solidFill>
              <a:srgbClr val="FFFFFF"/>
            </a:solidFill>
            <a:ln w="38100">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sp>
          <p:nvSpPr>
            <p:cNvPr id="20505" name="Line 18">
              <a:extLst>
                <a:ext uri="{FF2B5EF4-FFF2-40B4-BE49-F238E27FC236}">
                  <a16:creationId xmlns:a16="http://schemas.microsoft.com/office/drawing/2014/main" id="{63EBD772-F6E4-46BA-86A9-6FE9B3CC2659}"/>
                </a:ext>
              </a:extLst>
            </p:cNvPr>
            <p:cNvSpPr>
              <a:spLocks noChangeShapeType="1"/>
            </p:cNvSpPr>
            <p:nvPr/>
          </p:nvSpPr>
          <p:spPr bwMode="auto">
            <a:xfrm flipH="1">
              <a:off x="4992" y="1536"/>
              <a:ext cx="192" cy="14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506" name="Line 19">
              <a:extLst>
                <a:ext uri="{FF2B5EF4-FFF2-40B4-BE49-F238E27FC236}">
                  <a16:creationId xmlns:a16="http://schemas.microsoft.com/office/drawing/2014/main" id="{2C48F188-C188-4F20-86D8-329C53A5CBB4}"/>
                </a:ext>
              </a:extLst>
            </p:cNvPr>
            <p:cNvSpPr>
              <a:spLocks noChangeShapeType="1"/>
            </p:cNvSpPr>
            <p:nvPr/>
          </p:nvSpPr>
          <p:spPr bwMode="auto">
            <a:xfrm>
              <a:off x="4992" y="1536"/>
              <a:ext cx="192" cy="14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0500" name="Text Box 21">
            <a:extLst>
              <a:ext uri="{FF2B5EF4-FFF2-40B4-BE49-F238E27FC236}">
                <a16:creationId xmlns:a16="http://schemas.microsoft.com/office/drawing/2014/main" id="{1493A35B-53B8-4832-985E-92393C81A0C4}"/>
              </a:ext>
            </a:extLst>
          </p:cNvPr>
          <p:cNvSpPr txBox="1">
            <a:spLocks noChangeArrowheads="1"/>
          </p:cNvSpPr>
          <p:nvPr/>
        </p:nvSpPr>
        <p:spPr bwMode="auto">
          <a:xfrm>
            <a:off x="9463088" y="2970362"/>
            <a:ext cx="40748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_tradnl" altLang="en-US" b="1"/>
              <a:t>B</a:t>
            </a:r>
            <a:endParaRPr lang="es-ES_tradnl" altLang="en-US"/>
          </a:p>
        </p:txBody>
      </p:sp>
      <p:graphicFrame>
        <p:nvGraphicFramePr>
          <p:cNvPr id="20484" name="Object 11">
            <a:extLst>
              <a:ext uri="{FF2B5EF4-FFF2-40B4-BE49-F238E27FC236}">
                <a16:creationId xmlns:a16="http://schemas.microsoft.com/office/drawing/2014/main" id="{7D1165D1-3CAC-463B-9BA0-77AFE4AD39EA}"/>
              </a:ext>
            </a:extLst>
          </p:cNvPr>
          <p:cNvGraphicFramePr>
            <a:graphicFrameLocks noChangeAspect="1"/>
          </p:cNvGraphicFramePr>
          <p:nvPr/>
        </p:nvGraphicFramePr>
        <p:xfrm>
          <a:off x="2103439" y="1420814"/>
          <a:ext cx="2130425" cy="847725"/>
        </p:xfrm>
        <a:graphic>
          <a:graphicData uri="http://schemas.openxmlformats.org/presentationml/2006/ole">
            <mc:AlternateContent xmlns:mc="http://schemas.openxmlformats.org/markup-compatibility/2006">
              <mc:Choice xmlns:v="urn:schemas-microsoft-com:vml" Requires="v">
                <p:oleObj spid="_x0000_s7200" name="Ecuación" r:id="rId8" imgW="990360" imgH="393480" progId="Equation.3">
                  <p:embed/>
                </p:oleObj>
              </mc:Choice>
              <mc:Fallback>
                <p:oleObj name="Ecuación" r:id="rId8" imgW="990360" imgH="393480" progId="Equation.3">
                  <p:embed/>
                  <p:pic>
                    <p:nvPicPr>
                      <p:cNvPr id="20484" name="Object 11">
                        <a:extLst>
                          <a:ext uri="{FF2B5EF4-FFF2-40B4-BE49-F238E27FC236}">
                            <a16:creationId xmlns:a16="http://schemas.microsoft.com/office/drawing/2014/main" id="{7D1165D1-3CAC-463B-9BA0-77AFE4AD39E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03439" y="1420814"/>
                        <a:ext cx="2130425" cy="847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501" name="Rectangle 12">
            <a:extLst>
              <a:ext uri="{FF2B5EF4-FFF2-40B4-BE49-F238E27FC236}">
                <a16:creationId xmlns:a16="http://schemas.microsoft.com/office/drawing/2014/main" id="{0C46A0DD-C73A-4EC7-A2CF-18F4C3D595B3}"/>
              </a:ext>
            </a:extLst>
          </p:cNvPr>
          <p:cNvSpPr>
            <a:spLocks noChangeArrowheads="1"/>
          </p:cNvSpPr>
          <p:nvPr/>
        </p:nvSpPr>
        <p:spPr bwMode="auto">
          <a:xfrm>
            <a:off x="1865313" y="1346200"/>
            <a:ext cx="2487612" cy="979488"/>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grpSp>
        <p:nvGrpSpPr>
          <p:cNvPr id="20502" name="27 Grupo">
            <a:extLst>
              <a:ext uri="{FF2B5EF4-FFF2-40B4-BE49-F238E27FC236}">
                <a16:creationId xmlns:a16="http://schemas.microsoft.com/office/drawing/2014/main" id="{2A8D31D6-58F2-4F00-957D-5638A4CB6B4B}"/>
              </a:ext>
            </a:extLst>
          </p:cNvPr>
          <p:cNvGrpSpPr>
            <a:grpSpLocks/>
          </p:cNvGrpSpPr>
          <p:nvPr/>
        </p:nvGrpSpPr>
        <p:grpSpPr bwMode="auto">
          <a:xfrm>
            <a:off x="6159500" y="1498600"/>
            <a:ext cx="2552700" cy="825500"/>
            <a:chOff x="4635500" y="1498599"/>
            <a:chExt cx="2552700" cy="825501"/>
          </a:xfrm>
        </p:grpSpPr>
        <p:sp>
          <p:nvSpPr>
            <p:cNvPr id="20503" name="Rectangle 45">
              <a:extLst>
                <a:ext uri="{FF2B5EF4-FFF2-40B4-BE49-F238E27FC236}">
                  <a16:creationId xmlns:a16="http://schemas.microsoft.com/office/drawing/2014/main" id="{DFDAEAFE-7FE7-492A-9773-9F3175403DA6}"/>
                </a:ext>
              </a:extLst>
            </p:cNvPr>
            <p:cNvSpPr>
              <a:spLocks noChangeArrowheads="1"/>
            </p:cNvSpPr>
            <p:nvPr/>
          </p:nvSpPr>
          <p:spPr bwMode="auto">
            <a:xfrm>
              <a:off x="4635500" y="1574800"/>
              <a:ext cx="2552700" cy="685800"/>
            </a:xfrm>
            <a:prstGeom prst="rect">
              <a:avLst/>
            </a:prstGeom>
            <a:solidFill>
              <a:schemeClr val="accent1"/>
            </a:solidFill>
            <a:ln w="12700">
              <a:solidFill>
                <a:schemeClr val="tx1"/>
              </a:solidFill>
              <a:miter lim="800000"/>
              <a:headEnd type="none" w="sm" len="sm"/>
              <a:tailEnd type="none" w="sm" len="sm"/>
            </a:ln>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graphicFrame>
          <p:nvGraphicFramePr>
            <p:cNvPr id="20485" name="Object 14">
              <a:extLst>
                <a:ext uri="{FF2B5EF4-FFF2-40B4-BE49-F238E27FC236}">
                  <a16:creationId xmlns:a16="http://schemas.microsoft.com/office/drawing/2014/main" id="{78E0A31B-A832-4952-A16B-8143ABD84830}"/>
                </a:ext>
              </a:extLst>
            </p:cNvPr>
            <p:cNvGraphicFramePr>
              <a:graphicFrameLocks noChangeAspect="1"/>
            </p:cNvGraphicFramePr>
            <p:nvPr/>
          </p:nvGraphicFramePr>
          <p:xfrm>
            <a:off x="4663751" y="1498599"/>
            <a:ext cx="2448249" cy="825501"/>
          </p:xfrm>
          <a:graphic>
            <a:graphicData uri="http://schemas.openxmlformats.org/presentationml/2006/ole">
              <mc:AlternateContent xmlns:mc="http://schemas.openxmlformats.org/markup-compatibility/2006">
                <mc:Choice xmlns:v="urn:schemas-microsoft-com:vml" Requires="v">
                  <p:oleObj spid="_x0000_s7201" name="Ecuación" r:id="rId10" imgW="660240" imgH="215640" progId="Equation.3">
                    <p:embed/>
                  </p:oleObj>
                </mc:Choice>
                <mc:Fallback>
                  <p:oleObj name="Ecuación" r:id="rId10" imgW="660240" imgH="215640" progId="Equation.3">
                    <p:embed/>
                    <p:pic>
                      <p:nvPicPr>
                        <p:cNvPr id="20485" name="Object 14">
                          <a:extLst>
                            <a:ext uri="{FF2B5EF4-FFF2-40B4-BE49-F238E27FC236}">
                              <a16:creationId xmlns:a16="http://schemas.microsoft.com/office/drawing/2014/main" id="{78E0A31B-A832-4952-A16B-8143ABD84830}"/>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663751" y="1498599"/>
                          <a:ext cx="2448249" cy="8255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
            <a:extLst>
              <a:ext uri="{FF2B5EF4-FFF2-40B4-BE49-F238E27FC236}">
                <a16:creationId xmlns:a16="http://schemas.microsoft.com/office/drawing/2014/main" id="{59ABE6A8-AE3E-4F7C-A0EC-15A6DA7333CD}"/>
              </a:ext>
            </a:extLst>
          </p:cNvPr>
          <p:cNvGrpSpPr>
            <a:grpSpLocks/>
          </p:cNvGrpSpPr>
          <p:nvPr/>
        </p:nvGrpSpPr>
        <p:grpSpPr bwMode="auto">
          <a:xfrm>
            <a:off x="6553200" y="381000"/>
            <a:ext cx="838200" cy="4191000"/>
            <a:chOff x="1584" y="624"/>
            <a:chExt cx="528" cy="2640"/>
          </a:xfrm>
        </p:grpSpPr>
        <p:sp>
          <p:nvSpPr>
            <p:cNvPr id="21559" name="Line 2">
              <a:extLst>
                <a:ext uri="{FF2B5EF4-FFF2-40B4-BE49-F238E27FC236}">
                  <a16:creationId xmlns:a16="http://schemas.microsoft.com/office/drawing/2014/main" id="{4F9639FF-342B-4166-BF81-B44A535E2A11}"/>
                </a:ext>
              </a:extLst>
            </p:cNvPr>
            <p:cNvSpPr>
              <a:spLocks noChangeShapeType="1"/>
            </p:cNvSpPr>
            <p:nvPr/>
          </p:nvSpPr>
          <p:spPr bwMode="auto">
            <a:xfrm flipV="1">
              <a:off x="1584" y="624"/>
              <a:ext cx="528" cy="2640"/>
            </a:xfrm>
            <a:prstGeom prst="line">
              <a:avLst/>
            </a:prstGeom>
            <a:noFill/>
            <a:ln w="127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1560" name="Line 3">
              <a:extLst>
                <a:ext uri="{FF2B5EF4-FFF2-40B4-BE49-F238E27FC236}">
                  <a16:creationId xmlns:a16="http://schemas.microsoft.com/office/drawing/2014/main" id="{1355EC46-7480-4426-A3F0-A93AAA4683AC}"/>
                </a:ext>
              </a:extLst>
            </p:cNvPr>
            <p:cNvSpPr>
              <a:spLocks noChangeShapeType="1"/>
            </p:cNvSpPr>
            <p:nvPr/>
          </p:nvSpPr>
          <p:spPr bwMode="auto">
            <a:xfrm flipV="1">
              <a:off x="1836" y="1824"/>
              <a:ext cx="48" cy="192"/>
            </a:xfrm>
            <a:prstGeom prst="line">
              <a:avLst/>
            </a:prstGeom>
            <a:noFill/>
            <a:ln w="50800">
              <a:solidFill>
                <a:schemeClr val="accent2"/>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 name="Group 64">
            <a:extLst>
              <a:ext uri="{FF2B5EF4-FFF2-40B4-BE49-F238E27FC236}">
                <a16:creationId xmlns:a16="http://schemas.microsoft.com/office/drawing/2014/main" id="{3FD5C6A3-37BE-42F4-A896-F2822D591580}"/>
              </a:ext>
            </a:extLst>
          </p:cNvPr>
          <p:cNvGrpSpPr>
            <a:grpSpLocks/>
          </p:cNvGrpSpPr>
          <p:nvPr/>
        </p:nvGrpSpPr>
        <p:grpSpPr bwMode="auto">
          <a:xfrm>
            <a:off x="8002589" y="228601"/>
            <a:ext cx="407987" cy="461963"/>
            <a:chOff x="1526" y="1373"/>
            <a:chExt cx="257" cy="291"/>
          </a:xfrm>
        </p:grpSpPr>
        <p:sp>
          <p:nvSpPr>
            <p:cNvPr id="21557" name="Rectangle 26">
              <a:extLst>
                <a:ext uri="{FF2B5EF4-FFF2-40B4-BE49-F238E27FC236}">
                  <a16:creationId xmlns:a16="http://schemas.microsoft.com/office/drawing/2014/main" id="{A90C9A72-A0EC-4722-BFB7-948356CDA452}"/>
                </a:ext>
              </a:extLst>
            </p:cNvPr>
            <p:cNvSpPr>
              <a:spLocks noChangeArrowheads="1"/>
            </p:cNvSpPr>
            <p:nvPr/>
          </p:nvSpPr>
          <p:spPr bwMode="auto">
            <a:xfrm>
              <a:off x="1526" y="1373"/>
              <a:ext cx="25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_tradnl" altLang="en-US" b="1"/>
                <a:t>B</a:t>
              </a:r>
              <a:endParaRPr lang="es-ES_tradnl" altLang="en-US" i="1"/>
            </a:p>
          </p:txBody>
        </p:sp>
        <p:sp>
          <p:nvSpPr>
            <p:cNvPr id="21558" name="Line 63">
              <a:extLst>
                <a:ext uri="{FF2B5EF4-FFF2-40B4-BE49-F238E27FC236}">
                  <a16:creationId xmlns:a16="http://schemas.microsoft.com/office/drawing/2014/main" id="{8575A0ED-1869-4B93-B9BD-4CB698EF981C}"/>
                </a:ext>
              </a:extLst>
            </p:cNvPr>
            <p:cNvSpPr>
              <a:spLocks noChangeShapeType="1"/>
            </p:cNvSpPr>
            <p:nvPr/>
          </p:nvSpPr>
          <p:spPr bwMode="auto">
            <a:xfrm>
              <a:off x="1620" y="1416"/>
              <a:ext cx="9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4" name="Group 71">
            <a:extLst>
              <a:ext uri="{FF2B5EF4-FFF2-40B4-BE49-F238E27FC236}">
                <a16:creationId xmlns:a16="http://schemas.microsoft.com/office/drawing/2014/main" id="{D3787F13-F439-437D-9252-752CB585936B}"/>
              </a:ext>
            </a:extLst>
          </p:cNvPr>
          <p:cNvGrpSpPr>
            <a:grpSpLocks/>
          </p:cNvGrpSpPr>
          <p:nvPr/>
        </p:nvGrpSpPr>
        <p:grpSpPr bwMode="auto">
          <a:xfrm>
            <a:off x="5205414" y="668338"/>
            <a:ext cx="661987" cy="992188"/>
            <a:chOff x="1311" y="623"/>
            <a:chExt cx="417" cy="625"/>
          </a:xfrm>
        </p:grpSpPr>
        <p:grpSp>
          <p:nvGrpSpPr>
            <p:cNvPr id="21552" name="Group 67">
              <a:extLst>
                <a:ext uri="{FF2B5EF4-FFF2-40B4-BE49-F238E27FC236}">
                  <a16:creationId xmlns:a16="http://schemas.microsoft.com/office/drawing/2014/main" id="{C0D81BA7-C0A6-41BD-9817-2286169E84B2}"/>
                </a:ext>
              </a:extLst>
            </p:cNvPr>
            <p:cNvGrpSpPr>
              <a:grpSpLocks/>
            </p:cNvGrpSpPr>
            <p:nvPr/>
          </p:nvGrpSpPr>
          <p:grpSpPr bwMode="auto">
            <a:xfrm>
              <a:off x="1392" y="912"/>
              <a:ext cx="336" cy="336"/>
              <a:chOff x="912" y="1392"/>
              <a:chExt cx="336" cy="336"/>
            </a:xfrm>
          </p:grpSpPr>
          <p:sp>
            <p:nvSpPr>
              <p:cNvPr id="21555" name="Oval 65">
                <a:extLst>
                  <a:ext uri="{FF2B5EF4-FFF2-40B4-BE49-F238E27FC236}">
                    <a16:creationId xmlns:a16="http://schemas.microsoft.com/office/drawing/2014/main" id="{40B97F59-5D35-4C19-8C33-4314FBF96719}"/>
                  </a:ext>
                </a:extLst>
              </p:cNvPr>
              <p:cNvSpPr>
                <a:spLocks noChangeArrowheads="1"/>
              </p:cNvSpPr>
              <p:nvPr/>
            </p:nvSpPr>
            <p:spPr bwMode="auto">
              <a:xfrm>
                <a:off x="912" y="1392"/>
                <a:ext cx="336" cy="336"/>
              </a:xfrm>
              <a:prstGeom prst="ellipse">
                <a:avLst/>
              </a:prstGeom>
              <a:solidFill>
                <a:srgbClr val="FFFFFF"/>
              </a:solidFill>
              <a:ln w="38100">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sp>
            <p:nvSpPr>
              <p:cNvPr id="21556" name="Oval 66">
                <a:extLst>
                  <a:ext uri="{FF2B5EF4-FFF2-40B4-BE49-F238E27FC236}">
                    <a16:creationId xmlns:a16="http://schemas.microsoft.com/office/drawing/2014/main" id="{B00A2C62-7339-487F-B5E4-522D97870026}"/>
                  </a:ext>
                </a:extLst>
              </p:cNvPr>
              <p:cNvSpPr>
                <a:spLocks noChangeAspect="1" noChangeArrowheads="1"/>
              </p:cNvSpPr>
              <p:nvPr/>
            </p:nvSpPr>
            <p:spPr bwMode="auto">
              <a:xfrm>
                <a:off x="1033" y="1536"/>
                <a:ext cx="59" cy="59"/>
              </a:xfrm>
              <a:prstGeom prst="ellipse">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grpSp>
        <p:sp>
          <p:nvSpPr>
            <p:cNvPr id="21553" name="Text Box 68">
              <a:extLst>
                <a:ext uri="{FF2B5EF4-FFF2-40B4-BE49-F238E27FC236}">
                  <a16:creationId xmlns:a16="http://schemas.microsoft.com/office/drawing/2014/main" id="{BAD753FC-3231-4741-8CDC-2DB02C69B2FB}"/>
                </a:ext>
              </a:extLst>
            </p:cNvPr>
            <p:cNvSpPr txBox="1">
              <a:spLocks noChangeArrowheads="1"/>
            </p:cNvSpPr>
            <p:nvPr/>
          </p:nvSpPr>
          <p:spPr bwMode="auto">
            <a:xfrm>
              <a:off x="1311" y="623"/>
              <a:ext cx="23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_tradnl" altLang="en-US"/>
                <a:t>F</a:t>
              </a:r>
            </a:p>
          </p:txBody>
        </p:sp>
        <p:sp>
          <p:nvSpPr>
            <p:cNvPr id="21554" name="Line 70">
              <a:extLst>
                <a:ext uri="{FF2B5EF4-FFF2-40B4-BE49-F238E27FC236}">
                  <a16:creationId xmlns:a16="http://schemas.microsoft.com/office/drawing/2014/main" id="{E726DE41-BFAD-4118-B1DF-8C1B8B02487C}"/>
                </a:ext>
              </a:extLst>
            </p:cNvPr>
            <p:cNvSpPr>
              <a:spLocks noChangeShapeType="1"/>
            </p:cNvSpPr>
            <p:nvPr/>
          </p:nvSpPr>
          <p:spPr bwMode="auto">
            <a:xfrm>
              <a:off x="1344" y="624"/>
              <a:ext cx="19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6" name="Group 113">
            <a:extLst>
              <a:ext uri="{FF2B5EF4-FFF2-40B4-BE49-F238E27FC236}">
                <a16:creationId xmlns:a16="http://schemas.microsoft.com/office/drawing/2014/main" id="{2B5DBCC3-7520-474D-9AD5-7FEE75EC1597}"/>
              </a:ext>
            </a:extLst>
          </p:cNvPr>
          <p:cNvGrpSpPr>
            <a:grpSpLocks/>
          </p:cNvGrpSpPr>
          <p:nvPr/>
        </p:nvGrpSpPr>
        <p:grpSpPr bwMode="auto">
          <a:xfrm>
            <a:off x="1828800" y="2590800"/>
            <a:ext cx="3429000" cy="2057400"/>
            <a:chOff x="192" y="1632"/>
            <a:chExt cx="2160" cy="1296"/>
          </a:xfrm>
        </p:grpSpPr>
        <p:sp>
          <p:nvSpPr>
            <p:cNvPr id="21551" name="Rectangle 74">
              <a:extLst>
                <a:ext uri="{FF2B5EF4-FFF2-40B4-BE49-F238E27FC236}">
                  <a16:creationId xmlns:a16="http://schemas.microsoft.com/office/drawing/2014/main" id="{52E3303B-9D46-4832-95A6-D1DB9C3E31BA}"/>
                </a:ext>
              </a:extLst>
            </p:cNvPr>
            <p:cNvSpPr>
              <a:spLocks noChangeArrowheads="1"/>
            </p:cNvSpPr>
            <p:nvPr/>
          </p:nvSpPr>
          <p:spPr bwMode="auto">
            <a:xfrm>
              <a:off x="192" y="1632"/>
              <a:ext cx="2160" cy="1296"/>
            </a:xfrm>
            <a:prstGeom prst="rect">
              <a:avLst/>
            </a:prstGeom>
            <a:solidFill>
              <a:schemeClr val="hlink"/>
            </a:solidFill>
            <a:ln w="9525">
              <a:solidFill>
                <a:schemeClr val="tx1"/>
              </a:solidFill>
              <a:miter lim="800000"/>
              <a:headEnd/>
              <a:tailEnd/>
            </a:ln>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graphicFrame>
          <p:nvGraphicFramePr>
            <p:cNvPr id="21506" name="Object 72">
              <a:extLst>
                <a:ext uri="{FF2B5EF4-FFF2-40B4-BE49-F238E27FC236}">
                  <a16:creationId xmlns:a16="http://schemas.microsoft.com/office/drawing/2014/main" id="{3B2608B5-F67A-474C-8A0F-6CBF8F673D1F}"/>
                </a:ext>
              </a:extLst>
            </p:cNvPr>
            <p:cNvGraphicFramePr>
              <a:graphicFrameLocks noChangeAspect="1"/>
            </p:cNvGraphicFramePr>
            <p:nvPr/>
          </p:nvGraphicFramePr>
          <p:xfrm>
            <a:off x="288" y="1680"/>
            <a:ext cx="2016" cy="1212"/>
          </p:xfrm>
          <a:graphic>
            <a:graphicData uri="http://schemas.openxmlformats.org/presentationml/2006/ole">
              <mc:AlternateContent xmlns:mc="http://schemas.openxmlformats.org/markup-compatibility/2006">
                <mc:Choice xmlns:v="urn:schemas-microsoft-com:vml" Requires="v">
                  <p:oleObj spid="_x0000_s8201" name="Ecuación" r:id="rId4" imgW="799920" imgH="482400" progId="Equation.3">
                    <p:embed/>
                  </p:oleObj>
                </mc:Choice>
                <mc:Fallback>
                  <p:oleObj name="Ecuación" r:id="rId4" imgW="799920" imgH="482400" progId="Equation.3">
                    <p:embed/>
                    <p:pic>
                      <p:nvPicPr>
                        <p:cNvPr id="21506" name="Object 72">
                          <a:extLst>
                            <a:ext uri="{FF2B5EF4-FFF2-40B4-BE49-F238E27FC236}">
                              <a16:creationId xmlns:a16="http://schemas.microsoft.com/office/drawing/2014/main" id="{3B2608B5-F67A-474C-8A0F-6CBF8F673D1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8" y="1680"/>
                          <a:ext cx="2016" cy="1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7" name="Group 7">
            <a:extLst>
              <a:ext uri="{FF2B5EF4-FFF2-40B4-BE49-F238E27FC236}">
                <a16:creationId xmlns:a16="http://schemas.microsoft.com/office/drawing/2014/main" id="{CDB2A284-B73A-4062-B48D-C7BE9E84443B}"/>
              </a:ext>
            </a:extLst>
          </p:cNvPr>
          <p:cNvGrpSpPr>
            <a:grpSpLocks/>
          </p:cNvGrpSpPr>
          <p:nvPr/>
        </p:nvGrpSpPr>
        <p:grpSpPr bwMode="auto">
          <a:xfrm>
            <a:off x="7162800" y="304800"/>
            <a:ext cx="838200" cy="4191000"/>
            <a:chOff x="1920" y="624"/>
            <a:chExt cx="528" cy="2640"/>
          </a:xfrm>
        </p:grpSpPr>
        <p:sp>
          <p:nvSpPr>
            <p:cNvPr id="21549" name="Line 5">
              <a:extLst>
                <a:ext uri="{FF2B5EF4-FFF2-40B4-BE49-F238E27FC236}">
                  <a16:creationId xmlns:a16="http://schemas.microsoft.com/office/drawing/2014/main" id="{E54D40F1-159F-4EC6-99C7-370751B50829}"/>
                </a:ext>
              </a:extLst>
            </p:cNvPr>
            <p:cNvSpPr>
              <a:spLocks noChangeShapeType="1"/>
            </p:cNvSpPr>
            <p:nvPr/>
          </p:nvSpPr>
          <p:spPr bwMode="auto">
            <a:xfrm flipV="1">
              <a:off x="1920" y="624"/>
              <a:ext cx="528" cy="2640"/>
            </a:xfrm>
            <a:prstGeom prst="line">
              <a:avLst/>
            </a:prstGeom>
            <a:noFill/>
            <a:ln w="127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1550" name="Line 6">
              <a:extLst>
                <a:ext uri="{FF2B5EF4-FFF2-40B4-BE49-F238E27FC236}">
                  <a16:creationId xmlns:a16="http://schemas.microsoft.com/office/drawing/2014/main" id="{42AA8395-3BF0-4E80-8120-D33C7CB047FD}"/>
                </a:ext>
              </a:extLst>
            </p:cNvPr>
            <p:cNvSpPr>
              <a:spLocks noChangeShapeType="1"/>
            </p:cNvSpPr>
            <p:nvPr/>
          </p:nvSpPr>
          <p:spPr bwMode="auto">
            <a:xfrm flipV="1">
              <a:off x="2172" y="1824"/>
              <a:ext cx="48" cy="192"/>
            </a:xfrm>
            <a:prstGeom prst="line">
              <a:avLst/>
            </a:prstGeom>
            <a:noFill/>
            <a:ln w="50800">
              <a:solidFill>
                <a:schemeClr val="accent2"/>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8" name="Group 10">
            <a:extLst>
              <a:ext uri="{FF2B5EF4-FFF2-40B4-BE49-F238E27FC236}">
                <a16:creationId xmlns:a16="http://schemas.microsoft.com/office/drawing/2014/main" id="{0C5E1A99-3922-4081-B597-54C09FBE8A4F}"/>
              </a:ext>
            </a:extLst>
          </p:cNvPr>
          <p:cNvGrpSpPr>
            <a:grpSpLocks/>
          </p:cNvGrpSpPr>
          <p:nvPr/>
        </p:nvGrpSpPr>
        <p:grpSpPr bwMode="auto">
          <a:xfrm>
            <a:off x="8915400" y="381000"/>
            <a:ext cx="838200" cy="4191000"/>
            <a:chOff x="2208" y="672"/>
            <a:chExt cx="528" cy="2640"/>
          </a:xfrm>
        </p:grpSpPr>
        <p:sp>
          <p:nvSpPr>
            <p:cNvPr id="21547" name="Line 8">
              <a:extLst>
                <a:ext uri="{FF2B5EF4-FFF2-40B4-BE49-F238E27FC236}">
                  <a16:creationId xmlns:a16="http://schemas.microsoft.com/office/drawing/2014/main" id="{8E0A97F3-A206-41A7-8668-AC11317BDD83}"/>
                </a:ext>
              </a:extLst>
            </p:cNvPr>
            <p:cNvSpPr>
              <a:spLocks noChangeShapeType="1"/>
            </p:cNvSpPr>
            <p:nvPr/>
          </p:nvSpPr>
          <p:spPr bwMode="auto">
            <a:xfrm flipV="1">
              <a:off x="2208" y="672"/>
              <a:ext cx="528" cy="2640"/>
            </a:xfrm>
            <a:prstGeom prst="line">
              <a:avLst/>
            </a:prstGeom>
            <a:noFill/>
            <a:ln w="127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1548" name="Line 9">
              <a:extLst>
                <a:ext uri="{FF2B5EF4-FFF2-40B4-BE49-F238E27FC236}">
                  <a16:creationId xmlns:a16="http://schemas.microsoft.com/office/drawing/2014/main" id="{37E27A25-E6B2-4AE4-BE08-A65355938B27}"/>
                </a:ext>
              </a:extLst>
            </p:cNvPr>
            <p:cNvSpPr>
              <a:spLocks noChangeShapeType="1"/>
            </p:cNvSpPr>
            <p:nvPr/>
          </p:nvSpPr>
          <p:spPr bwMode="auto">
            <a:xfrm flipV="1">
              <a:off x="2460" y="1872"/>
              <a:ext cx="48" cy="192"/>
            </a:xfrm>
            <a:prstGeom prst="line">
              <a:avLst/>
            </a:prstGeom>
            <a:noFill/>
            <a:ln w="50800">
              <a:solidFill>
                <a:schemeClr val="accent2"/>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9" name="Group 13">
            <a:extLst>
              <a:ext uri="{FF2B5EF4-FFF2-40B4-BE49-F238E27FC236}">
                <a16:creationId xmlns:a16="http://schemas.microsoft.com/office/drawing/2014/main" id="{001AE758-5F38-4037-A7AF-0743FDC18618}"/>
              </a:ext>
            </a:extLst>
          </p:cNvPr>
          <p:cNvGrpSpPr>
            <a:grpSpLocks/>
          </p:cNvGrpSpPr>
          <p:nvPr/>
        </p:nvGrpSpPr>
        <p:grpSpPr bwMode="auto">
          <a:xfrm>
            <a:off x="7772400" y="381000"/>
            <a:ext cx="838200" cy="4191000"/>
            <a:chOff x="2544" y="672"/>
            <a:chExt cx="528" cy="2640"/>
          </a:xfrm>
        </p:grpSpPr>
        <p:sp>
          <p:nvSpPr>
            <p:cNvPr id="21545" name="Line 11">
              <a:extLst>
                <a:ext uri="{FF2B5EF4-FFF2-40B4-BE49-F238E27FC236}">
                  <a16:creationId xmlns:a16="http://schemas.microsoft.com/office/drawing/2014/main" id="{3B6ECB94-15C5-4B59-8DB3-33AA231AC79D}"/>
                </a:ext>
              </a:extLst>
            </p:cNvPr>
            <p:cNvSpPr>
              <a:spLocks noChangeShapeType="1"/>
            </p:cNvSpPr>
            <p:nvPr/>
          </p:nvSpPr>
          <p:spPr bwMode="auto">
            <a:xfrm flipV="1">
              <a:off x="2544" y="672"/>
              <a:ext cx="528" cy="2640"/>
            </a:xfrm>
            <a:prstGeom prst="line">
              <a:avLst/>
            </a:prstGeom>
            <a:noFill/>
            <a:ln w="127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1546" name="Line 12">
              <a:extLst>
                <a:ext uri="{FF2B5EF4-FFF2-40B4-BE49-F238E27FC236}">
                  <a16:creationId xmlns:a16="http://schemas.microsoft.com/office/drawing/2014/main" id="{DE9E966C-4E28-400E-9F5E-4E7CCA2CD066}"/>
                </a:ext>
              </a:extLst>
            </p:cNvPr>
            <p:cNvSpPr>
              <a:spLocks noChangeShapeType="1"/>
            </p:cNvSpPr>
            <p:nvPr/>
          </p:nvSpPr>
          <p:spPr bwMode="auto">
            <a:xfrm flipV="1">
              <a:off x="2796" y="1872"/>
              <a:ext cx="48" cy="192"/>
            </a:xfrm>
            <a:prstGeom prst="line">
              <a:avLst/>
            </a:prstGeom>
            <a:noFill/>
            <a:ln w="50800">
              <a:solidFill>
                <a:schemeClr val="accent2"/>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0" name="Group 16">
            <a:extLst>
              <a:ext uri="{FF2B5EF4-FFF2-40B4-BE49-F238E27FC236}">
                <a16:creationId xmlns:a16="http://schemas.microsoft.com/office/drawing/2014/main" id="{97073785-9916-4336-B67A-0F02BA7F5DBA}"/>
              </a:ext>
            </a:extLst>
          </p:cNvPr>
          <p:cNvGrpSpPr>
            <a:grpSpLocks/>
          </p:cNvGrpSpPr>
          <p:nvPr/>
        </p:nvGrpSpPr>
        <p:grpSpPr bwMode="auto">
          <a:xfrm>
            <a:off x="8382000" y="457200"/>
            <a:ext cx="838200" cy="4191000"/>
            <a:chOff x="2928" y="672"/>
            <a:chExt cx="528" cy="2640"/>
          </a:xfrm>
        </p:grpSpPr>
        <p:sp>
          <p:nvSpPr>
            <p:cNvPr id="21543" name="Line 14">
              <a:extLst>
                <a:ext uri="{FF2B5EF4-FFF2-40B4-BE49-F238E27FC236}">
                  <a16:creationId xmlns:a16="http://schemas.microsoft.com/office/drawing/2014/main" id="{893C45A7-458F-479B-A09E-C26A84306BEE}"/>
                </a:ext>
              </a:extLst>
            </p:cNvPr>
            <p:cNvSpPr>
              <a:spLocks noChangeShapeType="1"/>
            </p:cNvSpPr>
            <p:nvPr/>
          </p:nvSpPr>
          <p:spPr bwMode="auto">
            <a:xfrm flipV="1">
              <a:off x="2928" y="672"/>
              <a:ext cx="528" cy="2640"/>
            </a:xfrm>
            <a:prstGeom prst="line">
              <a:avLst/>
            </a:prstGeom>
            <a:noFill/>
            <a:ln w="127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1544" name="Line 15">
              <a:extLst>
                <a:ext uri="{FF2B5EF4-FFF2-40B4-BE49-F238E27FC236}">
                  <a16:creationId xmlns:a16="http://schemas.microsoft.com/office/drawing/2014/main" id="{58DEF7DE-433D-4B05-ACD6-5C2A4039AE6E}"/>
                </a:ext>
              </a:extLst>
            </p:cNvPr>
            <p:cNvSpPr>
              <a:spLocks noChangeShapeType="1"/>
            </p:cNvSpPr>
            <p:nvPr/>
          </p:nvSpPr>
          <p:spPr bwMode="auto">
            <a:xfrm flipV="1">
              <a:off x="3180" y="1872"/>
              <a:ext cx="48" cy="192"/>
            </a:xfrm>
            <a:prstGeom prst="line">
              <a:avLst/>
            </a:prstGeom>
            <a:noFill/>
            <a:ln w="50800">
              <a:solidFill>
                <a:schemeClr val="accent2"/>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1" name="Group 19">
            <a:extLst>
              <a:ext uri="{FF2B5EF4-FFF2-40B4-BE49-F238E27FC236}">
                <a16:creationId xmlns:a16="http://schemas.microsoft.com/office/drawing/2014/main" id="{5F32B1C2-9144-477A-AC96-CFB57CA0BAAA}"/>
              </a:ext>
            </a:extLst>
          </p:cNvPr>
          <p:cNvGrpSpPr>
            <a:grpSpLocks/>
          </p:cNvGrpSpPr>
          <p:nvPr/>
        </p:nvGrpSpPr>
        <p:grpSpPr bwMode="auto">
          <a:xfrm>
            <a:off x="5943600" y="457200"/>
            <a:ext cx="838200" cy="4191000"/>
            <a:chOff x="3252" y="648"/>
            <a:chExt cx="528" cy="2640"/>
          </a:xfrm>
        </p:grpSpPr>
        <p:sp>
          <p:nvSpPr>
            <p:cNvPr id="21541" name="Line 17">
              <a:extLst>
                <a:ext uri="{FF2B5EF4-FFF2-40B4-BE49-F238E27FC236}">
                  <a16:creationId xmlns:a16="http://schemas.microsoft.com/office/drawing/2014/main" id="{263F39FB-96D2-4F06-8CCB-019E821200C1}"/>
                </a:ext>
              </a:extLst>
            </p:cNvPr>
            <p:cNvSpPr>
              <a:spLocks noChangeShapeType="1"/>
            </p:cNvSpPr>
            <p:nvPr/>
          </p:nvSpPr>
          <p:spPr bwMode="auto">
            <a:xfrm flipV="1">
              <a:off x="3252" y="648"/>
              <a:ext cx="528" cy="2640"/>
            </a:xfrm>
            <a:prstGeom prst="line">
              <a:avLst/>
            </a:prstGeom>
            <a:noFill/>
            <a:ln w="127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1542" name="Line 18">
              <a:extLst>
                <a:ext uri="{FF2B5EF4-FFF2-40B4-BE49-F238E27FC236}">
                  <a16:creationId xmlns:a16="http://schemas.microsoft.com/office/drawing/2014/main" id="{A986465D-8DAD-457E-A695-81D7498D3A8F}"/>
                </a:ext>
              </a:extLst>
            </p:cNvPr>
            <p:cNvSpPr>
              <a:spLocks noChangeShapeType="1"/>
            </p:cNvSpPr>
            <p:nvPr/>
          </p:nvSpPr>
          <p:spPr bwMode="auto">
            <a:xfrm flipV="1">
              <a:off x="3504" y="1848"/>
              <a:ext cx="48" cy="192"/>
            </a:xfrm>
            <a:prstGeom prst="line">
              <a:avLst/>
            </a:prstGeom>
            <a:noFill/>
            <a:ln w="50800">
              <a:solidFill>
                <a:schemeClr val="accent2"/>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2" name="Group 22">
            <a:extLst>
              <a:ext uri="{FF2B5EF4-FFF2-40B4-BE49-F238E27FC236}">
                <a16:creationId xmlns:a16="http://schemas.microsoft.com/office/drawing/2014/main" id="{EF779E19-CD95-4944-87C1-76C4AD2DE82B}"/>
              </a:ext>
            </a:extLst>
          </p:cNvPr>
          <p:cNvGrpSpPr>
            <a:grpSpLocks/>
          </p:cNvGrpSpPr>
          <p:nvPr/>
        </p:nvGrpSpPr>
        <p:grpSpPr bwMode="auto">
          <a:xfrm>
            <a:off x="9525000" y="381000"/>
            <a:ext cx="838200" cy="4191000"/>
            <a:chOff x="3552" y="624"/>
            <a:chExt cx="528" cy="2640"/>
          </a:xfrm>
        </p:grpSpPr>
        <p:sp>
          <p:nvSpPr>
            <p:cNvPr id="21539" name="Line 20">
              <a:extLst>
                <a:ext uri="{FF2B5EF4-FFF2-40B4-BE49-F238E27FC236}">
                  <a16:creationId xmlns:a16="http://schemas.microsoft.com/office/drawing/2014/main" id="{6AB80690-36BA-4A82-92A9-43079ED76865}"/>
                </a:ext>
              </a:extLst>
            </p:cNvPr>
            <p:cNvSpPr>
              <a:spLocks noChangeShapeType="1"/>
            </p:cNvSpPr>
            <p:nvPr/>
          </p:nvSpPr>
          <p:spPr bwMode="auto">
            <a:xfrm flipV="1">
              <a:off x="3552" y="624"/>
              <a:ext cx="528" cy="2640"/>
            </a:xfrm>
            <a:prstGeom prst="line">
              <a:avLst/>
            </a:prstGeom>
            <a:noFill/>
            <a:ln w="127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1540" name="Line 21">
              <a:extLst>
                <a:ext uri="{FF2B5EF4-FFF2-40B4-BE49-F238E27FC236}">
                  <a16:creationId xmlns:a16="http://schemas.microsoft.com/office/drawing/2014/main" id="{3206F772-E9A2-4C5C-BDD7-FA2C3550E8D4}"/>
                </a:ext>
              </a:extLst>
            </p:cNvPr>
            <p:cNvSpPr>
              <a:spLocks noChangeShapeType="1"/>
            </p:cNvSpPr>
            <p:nvPr/>
          </p:nvSpPr>
          <p:spPr bwMode="auto">
            <a:xfrm flipV="1">
              <a:off x="3804" y="1824"/>
              <a:ext cx="48" cy="192"/>
            </a:xfrm>
            <a:prstGeom prst="line">
              <a:avLst/>
            </a:prstGeom>
            <a:noFill/>
            <a:ln w="50800">
              <a:solidFill>
                <a:schemeClr val="accent2"/>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3" name="Group 25">
            <a:extLst>
              <a:ext uri="{FF2B5EF4-FFF2-40B4-BE49-F238E27FC236}">
                <a16:creationId xmlns:a16="http://schemas.microsoft.com/office/drawing/2014/main" id="{45A87C81-9E4D-44C8-A72F-A65B0296BE53}"/>
              </a:ext>
            </a:extLst>
          </p:cNvPr>
          <p:cNvGrpSpPr>
            <a:grpSpLocks/>
          </p:cNvGrpSpPr>
          <p:nvPr/>
        </p:nvGrpSpPr>
        <p:grpSpPr bwMode="auto">
          <a:xfrm>
            <a:off x="5257800" y="533400"/>
            <a:ext cx="838200" cy="4191000"/>
            <a:chOff x="3840" y="672"/>
            <a:chExt cx="528" cy="2640"/>
          </a:xfrm>
        </p:grpSpPr>
        <p:sp>
          <p:nvSpPr>
            <p:cNvPr id="21537" name="Line 23">
              <a:extLst>
                <a:ext uri="{FF2B5EF4-FFF2-40B4-BE49-F238E27FC236}">
                  <a16:creationId xmlns:a16="http://schemas.microsoft.com/office/drawing/2014/main" id="{41B7923A-851D-4FC8-A209-82B58DCABBEE}"/>
                </a:ext>
              </a:extLst>
            </p:cNvPr>
            <p:cNvSpPr>
              <a:spLocks noChangeShapeType="1"/>
            </p:cNvSpPr>
            <p:nvPr/>
          </p:nvSpPr>
          <p:spPr bwMode="auto">
            <a:xfrm flipV="1">
              <a:off x="3840" y="672"/>
              <a:ext cx="528" cy="2640"/>
            </a:xfrm>
            <a:prstGeom prst="line">
              <a:avLst/>
            </a:prstGeom>
            <a:noFill/>
            <a:ln w="127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1538" name="Line 24">
              <a:extLst>
                <a:ext uri="{FF2B5EF4-FFF2-40B4-BE49-F238E27FC236}">
                  <a16:creationId xmlns:a16="http://schemas.microsoft.com/office/drawing/2014/main" id="{23188C8F-980C-443E-8842-0DE21B8A298F}"/>
                </a:ext>
              </a:extLst>
            </p:cNvPr>
            <p:cNvSpPr>
              <a:spLocks noChangeShapeType="1"/>
            </p:cNvSpPr>
            <p:nvPr/>
          </p:nvSpPr>
          <p:spPr bwMode="auto">
            <a:xfrm flipV="1">
              <a:off x="4092" y="1872"/>
              <a:ext cx="48" cy="192"/>
            </a:xfrm>
            <a:prstGeom prst="line">
              <a:avLst/>
            </a:prstGeom>
            <a:noFill/>
            <a:ln w="50800">
              <a:solidFill>
                <a:schemeClr val="accent2"/>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4" name="Group 116">
            <a:extLst>
              <a:ext uri="{FF2B5EF4-FFF2-40B4-BE49-F238E27FC236}">
                <a16:creationId xmlns:a16="http://schemas.microsoft.com/office/drawing/2014/main" id="{9AC6696E-4404-4D64-8AA9-FDAFB0C2C752}"/>
              </a:ext>
            </a:extLst>
          </p:cNvPr>
          <p:cNvGrpSpPr>
            <a:grpSpLocks/>
          </p:cNvGrpSpPr>
          <p:nvPr/>
        </p:nvGrpSpPr>
        <p:grpSpPr bwMode="auto">
          <a:xfrm>
            <a:off x="6248400" y="1066800"/>
            <a:ext cx="3619500" cy="3543300"/>
            <a:chOff x="2904" y="696"/>
            <a:chExt cx="2280" cy="2232"/>
          </a:xfrm>
        </p:grpSpPr>
        <p:sp>
          <p:nvSpPr>
            <p:cNvPr id="21525" name="Freeform 96">
              <a:extLst>
                <a:ext uri="{FF2B5EF4-FFF2-40B4-BE49-F238E27FC236}">
                  <a16:creationId xmlns:a16="http://schemas.microsoft.com/office/drawing/2014/main" id="{7FB07498-7A39-4B6B-AD9A-8ED9999F5FA1}"/>
                </a:ext>
              </a:extLst>
            </p:cNvPr>
            <p:cNvSpPr>
              <a:spLocks/>
            </p:cNvSpPr>
            <p:nvPr/>
          </p:nvSpPr>
          <p:spPr bwMode="auto">
            <a:xfrm>
              <a:off x="3168" y="1008"/>
              <a:ext cx="2016" cy="1920"/>
            </a:xfrm>
            <a:custGeom>
              <a:avLst/>
              <a:gdLst>
                <a:gd name="T0" fmla="*/ 0 w 2016"/>
                <a:gd name="T1" fmla="*/ 1920 h 1920"/>
                <a:gd name="T2" fmla="*/ 288 w 2016"/>
                <a:gd name="T3" fmla="*/ 1008 h 1920"/>
                <a:gd name="T4" fmla="*/ 1536 w 2016"/>
                <a:gd name="T5" fmla="*/ 624 h 1920"/>
                <a:gd name="T6" fmla="*/ 2016 w 2016"/>
                <a:gd name="T7" fmla="*/ 0 h 1920"/>
                <a:gd name="T8" fmla="*/ 0 60000 65536"/>
                <a:gd name="T9" fmla="*/ 0 60000 65536"/>
                <a:gd name="T10" fmla="*/ 0 60000 65536"/>
                <a:gd name="T11" fmla="*/ 0 60000 65536"/>
                <a:gd name="T12" fmla="*/ 0 w 2016"/>
                <a:gd name="T13" fmla="*/ 0 h 1920"/>
                <a:gd name="T14" fmla="*/ 2016 w 2016"/>
                <a:gd name="T15" fmla="*/ 1920 h 1920"/>
              </a:gdLst>
              <a:ahLst/>
              <a:cxnLst>
                <a:cxn ang="T8">
                  <a:pos x="T0" y="T1"/>
                </a:cxn>
                <a:cxn ang="T9">
                  <a:pos x="T2" y="T3"/>
                </a:cxn>
                <a:cxn ang="T10">
                  <a:pos x="T4" y="T5"/>
                </a:cxn>
                <a:cxn ang="T11">
                  <a:pos x="T6" y="T7"/>
                </a:cxn>
              </a:cxnLst>
              <a:rect l="T12" t="T13" r="T14" b="T15"/>
              <a:pathLst>
                <a:path w="2016" h="1920">
                  <a:moveTo>
                    <a:pt x="0" y="1920"/>
                  </a:moveTo>
                  <a:cubicBezTo>
                    <a:pt x="16" y="1572"/>
                    <a:pt x="32" y="1224"/>
                    <a:pt x="288" y="1008"/>
                  </a:cubicBezTo>
                  <a:cubicBezTo>
                    <a:pt x="544" y="792"/>
                    <a:pt x="1248" y="792"/>
                    <a:pt x="1536" y="624"/>
                  </a:cubicBezTo>
                  <a:cubicBezTo>
                    <a:pt x="1824" y="456"/>
                    <a:pt x="1920" y="228"/>
                    <a:pt x="2016" y="0"/>
                  </a:cubicBezTo>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sp>
          <p:nvSpPr>
            <p:cNvPr id="21526" name="Freeform 106">
              <a:extLst>
                <a:ext uri="{FF2B5EF4-FFF2-40B4-BE49-F238E27FC236}">
                  <a16:creationId xmlns:a16="http://schemas.microsoft.com/office/drawing/2014/main" id="{38E00413-8393-46FA-B9DC-599596F49F24}"/>
                </a:ext>
              </a:extLst>
            </p:cNvPr>
            <p:cNvSpPr>
              <a:spLocks/>
            </p:cNvSpPr>
            <p:nvPr/>
          </p:nvSpPr>
          <p:spPr bwMode="auto">
            <a:xfrm>
              <a:off x="3144" y="984"/>
              <a:ext cx="2016" cy="1920"/>
            </a:xfrm>
            <a:custGeom>
              <a:avLst/>
              <a:gdLst>
                <a:gd name="T0" fmla="*/ 0 w 2016"/>
                <a:gd name="T1" fmla="*/ 1920 h 1920"/>
                <a:gd name="T2" fmla="*/ 288 w 2016"/>
                <a:gd name="T3" fmla="*/ 1008 h 1920"/>
                <a:gd name="T4" fmla="*/ 1536 w 2016"/>
                <a:gd name="T5" fmla="*/ 624 h 1920"/>
                <a:gd name="T6" fmla="*/ 2016 w 2016"/>
                <a:gd name="T7" fmla="*/ 0 h 1920"/>
                <a:gd name="T8" fmla="*/ 0 60000 65536"/>
                <a:gd name="T9" fmla="*/ 0 60000 65536"/>
                <a:gd name="T10" fmla="*/ 0 60000 65536"/>
                <a:gd name="T11" fmla="*/ 0 60000 65536"/>
                <a:gd name="T12" fmla="*/ 0 w 2016"/>
                <a:gd name="T13" fmla="*/ 0 h 1920"/>
                <a:gd name="T14" fmla="*/ 2016 w 2016"/>
                <a:gd name="T15" fmla="*/ 1920 h 1920"/>
              </a:gdLst>
              <a:ahLst/>
              <a:cxnLst>
                <a:cxn ang="T8">
                  <a:pos x="T0" y="T1"/>
                </a:cxn>
                <a:cxn ang="T9">
                  <a:pos x="T2" y="T3"/>
                </a:cxn>
                <a:cxn ang="T10">
                  <a:pos x="T4" y="T5"/>
                </a:cxn>
                <a:cxn ang="T11">
                  <a:pos x="T6" y="T7"/>
                </a:cxn>
              </a:cxnLst>
              <a:rect l="T12" t="T13" r="T14" b="T15"/>
              <a:pathLst>
                <a:path w="2016" h="1920">
                  <a:moveTo>
                    <a:pt x="0" y="1920"/>
                  </a:moveTo>
                  <a:cubicBezTo>
                    <a:pt x="16" y="1572"/>
                    <a:pt x="32" y="1224"/>
                    <a:pt x="288" y="1008"/>
                  </a:cubicBezTo>
                  <a:cubicBezTo>
                    <a:pt x="544" y="792"/>
                    <a:pt x="1248" y="792"/>
                    <a:pt x="1536" y="624"/>
                  </a:cubicBezTo>
                  <a:cubicBezTo>
                    <a:pt x="1824" y="456"/>
                    <a:pt x="1920" y="228"/>
                    <a:pt x="2016" y="0"/>
                  </a:cubicBezTo>
                </a:path>
              </a:pathLst>
            </a:custGeom>
            <a:noFill/>
            <a:ln w="76200">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sp>
          <p:nvSpPr>
            <p:cNvPr id="21527" name="Freeform 107">
              <a:extLst>
                <a:ext uri="{FF2B5EF4-FFF2-40B4-BE49-F238E27FC236}">
                  <a16:creationId xmlns:a16="http://schemas.microsoft.com/office/drawing/2014/main" id="{68E89CB0-319F-436D-92B3-7B19684D7F4A}"/>
                </a:ext>
              </a:extLst>
            </p:cNvPr>
            <p:cNvSpPr>
              <a:spLocks/>
            </p:cNvSpPr>
            <p:nvPr/>
          </p:nvSpPr>
          <p:spPr bwMode="auto">
            <a:xfrm>
              <a:off x="3096" y="972"/>
              <a:ext cx="2016" cy="1920"/>
            </a:xfrm>
            <a:custGeom>
              <a:avLst/>
              <a:gdLst>
                <a:gd name="T0" fmla="*/ 0 w 2016"/>
                <a:gd name="T1" fmla="*/ 1920 h 1920"/>
                <a:gd name="T2" fmla="*/ 288 w 2016"/>
                <a:gd name="T3" fmla="*/ 1008 h 1920"/>
                <a:gd name="T4" fmla="*/ 1536 w 2016"/>
                <a:gd name="T5" fmla="*/ 624 h 1920"/>
                <a:gd name="T6" fmla="*/ 2016 w 2016"/>
                <a:gd name="T7" fmla="*/ 0 h 1920"/>
                <a:gd name="T8" fmla="*/ 0 60000 65536"/>
                <a:gd name="T9" fmla="*/ 0 60000 65536"/>
                <a:gd name="T10" fmla="*/ 0 60000 65536"/>
                <a:gd name="T11" fmla="*/ 0 60000 65536"/>
                <a:gd name="T12" fmla="*/ 0 w 2016"/>
                <a:gd name="T13" fmla="*/ 0 h 1920"/>
                <a:gd name="T14" fmla="*/ 2016 w 2016"/>
                <a:gd name="T15" fmla="*/ 1920 h 1920"/>
              </a:gdLst>
              <a:ahLst/>
              <a:cxnLst>
                <a:cxn ang="T8">
                  <a:pos x="T0" y="T1"/>
                </a:cxn>
                <a:cxn ang="T9">
                  <a:pos x="T2" y="T3"/>
                </a:cxn>
                <a:cxn ang="T10">
                  <a:pos x="T4" y="T5"/>
                </a:cxn>
                <a:cxn ang="T11">
                  <a:pos x="T6" y="T7"/>
                </a:cxn>
              </a:cxnLst>
              <a:rect l="T12" t="T13" r="T14" b="T15"/>
              <a:pathLst>
                <a:path w="2016" h="1920">
                  <a:moveTo>
                    <a:pt x="0" y="1920"/>
                  </a:moveTo>
                  <a:cubicBezTo>
                    <a:pt x="16" y="1572"/>
                    <a:pt x="32" y="1224"/>
                    <a:pt x="288" y="1008"/>
                  </a:cubicBezTo>
                  <a:cubicBezTo>
                    <a:pt x="544" y="792"/>
                    <a:pt x="1248" y="792"/>
                    <a:pt x="1536" y="624"/>
                  </a:cubicBezTo>
                  <a:cubicBezTo>
                    <a:pt x="1824" y="456"/>
                    <a:pt x="1920" y="228"/>
                    <a:pt x="2016" y="0"/>
                  </a:cubicBezTo>
                </a:path>
              </a:pathLst>
            </a:custGeom>
            <a:noFill/>
            <a:ln w="76200">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sp>
          <p:nvSpPr>
            <p:cNvPr id="21528" name="Freeform 95">
              <a:extLst>
                <a:ext uri="{FF2B5EF4-FFF2-40B4-BE49-F238E27FC236}">
                  <a16:creationId xmlns:a16="http://schemas.microsoft.com/office/drawing/2014/main" id="{32D07A38-6E38-4EE1-BE63-2703362F126D}"/>
                </a:ext>
              </a:extLst>
            </p:cNvPr>
            <p:cNvSpPr>
              <a:spLocks/>
            </p:cNvSpPr>
            <p:nvPr/>
          </p:nvSpPr>
          <p:spPr bwMode="auto">
            <a:xfrm>
              <a:off x="2928" y="780"/>
              <a:ext cx="2016" cy="1920"/>
            </a:xfrm>
            <a:custGeom>
              <a:avLst/>
              <a:gdLst>
                <a:gd name="T0" fmla="*/ 0 w 2016"/>
                <a:gd name="T1" fmla="*/ 1920 h 1920"/>
                <a:gd name="T2" fmla="*/ 288 w 2016"/>
                <a:gd name="T3" fmla="*/ 1008 h 1920"/>
                <a:gd name="T4" fmla="*/ 1536 w 2016"/>
                <a:gd name="T5" fmla="*/ 624 h 1920"/>
                <a:gd name="T6" fmla="*/ 2016 w 2016"/>
                <a:gd name="T7" fmla="*/ 0 h 1920"/>
                <a:gd name="T8" fmla="*/ 0 60000 65536"/>
                <a:gd name="T9" fmla="*/ 0 60000 65536"/>
                <a:gd name="T10" fmla="*/ 0 60000 65536"/>
                <a:gd name="T11" fmla="*/ 0 60000 65536"/>
                <a:gd name="T12" fmla="*/ 0 w 2016"/>
                <a:gd name="T13" fmla="*/ 0 h 1920"/>
                <a:gd name="T14" fmla="*/ 2016 w 2016"/>
                <a:gd name="T15" fmla="*/ 1920 h 1920"/>
              </a:gdLst>
              <a:ahLst/>
              <a:cxnLst>
                <a:cxn ang="T8">
                  <a:pos x="T0" y="T1"/>
                </a:cxn>
                <a:cxn ang="T9">
                  <a:pos x="T2" y="T3"/>
                </a:cxn>
                <a:cxn ang="T10">
                  <a:pos x="T4" y="T5"/>
                </a:cxn>
                <a:cxn ang="T11">
                  <a:pos x="T6" y="T7"/>
                </a:cxn>
              </a:cxnLst>
              <a:rect l="T12" t="T13" r="T14" b="T15"/>
              <a:pathLst>
                <a:path w="2016" h="1920">
                  <a:moveTo>
                    <a:pt x="0" y="1920"/>
                  </a:moveTo>
                  <a:cubicBezTo>
                    <a:pt x="16" y="1572"/>
                    <a:pt x="32" y="1224"/>
                    <a:pt x="288" y="1008"/>
                  </a:cubicBezTo>
                  <a:cubicBezTo>
                    <a:pt x="544" y="792"/>
                    <a:pt x="1248" y="792"/>
                    <a:pt x="1536" y="624"/>
                  </a:cubicBezTo>
                  <a:cubicBezTo>
                    <a:pt x="1824" y="456"/>
                    <a:pt x="1920" y="228"/>
                    <a:pt x="2016" y="0"/>
                  </a:cubicBezTo>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sp>
          <p:nvSpPr>
            <p:cNvPr id="21529" name="Freeform 97">
              <a:extLst>
                <a:ext uri="{FF2B5EF4-FFF2-40B4-BE49-F238E27FC236}">
                  <a16:creationId xmlns:a16="http://schemas.microsoft.com/office/drawing/2014/main" id="{904524E2-A6E0-4974-B56A-F93F92AF1342}"/>
                </a:ext>
              </a:extLst>
            </p:cNvPr>
            <p:cNvSpPr>
              <a:spLocks/>
            </p:cNvSpPr>
            <p:nvPr/>
          </p:nvSpPr>
          <p:spPr bwMode="auto">
            <a:xfrm>
              <a:off x="2952" y="804"/>
              <a:ext cx="2016" cy="1920"/>
            </a:xfrm>
            <a:custGeom>
              <a:avLst/>
              <a:gdLst>
                <a:gd name="T0" fmla="*/ 0 w 2016"/>
                <a:gd name="T1" fmla="*/ 1920 h 1920"/>
                <a:gd name="T2" fmla="*/ 288 w 2016"/>
                <a:gd name="T3" fmla="*/ 1008 h 1920"/>
                <a:gd name="T4" fmla="*/ 1536 w 2016"/>
                <a:gd name="T5" fmla="*/ 624 h 1920"/>
                <a:gd name="T6" fmla="*/ 2016 w 2016"/>
                <a:gd name="T7" fmla="*/ 0 h 1920"/>
                <a:gd name="T8" fmla="*/ 0 60000 65536"/>
                <a:gd name="T9" fmla="*/ 0 60000 65536"/>
                <a:gd name="T10" fmla="*/ 0 60000 65536"/>
                <a:gd name="T11" fmla="*/ 0 60000 65536"/>
                <a:gd name="T12" fmla="*/ 0 w 2016"/>
                <a:gd name="T13" fmla="*/ 0 h 1920"/>
                <a:gd name="T14" fmla="*/ 2016 w 2016"/>
                <a:gd name="T15" fmla="*/ 1920 h 1920"/>
              </a:gdLst>
              <a:ahLst/>
              <a:cxnLst>
                <a:cxn ang="T8">
                  <a:pos x="T0" y="T1"/>
                </a:cxn>
                <a:cxn ang="T9">
                  <a:pos x="T2" y="T3"/>
                </a:cxn>
                <a:cxn ang="T10">
                  <a:pos x="T4" y="T5"/>
                </a:cxn>
                <a:cxn ang="T11">
                  <a:pos x="T6" y="T7"/>
                </a:cxn>
              </a:cxnLst>
              <a:rect l="T12" t="T13" r="T14" b="T15"/>
              <a:pathLst>
                <a:path w="2016" h="1920">
                  <a:moveTo>
                    <a:pt x="0" y="1920"/>
                  </a:moveTo>
                  <a:cubicBezTo>
                    <a:pt x="16" y="1572"/>
                    <a:pt x="32" y="1224"/>
                    <a:pt x="288" y="1008"/>
                  </a:cubicBezTo>
                  <a:cubicBezTo>
                    <a:pt x="544" y="792"/>
                    <a:pt x="1248" y="792"/>
                    <a:pt x="1536" y="624"/>
                  </a:cubicBezTo>
                  <a:cubicBezTo>
                    <a:pt x="1824" y="456"/>
                    <a:pt x="1920" y="228"/>
                    <a:pt x="2016" y="0"/>
                  </a:cubicBezTo>
                </a:path>
              </a:pathLst>
            </a:custGeom>
            <a:noFill/>
            <a:ln w="76200">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sp>
          <p:nvSpPr>
            <p:cNvPr id="21530" name="Freeform 103">
              <a:extLst>
                <a:ext uri="{FF2B5EF4-FFF2-40B4-BE49-F238E27FC236}">
                  <a16:creationId xmlns:a16="http://schemas.microsoft.com/office/drawing/2014/main" id="{7865C427-9CCE-4C6B-8694-65954C8C784E}"/>
                </a:ext>
              </a:extLst>
            </p:cNvPr>
            <p:cNvSpPr>
              <a:spLocks/>
            </p:cNvSpPr>
            <p:nvPr/>
          </p:nvSpPr>
          <p:spPr bwMode="auto">
            <a:xfrm>
              <a:off x="2988" y="840"/>
              <a:ext cx="2016" cy="1920"/>
            </a:xfrm>
            <a:custGeom>
              <a:avLst/>
              <a:gdLst>
                <a:gd name="T0" fmla="*/ 0 w 2016"/>
                <a:gd name="T1" fmla="*/ 1920 h 1920"/>
                <a:gd name="T2" fmla="*/ 288 w 2016"/>
                <a:gd name="T3" fmla="*/ 1008 h 1920"/>
                <a:gd name="T4" fmla="*/ 1536 w 2016"/>
                <a:gd name="T5" fmla="*/ 624 h 1920"/>
                <a:gd name="T6" fmla="*/ 2016 w 2016"/>
                <a:gd name="T7" fmla="*/ 0 h 1920"/>
                <a:gd name="T8" fmla="*/ 0 60000 65536"/>
                <a:gd name="T9" fmla="*/ 0 60000 65536"/>
                <a:gd name="T10" fmla="*/ 0 60000 65536"/>
                <a:gd name="T11" fmla="*/ 0 60000 65536"/>
                <a:gd name="T12" fmla="*/ 0 w 2016"/>
                <a:gd name="T13" fmla="*/ 0 h 1920"/>
                <a:gd name="T14" fmla="*/ 2016 w 2016"/>
                <a:gd name="T15" fmla="*/ 1920 h 1920"/>
              </a:gdLst>
              <a:ahLst/>
              <a:cxnLst>
                <a:cxn ang="T8">
                  <a:pos x="T0" y="T1"/>
                </a:cxn>
                <a:cxn ang="T9">
                  <a:pos x="T2" y="T3"/>
                </a:cxn>
                <a:cxn ang="T10">
                  <a:pos x="T4" y="T5"/>
                </a:cxn>
                <a:cxn ang="T11">
                  <a:pos x="T6" y="T7"/>
                </a:cxn>
              </a:cxnLst>
              <a:rect l="T12" t="T13" r="T14" b="T15"/>
              <a:pathLst>
                <a:path w="2016" h="1920">
                  <a:moveTo>
                    <a:pt x="0" y="1920"/>
                  </a:moveTo>
                  <a:cubicBezTo>
                    <a:pt x="16" y="1572"/>
                    <a:pt x="32" y="1224"/>
                    <a:pt x="288" y="1008"/>
                  </a:cubicBezTo>
                  <a:cubicBezTo>
                    <a:pt x="544" y="792"/>
                    <a:pt x="1248" y="792"/>
                    <a:pt x="1536" y="624"/>
                  </a:cubicBezTo>
                  <a:cubicBezTo>
                    <a:pt x="1824" y="456"/>
                    <a:pt x="1920" y="228"/>
                    <a:pt x="2016" y="0"/>
                  </a:cubicBezTo>
                </a:path>
              </a:pathLst>
            </a:custGeom>
            <a:noFill/>
            <a:ln w="76200">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sp>
          <p:nvSpPr>
            <p:cNvPr id="21531" name="Freeform 104">
              <a:extLst>
                <a:ext uri="{FF2B5EF4-FFF2-40B4-BE49-F238E27FC236}">
                  <a16:creationId xmlns:a16="http://schemas.microsoft.com/office/drawing/2014/main" id="{4F27F9EE-40D2-4330-815A-C5775C5FBD09}"/>
                </a:ext>
              </a:extLst>
            </p:cNvPr>
            <p:cNvSpPr>
              <a:spLocks/>
            </p:cNvSpPr>
            <p:nvPr/>
          </p:nvSpPr>
          <p:spPr bwMode="auto">
            <a:xfrm>
              <a:off x="3024" y="864"/>
              <a:ext cx="2016" cy="1920"/>
            </a:xfrm>
            <a:custGeom>
              <a:avLst/>
              <a:gdLst>
                <a:gd name="T0" fmla="*/ 0 w 2016"/>
                <a:gd name="T1" fmla="*/ 1920 h 1920"/>
                <a:gd name="T2" fmla="*/ 288 w 2016"/>
                <a:gd name="T3" fmla="*/ 1008 h 1920"/>
                <a:gd name="T4" fmla="*/ 1536 w 2016"/>
                <a:gd name="T5" fmla="*/ 624 h 1920"/>
                <a:gd name="T6" fmla="*/ 2016 w 2016"/>
                <a:gd name="T7" fmla="*/ 0 h 1920"/>
                <a:gd name="T8" fmla="*/ 0 60000 65536"/>
                <a:gd name="T9" fmla="*/ 0 60000 65536"/>
                <a:gd name="T10" fmla="*/ 0 60000 65536"/>
                <a:gd name="T11" fmla="*/ 0 60000 65536"/>
                <a:gd name="T12" fmla="*/ 0 w 2016"/>
                <a:gd name="T13" fmla="*/ 0 h 1920"/>
                <a:gd name="T14" fmla="*/ 2016 w 2016"/>
                <a:gd name="T15" fmla="*/ 1920 h 1920"/>
              </a:gdLst>
              <a:ahLst/>
              <a:cxnLst>
                <a:cxn ang="T8">
                  <a:pos x="T0" y="T1"/>
                </a:cxn>
                <a:cxn ang="T9">
                  <a:pos x="T2" y="T3"/>
                </a:cxn>
                <a:cxn ang="T10">
                  <a:pos x="T4" y="T5"/>
                </a:cxn>
                <a:cxn ang="T11">
                  <a:pos x="T6" y="T7"/>
                </a:cxn>
              </a:cxnLst>
              <a:rect l="T12" t="T13" r="T14" b="T15"/>
              <a:pathLst>
                <a:path w="2016" h="1920">
                  <a:moveTo>
                    <a:pt x="0" y="1920"/>
                  </a:moveTo>
                  <a:cubicBezTo>
                    <a:pt x="16" y="1572"/>
                    <a:pt x="32" y="1224"/>
                    <a:pt x="288" y="1008"/>
                  </a:cubicBezTo>
                  <a:cubicBezTo>
                    <a:pt x="544" y="792"/>
                    <a:pt x="1248" y="792"/>
                    <a:pt x="1536" y="624"/>
                  </a:cubicBezTo>
                  <a:cubicBezTo>
                    <a:pt x="1824" y="456"/>
                    <a:pt x="1920" y="228"/>
                    <a:pt x="2016" y="0"/>
                  </a:cubicBezTo>
                </a:path>
              </a:pathLst>
            </a:custGeom>
            <a:noFill/>
            <a:ln w="76200">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sp>
          <p:nvSpPr>
            <p:cNvPr id="21532" name="Freeform 105">
              <a:extLst>
                <a:ext uri="{FF2B5EF4-FFF2-40B4-BE49-F238E27FC236}">
                  <a16:creationId xmlns:a16="http://schemas.microsoft.com/office/drawing/2014/main" id="{993E9683-9018-4CD1-86B6-F502AFC9C7E5}"/>
                </a:ext>
              </a:extLst>
            </p:cNvPr>
            <p:cNvSpPr>
              <a:spLocks/>
            </p:cNvSpPr>
            <p:nvPr/>
          </p:nvSpPr>
          <p:spPr bwMode="auto">
            <a:xfrm>
              <a:off x="3048" y="900"/>
              <a:ext cx="2016" cy="1920"/>
            </a:xfrm>
            <a:custGeom>
              <a:avLst/>
              <a:gdLst>
                <a:gd name="T0" fmla="*/ 0 w 2016"/>
                <a:gd name="T1" fmla="*/ 1920 h 1920"/>
                <a:gd name="T2" fmla="*/ 288 w 2016"/>
                <a:gd name="T3" fmla="*/ 1008 h 1920"/>
                <a:gd name="T4" fmla="*/ 1536 w 2016"/>
                <a:gd name="T5" fmla="*/ 624 h 1920"/>
                <a:gd name="T6" fmla="*/ 2016 w 2016"/>
                <a:gd name="T7" fmla="*/ 0 h 1920"/>
                <a:gd name="T8" fmla="*/ 0 60000 65536"/>
                <a:gd name="T9" fmla="*/ 0 60000 65536"/>
                <a:gd name="T10" fmla="*/ 0 60000 65536"/>
                <a:gd name="T11" fmla="*/ 0 60000 65536"/>
                <a:gd name="T12" fmla="*/ 0 w 2016"/>
                <a:gd name="T13" fmla="*/ 0 h 1920"/>
                <a:gd name="T14" fmla="*/ 2016 w 2016"/>
                <a:gd name="T15" fmla="*/ 1920 h 1920"/>
              </a:gdLst>
              <a:ahLst/>
              <a:cxnLst>
                <a:cxn ang="T8">
                  <a:pos x="T0" y="T1"/>
                </a:cxn>
                <a:cxn ang="T9">
                  <a:pos x="T2" y="T3"/>
                </a:cxn>
                <a:cxn ang="T10">
                  <a:pos x="T4" y="T5"/>
                </a:cxn>
                <a:cxn ang="T11">
                  <a:pos x="T6" y="T7"/>
                </a:cxn>
              </a:cxnLst>
              <a:rect l="T12" t="T13" r="T14" b="T15"/>
              <a:pathLst>
                <a:path w="2016" h="1920">
                  <a:moveTo>
                    <a:pt x="0" y="1920"/>
                  </a:moveTo>
                  <a:cubicBezTo>
                    <a:pt x="16" y="1572"/>
                    <a:pt x="32" y="1224"/>
                    <a:pt x="288" y="1008"/>
                  </a:cubicBezTo>
                  <a:cubicBezTo>
                    <a:pt x="544" y="792"/>
                    <a:pt x="1248" y="792"/>
                    <a:pt x="1536" y="624"/>
                  </a:cubicBezTo>
                  <a:cubicBezTo>
                    <a:pt x="1824" y="456"/>
                    <a:pt x="1920" y="228"/>
                    <a:pt x="2016" y="0"/>
                  </a:cubicBezTo>
                </a:path>
              </a:pathLst>
            </a:custGeom>
            <a:noFill/>
            <a:ln w="76200">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sp>
          <p:nvSpPr>
            <p:cNvPr id="21533" name="Freeform 108">
              <a:extLst>
                <a:ext uri="{FF2B5EF4-FFF2-40B4-BE49-F238E27FC236}">
                  <a16:creationId xmlns:a16="http://schemas.microsoft.com/office/drawing/2014/main" id="{969FC6FB-3C18-4D5A-9BB8-333AB8BB1685}"/>
                </a:ext>
              </a:extLst>
            </p:cNvPr>
            <p:cNvSpPr>
              <a:spLocks/>
            </p:cNvSpPr>
            <p:nvPr/>
          </p:nvSpPr>
          <p:spPr bwMode="auto">
            <a:xfrm>
              <a:off x="3108" y="912"/>
              <a:ext cx="2016" cy="1920"/>
            </a:xfrm>
            <a:custGeom>
              <a:avLst/>
              <a:gdLst>
                <a:gd name="T0" fmla="*/ 0 w 2016"/>
                <a:gd name="T1" fmla="*/ 1920 h 1920"/>
                <a:gd name="T2" fmla="*/ 288 w 2016"/>
                <a:gd name="T3" fmla="*/ 1008 h 1920"/>
                <a:gd name="T4" fmla="*/ 1536 w 2016"/>
                <a:gd name="T5" fmla="*/ 624 h 1920"/>
                <a:gd name="T6" fmla="*/ 2016 w 2016"/>
                <a:gd name="T7" fmla="*/ 0 h 1920"/>
                <a:gd name="T8" fmla="*/ 0 60000 65536"/>
                <a:gd name="T9" fmla="*/ 0 60000 65536"/>
                <a:gd name="T10" fmla="*/ 0 60000 65536"/>
                <a:gd name="T11" fmla="*/ 0 60000 65536"/>
                <a:gd name="T12" fmla="*/ 0 w 2016"/>
                <a:gd name="T13" fmla="*/ 0 h 1920"/>
                <a:gd name="T14" fmla="*/ 2016 w 2016"/>
                <a:gd name="T15" fmla="*/ 1920 h 1920"/>
              </a:gdLst>
              <a:ahLst/>
              <a:cxnLst>
                <a:cxn ang="T8">
                  <a:pos x="T0" y="T1"/>
                </a:cxn>
                <a:cxn ang="T9">
                  <a:pos x="T2" y="T3"/>
                </a:cxn>
                <a:cxn ang="T10">
                  <a:pos x="T4" y="T5"/>
                </a:cxn>
                <a:cxn ang="T11">
                  <a:pos x="T6" y="T7"/>
                </a:cxn>
              </a:cxnLst>
              <a:rect l="T12" t="T13" r="T14" b="T15"/>
              <a:pathLst>
                <a:path w="2016" h="1920">
                  <a:moveTo>
                    <a:pt x="0" y="1920"/>
                  </a:moveTo>
                  <a:cubicBezTo>
                    <a:pt x="16" y="1572"/>
                    <a:pt x="32" y="1224"/>
                    <a:pt x="288" y="1008"/>
                  </a:cubicBezTo>
                  <a:cubicBezTo>
                    <a:pt x="544" y="792"/>
                    <a:pt x="1248" y="792"/>
                    <a:pt x="1536" y="624"/>
                  </a:cubicBezTo>
                  <a:cubicBezTo>
                    <a:pt x="1824" y="456"/>
                    <a:pt x="1920" y="228"/>
                    <a:pt x="2016" y="0"/>
                  </a:cubicBezTo>
                </a:path>
              </a:pathLst>
            </a:custGeom>
            <a:noFill/>
            <a:ln w="76200">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sp>
          <p:nvSpPr>
            <p:cNvPr id="21534" name="Freeform 109">
              <a:extLst>
                <a:ext uri="{FF2B5EF4-FFF2-40B4-BE49-F238E27FC236}">
                  <a16:creationId xmlns:a16="http://schemas.microsoft.com/office/drawing/2014/main" id="{0A78A48E-EAC8-433B-939A-8FEC268E4947}"/>
                </a:ext>
              </a:extLst>
            </p:cNvPr>
            <p:cNvSpPr>
              <a:spLocks/>
            </p:cNvSpPr>
            <p:nvPr/>
          </p:nvSpPr>
          <p:spPr bwMode="auto">
            <a:xfrm>
              <a:off x="3072" y="960"/>
              <a:ext cx="2016" cy="1920"/>
            </a:xfrm>
            <a:custGeom>
              <a:avLst/>
              <a:gdLst>
                <a:gd name="T0" fmla="*/ 0 w 2016"/>
                <a:gd name="T1" fmla="*/ 1920 h 1920"/>
                <a:gd name="T2" fmla="*/ 288 w 2016"/>
                <a:gd name="T3" fmla="*/ 1008 h 1920"/>
                <a:gd name="T4" fmla="*/ 1536 w 2016"/>
                <a:gd name="T5" fmla="*/ 624 h 1920"/>
                <a:gd name="T6" fmla="*/ 2016 w 2016"/>
                <a:gd name="T7" fmla="*/ 0 h 1920"/>
                <a:gd name="T8" fmla="*/ 0 60000 65536"/>
                <a:gd name="T9" fmla="*/ 0 60000 65536"/>
                <a:gd name="T10" fmla="*/ 0 60000 65536"/>
                <a:gd name="T11" fmla="*/ 0 60000 65536"/>
                <a:gd name="T12" fmla="*/ 0 w 2016"/>
                <a:gd name="T13" fmla="*/ 0 h 1920"/>
                <a:gd name="T14" fmla="*/ 2016 w 2016"/>
                <a:gd name="T15" fmla="*/ 1920 h 1920"/>
              </a:gdLst>
              <a:ahLst/>
              <a:cxnLst>
                <a:cxn ang="T8">
                  <a:pos x="T0" y="T1"/>
                </a:cxn>
                <a:cxn ang="T9">
                  <a:pos x="T2" y="T3"/>
                </a:cxn>
                <a:cxn ang="T10">
                  <a:pos x="T4" y="T5"/>
                </a:cxn>
                <a:cxn ang="T11">
                  <a:pos x="T6" y="T7"/>
                </a:cxn>
              </a:cxnLst>
              <a:rect l="T12" t="T13" r="T14" b="T15"/>
              <a:pathLst>
                <a:path w="2016" h="1920">
                  <a:moveTo>
                    <a:pt x="0" y="1920"/>
                  </a:moveTo>
                  <a:cubicBezTo>
                    <a:pt x="16" y="1572"/>
                    <a:pt x="32" y="1224"/>
                    <a:pt x="288" y="1008"/>
                  </a:cubicBezTo>
                  <a:cubicBezTo>
                    <a:pt x="544" y="792"/>
                    <a:pt x="1248" y="792"/>
                    <a:pt x="1536" y="624"/>
                  </a:cubicBezTo>
                  <a:cubicBezTo>
                    <a:pt x="1824" y="456"/>
                    <a:pt x="1920" y="228"/>
                    <a:pt x="2016" y="0"/>
                  </a:cubicBezTo>
                </a:path>
              </a:pathLst>
            </a:custGeom>
            <a:noFill/>
            <a:ln w="76200">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sp>
          <p:nvSpPr>
            <p:cNvPr id="21535" name="Oval 112">
              <a:extLst>
                <a:ext uri="{FF2B5EF4-FFF2-40B4-BE49-F238E27FC236}">
                  <a16:creationId xmlns:a16="http://schemas.microsoft.com/office/drawing/2014/main" id="{E467AD80-FECA-4D9D-986A-1C0B8D9F3C2C}"/>
                </a:ext>
              </a:extLst>
            </p:cNvPr>
            <p:cNvSpPr>
              <a:spLocks noChangeArrowheads="1"/>
            </p:cNvSpPr>
            <p:nvPr/>
          </p:nvSpPr>
          <p:spPr bwMode="auto">
            <a:xfrm rot="-1851654">
              <a:off x="4956" y="696"/>
              <a:ext cx="192" cy="384"/>
            </a:xfrm>
            <a:prstGeom prst="ellipse">
              <a:avLst/>
            </a:prstGeom>
            <a:solidFill>
              <a:srgbClr val="FFFFFF"/>
            </a:solidFill>
            <a:ln w="38100">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sp>
          <p:nvSpPr>
            <p:cNvPr id="21536" name="Freeform 111">
              <a:extLst>
                <a:ext uri="{FF2B5EF4-FFF2-40B4-BE49-F238E27FC236}">
                  <a16:creationId xmlns:a16="http://schemas.microsoft.com/office/drawing/2014/main" id="{EEB16356-5FC2-42CC-84AC-9B33B7CBA997}"/>
                </a:ext>
              </a:extLst>
            </p:cNvPr>
            <p:cNvSpPr>
              <a:spLocks/>
            </p:cNvSpPr>
            <p:nvPr/>
          </p:nvSpPr>
          <p:spPr bwMode="auto">
            <a:xfrm>
              <a:off x="2904" y="2616"/>
              <a:ext cx="288" cy="288"/>
            </a:xfrm>
            <a:custGeom>
              <a:avLst/>
              <a:gdLst>
                <a:gd name="T0" fmla="*/ 264 w 288"/>
                <a:gd name="T1" fmla="*/ 264 h 288"/>
                <a:gd name="T2" fmla="*/ 216 w 288"/>
                <a:gd name="T3" fmla="*/ 72 h 288"/>
                <a:gd name="T4" fmla="*/ 24 w 288"/>
                <a:gd name="T5" fmla="*/ 24 h 288"/>
                <a:gd name="T6" fmla="*/ 72 w 288"/>
                <a:gd name="T7" fmla="*/ 216 h 288"/>
                <a:gd name="T8" fmla="*/ 264 w 288"/>
                <a:gd name="T9" fmla="*/ 264 h 288"/>
                <a:gd name="T10" fmla="*/ 0 60000 65536"/>
                <a:gd name="T11" fmla="*/ 0 60000 65536"/>
                <a:gd name="T12" fmla="*/ 0 60000 65536"/>
                <a:gd name="T13" fmla="*/ 0 60000 65536"/>
                <a:gd name="T14" fmla="*/ 0 60000 65536"/>
                <a:gd name="T15" fmla="*/ 0 w 288"/>
                <a:gd name="T16" fmla="*/ 0 h 288"/>
                <a:gd name="T17" fmla="*/ 288 w 288"/>
                <a:gd name="T18" fmla="*/ 288 h 288"/>
              </a:gdLst>
              <a:ahLst/>
              <a:cxnLst>
                <a:cxn ang="T10">
                  <a:pos x="T0" y="T1"/>
                </a:cxn>
                <a:cxn ang="T11">
                  <a:pos x="T2" y="T3"/>
                </a:cxn>
                <a:cxn ang="T12">
                  <a:pos x="T4" y="T5"/>
                </a:cxn>
                <a:cxn ang="T13">
                  <a:pos x="T6" y="T7"/>
                </a:cxn>
                <a:cxn ang="T14">
                  <a:pos x="T8" y="T9"/>
                </a:cxn>
              </a:cxnLst>
              <a:rect l="T15" t="T16" r="T17" b="T18"/>
              <a:pathLst>
                <a:path w="288" h="288">
                  <a:moveTo>
                    <a:pt x="264" y="264"/>
                  </a:moveTo>
                  <a:cubicBezTo>
                    <a:pt x="288" y="240"/>
                    <a:pt x="256" y="112"/>
                    <a:pt x="216" y="72"/>
                  </a:cubicBezTo>
                  <a:cubicBezTo>
                    <a:pt x="176" y="32"/>
                    <a:pt x="48" y="0"/>
                    <a:pt x="24" y="24"/>
                  </a:cubicBezTo>
                  <a:cubicBezTo>
                    <a:pt x="0" y="48"/>
                    <a:pt x="32" y="176"/>
                    <a:pt x="72" y="216"/>
                  </a:cubicBezTo>
                  <a:cubicBezTo>
                    <a:pt x="112" y="256"/>
                    <a:pt x="240" y="288"/>
                    <a:pt x="264" y="264"/>
                  </a:cubicBezTo>
                  <a:close/>
                </a:path>
              </a:pathLst>
            </a:custGeom>
            <a:solidFill>
              <a:srgbClr val="FFFFFF"/>
            </a:solidFill>
            <a:ln w="38100">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grpSp>
      <p:grpSp>
        <p:nvGrpSpPr>
          <p:cNvPr id="15" name="Group 120">
            <a:extLst>
              <a:ext uri="{FF2B5EF4-FFF2-40B4-BE49-F238E27FC236}">
                <a16:creationId xmlns:a16="http://schemas.microsoft.com/office/drawing/2014/main" id="{E079F81B-FF0A-4660-A421-B7974E27F637}"/>
              </a:ext>
            </a:extLst>
          </p:cNvPr>
          <p:cNvGrpSpPr>
            <a:grpSpLocks/>
          </p:cNvGrpSpPr>
          <p:nvPr/>
        </p:nvGrpSpPr>
        <p:grpSpPr bwMode="auto">
          <a:xfrm>
            <a:off x="9372596" y="990600"/>
            <a:ext cx="796925" cy="838200"/>
            <a:chOff x="4848" y="3120"/>
            <a:chExt cx="502" cy="528"/>
          </a:xfrm>
        </p:grpSpPr>
        <p:sp>
          <p:nvSpPr>
            <p:cNvPr id="21523" name="Line 118">
              <a:extLst>
                <a:ext uri="{FF2B5EF4-FFF2-40B4-BE49-F238E27FC236}">
                  <a16:creationId xmlns:a16="http://schemas.microsoft.com/office/drawing/2014/main" id="{56B9DE10-24A6-40AE-8754-DF4E3632D9C2}"/>
                </a:ext>
              </a:extLst>
            </p:cNvPr>
            <p:cNvSpPr>
              <a:spLocks noChangeShapeType="1"/>
            </p:cNvSpPr>
            <p:nvPr/>
          </p:nvSpPr>
          <p:spPr bwMode="auto">
            <a:xfrm flipV="1">
              <a:off x="4848" y="3120"/>
              <a:ext cx="384" cy="528"/>
            </a:xfrm>
            <a:prstGeom prst="line">
              <a:avLst/>
            </a:prstGeom>
            <a:noFill/>
            <a:ln w="57150">
              <a:solidFill>
                <a:schemeClr val="tx1"/>
              </a:solidFill>
              <a:round/>
              <a:headEnd/>
              <a:tailEnd type="arrow"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1524" name="Text Box 119">
              <a:extLst>
                <a:ext uri="{FF2B5EF4-FFF2-40B4-BE49-F238E27FC236}">
                  <a16:creationId xmlns:a16="http://schemas.microsoft.com/office/drawing/2014/main" id="{2074373E-052F-426F-8D46-850B725F4D11}"/>
                </a:ext>
              </a:extLst>
            </p:cNvPr>
            <p:cNvSpPr txBox="1">
              <a:spLocks noChangeArrowheads="1"/>
            </p:cNvSpPr>
            <p:nvPr/>
          </p:nvSpPr>
          <p:spPr bwMode="auto">
            <a:xfrm>
              <a:off x="5180" y="3311"/>
              <a:ext cx="17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_tradnl" altLang="en-US"/>
                <a:t>I</a:t>
              </a:r>
            </a:p>
          </p:txBody>
        </p:sp>
      </p:grpSp>
      <p:grpSp>
        <p:nvGrpSpPr>
          <p:cNvPr id="16" name="Group 124">
            <a:extLst>
              <a:ext uri="{FF2B5EF4-FFF2-40B4-BE49-F238E27FC236}">
                <a16:creationId xmlns:a16="http://schemas.microsoft.com/office/drawing/2014/main" id="{D72CF1EC-F944-4C97-8386-4B9ED99E31B6}"/>
              </a:ext>
            </a:extLst>
          </p:cNvPr>
          <p:cNvGrpSpPr>
            <a:grpSpLocks/>
          </p:cNvGrpSpPr>
          <p:nvPr/>
        </p:nvGrpSpPr>
        <p:grpSpPr bwMode="auto">
          <a:xfrm>
            <a:off x="6858002" y="2667005"/>
            <a:ext cx="1106488" cy="627063"/>
            <a:chOff x="3312" y="3216"/>
            <a:chExt cx="697" cy="395"/>
          </a:xfrm>
        </p:grpSpPr>
        <p:sp>
          <p:nvSpPr>
            <p:cNvPr id="21521" name="Line 121">
              <a:extLst>
                <a:ext uri="{FF2B5EF4-FFF2-40B4-BE49-F238E27FC236}">
                  <a16:creationId xmlns:a16="http://schemas.microsoft.com/office/drawing/2014/main" id="{289AC277-68B3-4A14-A528-4173CB49863A}"/>
                </a:ext>
              </a:extLst>
            </p:cNvPr>
            <p:cNvSpPr>
              <a:spLocks noChangeShapeType="1"/>
            </p:cNvSpPr>
            <p:nvPr/>
          </p:nvSpPr>
          <p:spPr bwMode="auto">
            <a:xfrm flipV="1">
              <a:off x="3312" y="3216"/>
              <a:ext cx="384" cy="384"/>
            </a:xfrm>
            <a:prstGeom prst="line">
              <a:avLst/>
            </a:prstGeom>
            <a:noFill/>
            <a:ln w="38100">
              <a:solidFill>
                <a:schemeClr val="tx1"/>
              </a:solidFill>
              <a:round/>
              <a:headEnd/>
              <a:tailEnd type="arrow"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1522" name="Text Box 122">
              <a:extLst>
                <a:ext uri="{FF2B5EF4-FFF2-40B4-BE49-F238E27FC236}">
                  <a16:creationId xmlns:a16="http://schemas.microsoft.com/office/drawing/2014/main" id="{A47373CE-3960-46DE-8EDD-29A25C756589}"/>
                </a:ext>
              </a:extLst>
            </p:cNvPr>
            <p:cNvSpPr txBox="1">
              <a:spLocks noChangeArrowheads="1"/>
            </p:cNvSpPr>
            <p:nvPr/>
          </p:nvSpPr>
          <p:spPr bwMode="auto">
            <a:xfrm>
              <a:off x="3688" y="3320"/>
              <a:ext cx="32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_tradnl" altLang="en-US" i="1"/>
                <a:t>ds</a:t>
              </a:r>
              <a:endParaRPr lang="es-ES_tradnl"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5"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randombar(vertical)">
                                      <p:cBhvr>
                                        <p:cTn id="7" dur="500"/>
                                        <p:tgtEl>
                                          <p:spTgt spid="1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down)">
                                      <p:cBhvr>
                                        <p:cTn id="12" dur="500"/>
                                        <p:tgtEl>
                                          <p:spTgt spid="13"/>
                                        </p:tgtEl>
                                      </p:cBhvr>
                                    </p:animEffect>
                                  </p:childTnLst>
                                </p:cTn>
                              </p:par>
                            </p:childTnLst>
                          </p:cTn>
                        </p:par>
                        <p:par>
                          <p:cTn id="13" fill="hold" nodeType="afterGroup">
                            <p:stCondLst>
                              <p:cond delay="500"/>
                            </p:stCondLst>
                            <p:childTnLst>
                              <p:par>
                                <p:cTn id="14" presetID="22" presetClass="entr" presetSubtype="4" fill="hold"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wipe(down)">
                                      <p:cBhvr>
                                        <p:cTn id="16" dur="500"/>
                                        <p:tgtEl>
                                          <p:spTgt spid="11"/>
                                        </p:tgtEl>
                                      </p:cBhvr>
                                    </p:animEffect>
                                  </p:childTnLst>
                                </p:cTn>
                              </p:par>
                            </p:childTnLst>
                          </p:cTn>
                        </p:par>
                        <p:par>
                          <p:cTn id="17" fill="hold" nodeType="afterGroup">
                            <p:stCondLst>
                              <p:cond delay="1000"/>
                            </p:stCondLst>
                            <p:childTnLst>
                              <p:par>
                                <p:cTn id="18" presetID="22" presetClass="entr" presetSubtype="4" fill="hold"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wipe(down)">
                                      <p:cBhvr>
                                        <p:cTn id="20" dur="500"/>
                                        <p:tgtEl>
                                          <p:spTgt spid="2"/>
                                        </p:tgtEl>
                                      </p:cBhvr>
                                    </p:animEffect>
                                  </p:childTnLst>
                                </p:cTn>
                              </p:par>
                            </p:childTnLst>
                          </p:cTn>
                        </p:par>
                        <p:par>
                          <p:cTn id="21" fill="hold" nodeType="afterGroup">
                            <p:stCondLst>
                              <p:cond delay="1500"/>
                            </p:stCondLst>
                            <p:childTnLst>
                              <p:par>
                                <p:cTn id="22" presetID="22" presetClass="entr" presetSubtype="4" fill="hold" nodeType="after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wipe(down)">
                                      <p:cBhvr>
                                        <p:cTn id="24" dur="500"/>
                                        <p:tgtEl>
                                          <p:spTgt spid="7"/>
                                        </p:tgtEl>
                                      </p:cBhvr>
                                    </p:animEffect>
                                  </p:childTnLst>
                                </p:cTn>
                              </p:par>
                            </p:childTnLst>
                          </p:cTn>
                        </p:par>
                        <p:par>
                          <p:cTn id="25" fill="hold" nodeType="afterGroup">
                            <p:stCondLst>
                              <p:cond delay="2000"/>
                            </p:stCondLst>
                            <p:childTnLst>
                              <p:par>
                                <p:cTn id="26" presetID="22" presetClass="entr" presetSubtype="4" fill="hold" nodeType="after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wipe(down)">
                                      <p:cBhvr>
                                        <p:cTn id="28" dur="500"/>
                                        <p:tgtEl>
                                          <p:spTgt spid="9"/>
                                        </p:tgtEl>
                                      </p:cBhvr>
                                    </p:animEffect>
                                  </p:childTnLst>
                                </p:cTn>
                              </p:par>
                            </p:childTnLst>
                          </p:cTn>
                        </p:par>
                        <p:par>
                          <p:cTn id="29" fill="hold" nodeType="afterGroup">
                            <p:stCondLst>
                              <p:cond delay="2500"/>
                            </p:stCondLst>
                            <p:childTnLst>
                              <p:par>
                                <p:cTn id="30" presetID="22" presetClass="entr" presetSubtype="4" fill="hold" nodeType="after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down)">
                                      <p:cBhvr>
                                        <p:cTn id="32" dur="500"/>
                                        <p:tgtEl>
                                          <p:spTgt spid="10"/>
                                        </p:tgtEl>
                                      </p:cBhvr>
                                    </p:animEffect>
                                  </p:childTnLst>
                                </p:cTn>
                              </p:par>
                            </p:childTnLst>
                          </p:cTn>
                        </p:par>
                        <p:par>
                          <p:cTn id="33" fill="hold" nodeType="afterGroup">
                            <p:stCondLst>
                              <p:cond delay="3000"/>
                            </p:stCondLst>
                            <p:childTnLst>
                              <p:par>
                                <p:cTn id="34" presetID="22" presetClass="entr" presetSubtype="4" fill="hold" nodeType="after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wipe(down)">
                                      <p:cBhvr>
                                        <p:cTn id="36" dur="500"/>
                                        <p:tgtEl>
                                          <p:spTgt spid="8"/>
                                        </p:tgtEl>
                                      </p:cBhvr>
                                    </p:animEffect>
                                  </p:childTnLst>
                                </p:cTn>
                              </p:par>
                            </p:childTnLst>
                          </p:cTn>
                        </p:par>
                        <p:par>
                          <p:cTn id="37" fill="hold" nodeType="afterGroup">
                            <p:stCondLst>
                              <p:cond delay="3500"/>
                            </p:stCondLst>
                            <p:childTnLst>
                              <p:par>
                                <p:cTn id="38" presetID="22" presetClass="entr" presetSubtype="4" fill="hold" nodeType="after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wipe(down)">
                                      <p:cBhvr>
                                        <p:cTn id="40" dur="500"/>
                                        <p:tgtEl>
                                          <p:spTgt spid="12"/>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14" presetClass="entr" presetSubtype="5" fill="hold" nodeType="clickEffect">
                                  <p:stCondLst>
                                    <p:cond delay="0"/>
                                  </p:stCondLst>
                                  <p:childTnLst>
                                    <p:set>
                                      <p:cBhvr>
                                        <p:cTn id="44" dur="1" fill="hold">
                                          <p:stCondLst>
                                            <p:cond delay="0"/>
                                          </p:stCondLst>
                                        </p:cTn>
                                        <p:tgtEl>
                                          <p:spTgt spid="3"/>
                                        </p:tgtEl>
                                        <p:attrNameLst>
                                          <p:attrName>style.visibility</p:attrName>
                                        </p:attrNameLst>
                                      </p:cBhvr>
                                      <p:to>
                                        <p:strVal val="visible"/>
                                      </p:to>
                                    </p:set>
                                    <p:animEffect transition="in" filter="randombar(vertical)">
                                      <p:cBhvr>
                                        <p:cTn id="45" dur="500"/>
                                        <p:tgtEl>
                                          <p:spTgt spid="3"/>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14" presetClass="entr" presetSubtype="5" fill="hold" nodeType="click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randombar(vertical)">
                                      <p:cBhvr>
                                        <p:cTn id="50" dur="500"/>
                                        <p:tgtEl>
                                          <p:spTgt spid="15"/>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14" presetClass="entr" presetSubtype="5" fill="hold" nodeType="clickEffect">
                                  <p:stCondLst>
                                    <p:cond delay="0"/>
                                  </p:stCondLst>
                                  <p:childTnLst>
                                    <p:set>
                                      <p:cBhvr>
                                        <p:cTn id="54" dur="1" fill="hold">
                                          <p:stCondLst>
                                            <p:cond delay="0"/>
                                          </p:stCondLst>
                                        </p:cTn>
                                        <p:tgtEl>
                                          <p:spTgt spid="16"/>
                                        </p:tgtEl>
                                        <p:attrNameLst>
                                          <p:attrName>style.visibility</p:attrName>
                                        </p:attrNameLst>
                                      </p:cBhvr>
                                      <p:to>
                                        <p:strVal val="visible"/>
                                      </p:to>
                                    </p:set>
                                    <p:animEffect transition="in" filter="randombar(vertical)">
                                      <p:cBhvr>
                                        <p:cTn id="55" dur="500"/>
                                        <p:tgtEl>
                                          <p:spTgt spid="16"/>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14" presetClass="entr" presetSubtype="5" fill="hold" nodeType="clickEffect">
                                  <p:stCondLst>
                                    <p:cond delay="0"/>
                                  </p:stCondLst>
                                  <p:childTnLst>
                                    <p:set>
                                      <p:cBhvr>
                                        <p:cTn id="59" dur="1" fill="hold">
                                          <p:stCondLst>
                                            <p:cond delay="0"/>
                                          </p:stCondLst>
                                        </p:cTn>
                                        <p:tgtEl>
                                          <p:spTgt spid="4"/>
                                        </p:tgtEl>
                                        <p:attrNameLst>
                                          <p:attrName>style.visibility</p:attrName>
                                        </p:attrNameLst>
                                      </p:cBhvr>
                                      <p:to>
                                        <p:strVal val="visible"/>
                                      </p:to>
                                    </p:set>
                                    <p:animEffect transition="in" filter="randombar(vertical)">
                                      <p:cBhvr>
                                        <p:cTn id="60" dur="500"/>
                                        <p:tgtEl>
                                          <p:spTgt spid="4"/>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14" presetClass="entr" presetSubtype="5" fill="hold" nodeType="clickEffect">
                                  <p:stCondLst>
                                    <p:cond delay="0"/>
                                  </p:stCondLst>
                                  <p:childTnLst>
                                    <p:set>
                                      <p:cBhvr>
                                        <p:cTn id="64" dur="1" fill="hold">
                                          <p:stCondLst>
                                            <p:cond delay="0"/>
                                          </p:stCondLst>
                                        </p:cTn>
                                        <p:tgtEl>
                                          <p:spTgt spid="6"/>
                                        </p:tgtEl>
                                        <p:attrNameLst>
                                          <p:attrName>style.visibility</p:attrName>
                                        </p:attrNameLst>
                                      </p:cBhvr>
                                      <p:to>
                                        <p:strVal val="visible"/>
                                      </p:to>
                                    </p:set>
                                    <p:animEffect transition="in" filter="randombar(vertical)">
                                      <p:cBhvr>
                                        <p:cTn id="6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6AC50CC2-842B-44F3-8521-3129C2941D6B}"/>
              </a:ext>
            </a:extLst>
          </p:cNvPr>
          <p:cNvSpPr>
            <a:spLocks noChangeArrowheads="1"/>
          </p:cNvSpPr>
          <p:nvPr/>
        </p:nvSpPr>
        <p:spPr bwMode="auto">
          <a:xfrm rot="1173750">
            <a:off x="7014859" y="561804"/>
            <a:ext cx="391133"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_tradnl" altLang="en-US" i="1"/>
              <a:t>B</a:t>
            </a:r>
          </a:p>
        </p:txBody>
      </p:sp>
      <p:grpSp>
        <p:nvGrpSpPr>
          <p:cNvPr id="2" name="Group 5">
            <a:extLst>
              <a:ext uri="{FF2B5EF4-FFF2-40B4-BE49-F238E27FC236}">
                <a16:creationId xmlns:a16="http://schemas.microsoft.com/office/drawing/2014/main" id="{0B3D82AB-FE49-40E3-BE90-B0C892001346}"/>
              </a:ext>
            </a:extLst>
          </p:cNvPr>
          <p:cNvGrpSpPr>
            <a:grpSpLocks/>
          </p:cNvGrpSpPr>
          <p:nvPr/>
        </p:nvGrpSpPr>
        <p:grpSpPr bwMode="auto">
          <a:xfrm>
            <a:off x="5562600" y="685800"/>
            <a:ext cx="4114800" cy="1371600"/>
            <a:chOff x="2544" y="432"/>
            <a:chExt cx="2592" cy="864"/>
          </a:xfrm>
        </p:grpSpPr>
        <p:sp>
          <p:nvSpPr>
            <p:cNvPr id="22600" name="Line 3">
              <a:extLst>
                <a:ext uri="{FF2B5EF4-FFF2-40B4-BE49-F238E27FC236}">
                  <a16:creationId xmlns:a16="http://schemas.microsoft.com/office/drawing/2014/main" id="{43EED2C0-0F2B-4C82-8384-296E687C4090}"/>
                </a:ext>
              </a:extLst>
            </p:cNvPr>
            <p:cNvSpPr>
              <a:spLocks noChangeShapeType="1"/>
            </p:cNvSpPr>
            <p:nvPr/>
          </p:nvSpPr>
          <p:spPr bwMode="auto">
            <a:xfrm>
              <a:off x="2544" y="432"/>
              <a:ext cx="2592" cy="864"/>
            </a:xfrm>
            <a:prstGeom prst="line">
              <a:avLst/>
            </a:prstGeom>
            <a:noFill/>
            <a:ln w="127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2601" name="Line 4">
              <a:extLst>
                <a:ext uri="{FF2B5EF4-FFF2-40B4-BE49-F238E27FC236}">
                  <a16:creationId xmlns:a16="http://schemas.microsoft.com/office/drawing/2014/main" id="{6F2E41DF-938B-4A49-B837-8859ACA61B00}"/>
                </a:ext>
              </a:extLst>
            </p:cNvPr>
            <p:cNvSpPr>
              <a:spLocks noChangeShapeType="1"/>
            </p:cNvSpPr>
            <p:nvPr/>
          </p:nvSpPr>
          <p:spPr bwMode="auto">
            <a:xfrm>
              <a:off x="3840" y="864"/>
              <a:ext cx="84" cy="24"/>
            </a:xfrm>
            <a:prstGeom prst="line">
              <a:avLst/>
            </a:prstGeom>
            <a:noFill/>
            <a:ln w="25400">
              <a:solidFill>
                <a:schemeClr val="accent2"/>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 name="Group 8">
            <a:extLst>
              <a:ext uri="{FF2B5EF4-FFF2-40B4-BE49-F238E27FC236}">
                <a16:creationId xmlns:a16="http://schemas.microsoft.com/office/drawing/2014/main" id="{18B0F655-A756-4684-B097-4890FAE58473}"/>
              </a:ext>
            </a:extLst>
          </p:cNvPr>
          <p:cNvGrpSpPr>
            <a:grpSpLocks/>
          </p:cNvGrpSpPr>
          <p:nvPr/>
        </p:nvGrpSpPr>
        <p:grpSpPr bwMode="auto">
          <a:xfrm>
            <a:off x="5334000" y="1143000"/>
            <a:ext cx="4114800" cy="1371600"/>
            <a:chOff x="2400" y="720"/>
            <a:chExt cx="2592" cy="864"/>
          </a:xfrm>
        </p:grpSpPr>
        <p:sp>
          <p:nvSpPr>
            <p:cNvPr id="22598" name="Line 6">
              <a:extLst>
                <a:ext uri="{FF2B5EF4-FFF2-40B4-BE49-F238E27FC236}">
                  <a16:creationId xmlns:a16="http://schemas.microsoft.com/office/drawing/2014/main" id="{0C1C99E4-79E7-48DD-8979-89D94A7A8561}"/>
                </a:ext>
              </a:extLst>
            </p:cNvPr>
            <p:cNvSpPr>
              <a:spLocks noChangeShapeType="1"/>
            </p:cNvSpPr>
            <p:nvPr/>
          </p:nvSpPr>
          <p:spPr bwMode="auto">
            <a:xfrm>
              <a:off x="2400" y="720"/>
              <a:ext cx="2592" cy="864"/>
            </a:xfrm>
            <a:prstGeom prst="line">
              <a:avLst/>
            </a:prstGeom>
            <a:noFill/>
            <a:ln w="127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2599" name="Line 7">
              <a:extLst>
                <a:ext uri="{FF2B5EF4-FFF2-40B4-BE49-F238E27FC236}">
                  <a16:creationId xmlns:a16="http://schemas.microsoft.com/office/drawing/2014/main" id="{3367B52F-D6E9-4A82-8797-53D8C996F7B1}"/>
                </a:ext>
              </a:extLst>
            </p:cNvPr>
            <p:cNvSpPr>
              <a:spLocks noChangeShapeType="1"/>
            </p:cNvSpPr>
            <p:nvPr/>
          </p:nvSpPr>
          <p:spPr bwMode="auto">
            <a:xfrm>
              <a:off x="3696" y="1152"/>
              <a:ext cx="84" cy="24"/>
            </a:xfrm>
            <a:prstGeom prst="line">
              <a:avLst/>
            </a:prstGeom>
            <a:noFill/>
            <a:ln w="25400">
              <a:solidFill>
                <a:schemeClr val="accent2"/>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4" name="Group 11">
            <a:extLst>
              <a:ext uri="{FF2B5EF4-FFF2-40B4-BE49-F238E27FC236}">
                <a16:creationId xmlns:a16="http://schemas.microsoft.com/office/drawing/2014/main" id="{74B2E536-6C04-4B49-B10C-A866326BEBA9}"/>
              </a:ext>
            </a:extLst>
          </p:cNvPr>
          <p:cNvGrpSpPr>
            <a:grpSpLocks/>
          </p:cNvGrpSpPr>
          <p:nvPr/>
        </p:nvGrpSpPr>
        <p:grpSpPr bwMode="auto">
          <a:xfrm>
            <a:off x="5105400" y="1600200"/>
            <a:ext cx="4114800" cy="1371600"/>
            <a:chOff x="2256" y="1008"/>
            <a:chExt cx="2592" cy="864"/>
          </a:xfrm>
        </p:grpSpPr>
        <p:sp>
          <p:nvSpPr>
            <p:cNvPr id="22596" name="Line 9">
              <a:extLst>
                <a:ext uri="{FF2B5EF4-FFF2-40B4-BE49-F238E27FC236}">
                  <a16:creationId xmlns:a16="http://schemas.microsoft.com/office/drawing/2014/main" id="{9240AD57-A10A-45A3-AC03-A2AEFDBBA312}"/>
                </a:ext>
              </a:extLst>
            </p:cNvPr>
            <p:cNvSpPr>
              <a:spLocks noChangeShapeType="1"/>
            </p:cNvSpPr>
            <p:nvPr/>
          </p:nvSpPr>
          <p:spPr bwMode="auto">
            <a:xfrm>
              <a:off x="2256" y="1008"/>
              <a:ext cx="2592" cy="864"/>
            </a:xfrm>
            <a:prstGeom prst="line">
              <a:avLst/>
            </a:prstGeom>
            <a:noFill/>
            <a:ln w="127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2597" name="Line 10">
              <a:extLst>
                <a:ext uri="{FF2B5EF4-FFF2-40B4-BE49-F238E27FC236}">
                  <a16:creationId xmlns:a16="http://schemas.microsoft.com/office/drawing/2014/main" id="{9D7C16B5-8F25-44EE-B0EA-22A6019EF50F}"/>
                </a:ext>
              </a:extLst>
            </p:cNvPr>
            <p:cNvSpPr>
              <a:spLocks noChangeShapeType="1"/>
            </p:cNvSpPr>
            <p:nvPr/>
          </p:nvSpPr>
          <p:spPr bwMode="auto">
            <a:xfrm>
              <a:off x="3552" y="1440"/>
              <a:ext cx="84" cy="24"/>
            </a:xfrm>
            <a:prstGeom prst="line">
              <a:avLst/>
            </a:prstGeom>
            <a:noFill/>
            <a:ln w="25400">
              <a:solidFill>
                <a:schemeClr val="accent2"/>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5" name="Group 14">
            <a:extLst>
              <a:ext uri="{FF2B5EF4-FFF2-40B4-BE49-F238E27FC236}">
                <a16:creationId xmlns:a16="http://schemas.microsoft.com/office/drawing/2014/main" id="{B1AF011C-309C-44AF-BEEE-8CFB3107AA14}"/>
              </a:ext>
            </a:extLst>
          </p:cNvPr>
          <p:cNvGrpSpPr>
            <a:grpSpLocks/>
          </p:cNvGrpSpPr>
          <p:nvPr/>
        </p:nvGrpSpPr>
        <p:grpSpPr bwMode="auto">
          <a:xfrm>
            <a:off x="4800600" y="2057400"/>
            <a:ext cx="4114800" cy="1371600"/>
            <a:chOff x="2064" y="1296"/>
            <a:chExt cx="2592" cy="864"/>
          </a:xfrm>
        </p:grpSpPr>
        <p:sp>
          <p:nvSpPr>
            <p:cNvPr id="22594" name="Line 12">
              <a:extLst>
                <a:ext uri="{FF2B5EF4-FFF2-40B4-BE49-F238E27FC236}">
                  <a16:creationId xmlns:a16="http://schemas.microsoft.com/office/drawing/2014/main" id="{923E87DF-2A34-448E-A796-75BB3139749D}"/>
                </a:ext>
              </a:extLst>
            </p:cNvPr>
            <p:cNvSpPr>
              <a:spLocks noChangeShapeType="1"/>
            </p:cNvSpPr>
            <p:nvPr/>
          </p:nvSpPr>
          <p:spPr bwMode="auto">
            <a:xfrm>
              <a:off x="2064" y="1296"/>
              <a:ext cx="2592" cy="864"/>
            </a:xfrm>
            <a:prstGeom prst="line">
              <a:avLst/>
            </a:prstGeom>
            <a:noFill/>
            <a:ln w="127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2595" name="Line 13">
              <a:extLst>
                <a:ext uri="{FF2B5EF4-FFF2-40B4-BE49-F238E27FC236}">
                  <a16:creationId xmlns:a16="http://schemas.microsoft.com/office/drawing/2014/main" id="{4760F138-9275-49DD-A79E-D895B5F1BAA4}"/>
                </a:ext>
              </a:extLst>
            </p:cNvPr>
            <p:cNvSpPr>
              <a:spLocks noChangeShapeType="1"/>
            </p:cNvSpPr>
            <p:nvPr/>
          </p:nvSpPr>
          <p:spPr bwMode="auto">
            <a:xfrm>
              <a:off x="3360" y="1728"/>
              <a:ext cx="84" cy="24"/>
            </a:xfrm>
            <a:prstGeom prst="line">
              <a:avLst/>
            </a:prstGeom>
            <a:noFill/>
            <a:ln w="25400">
              <a:solidFill>
                <a:schemeClr val="accent2"/>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6" name="Group 17">
            <a:extLst>
              <a:ext uri="{FF2B5EF4-FFF2-40B4-BE49-F238E27FC236}">
                <a16:creationId xmlns:a16="http://schemas.microsoft.com/office/drawing/2014/main" id="{91717799-9E2B-422C-BC52-38BC475C6D9E}"/>
              </a:ext>
            </a:extLst>
          </p:cNvPr>
          <p:cNvGrpSpPr>
            <a:grpSpLocks/>
          </p:cNvGrpSpPr>
          <p:nvPr/>
        </p:nvGrpSpPr>
        <p:grpSpPr bwMode="auto">
          <a:xfrm>
            <a:off x="4572000" y="2514600"/>
            <a:ext cx="4114800" cy="1371600"/>
            <a:chOff x="1920" y="1584"/>
            <a:chExt cx="2592" cy="864"/>
          </a:xfrm>
        </p:grpSpPr>
        <p:sp>
          <p:nvSpPr>
            <p:cNvPr id="22592" name="Line 15">
              <a:extLst>
                <a:ext uri="{FF2B5EF4-FFF2-40B4-BE49-F238E27FC236}">
                  <a16:creationId xmlns:a16="http://schemas.microsoft.com/office/drawing/2014/main" id="{A784E0F9-CE0F-422F-A29E-CA6E782E01C8}"/>
                </a:ext>
              </a:extLst>
            </p:cNvPr>
            <p:cNvSpPr>
              <a:spLocks noChangeShapeType="1"/>
            </p:cNvSpPr>
            <p:nvPr/>
          </p:nvSpPr>
          <p:spPr bwMode="auto">
            <a:xfrm>
              <a:off x="1920" y="1584"/>
              <a:ext cx="2592" cy="864"/>
            </a:xfrm>
            <a:prstGeom prst="line">
              <a:avLst/>
            </a:prstGeom>
            <a:noFill/>
            <a:ln w="127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2593" name="Line 16">
              <a:extLst>
                <a:ext uri="{FF2B5EF4-FFF2-40B4-BE49-F238E27FC236}">
                  <a16:creationId xmlns:a16="http://schemas.microsoft.com/office/drawing/2014/main" id="{355B835A-9DD9-4853-84DA-2627B018F31C}"/>
                </a:ext>
              </a:extLst>
            </p:cNvPr>
            <p:cNvSpPr>
              <a:spLocks noChangeShapeType="1"/>
            </p:cNvSpPr>
            <p:nvPr/>
          </p:nvSpPr>
          <p:spPr bwMode="auto">
            <a:xfrm>
              <a:off x="3216" y="2016"/>
              <a:ext cx="84" cy="24"/>
            </a:xfrm>
            <a:prstGeom prst="line">
              <a:avLst/>
            </a:prstGeom>
            <a:noFill/>
            <a:ln w="25400">
              <a:solidFill>
                <a:schemeClr val="accent2"/>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7" name="Group 20">
            <a:extLst>
              <a:ext uri="{FF2B5EF4-FFF2-40B4-BE49-F238E27FC236}">
                <a16:creationId xmlns:a16="http://schemas.microsoft.com/office/drawing/2014/main" id="{70478324-C070-4D67-833D-4CF7A2302AAF}"/>
              </a:ext>
            </a:extLst>
          </p:cNvPr>
          <p:cNvGrpSpPr>
            <a:grpSpLocks/>
          </p:cNvGrpSpPr>
          <p:nvPr/>
        </p:nvGrpSpPr>
        <p:grpSpPr bwMode="auto">
          <a:xfrm>
            <a:off x="4343400" y="3048000"/>
            <a:ext cx="4114800" cy="1371600"/>
            <a:chOff x="1776" y="1920"/>
            <a:chExt cx="2592" cy="864"/>
          </a:xfrm>
        </p:grpSpPr>
        <p:sp>
          <p:nvSpPr>
            <p:cNvPr id="22590" name="Line 18">
              <a:extLst>
                <a:ext uri="{FF2B5EF4-FFF2-40B4-BE49-F238E27FC236}">
                  <a16:creationId xmlns:a16="http://schemas.microsoft.com/office/drawing/2014/main" id="{BA61B8C1-11BC-4034-A848-5B7FFA5D8D63}"/>
                </a:ext>
              </a:extLst>
            </p:cNvPr>
            <p:cNvSpPr>
              <a:spLocks noChangeShapeType="1"/>
            </p:cNvSpPr>
            <p:nvPr/>
          </p:nvSpPr>
          <p:spPr bwMode="auto">
            <a:xfrm>
              <a:off x="1776" y="1920"/>
              <a:ext cx="2592" cy="864"/>
            </a:xfrm>
            <a:prstGeom prst="line">
              <a:avLst/>
            </a:prstGeom>
            <a:noFill/>
            <a:ln w="127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2591" name="Line 19">
              <a:extLst>
                <a:ext uri="{FF2B5EF4-FFF2-40B4-BE49-F238E27FC236}">
                  <a16:creationId xmlns:a16="http://schemas.microsoft.com/office/drawing/2014/main" id="{5B53F7BB-0186-45AE-A4BA-F3A130CBFD5F}"/>
                </a:ext>
              </a:extLst>
            </p:cNvPr>
            <p:cNvSpPr>
              <a:spLocks noChangeShapeType="1"/>
            </p:cNvSpPr>
            <p:nvPr/>
          </p:nvSpPr>
          <p:spPr bwMode="auto">
            <a:xfrm>
              <a:off x="3072" y="2352"/>
              <a:ext cx="84" cy="24"/>
            </a:xfrm>
            <a:prstGeom prst="line">
              <a:avLst/>
            </a:prstGeom>
            <a:noFill/>
            <a:ln w="25400">
              <a:solidFill>
                <a:schemeClr val="accent2"/>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8" name="Group 23">
            <a:extLst>
              <a:ext uri="{FF2B5EF4-FFF2-40B4-BE49-F238E27FC236}">
                <a16:creationId xmlns:a16="http://schemas.microsoft.com/office/drawing/2014/main" id="{B8314B5A-393D-4F9E-AF0F-2B3727F463F2}"/>
              </a:ext>
            </a:extLst>
          </p:cNvPr>
          <p:cNvGrpSpPr>
            <a:grpSpLocks/>
          </p:cNvGrpSpPr>
          <p:nvPr/>
        </p:nvGrpSpPr>
        <p:grpSpPr bwMode="auto">
          <a:xfrm>
            <a:off x="4114800" y="3505200"/>
            <a:ext cx="4114800" cy="1371600"/>
            <a:chOff x="1632" y="2208"/>
            <a:chExt cx="2592" cy="864"/>
          </a:xfrm>
        </p:grpSpPr>
        <p:sp>
          <p:nvSpPr>
            <p:cNvPr id="22588" name="Line 21">
              <a:extLst>
                <a:ext uri="{FF2B5EF4-FFF2-40B4-BE49-F238E27FC236}">
                  <a16:creationId xmlns:a16="http://schemas.microsoft.com/office/drawing/2014/main" id="{8F835EF0-CFD9-4069-B10E-EB539CADCBCD}"/>
                </a:ext>
              </a:extLst>
            </p:cNvPr>
            <p:cNvSpPr>
              <a:spLocks noChangeShapeType="1"/>
            </p:cNvSpPr>
            <p:nvPr/>
          </p:nvSpPr>
          <p:spPr bwMode="auto">
            <a:xfrm>
              <a:off x="1632" y="2208"/>
              <a:ext cx="2592" cy="864"/>
            </a:xfrm>
            <a:prstGeom prst="line">
              <a:avLst/>
            </a:prstGeom>
            <a:noFill/>
            <a:ln w="127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2589" name="Line 22">
              <a:extLst>
                <a:ext uri="{FF2B5EF4-FFF2-40B4-BE49-F238E27FC236}">
                  <a16:creationId xmlns:a16="http://schemas.microsoft.com/office/drawing/2014/main" id="{4E3BB659-F976-462B-94B2-510264D11E05}"/>
                </a:ext>
              </a:extLst>
            </p:cNvPr>
            <p:cNvSpPr>
              <a:spLocks noChangeShapeType="1"/>
            </p:cNvSpPr>
            <p:nvPr/>
          </p:nvSpPr>
          <p:spPr bwMode="auto">
            <a:xfrm>
              <a:off x="2928" y="2640"/>
              <a:ext cx="84" cy="24"/>
            </a:xfrm>
            <a:prstGeom prst="line">
              <a:avLst/>
            </a:prstGeom>
            <a:noFill/>
            <a:ln w="25400">
              <a:solidFill>
                <a:schemeClr val="accent2"/>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9" name="Group 26">
            <a:extLst>
              <a:ext uri="{FF2B5EF4-FFF2-40B4-BE49-F238E27FC236}">
                <a16:creationId xmlns:a16="http://schemas.microsoft.com/office/drawing/2014/main" id="{204039A3-B478-43AF-B8ED-9D196F611AD6}"/>
              </a:ext>
            </a:extLst>
          </p:cNvPr>
          <p:cNvGrpSpPr>
            <a:grpSpLocks/>
          </p:cNvGrpSpPr>
          <p:nvPr/>
        </p:nvGrpSpPr>
        <p:grpSpPr bwMode="auto">
          <a:xfrm>
            <a:off x="3962400" y="3962400"/>
            <a:ext cx="4114800" cy="1371600"/>
            <a:chOff x="1536" y="2496"/>
            <a:chExt cx="2592" cy="864"/>
          </a:xfrm>
        </p:grpSpPr>
        <p:sp>
          <p:nvSpPr>
            <p:cNvPr id="22586" name="Line 24">
              <a:extLst>
                <a:ext uri="{FF2B5EF4-FFF2-40B4-BE49-F238E27FC236}">
                  <a16:creationId xmlns:a16="http://schemas.microsoft.com/office/drawing/2014/main" id="{E702486E-7DA1-4CAF-9E31-290557280495}"/>
                </a:ext>
              </a:extLst>
            </p:cNvPr>
            <p:cNvSpPr>
              <a:spLocks noChangeShapeType="1"/>
            </p:cNvSpPr>
            <p:nvPr/>
          </p:nvSpPr>
          <p:spPr bwMode="auto">
            <a:xfrm>
              <a:off x="1536" y="2496"/>
              <a:ext cx="2592" cy="864"/>
            </a:xfrm>
            <a:prstGeom prst="line">
              <a:avLst/>
            </a:prstGeom>
            <a:noFill/>
            <a:ln w="127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2587" name="Line 25">
              <a:extLst>
                <a:ext uri="{FF2B5EF4-FFF2-40B4-BE49-F238E27FC236}">
                  <a16:creationId xmlns:a16="http://schemas.microsoft.com/office/drawing/2014/main" id="{A5C4D2FF-6B39-4F5E-823B-4E15A3395F39}"/>
                </a:ext>
              </a:extLst>
            </p:cNvPr>
            <p:cNvSpPr>
              <a:spLocks noChangeShapeType="1"/>
            </p:cNvSpPr>
            <p:nvPr/>
          </p:nvSpPr>
          <p:spPr bwMode="auto">
            <a:xfrm>
              <a:off x="2832" y="2928"/>
              <a:ext cx="84" cy="24"/>
            </a:xfrm>
            <a:prstGeom prst="line">
              <a:avLst/>
            </a:prstGeom>
            <a:noFill/>
            <a:ln w="25400">
              <a:solidFill>
                <a:schemeClr val="accent2"/>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0" name="Group 29">
            <a:extLst>
              <a:ext uri="{FF2B5EF4-FFF2-40B4-BE49-F238E27FC236}">
                <a16:creationId xmlns:a16="http://schemas.microsoft.com/office/drawing/2014/main" id="{E13E2433-E932-4536-9131-9CE5CDA3A2C3}"/>
              </a:ext>
            </a:extLst>
          </p:cNvPr>
          <p:cNvGrpSpPr>
            <a:grpSpLocks/>
          </p:cNvGrpSpPr>
          <p:nvPr/>
        </p:nvGrpSpPr>
        <p:grpSpPr bwMode="auto">
          <a:xfrm>
            <a:off x="3733800" y="4419600"/>
            <a:ext cx="4114800" cy="1371600"/>
            <a:chOff x="1392" y="2784"/>
            <a:chExt cx="2592" cy="864"/>
          </a:xfrm>
        </p:grpSpPr>
        <p:sp>
          <p:nvSpPr>
            <p:cNvPr id="22584" name="Line 27">
              <a:extLst>
                <a:ext uri="{FF2B5EF4-FFF2-40B4-BE49-F238E27FC236}">
                  <a16:creationId xmlns:a16="http://schemas.microsoft.com/office/drawing/2014/main" id="{902193F7-AA2B-49E9-A50A-08A21057DC48}"/>
                </a:ext>
              </a:extLst>
            </p:cNvPr>
            <p:cNvSpPr>
              <a:spLocks noChangeShapeType="1"/>
            </p:cNvSpPr>
            <p:nvPr/>
          </p:nvSpPr>
          <p:spPr bwMode="auto">
            <a:xfrm>
              <a:off x="1392" y="2784"/>
              <a:ext cx="2592" cy="864"/>
            </a:xfrm>
            <a:prstGeom prst="line">
              <a:avLst/>
            </a:prstGeom>
            <a:noFill/>
            <a:ln w="127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2585" name="Line 28">
              <a:extLst>
                <a:ext uri="{FF2B5EF4-FFF2-40B4-BE49-F238E27FC236}">
                  <a16:creationId xmlns:a16="http://schemas.microsoft.com/office/drawing/2014/main" id="{51A12367-2864-479D-B4AC-6BD5E519D4F7}"/>
                </a:ext>
              </a:extLst>
            </p:cNvPr>
            <p:cNvSpPr>
              <a:spLocks noChangeShapeType="1"/>
            </p:cNvSpPr>
            <p:nvPr/>
          </p:nvSpPr>
          <p:spPr bwMode="auto">
            <a:xfrm>
              <a:off x="2688" y="3216"/>
              <a:ext cx="84" cy="24"/>
            </a:xfrm>
            <a:prstGeom prst="line">
              <a:avLst/>
            </a:prstGeom>
            <a:noFill/>
            <a:ln w="25400">
              <a:solidFill>
                <a:schemeClr val="accent2"/>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1" name="Group 32">
            <a:extLst>
              <a:ext uri="{FF2B5EF4-FFF2-40B4-BE49-F238E27FC236}">
                <a16:creationId xmlns:a16="http://schemas.microsoft.com/office/drawing/2014/main" id="{5F7CC2A4-9041-46CF-A651-A4BF25C977B9}"/>
              </a:ext>
            </a:extLst>
          </p:cNvPr>
          <p:cNvGrpSpPr>
            <a:grpSpLocks/>
          </p:cNvGrpSpPr>
          <p:nvPr/>
        </p:nvGrpSpPr>
        <p:grpSpPr bwMode="auto">
          <a:xfrm>
            <a:off x="3505200" y="4876800"/>
            <a:ext cx="4114800" cy="1371600"/>
            <a:chOff x="1248" y="3072"/>
            <a:chExt cx="2592" cy="864"/>
          </a:xfrm>
        </p:grpSpPr>
        <p:sp>
          <p:nvSpPr>
            <p:cNvPr id="22582" name="Line 30">
              <a:extLst>
                <a:ext uri="{FF2B5EF4-FFF2-40B4-BE49-F238E27FC236}">
                  <a16:creationId xmlns:a16="http://schemas.microsoft.com/office/drawing/2014/main" id="{38833987-CA69-489F-A996-AC08854260EB}"/>
                </a:ext>
              </a:extLst>
            </p:cNvPr>
            <p:cNvSpPr>
              <a:spLocks noChangeShapeType="1"/>
            </p:cNvSpPr>
            <p:nvPr/>
          </p:nvSpPr>
          <p:spPr bwMode="auto">
            <a:xfrm>
              <a:off x="1248" y="3072"/>
              <a:ext cx="2592" cy="864"/>
            </a:xfrm>
            <a:prstGeom prst="line">
              <a:avLst/>
            </a:prstGeom>
            <a:noFill/>
            <a:ln w="127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2583" name="Line 31">
              <a:extLst>
                <a:ext uri="{FF2B5EF4-FFF2-40B4-BE49-F238E27FC236}">
                  <a16:creationId xmlns:a16="http://schemas.microsoft.com/office/drawing/2014/main" id="{AF3E6C5C-CF21-4201-A6FB-1D969BFE1AC3}"/>
                </a:ext>
              </a:extLst>
            </p:cNvPr>
            <p:cNvSpPr>
              <a:spLocks noChangeShapeType="1"/>
            </p:cNvSpPr>
            <p:nvPr/>
          </p:nvSpPr>
          <p:spPr bwMode="auto">
            <a:xfrm>
              <a:off x="2544" y="3504"/>
              <a:ext cx="84" cy="24"/>
            </a:xfrm>
            <a:prstGeom prst="line">
              <a:avLst/>
            </a:prstGeom>
            <a:noFill/>
            <a:ln w="25400">
              <a:solidFill>
                <a:schemeClr val="accent2"/>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2" name="Group 35">
            <a:extLst>
              <a:ext uri="{FF2B5EF4-FFF2-40B4-BE49-F238E27FC236}">
                <a16:creationId xmlns:a16="http://schemas.microsoft.com/office/drawing/2014/main" id="{0A1BED22-B27F-4B9D-87EA-6A1B3568386F}"/>
              </a:ext>
            </a:extLst>
          </p:cNvPr>
          <p:cNvGrpSpPr>
            <a:grpSpLocks/>
          </p:cNvGrpSpPr>
          <p:nvPr/>
        </p:nvGrpSpPr>
        <p:grpSpPr bwMode="auto">
          <a:xfrm>
            <a:off x="4041776" y="4618037"/>
            <a:ext cx="485775" cy="461962"/>
            <a:chOff x="1586" y="2909"/>
            <a:chExt cx="306" cy="291"/>
          </a:xfrm>
        </p:grpSpPr>
        <p:sp>
          <p:nvSpPr>
            <p:cNvPr id="22580" name="Oval 33">
              <a:extLst>
                <a:ext uri="{FF2B5EF4-FFF2-40B4-BE49-F238E27FC236}">
                  <a16:creationId xmlns:a16="http://schemas.microsoft.com/office/drawing/2014/main" id="{93B1792A-52A0-4A02-AB41-19F3313D9F11}"/>
                </a:ext>
              </a:extLst>
            </p:cNvPr>
            <p:cNvSpPr>
              <a:spLocks noChangeArrowheads="1"/>
            </p:cNvSpPr>
            <p:nvPr/>
          </p:nvSpPr>
          <p:spPr bwMode="auto">
            <a:xfrm>
              <a:off x="1804" y="3088"/>
              <a:ext cx="88" cy="88"/>
            </a:xfrm>
            <a:prstGeom prst="ellipse">
              <a:avLst/>
            </a:prstGeom>
            <a:solidFill>
              <a:schemeClr val="tx1"/>
            </a:solidFill>
            <a:ln w="12700">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sp>
          <p:nvSpPr>
            <p:cNvPr id="22581" name="Rectangle 34">
              <a:extLst>
                <a:ext uri="{FF2B5EF4-FFF2-40B4-BE49-F238E27FC236}">
                  <a16:creationId xmlns:a16="http://schemas.microsoft.com/office/drawing/2014/main" id="{731B0C4E-7430-4FA1-8F50-5E5DF228D82C}"/>
                </a:ext>
              </a:extLst>
            </p:cNvPr>
            <p:cNvSpPr>
              <a:spLocks noChangeArrowheads="1"/>
            </p:cNvSpPr>
            <p:nvPr/>
          </p:nvSpPr>
          <p:spPr bwMode="auto">
            <a:xfrm>
              <a:off x="1586" y="2909"/>
              <a:ext cx="225"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_tradnl" altLang="en-US"/>
                <a:t>a</a:t>
              </a:r>
            </a:p>
          </p:txBody>
        </p:sp>
      </p:grpSp>
      <p:grpSp>
        <p:nvGrpSpPr>
          <p:cNvPr id="13" name="Group 38">
            <a:extLst>
              <a:ext uri="{FF2B5EF4-FFF2-40B4-BE49-F238E27FC236}">
                <a16:creationId xmlns:a16="http://schemas.microsoft.com/office/drawing/2014/main" id="{C584DB56-F004-40BC-AA9B-020898B86C1C}"/>
              </a:ext>
            </a:extLst>
          </p:cNvPr>
          <p:cNvGrpSpPr>
            <a:grpSpLocks/>
          </p:cNvGrpSpPr>
          <p:nvPr/>
        </p:nvGrpSpPr>
        <p:grpSpPr bwMode="auto">
          <a:xfrm>
            <a:off x="8007357" y="1474788"/>
            <a:ext cx="582613" cy="461962"/>
            <a:chOff x="4084" y="929"/>
            <a:chExt cx="367" cy="291"/>
          </a:xfrm>
        </p:grpSpPr>
        <p:sp>
          <p:nvSpPr>
            <p:cNvPr id="22578" name="Oval 36">
              <a:extLst>
                <a:ext uri="{FF2B5EF4-FFF2-40B4-BE49-F238E27FC236}">
                  <a16:creationId xmlns:a16="http://schemas.microsoft.com/office/drawing/2014/main" id="{2C146BAE-125A-4A4E-BCB3-E9A467A7415F}"/>
                </a:ext>
              </a:extLst>
            </p:cNvPr>
            <p:cNvSpPr>
              <a:spLocks noChangeArrowheads="1"/>
            </p:cNvSpPr>
            <p:nvPr/>
          </p:nvSpPr>
          <p:spPr bwMode="auto">
            <a:xfrm>
              <a:off x="4084" y="1132"/>
              <a:ext cx="88" cy="88"/>
            </a:xfrm>
            <a:prstGeom prst="ellipse">
              <a:avLst/>
            </a:prstGeom>
            <a:solidFill>
              <a:schemeClr val="tx1"/>
            </a:solidFill>
            <a:ln w="12700">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sp>
          <p:nvSpPr>
            <p:cNvPr id="22579" name="Rectangle 37">
              <a:extLst>
                <a:ext uri="{FF2B5EF4-FFF2-40B4-BE49-F238E27FC236}">
                  <a16:creationId xmlns:a16="http://schemas.microsoft.com/office/drawing/2014/main" id="{A7787B35-A92C-4DF6-ABA8-5B84A7291264}"/>
                </a:ext>
              </a:extLst>
            </p:cNvPr>
            <p:cNvSpPr>
              <a:spLocks noChangeArrowheads="1"/>
            </p:cNvSpPr>
            <p:nvPr/>
          </p:nvSpPr>
          <p:spPr bwMode="auto">
            <a:xfrm>
              <a:off x="4226" y="929"/>
              <a:ext cx="225" cy="29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_tradnl" altLang="en-US"/>
                <a:t>b</a:t>
              </a:r>
            </a:p>
          </p:txBody>
        </p:sp>
      </p:grpSp>
      <p:sp>
        <p:nvSpPr>
          <p:cNvPr id="9255" name="Line 39">
            <a:extLst>
              <a:ext uri="{FF2B5EF4-FFF2-40B4-BE49-F238E27FC236}">
                <a16:creationId xmlns:a16="http://schemas.microsoft.com/office/drawing/2014/main" id="{CA22B10C-1E2B-4F26-B144-D51F79285C40}"/>
              </a:ext>
            </a:extLst>
          </p:cNvPr>
          <p:cNvSpPr>
            <a:spLocks noChangeShapeType="1"/>
          </p:cNvSpPr>
          <p:nvPr/>
        </p:nvSpPr>
        <p:spPr bwMode="auto">
          <a:xfrm flipV="1">
            <a:off x="4419600" y="1885950"/>
            <a:ext cx="3657600" cy="310515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9256" name="Rectangle 40">
            <a:extLst>
              <a:ext uri="{FF2B5EF4-FFF2-40B4-BE49-F238E27FC236}">
                <a16:creationId xmlns:a16="http://schemas.microsoft.com/office/drawing/2014/main" id="{E870D12A-5101-44F8-9323-8F749C849186}"/>
              </a:ext>
            </a:extLst>
          </p:cNvPr>
          <p:cNvSpPr>
            <a:spLocks noChangeArrowheads="1"/>
          </p:cNvSpPr>
          <p:nvPr/>
        </p:nvSpPr>
        <p:spPr bwMode="auto">
          <a:xfrm>
            <a:off x="6156326" y="2560639"/>
            <a:ext cx="339837"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_tradnl" altLang="en-US" b="1" i="1"/>
              <a:t>l</a:t>
            </a:r>
            <a:r>
              <a:rPr lang="es-ES_tradnl" altLang="en-US" i="1"/>
              <a:t>’</a:t>
            </a:r>
          </a:p>
        </p:txBody>
      </p:sp>
      <p:grpSp>
        <p:nvGrpSpPr>
          <p:cNvPr id="14" name="Group 58">
            <a:extLst>
              <a:ext uri="{FF2B5EF4-FFF2-40B4-BE49-F238E27FC236}">
                <a16:creationId xmlns:a16="http://schemas.microsoft.com/office/drawing/2014/main" id="{EEC5A45F-5F04-44FE-8D70-1C0216E72BF1}"/>
              </a:ext>
            </a:extLst>
          </p:cNvPr>
          <p:cNvGrpSpPr>
            <a:grpSpLocks/>
          </p:cNvGrpSpPr>
          <p:nvPr/>
        </p:nvGrpSpPr>
        <p:grpSpPr bwMode="auto">
          <a:xfrm>
            <a:off x="4418014" y="1871664"/>
            <a:ext cx="3659187" cy="3157537"/>
            <a:chOff x="1823" y="1179"/>
            <a:chExt cx="2305" cy="1989"/>
          </a:xfrm>
        </p:grpSpPr>
        <p:grpSp>
          <p:nvGrpSpPr>
            <p:cNvPr id="22561" name="Group 43">
              <a:extLst>
                <a:ext uri="{FF2B5EF4-FFF2-40B4-BE49-F238E27FC236}">
                  <a16:creationId xmlns:a16="http://schemas.microsoft.com/office/drawing/2014/main" id="{769EF3E4-7E0E-4321-BF20-38B2C7CC1B56}"/>
                </a:ext>
              </a:extLst>
            </p:cNvPr>
            <p:cNvGrpSpPr>
              <a:grpSpLocks/>
            </p:cNvGrpSpPr>
            <p:nvPr/>
          </p:nvGrpSpPr>
          <p:grpSpPr bwMode="auto">
            <a:xfrm>
              <a:off x="1823" y="1179"/>
              <a:ext cx="2305" cy="1989"/>
              <a:chOff x="1823" y="1179"/>
              <a:chExt cx="2305" cy="1989"/>
            </a:xfrm>
          </p:grpSpPr>
          <p:sp>
            <p:nvSpPr>
              <p:cNvPr id="22576" name="Arc 41">
                <a:extLst>
                  <a:ext uri="{FF2B5EF4-FFF2-40B4-BE49-F238E27FC236}">
                    <a16:creationId xmlns:a16="http://schemas.microsoft.com/office/drawing/2014/main" id="{45DEAF8C-E61B-4E50-8816-E38B58BA55C2}"/>
                  </a:ext>
                </a:extLst>
              </p:cNvPr>
              <p:cNvSpPr>
                <a:spLocks/>
              </p:cNvSpPr>
              <p:nvPr/>
            </p:nvSpPr>
            <p:spPr bwMode="auto">
              <a:xfrm rot="10800000">
                <a:off x="1823" y="2352"/>
                <a:ext cx="925" cy="816"/>
              </a:xfrm>
              <a:custGeom>
                <a:avLst/>
                <a:gdLst>
                  <a:gd name="T0" fmla="*/ 35 w 24488"/>
                  <a:gd name="T1" fmla="*/ 0 h 21600"/>
                  <a:gd name="T2" fmla="*/ 0 w 24488"/>
                  <a:gd name="T3" fmla="*/ 31 h 21600"/>
                  <a:gd name="T4" fmla="*/ 4 w 24488"/>
                  <a:gd name="T5" fmla="*/ 0 h 21600"/>
                  <a:gd name="T6" fmla="*/ 0 60000 65536"/>
                  <a:gd name="T7" fmla="*/ 0 60000 65536"/>
                  <a:gd name="T8" fmla="*/ 0 60000 65536"/>
                  <a:gd name="T9" fmla="*/ 0 w 24488"/>
                  <a:gd name="T10" fmla="*/ 0 h 21600"/>
                  <a:gd name="T11" fmla="*/ 24488 w 24488"/>
                  <a:gd name="T12" fmla="*/ 21600 h 21600"/>
                </a:gdLst>
                <a:ahLst/>
                <a:cxnLst>
                  <a:cxn ang="T6">
                    <a:pos x="T0" y="T1"/>
                  </a:cxn>
                  <a:cxn ang="T7">
                    <a:pos x="T2" y="T3"/>
                  </a:cxn>
                  <a:cxn ang="T8">
                    <a:pos x="T4" y="T5"/>
                  </a:cxn>
                </a:cxnLst>
                <a:rect l="T9" t="T10" r="T11" b="T12"/>
                <a:pathLst>
                  <a:path w="24488" h="21600" fill="none" extrusionOk="0">
                    <a:moveTo>
                      <a:pt x="24488" y="0"/>
                    </a:moveTo>
                    <a:cubicBezTo>
                      <a:pt x="24488" y="11929"/>
                      <a:pt x="14817" y="21600"/>
                      <a:pt x="2888" y="21600"/>
                    </a:cubicBezTo>
                    <a:cubicBezTo>
                      <a:pt x="1922" y="21600"/>
                      <a:pt x="957" y="21535"/>
                      <a:pt x="-1" y="21406"/>
                    </a:cubicBezTo>
                  </a:path>
                  <a:path w="24488" h="21600" stroke="0" extrusionOk="0">
                    <a:moveTo>
                      <a:pt x="24488" y="0"/>
                    </a:moveTo>
                    <a:cubicBezTo>
                      <a:pt x="24488" y="11929"/>
                      <a:pt x="14817" y="21600"/>
                      <a:pt x="2888" y="21600"/>
                    </a:cubicBezTo>
                    <a:cubicBezTo>
                      <a:pt x="1922" y="21600"/>
                      <a:pt x="957" y="21535"/>
                      <a:pt x="-1" y="21406"/>
                    </a:cubicBezTo>
                    <a:lnTo>
                      <a:pt x="2888" y="0"/>
                    </a:lnTo>
                    <a:close/>
                  </a:path>
                </a:pathLst>
              </a:custGeom>
              <a:noFill/>
              <a:ln w="127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sp>
            <p:nvSpPr>
              <p:cNvPr id="22577" name="Arc 42">
                <a:extLst>
                  <a:ext uri="{FF2B5EF4-FFF2-40B4-BE49-F238E27FC236}">
                    <a16:creationId xmlns:a16="http://schemas.microsoft.com/office/drawing/2014/main" id="{476661F2-78E4-4842-8562-067E14A4CB33}"/>
                  </a:ext>
                </a:extLst>
              </p:cNvPr>
              <p:cNvSpPr>
                <a:spLocks/>
              </p:cNvSpPr>
              <p:nvPr/>
            </p:nvSpPr>
            <p:spPr bwMode="auto">
              <a:xfrm>
                <a:off x="2768" y="1179"/>
                <a:ext cx="1360" cy="1222"/>
              </a:xfrm>
              <a:custGeom>
                <a:avLst/>
                <a:gdLst>
                  <a:gd name="T0" fmla="*/ 66 w 27954"/>
                  <a:gd name="T1" fmla="*/ 0 h 24374"/>
                  <a:gd name="T2" fmla="*/ 0 w 27954"/>
                  <a:gd name="T3" fmla="*/ 59 h 24374"/>
                  <a:gd name="T4" fmla="*/ 15 w 27954"/>
                  <a:gd name="T5" fmla="*/ 7 h 24374"/>
                  <a:gd name="T6" fmla="*/ 0 60000 65536"/>
                  <a:gd name="T7" fmla="*/ 0 60000 65536"/>
                  <a:gd name="T8" fmla="*/ 0 60000 65536"/>
                  <a:gd name="T9" fmla="*/ 0 w 27954"/>
                  <a:gd name="T10" fmla="*/ 0 h 24374"/>
                  <a:gd name="T11" fmla="*/ 27954 w 27954"/>
                  <a:gd name="T12" fmla="*/ 24374 h 24374"/>
                </a:gdLst>
                <a:ahLst/>
                <a:cxnLst>
                  <a:cxn ang="T6">
                    <a:pos x="T0" y="T1"/>
                  </a:cxn>
                  <a:cxn ang="T7">
                    <a:pos x="T2" y="T3"/>
                  </a:cxn>
                  <a:cxn ang="T8">
                    <a:pos x="T4" y="T5"/>
                  </a:cxn>
                </a:cxnLst>
                <a:rect l="T9" t="T10" r="T11" b="T12"/>
                <a:pathLst>
                  <a:path w="27954" h="24374" fill="none" extrusionOk="0">
                    <a:moveTo>
                      <a:pt x="27775" y="-1"/>
                    </a:moveTo>
                    <a:cubicBezTo>
                      <a:pt x="27894" y="919"/>
                      <a:pt x="27954" y="1846"/>
                      <a:pt x="27954" y="2774"/>
                    </a:cubicBezTo>
                    <a:cubicBezTo>
                      <a:pt x="27954" y="14703"/>
                      <a:pt x="18283" y="24374"/>
                      <a:pt x="6354" y="24374"/>
                    </a:cubicBezTo>
                    <a:cubicBezTo>
                      <a:pt x="4200" y="24374"/>
                      <a:pt x="2058" y="24051"/>
                      <a:pt x="-1" y="23418"/>
                    </a:cubicBezTo>
                  </a:path>
                  <a:path w="27954" h="24374" stroke="0" extrusionOk="0">
                    <a:moveTo>
                      <a:pt x="27775" y="-1"/>
                    </a:moveTo>
                    <a:cubicBezTo>
                      <a:pt x="27894" y="919"/>
                      <a:pt x="27954" y="1846"/>
                      <a:pt x="27954" y="2774"/>
                    </a:cubicBezTo>
                    <a:cubicBezTo>
                      <a:pt x="27954" y="14703"/>
                      <a:pt x="18283" y="24374"/>
                      <a:pt x="6354" y="24374"/>
                    </a:cubicBezTo>
                    <a:cubicBezTo>
                      <a:pt x="4200" y="24374"/>
                      <a:pt x="2058" y="24051"/>
                      <a:pt x="-1" y="23418"/>
                    </a:cubicBezTo>
                    <a:lnTo>
                      <a:pt x="6354" y="2774"/>
                    </a:lnTo>
                    <a:close/>
                  </a:path>
                </a:pathLst>
              </a:custGeom>
              <a:noFill/>
              <a:ln w="127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grpSp>
        <p:sp>
          <p:nvSpPr>
            <p:cNvPr id="22562" name="Line 44">
              <a:extLst>
                <a:ext uri="{FF2B5EF4-FFF2-40B4-BE49-F238E27FC236}">
                  <a16:creationId xmlns:a16="http://schemas.microsoft.com/office/drawing/2014/main" id="{08B13DD9-D1E8-4809-A291-3BAA138D0053}"/>
                </a:ext>
              </a:extLst>
            </p:cNvPr>
            <p:cNvSpPr>
              <a:spLocks noChangeShapeType="1"/>
            </p:cNvSpPr>
            <p:nvPr/>
          </p:nvSpPr>
          <p:spPr bwMode="auto">
            <a:xfrm flipV="1">
              <a:off x="1824" y="2904"/>
              <a:ext cx="48" cy="168"/>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22563" name="Line 45">
              <a:extLst>
                <a:ext uri="{FF2B5EF4-FFF2-40B4-BE49-F238E27FC236}">
                  <a16:creationId xmlns:a16="http://schemas.microsoft.com/office/drawing/2014/main" id="{3D31E636-0FDC-4481-AC90-3BAE4C430CE9}"/>
                </a:ext>
              </a:extLst>
            </p:cNvPr>
            <p:cNvSpPr>
              <a:spLocks noChangeShapeType="1"/>
            </p:cNvSpPr>
            <p:nvPr/>
          </p:nvSpPr>
          <p:spPr bwMode="auto">
            <a:xfrm flipV="1">
              <a:off x="1902" y="2712"/>
              <a:ext cx="60" cy="12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22564" name="Line 46">
              <a:extLst>
                <a:ext uri="{FF2B5EF4-FFF2-40B4-BE49-F238E27FC236}">
                  <a16:creationId xmlns:a16="http://schemas.microsoft.com/office/drawing/2014/main" id="{36CC7314-603A-4F0A-BEEF-6B5DD6CE9392}"/>
                </a:ext>
              </a:extLst>
            </p:cNvPr>
            <p:cNvSpPr>
              <a:spLocks noChangeShapeType="1"/>
            </p:cNvSpPr>
            <p:nvPr/>
          </p:nvSpPr>
          <p:spPr bwMode="auto">
            <a:xfrm flipV="1">
              <a:off x="2034" y="2538"/>
              <a:ext cx="72" cy="78"/>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22565" name="Line 47">
              <a:extLst>
                <a:ext uri="{FF2B5EF4-FFF2-40B4-BE49-F238E27FC236}">
                  <a16:creationId xmlns:a16="http://schemas.microsoft.com/office/drawing/2014/main" id="{3D526402-3960-4BB1-AA2A-0B7D863E7597}"/>
                </a:ext>
              </a:extLst>
            </p:cNvPr>
            <p:cNvSpPr>
              <a:spLocks noChangeShapeType="1"/>
            </p:cNvSpPr>
            <p:nvPr/>
          </p:nvSpPr>
          <p:spPr bwMode="auto">
            <a:xfrm flipV="1">
              <a:off x="2214" y="2424"/>
              <a:ext cx="72" cy="48"/>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22566" name="Line 48">
              <a:extLst>
                <a:ext uri="{FF2B5EF4-FFF2-40B4-BE49-F238E27FC236}">
                  <a16:creationId xmlns:a16="http://schemas.microsoft.com/office/drawing/2014/main" id="{F6E59593-CBD3-415B-A213-49BB1BEA153C}"/>
                </a:ext>
              </a:extLst>
            </p:cNvPr>
            <p:cNvSpPr>
              <a:spLocks noChangeShapeType="1"/>
            </p:cNvSpPr>
            <p:nvPr/>
          </p:nvSpPr>
          <p:spPr bwMode="auto">
            <a:xfrm flipV="1">
              <a:off x="2736" y="2358"/>
              <a:ext cx="90" cy="6"/>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22567" name="Line 49">
              <a:extLst>
                <a:ext uri="{FF2B5EF4-FFF2-40B4-BE49-F238E27FC236}">
                  <a16:creationId xmlns:a16="http://schemas.microsoft.com/office/drawing/2014/main" id="{DD86F3B1-B303-4241-AF00-53DE715475AE}"/>
                </a:ext>
              </a:extLst>
            </p:cNvPr>
            <p:cNvSpPr>
              <a:spLocks noChangeShapeType="1"/>
            </p:cNvSpPr>
            <p:nvPr/>
          </p:nvSpPr>
          <p:spPr bwMode="auto">
            <a:xfrm flipV="1">
              <a:off x="2436" y="2346"/>
              <a:ext cx="108" cy="24"/>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22568" name="Line 50">
              <a:extLst>
                <a:ext uri="{FF2B5EF4-FFF2-40B4-BE49-F238E27FC236}">
                  <a16:creationId xmlns:a16="http://schemas.microsoft.com/office/drawing/2014/main" id="{D78D3EAA-C8B8-4CD0-A8D7-0C3E8244881A}"/>
                </a:ext>
              </a:extLst>
            </p:cNvPr>
            <p:cNvSpPr>
              <a:spLocks noChangeShapeType="1"/>
            </p:cNvSpPr>
            <p:nvPr/>
          </p:nvSpPr>
          <p:spPr bwMode="auto">
            <a:xfrm flipV="1">
              <a:off x="3024" y="2400"/>
              <a:ext cx="102" cy="6"/>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22569" name="Line 51">
              <a:extLst>
                <a:ext uri="{FF2B5EF4-FFF2-40B4-BE49-F238E27FC236}">
                  <a16:creationId xmlns:a16="http://schemas.microsoft.com/office/drawing/2014/main" id="{D8AF9FA3-B387-4E8C-B703-479E37A31EEA}"/>
                </a:ext>
              </a:extLst>
            </p:cNvPr>
            <p:cNvSpPr>
              <a:spLocks noChangeShapeType="1"/>
            </p:cNvSpPr>
            <p:nvPr/>
          </p:nvSpPr>
          <p:spPr bwMode="auto">
            <a:xfrm flipV="1">
              <a:off x="3306" y="2340"/>
              <a:ext cx="102" cy="48"/>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22570" name="Line 52">
              <a:extLst>
                <a:ext uri="{FF2B5EF4-FFF2-40B4-BE49-F238E27FC236}">
                  <a16:creationId xmlns:a16="http://schemas.microsoft.com/office/drawing/2014/main" id="{01F9F9A2-3782-4589-B16C-7D5828B5D0A2}"/>
                </a:ext>
              </a:extLst>
            </p:cNvPr>
            <p:cNvSpPr>
              <a:spLocks noChangeShapeType="1"/>
            </p:cNvSpPr>
            <p:nvPr/>
          </p:nvSpPr>
          <p:spPr bwMode="auto">
            <a:xfrm flipV="1">
              <a:off x="3546" y="2226"/>
              <a:ext cx="102" cy="66"/>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22571" name="Line 53">
              <a:extLst>
                <a:ext uri="{FF2B5EF4-FFF2-40B4-BE49-F238E27FC236}">
                  <a16:creationId xmlns:a16="http://schemas.microsoft.com/office/drawing/2014/main" id="{51A53C77-4156-43BF-AC1B-1538A9FA1555}"/>
                </a:ext>
              </a:extLst>
            </p:cNvPr>
            <p:cNvSpPr>
              <a:spLocks noChangeShapeType="1"/>
            </p:cNvSpPr>
            <p:nvPr/>
          </p:nvSpPr>
          <p:spPr bwMode="auto">
            <a:xfrm flipV="1">
              <a:off x="3744" y="2076"/>
              <a:ext cx="90" cy="84"/>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22572" name="Line 54">
              <a:extLst>
                <a:ext uri="{FF2B5EF4-FFF2-40B4-BE49-F238E27FC236}">
                  <a16:creationId xmlns:a16="http://schemas.microsoft.com/office/drawing/2014/main" id="{3B6B074C-F3CE-45D5-9B99-F18E6C626888}"/>
                </a:ext>
              </a:extLst>
            </p:cNvPr>
            <p:cNvSpPr>
              <a:spLocks noChangeShapeType="1"/>
            </p:cNvSpPr>
            <p:nvPr/>
          </p:nvSpPr>
          <p:spPr bwMode="auto">
            <a:xfrm flipV="1">
              <a:off x="3924" y="1884"/>
              <a:ext cx="54" cy="9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22573" name="Line 55">
              <a:extLst>
                <a:ext uri="{FF2B5EF4-FFF2-40B4-BE49-F238E27FC236}">
                  <a16:creationId xmlns:a16="http://schemas.microsoft.com/office/drawing/2014/main" id="{9604685F-C388-4CD8-B739-30F94D950858}"/>
                </a:ext>
              </a:extLst>
            </p:cNvPr>
            <p:cNvSpPr>
              <a:spLocks noChangeShapeType="1"/>
            </p:cNvSpPr>
            <p:nvPr/>
          </p:nvSpPr>
          <p:spPr bwMode="auto">
            <a:xfrm flipV="1">
              <a:off x="4038" y="1680"/>
              <a:ext cx="24" cy="102"/>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22574" name="Line 56">
              <a:extLst>
                <a:ext uri="{FF2B5EF4-FFF2-40B4-BE49-F238E27FC236}">
                  <a16:creationId xmlns:a16="http://schemas.microsoft.com/office/drawing/2014/main" id="{4C753FA7-64BF-47AB-8BBA-5F72C7D8CF91}"/>
                </a:ext>
              </a:extLst>
            </p:cNvPr>
            <p:cNvSpPr>
              <a:spLocks noChangeShapeType="1"/>
            </p:cNvSpPr>
            <p:nvPr/>
          </p:nvSpPr>
          <p:spPr bwMode="auto">
            <a:xfrm flipV="1">
              <a:off x="4098" y="1470"/>
              <a:ext cx="24" cy="102"/>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22575" name="Line 57">
              <a:extLst>
                <a:ext uri="{FF2B5EF4-FFF2-40B4-BE49-F238E27FC236}">
                  <a16:creationId xmlns:a16="http://schemas.microsoft.com/office/drawing/2014/main" id="{F1C0A5B6-869C-4F62-B1EC-DD68440D2A85}"/>
                </a:ext>
              </a:extLst>
            </p:cNvPr>
            <p:cNvSpPr>
              <a:spLocks noChangeShapeType="1"/>
            </p:cNvSpPr>
            <p:nvPr/>
          </p:nvSpPr>
          <p:spPr bwMode="auto">
            <a:xfrm flipV="1">
              <a:off x="4122" y="1236"/>
              <a:ext cx="0" cy="78"/>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grpSp>
      <p:sp>
        <p:nvSpPr>
          <p:cNvPr id="9275" name="Rectangle 59">
            <a:extLst>
              <a:ext uri="{FF2B5EF4-FFF2-40B4-BE49-F238E27FC236}">
                <a16:creationId xmlns:a16="http://schemas.microsoft.com/office/drawing/2014/main" id="{B8497B30-5A23-4B6F-8BD1-EB511296A9C4}"/>
              </a:ext>
            </a:extLst>
          </p:cNvPr>
          <p:cNvSpPr>
            <a:spLocks noChangeArrowheads="1"/>
          </p:cNvSpPr>
          <p:nvPr/>
        </p:nvSpPr>
        <p:spPr bwMode="auto">
          <a:xfrm>
            <a:off x="7299325" y="3627439"/>
            <a:ext cx="270908"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_tradnl" altLang="en-US" i="1"/>
              <a:t>I</a:t>
            </a:r>
          </a:p>
        </p:txBody>
      </p:sp>
      <p:sp>
        <p:nvSpPr>
          <p:cNvPr id="9276" name="Rectangle 60">
            <a:extLst>
              <a:ext uri="{FF2B5EF4-FFF2-40B4-BE49-F238E27FC236}">
                <a16:creationId xmlns:a16="http://schemas.microsoft.com/office/drawing/2014/main" id="{44821FD3-AB6E-411E-AC7C-D3884D8B16AD}"/>
              </a:ext>
            </a:extLst>
          </p:cNvPr>
          <p:cNvSpPr>
            <a:spLocks noChangeArrowheads="1"/>
          </p:cNvSpPr>
          <p:nvPr/>
        </p:nvSpPr>
        <p:spPr bwMode="auto">
          <a:xfrm>
            <a:off x="4406900" y="3535364"/>
            <a:ext cx="511358"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_tradnl" altLang="en-US" i="1"/>
              <a:t>ds</a:t>
            </a:r>
          </a:p>
        </p:txBody>
      </p:sp>
      <p:sp>
        <p:nvSpPr>
          <p:cNvPr id="9277" name="Text Box 61">
            <a:extLst>
              <a:ext uri="{FF2B5EF4-FFF2-40B4-BE49-F238E27FC236}">
                <a16:creationId xmlns:a16="http://schemas.microsoft.com/office/drawing/2014/main" id="{AC9BD08A-131F-4224-B4EE-4B5BE2C773ED}"/>
              </a:ext>
            </a:extLst>
          </p:cNvPr>
          <p:cNvSpPr txBox="1">
            <a:spLocks noChangeArrowheads="1"/>
          </p:cNvSpPr>
          <p:nvPr/>
        </p:nvSpPr>
        <p:spPr bwMode="auto">
          <a:xfrm>
            <a:off x="1922464" y="227162"/>
            <a:ext cx="182614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_tradnl" altLang="en-US"/>
              <a:t>EJEMPLOS</a:t>
            </a:r>
          </a:p>
        </p:txBody>
      </p:sp>
      <p:sp>
        <p:nvSpPr>
          <p:cNvPr id="9278" name="Text Box 62">
            <a:extLst>
              <a:ext uri="{FF2B5EF4-FFF2-40B4-BE49-F238E27FC236}">
                <a16:creationId xmlns:a16="http://schemas.microsoft.com/office/drawing/2014/main" id="{18C6E268-F029-4DC8-A3CB-FED34D3D6332}"/>
              </a:ext>
            </a:extLst>
          </p:cNvPr>
          <p:cNvSpPr txBox="1">
            <a:spLocks noChangeArrowheads="1"/>
          </p:cNvSpPr>
          <p:nvPr/>
        </p:nvSpPr>
        <p:spPr bwMode="auto">
          <a:xfrm>
            <a:off x="1695451" y="908755"/>
            <a:ext cx="3283271"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_tradnl" altLang="en-US"/>
              <a:t>1.- Fuerza sobre una </a:t>
            </a:r>
          </a:p>
          <a:p>
            <a:pPr eaLnBrk="1" hangingPunct="1"/>
            <a:r>
              <a:rPr lang="es-ES_tradnl" altLang="en-US"/>
              <a:t>corriente dentro de un </a:t>
            </a:r>
          </a:p>
          <a:p>
            <a:pPr eaLnBrk="1" hangingPunct="1"/>
            <a:r>
              <a:rPr lang="es-ES_tradnl" altLang="en-US"/>
              <a:t>campo constante </a:t>
            </a:r>
            <a:r>
              <a:rPr lang="es-ES_tradnl" altLang="en-US" b="1"/>
              <a:t>B</a:t>
            </a:r>
            <a:endParaRPr lang="es-ES_tradnl" altLang="en-US"/>
          </a:p>
        </p:txBody>
      </p:sp>
      <p:sp>
        <p:nvSpPr>
          <p:cNvPr id="22551" name="Text Box 63">
            <a:extLst>
              <a:ext uri="{FF2B5EF4-FFF2-40B4-BE49-F238E27FC236}">
                <a16:creationId xmlns:a16="http://schemas.microsoft.com/office/drawing/2014/main" id="{87C81451-12CA-476E-9C1F-EA30A6D40237}"/>
              </a:ext>
            </a:extLst>
          </p:cNvPr>
          <p:cNvSpPr txBox="1">
            <a:spLocks noChangeArrowheads="1"/>
          </p:cNvSpPr>
          <p:nvPr/>
        </p:nvSpPr>
        <p:spPr bwMode="auto">
          <a:xfrm>
            <a:off x="1812926" y="1598762"/>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grpSp>
        <p:nvGrpSpPr>
          <p:cNvPr id="16" name="Group 73">
            <a:extLst>
              <a:ext uri="{FF2B5EF4-FFF2-40B4-BE49-F238E27FC236}">
                <a16:creationId xmlns:a16="http://schemas.microsoft.com/office/drawing/2014/main" id="{B9EEF31C-7A9F-42EA-8568-6A535944F434}"/>
              </a:ext>
            </a:extLst>
          </p:cNvPr>
          <p:cNvGrpSpPr>
            <a:grpSpLocks/>
          </p:cNvGrpSpPr>
          <p:nvPr/>
        </p:nvGrpSpPr>
        <p:grpSpPr bwMode="auto">
          <a:xfrm>
            <a:off x="1752600" y="2438399"/>
            <a:ext cx="1981200" cy="1066800"/>
            <a:chOff x="144" y="1536"/>
            <a:chExt cx="1248" cy="672"/>
          </a:xfrm>
        </p:grpSpPr>
        <p:sp>
          <p:nvSpPr>
            <p:cNvPr id="22559" name="Rectangle 68">
              <a:extLst>
                <a:ext uri="{FF2B5EF4-FFF2-40B4-BE49-F238E27FC236}">
                  <a16:creationId xmlns:a16="http://schemas.microsoft.com/office/drawing/2014/main" id="{996DFD0B-7D31-4DC0-AAC5-8036DDCDF666}"/>
                </a:ext>
              </a:extLst>
            </p:cNvPr>
            <p:cNvSpPr>
              <a:spLocks noChangeArrowheads="1"/>
            </p:cNvSpPr>
            <p:nvPr/>
          </p:nvSpPr>
          <p:spPr bwMode="auto">
            <a:xfrm>
              <a:off x="144" y="1536"/>
              <a:ext cx="1248" cy="672"/>
            </a:xfrm>
            <a:prstGeom prst="rect">
              <a:avLst/>
            </a:prstGeom>
            <a:solidFill>
              <a:schemeClr val="accent1"/>
            </a:solidFill>
            <a:ln w="9525">
              <a:solidFill>
                <a:schemeClr val="tx1"/>
              </a:solidFill>
              <a:miter lim="800000"/>
              <a:headEnd/>
              <a:tailEnd/>
            </a:ln>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sp>
          <p:nvSpPr>
            <p:cNvPr id="22560" name="Text Box 64">
              <a:extLst>
                <a:ext uri="{FF2B5EF4-FFF2-40B4-BE49-F238E27FC236}">
                  <a16:creationId xmlns:a16="http://schemas.microsoft.com/office/drawing/2014/main" id="{EEAE2C14-193D-4184-8E30-64E594C348EB}"/>
                </a:ext>
              </a:extLst>
            </p:cNvPr>
            <p:cNvSpPr txBox="1">
              <a:spLocks noChangeArrowheads="1"/>
            </p:cNvSpPr>
            <p:nvPr/>
          </p:nvSpPr>
          <p:spPr bwMode="auto">
            <a:xfrm>
              <a:off x="256" y="1611"/>
              <a:ext cx="677"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_tradnl" altLang="en-US"/>
                <a:t>Datos:</a:t>
              </a:r>
            </a:p>
            <a:p>
              <a:pPr eaLnBrk="1" hangingPunct="1"/>
              <a:r>
                <a:rPr lang="es-ES_tradnl" altLang="en-US"/>
                <a:t>I, </a:t>
              </a:r>
              <a:r>
                <a:rPr lang="es-ES_tradnl" altLang="en-US" b="1" i="1"/>
                <a:t>l</a:t>
              </a:r>
              <a:r>
                <a:rPr lang="es-ES_tradnl" altLang="en-US" i="1"/>
                <a:t>’ , </a:t>
              </a:r>
              <a:r>
                <a:rPr lang="es-ES_tradnl" altLang="en-US" b="1"/>
                <a:t>B</a:t>
              </a:r>
              <a:endParaRPr lang="es-ES_tradnl" altLang="en-US"/>
            </a:p>
          </p:txBody>
        </p:sp>
      </p:grpSp>
      <p:grpSp>
        <p:nvGrpSpPr>
          <p:cNvPr id="17" name="Group 72">
            <a:extLst>
              <a:ext uri="{FF2B5EF4-FFF2-40B4-BE49-F238E27FC236}">
                <a16:creationId xmlns:a16="http://schemas.microsoft.com/office/drawing/2014/main" id="{EB731650-74C5-4771-8885-9C13242E131C}"/>
              </a:ext>
            </a:extLst>
          </p:cNvPr>
          <p:cNvGrpSpPr>
            <a:grpSpLocks/>
          </p:cNvGrpSpPr>
          <p:nvPr/>
        </p:nvGrpSpPr>
        <p:grpSpPr bwMode="auto">
          <a:xfrm>
            <a:off x="1752600" y="3657602"/>
            <a:ext cx="1981200" cy="1066800"/>
            <a:chOff x="144" y="2304"/>
            <a:chExt cx="1248" cy="672"/>
          </a:xfrm>
        </p:grpSpPr>
        <p:sp>
          <p:nvSpPr>
            <p:cNvPr id="22557" name="Rectangle 69">
              <a:extLst>
                <a:ext uri="{FF2B5EF4-FFF2-40B4-BE49-F238E27FC236}">
                  <a16:creationId xmlns:a16="http://schemas.microsoft.com/office/drawing/2014/main" id="{26AAD172-568F-4AA5-8AD0-36214BD4E756}"/>
                </a:ext>
              </a:extLst>
            </p:cNvPr>
            <p:cNvSpPr>
              <a:spLocks noChangeArrowheads="1"/>
            </p:cNvSpPr>
            <p:nvPr/>
          </p:nvSpPr>
          <p:spPr bwMode="auto">
            <a:xfrm>
              <a:off x="144" y="2304"/>
              <a:ext cx="1248" cy="672"/>
            </a:xfrm>
            <a:prstGeom prst="rect">
              <a:avLst/>
            </a:prstGeom>
            <a:solidFill>
              <a:schemeClr val="accent1"/>
            </a:solidFill>
            <a:ln w="9525">
              <a:solidFill>
                <a:schemeClr val="tx1"/>
              </a:solidFill>
              <a:miter lim="800000"/>
              <a:headEnd/>
              <a:tailEnd/>
            </a:ln>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sp>
          <p:nvSpPr>
            <p:cNvPr id="22558" name="Text Box 65">
              <a:extLst>
                <a:ext uri="{FF2B5EF4-FFF2-40B4-BE49-F238E27FC236}">
                  <a16:creationId xmlns:a16="http://schemas.microsoft.com/office/drawing/2014/main" id="{DFF61328-AFD4-46D5-8CF9-D9C86312B72B}"/>
                </a:ext>
              </a:extLst>
            </p:cNvPr>
            <p:cNvSpPr txBox="1">
              <a:spLocks noChangeArrowheads="1"/>
            </p:cNvSpPr>
            <p:nvPr/>
          </p:nvSpPr>
          <p:spPr bwMode="auto">
            <a:xfrm>
              <a:off x="238" y="2331"/>
              <a:ext cx="957"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_tradnl" altLang="en-US"/>
                <a:t>Incógnita:</a:t>
              </a:r>
            </a:p>
            <a:p>
              <a:pPr eaLnBrk="1" hangingPunct="1"/>
              <a:r>
                <a:rPr lang="es-ES_tradnl" altLang="en-US"/>
                <a:t>F = ?</a:t>
              </a:r>
            </a:p>
          </p:txBody>
        </p:sp>
      </p:grpSp>
      <p:grpSp>
        <p:nvGrpSpPr>
          <p:cNvPr id="18" name="Group 71">
            <a:extLst>
              <a:ext uri="{FF2B5EF4-FFF2-40B4-BE49-F238E27FC236}">
                <a16:creationId xmlns:a16="http://schemas.microsoft.com/office/drawing/2014/main" id="{AFE15F97-9493-4254-B71C-FBA8B195E479}"/>
              </a:ext>
            </a:extLst>
          </p:cNvPr>
          <p:cNvGrpSpPr>
            <a:grpSpLocks/>
          </p:cNvGrpSpPr>
          <p:nvPr/>
        </p:nvGrpSpPr>
        <p:grpSpPr bwMode="auto">
          <a:xfrm>
            <a:off x="1676400" y="5486400"/>
            <a:ext cx="3505200" cy="1219200"/>
            <a:chOff x="96" y="3456"/>
            <a:chExt cx="2208" cy="768"/>
          </a:xfrm>
        </p:grpSpPr>
        <p:sp>
          <p:nvSpPr>
            <p:cNvPr id="22555" name="Rectangle 70">
              <a:extLst>
                <a:ext uri="{FF2B5EF4-FFF2-40B4-BE49-F238E27FC236}">
                  <a16:creationId xmlns:a16="http://schemas.microsoft.com/office/drawing/2014/main" id="{BB2CDE9E-4794-4B4E-8FDC-837911B3BBBB}"/>
                </a:ext>
              </a:extLst>
            </p:cNvPr>
            <p:cNvSpPr>
              <a:spLocks noChangeArrowheads="1"/>
            </p:cNvSpPr>
            <p:nvPr/>
          </p:nvSpPr>
          <p:spPr bwMode="auto">
            <a:xfrm>
              <a:off x="96" y="3504"/>
              <a:ext cx="2208" cy="720"/>
            </a:xfrm>
            <a:prstGeom prst="rect">
              <a:avLst/>
            </a:prstGeom>
            <a:solidFill>
              <a:schemeClr val="hlink"/>
            </a:solidFill>
            <a:ln w="9525">
              <a:solidFill>
                <a:schemeClr val="tx1"/>
              </a:solidFill>
              <a:miter lim="800000"/>
              <a:headEnd/>
              <a:tailEnd/>
            </a:ln>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sp>
          <p:nvSpPr>
            <p:cNvPr id="22556" name="Text Box 66">
              <a:extLst>
                <a:ext uri="{FF2B5EF4-FFF2-40B4-BE49-F238E27FC236}">
                  <a16:creationId xmlns:a16="http://schemas.microsoft.com/office/drawing/2014/main" id="{EE3B13F9-3199-466B-AAE2-32F41DCD999C}"/>
                </a:ext>
              </a:extLst>
            </p:cNvPr>
            <p:cNvSpPr txBox="1">
              <a:spLocks noChangeArrowheads="1"/>
            </p:cNvSpPr>
            <p:nvPr/>
          </p:nvSpPr>
          <p:spPr bwMode="auto">
            <a:xfrm>
              <a:off x="1622" y="3887"/>
              <a:ext cx="11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graphicFrame>
          <p:nvGraphicFramePr>
            <p:cNvPr id="22530" name="Object 67">
              <a:extLst>
                <a:ext uri="{FF2B5EF4-FFF2-40B4-BE49-F238E27FC236}">
                  <a16:creationId xmlns:a16="http://schemas.microsoft.com/office/drawing/2014/main" id="{063EC0A9-E37E-4335-BA34-50CEA95D9FFF}"/>
                </a:ext>
              </a:extLst>
            </p:cNvPr>
            <p:cNvGraphicFramePr>
              <a:graphicFrameLocks noChangeAspect="1"/>
            </p:cNvGraphicFramePr>
            <p:nvPr/>
          </p:nvGraphicFramePr>
          <p:xfrm>
            <a:off x="144" y="3456"/>
            <a:ext cx="2064" cy="658"/>
          </p:xfrm>
          <a:graphic>
            <a:graphicData uri="http://schemas.openxmlformats.org/presentationml/2006/ole">
              <mc:AlternateContent xmlns:mc="http://schemas.openxmlformats.org/markup-compatibility/2006">
                <mc:Choice xmlns:v="urn:schemas-microsoft-com:vml" Requires="v">
                  <p:oleObj spid="_x0000_s9225" name="Ecuación" r:id="rId4" imgW="672840" imgH="215640" progId="Equation.3">
                    <p:embed/>
                  </p:oleObj>
                </mc:Choice>
                <mc:Fallback>
                  <p:oleObj name="Ecuación" r:id="rId4" imgW="672840" imgH="215640" progId="Equation.3">
                    <p:embed/>
                    <p:pic>
                      <p:nvPicPr>
                        <p:cNvPr id="22530" name="Object 67">
                          <a:extLst>
                            <a:ext uri="{FF2B5EF4-FFF2-40B4-BE49-F238E27FC236}">
                              <a16:creationId xmlns:a16="http://schemas.microsoft.com/office/drawing/2014/main" id="{063EC0A9-E37E-4335-BA34-50CEA95D9FF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4" y="3456"/>
                          <a:ext cx="2064" cy="6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5" fill="hold" grpId="0" nodeType="clickEffect">
                                  <p:stCondLst>
                                    <p:cond delay="0"/>
                                  </p:stCondLst>
                                  <p:childTnLst>
                                    <p:set>
                                      <p:cBhvr>
                                        <p:cTn id="6" dur="1" fill="hold">
                                          <p:stCondLst>
                                            <p:cond delay="0"/>
                                          </p:stCondLst>
                                        </p:cTn>
                                        <p:tgtEl>
                                          <p:spTgt spid="9277"/>
                                        </p:tgtEl>
                                        <p:attrNameLst>
                                          <p:attrName>style.visibility</p:attrName>
                                        </p:attrNameLst>
                                      </p:cBhvr>
                                      <p:to>
                                        <p:strVal val="visible"/>
                                      </p:to>
                                    </p:set>
                                    <p:animEffect transition="in" filter="randombar(vertical)">
                                      <p:cBhvr>
                                        <p:cTn id="7" dur="500"/>
                                        <p:tgtEl>
                                          <p:spTgt spid="927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5" fill="hold" grpId="0" nodeType="clickEffect">
                                  <p:stCondLst>
                                    <p:cond delay="0"/>
                                  </p:stCondLst>
                                  <p:childTnLst>
                                    <p:set>
                                      <p:cBhvr>
                                        <p:cTn id="11" dur="1" fill="hold">
                                          <p:stCondLst>
                                            <p:cond delay="0"/>
                                          </p:stCondLst>
                                        </p:cTn>
                                        <p:tgtEl>
                                          <p:spTgt spid="9278"/>
                                        </p:tgtEl>
                                        <p:attrNameLst>
                                          <p:attrName>style.visibility</p:attrName>
                                        </p:attrNameLst>
                                      </p:cBhvr>
                                      <p:to>
                                        <p:strVal val="visible"/>
                                      </p:to>
                                    </p:set>
                                    <p:animEffect transition="in" filter="randombar(vertical)">
                                      <p:cBhvr>
                                        <p:cTn id="12" dur="500"/>
                                        <p:tgtEl>
                                          <p:spTgt spid="927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218"/>
                                        </p:tgtEl>
                                        <p:attrNameLst>
                                          <p:attrName>style.visibility</p:attrName>
                                        </p:attrNameLst>
                                      </p:cBhvr>
                                      <p:to>
                                        <p:strVal val="visible"/>
                                      </p:to>
                                    </p:set>
                                    <p:animEffect transition="in" filter="wipe(left)">
                                      <p:cBhvr>
                                        <p:cTn id="17" dur="500"/>
                                        <p:tgtEl>
                                          <p:spTgt spid="921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strips(downRight)">
                                      <p:cBhvr>
                                        <p:cTn id="22" dur="500"/>
                                        <p:tgtEl>
                                          <p:spTgt spid="2"/>
                                        </p:tgtEl>
                                      </p:cBhvr>
                                    </p:animEffect>
                                  </p:childTnLst>
                                </p:cTn>
                              </p:par>
                            </p:childTnLst>
                          </p:cTn>
                        </p:par>
                        <p:par>
                          <p:cTn id="23" fill="hold" nodeType="afterGroup">
                            <p:stCondLst>
                              <p:cond delay="500"/>
                            </p:stCondLst>
                            <p:childTnLst>
                              <p:par>
                                <p:cTn id="24" presetID="18" presetClass="entr" presetSubtype="6" fill="hold" nodeType="after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strips(downRight)">
                                      <p:cBhvr>
                                        <p:cTn id="26" dur="500"/>
                                        <p:tgtEl>
                                          <p:spTgt spid="3"/>
                                        </p:tgtEl>
                                      </p:cBhvr>
                                    </p:animEffect>
                                  </p:childTnLst>
                                </p:cTn>
                              </p:par>
                            </p:childTnLst>
                          </p:cTn>
                        </p:par>
                        <p:par>
                          <p:cTn id="27" fill="hold" nodeType="afterGroup">
                            <p:stCondLst>
                              <p:cond delay="1000"/>
                            </p:stCondLst>
                            <p:childTnLst>
                              <p:par>
                                <p:cTn id="28" presetID="18" presetClass="entr" presetSubtype="6" fill="hold" nodeType="after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strips(downRight)">
                                      <p:cBhvr>
                                        <p:cTn id="30" dur="500"/>
                                        <p:tgtEl>
                                          <p:spTgt spid="4"/>
                                        </p:tgtEl>
                                      </p:cBhvr>
                                    </p:animEffect>
                                  </p:childTnLst>
                                </p:cTn>
                              </p:par>
                            </p:childTnLst>
                          </p:cTn>
                        </p:par>
                        <p:par>
                          <p:cTn id="31" fill="hold" nodeType="afterGroup">
                            <p:stCondLst>
                              <p:cond delay="1500"/>
                            </p:stCondLst>
                            <p:childTnLst>
                              <p:par>
                                <p:cTn id="32" presetID="18" presetClass="entr" presetSubtype="6" fill="hold" nodeType="after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strips(downRight)">
                                      <p:cBhvr>
                                        <p:cTn id="34" dur="500"/>
                                        <p:tgtEl>
                                          <p:spTgt spid="5"/>
                                        </p:tgtEl>
                                      </p:cBhvr>
                                    </p:animEffect>
                                  </p:childTnLst>
                                </p:cTn>
                              </p:par>
                            </p:childTnLst>
                          </p:cTn>
                        </p:par>
                        <p:par>
                          <p:cTn id="35" fill="hold" nodeType="afterGroup">
                            <p:stCondLst>
                              <p:cond delay="2000"/>
                            </p:stCondLst>
                            <p:childTnLst>
                              <p:par>
                                <p:cTn id="36" presetID="18" presetClass="entr" presetSubtype="6" fill="hold" nodeType="afterEffect">
                                  <p:stCondLst>
                                    <p:cond delay="0"/>
                                  </p:stCondLst>
                                  <p:childTnLst>
                                    <p:set>
                                      <p:cBhvr>
                                        <p:cTn id="37" dur="1" fill="hold">
                                          <p:stCondLst>
                                            <p:cond delay="0"/>
                                          </p:stCondLst>
                                        </p:cTn>
                                        <p:tgtEl>
                                          <p:spTgt spid="6"/>
                                        </p:tgtEl>
                                        <p:attrNameLst>
                                          <p:attrName>style.visibility</p:attrName>
                                        </p:attrNameLst>
                                      </p:cBhvr>
                                      <p:to>
                                        <p:strVal val="visible"/>
                                      </p:to>
                                    </p:set>
                                    <p:animEffect transition="in" filter="strips(downRight)">
                                      <p:cBhvr>
                                        <p:cTn id="38" dur="500"/>
                                        <p:tgtEl>
                                          <p:spTgt spid="6"/>
                                        </p:tgtEl>
                                      </p:cBhvr>
                                    </p:animEffect>
                                  </p:childTnLst>
                                </p:cTn>
                              </p:par>
                            </p:childTnLst>
                          </p:cTn>
                        </p:par>
                        <p:par>
                          <p:cTn id="39" fill="hold" nodeType="afterGroup">
                            <p:stCondLst>
                              <p:cond delay="2500"/>
                            </p:stCondLst>
                            <p:childTnLst>
                              <p:par>
                                <p:cTn id="40" presetID="18" presetClass="entr" presetSubtype="6" fill="hold" nodeType="after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strips(downRight)">
                                      <p:cBhvr>
                                        <p:cTn id="42" dur="500"/>
                                        <p:tgtEl>
                                          <p:spTgt spid="7"/>
                                        </p:tgtEl>
                                      </p:cBhvr>
                                    </p:animEffect>
                                  </p:childTnLst>
                                </p:cTn>
                              </p:par>
                            </p:childTnLst>
                          </p:cTn>
                        </p:par>
                        <p:par>
                          <p:cTn id="43" fill="hold" nodeType="afterGroup">
                            <p:stCondLst>
                              <p:cond delay="3000"/>
                            </p:stCondLst>
                            <p:childTnLst>
                              <p:par>
                                <p:cTn id="44" presetID="18" presetClass="entr" presetSubtype="6" fill="hold" nodeType="afterEffect">
                                  <p:stCondLst>
                                    <p:cond delay="0"/>
                                  </p:stCondLst>
                                  <p:childTnLst>
                                    <p:set>
                                      <p:cBhvr>
                                        <p:cTn id="45" dur="1" fill="hold">
                                          <p:stCondLst>
                                            <p:cond delay="0"/>
                                          </p:stCondLst>
                                        </p:cTn>
                                        <p:tgtEl>
                                          <p:spTgt spid="8"/>
                                        </p:tgtEl>
                                        <p:attrNameLst>
                                          <p:attrName>style.visibility</p:attrName>
                                        </p:attrNameLst>
                                      </p:cBhvr>
                                      <p:to>
                                        <p:strVal val="visible"/>
                                      </p:to>
                                    </p:set>
                                    <p:animEffect transition="in" filter="strips(downRight)">
                                      <p:cBhvr>
                                        <p:cTn id="46" dur="500"/>
                                        <p:tgtEl>
                                          <p:spTgt spid="8"/>
                                        </p:tgtEl>
                                      </p:cBhvr>
                                    </p:animEffect>
                                  </p:childTnLst>
                                </p:cTn>
                              </p:par>
                            </p:childTnLst>
                          </p:cTn>
                        </p:par>
                        <p:par>
                          <p:cTn id="47" fill="hold" nodeType="afterGroup">
                            <p:stCondLst>
                              <p:cond delay="3500"/>
                            </p:stCondLst>
                            <p:childTnLst>
                              <p:par>
                                <p:cTn id="48" presetID="18" presetClass="entr" presetSubtype="6" fill="hold" nodeType="afterEffect">
                                  <p:stCondLst>
                                    <p:cond delay="0"/>
                                  </p:stCondLst>
                                  <p:childTnLst>
                                    <p:set>
                                      <p:cBhvr>
                                        <p:cTn id="49" dur="1" fill="hold">
                                          <p:stCondLst>
                                            <p:cond delay="0"/>
                                          </p:stCondLst>
                                        </p:cTn>
                                        <p:tgtEl>
                                          <p:spTgt spid="9"/>
                                        </p:tgtEl>
                                        <p:attrNameLst>
                                          <p:attrName>style.visibility</p:attrName>
                                        </p:attrNameLst>
                                      </p:cBhvr>
                                      <p:to>
                                        <p:strVal val="visible"/>
                                      </p:to>
                                    </p:set>
                                    <p:animEffect transition="in" filter="strips(downRight)">
                                      <p:cBhvr>
                                        <p:cTn id="50" dur="500"/>
                                        <p:tgtEl>
                                          <p:spTgt spid="9"/>
                                        </p:tgtEl>
                                      </p:cBhvr>
                                    </p:animEffect>
                                  </p:childTnLst>
                                </p:cTn>
                              </p:par>
                            </p:childTnLst>
                          </p:cTn>
                        </p:par>
                        <p:par>
                          <p:cTn id="51" fill="hold" nodeType="afterGroup">
                            <p:stCondLst>
                              <p:cond delay="4000"/>
                            </p:stCondLst>
                            <p:childTnLst>
                              <p:par>
                                <p:cTn id="52" presetID="18" presetClass="entr" presetSubtype="6" fill="hold" nodeType="afterEffect">
                                  <p:stCondLst>
                                    <p:cond delay="0"/>
                                  </p:stCondLst>
                                  <p:childTnLst>
                                    <p:set>
                                      <p:cBhvr>
                                        <p:cTn id="53" dur="1" fill="hold">
                                          <p:stCondLst>
                                            <p:cond delay="0"/>
                                          </p:stCondLst>
                                        </p:cTn>
                                        <p:tgtEl>
                                          <p:spTgt spid="10"/>
                                        </p:tgtEl>
                                        <p:attrNameLst>
                                          <p:attrName>style.visibility</p:attrName>
                                        </p:attrNameLst>
                                      </p:cBhvr>
                                      <p:to>
                                        <p:strVal val="visible"/>
                                      </p:to>
                                    </p:set>
                                    <p:animEffect transition="in" filter="strips(downRight)">
                                      <p:cBhvr>
                                        <p:cTn id="54" dur="500"/>
                                        <p:tgtEl>
                                          <p:spTgt spid="10"/>
                                        </p:tgtEl>
                                      </p:cBhvr>
                                    </p:animEffect>
                                  </p:childTnLst>
                                </p:cTn>
                              </p:par>
                            </p:childTnLst>
                          </p:cTn>
                        </p:par>
                        <p:par>
                          <p:cTn id="55" fill="hold" nodeType="afterGroup">
                            <p:stCondLst>
                              <p:cond delay="4500"/>
                            </p:stCondLst>
                            <p:childTnLst>
                              <p:par>
                                <p:cTn id="56" presetID="18" presetClass="entr" presetSubtype="6" fill="hold" nodeType="afterEffect">
                                  <p:stCondLst>
                                    <p:cond delay="0"/>
                                  </p:stCondLst>
                                  <p:childTnLst>
                                    <p:set>
                                      <p:cBhvr>
                                        <p:cTn id="57" dur="1" fill="hold">
                                          <p:stCondLst>
                                            <p:cond delay="0"/>
                                          </p:stCondLst>
                                        </p:cTn>
                                        <p:tgtEl>
                                          <p:spTgt spid="11"/>
                                        </p:tgtEl>
                                        <p:attrNameLst>
                                          <p:attrName>style.visibility</p:attrName>
                                        </p:attrNameLst>
                                      </p:cBhvr>
                                      <p:to>
                                        <p:strVal val="visible"/>
                                      </p:to>
                                    </p:set>
                                    <p:animEffect transition="in" filter="strips(downRight)">
                                      <p:cBhvr>
                                        <p:cTn id="58" dur="500"/>
                                        <p:tgtEl>
                                          <p:spTgt spid="11"/>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nodeType="clickEffect">
                                  <p:stCondLst>
                                    <p:cond delay="0"/>
                                  </p:stCondLst>
                                  <p:childTnLst>
                                    <p:set>
                                      <p:cBhvr>
                                        <p:cTn id="62" dur="1" fill="hold">
                                          <p:stCondLst>
                                            <p:cond delay="499"/>
                                          </p:stCondLst>
                                        </p:cTn>
                                        <p:tgtEl>
                                          <p:spTgt spid="12"/>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1" presetClass="entr" presetSubtype="0" fill="hold" nodeType="clickEffect">
                                  <p:stCondLst>
                                    <p:cond delay="0"/>
                                  </p:stCondLst>
                                  <p:childTnLst>
                                    <p:set>
                                      <p:cBhvr>
                                        <p:cTn id="66" dur="1" fill="hold">
                                          <p:stCondLst>
                                            <p:cond delay="499"/>
                                          </p:stCondLst>
                                        </p:cTn>
                                        <p:tgtEl>
                                          <p:spTgt spid="13"/>
                                        </p:tgtEl>
                                        <p:attrNameLst>
                                          <p:attrName>style.visibility</p:attrName>
                                        </p:attrNameLst>
                                      </p:cBhvr>
                                      <p:to>
                                        <p:strVal val="visible"/>
                                      </p:to>
                                    </p:set>
                                  </p:childTnLst>
                                </p:cTn>
                              </p:par>
                            </p:childTnLst>
                          </p:cTn>
                        </p:par>
                      </p:childTnLst>
                    </p:cTn>
                  </p:par>
                  <p:par>
                    <p:cTn id="67" fill="hold" nodeType="clickPar">
                      <p:stCondLst>
                        <p:cond delay="indefinite"/>
                      </p:stCondLst>
                      <p:childTnLst>
                        <p:par>
                          <p:cTn id="68" fill="hold" nodeType="withGroup">
                            <p:stCondLst>
                              <p:cond delay="0"/>
                            </p:stCondLst>
                            <p:childTnLst>
                              <p:par>
                                <p:cTn id="69" presetID="18" presetClass="entr" presetSubtype="3" fill="hold" nodeType="clickEffect">
                                  <p:stCondLst>
                                    <p:cond delay="0"/>
                                  </p:stCondLst>
                                  <p:childTnLst>
                                    <p:set>
                                      <p:cBhvr>
                                        <p:cTn id="70" dur="1" fill="hold">
                                          <p:stCondLst>
                                            <p:cond delay="0"/>
                                          </p:stCondLst>
                                        </p:cTn>
                                        <p:tgtEl>
                                          <p:spTgt spid="9255"/>
                                        </p:tgtEl>
                                        <p:attrNameLst>
                                          <p:attrName>style.visibility</p:attrName>
                                        </p:attrNameLst>
                                      </p:cBhvr>
                                      <p:to>
                                        <p:strVal val="visible"/>
                                      </p:to>
                                    </p:set>
                                    <p:animEffect transition="in" filter="strips(upRight)">
                                      <p:cBhvr>
                                        <p:cTn id="71" dur="500"/>
                                        <p:tgtEl>
                                          <p:spTgt spid="9255"/>
                                        </p:tgtEl>
                                      </p:cBhvr>
                                    </p:animEffect>
                                  </p:childTnLst>
                                </p:cTn>
                              </p:par>
                            </p:childTnLst>
                          </p:cTn>
                        </p:par>
                        <p:par>
                          <p:cTn id="72" fill="hold" nodeType="afterGroup">
                            <p:stCondLst>
                              <p:cond delay="500"/>
                            </p:stCondLst>
                            <p:childTnLst>
                              <p:par>
                                <p:cTn id="73" presetID="1" presetClass="entr" presetSubtype="0" fill="hold" grpId="0" nodeType="afterEffect">
                                  <p:stCondLst>
                                    <p:cond delay="0"/>
                                  </p:stCondLst>
                                  <p:childTnLst>
                                    <p:set>
                                      <p:cBhvr>
                                        <p:cTn id="74" dur="1" fill="hold">
                                          <p:stCondLst>
                                            <p:cond delay="499"/>
                                          </p:stCondLst>
                                        </p:cTn>
                                        <p:tgtEl>
                                          <p:spTgt spid="9256"/>
                                        </p:tgtEl>
                                        <p:attrNameLst>
                                          <p:attrName>style.visibility</p:attrName>
                                        </p:attrNameLst>
                                      </p:cBhvr>
                                      <p:to>
                                        <p:strVal val="visible"/>
                                      </p:to>
                                    </p:set>
                                  </p:child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8" fill="hold" nodeType="clickEffect">
                                  <p:stCondLst>
                                    <p:cond delay="0"/>
                                  </p:stCondLst>
                                  <p:childTnLst>
                                    <p:set>
                                      <p:cBhvr>
                                        <p:cTn id="78" dur="1" fill="hold">
                                          <p:stCondLst>
                                            <p:cond delay="0"/>
                                          </p:stCondLst>
                                        </p:cTn>
                                        <p:tgtEl>
                                          <p:spTgt spid="14"/>
                                        </p:tgtEl>
                                        <p:attrNameLst>
                                          <p:attrName>style.visibility</p:attrName>
                                        </p:attrNameLst>
                                      </p:cBhvr>
                                      <p:to>
                                        <p:strVal val="visible"/>
                                      </p:to>
                                    </p:set>
                                    <p:animEffect transition="in" filter="wipe(left)">
                                      <p:cBhvr>
                                        <p:cTn id="79" dur="500"/>
                                        <p:tgtEl>
                                          <p:spTgt spid="14"/>
                                        </p:tgtEl>
                                      </p:cBhvr>
                                    </p:animEffect>
                                  </p:childTnLst>
                                </p:cTn>
                              </p:par>
                            </p:childTnLst>
                          </p:cTn>
                        </p:par>
                        <p:par>
                          <p:cTn id="80" fill="hold" nodeType="afterGroup">
                            <p:stCondLst>
                              <p:cond delay="500"/>
                            </p:stCondLst>
                            <p:childTnLst>
                              <p:par>
                                <p:cTn id="81" presetID="1" presetClass="entr" presetSubtype="0" fill="hold" grpId="0" nodeType="afterEffect">
                                  <p:stCondLst>
                                    <p:cond delay="0"/>
                                  </p:stCondLst>
                                  <p:childTnLst>
                                    <p:set>
                                      <p:cBhvr>
                                        <p:cTn id="82" dur="1" fill="hold">
                                          <p:stCondLst>
                                            <p:cond delay="499"/>
                                          </p:stCondLst>
                                        </p:cTn>
                                        <p:tgtEl>
                                          <p:spTgt spid="9275"/>
                                        </p:tgtEl>
                                        <p:attrNameLst>
                                          <p:attrName>style.visibility</p:attrName>
                                        </p:attrNameLst>
                                      </p:cBhvr>
                                      <p:to>
                                        <p:strVal val="visible"/>
                                      </p:to>
                                    </p:se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9276"/>
                                        </p:tgtEl>
                                        <p:attrNameLst>
                                          <p:attrName>style.visibility</p:attrName>
                                        </p:attrNameLst>
                                      </p:cBhvr>
                                      <p:to>
                                        <p:strVal val="visible"/>
                                      </p:to>
                                    </p:set>
                                    <p:animEffect transition="in" filter="wipe(left)">
                                      <p:cBhvr>
                                        <p:cTn id="87" dur="500"/>
                                        <p:tgtEl>
                                          <p:spTgt spid="9276"/>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14" presetClass="entr" presetSubtype="5" fill="hold" nodeType="clickEffect">
                                  <p:stCondLst>
                                    <p:cond delay="0"/>
                                  </p:stCondLst>
                                  <p:childTnLst>
                                    <p:set>
                                      <p:cBhvr>
                                        <p:cTn id="91" dur="1" fill="hold">
                                          <p:stCondLst>
                                            <p:cond delay="0"/>
                                          </p:stCondLst>
                                        </p:cTn>
                                        <p:tgtEl>
                                          <p:spTgt spid="16"/>
                                        </p:tgtEl>
                                        <p:attrNameLst>
                                          <p:attrName>style.visibility</p:attrName>
                                        </p:attrNameLst>
                                      </p:cBhvr>
                                      <p:to>
                                        <p:strVal val="visible"/>
                                      </p:to>
                                    </p:set>
                                    <p:animEffect transition="in" filter="randombar(vertical)">
                                      <p:cBhvr>
                                        <p:cTn id="92" dur="500"/>
                                        <p:tgtEl>
                                          <p:spTgt spid="16"/>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14" presetClass="entr" presetSubtype="5" fill="hold" nodeType="clickEffect">
                                  <p:stCondLst>
                                    <p:cond delay="0"/>
                                  </p:stCondLst>
                                  <p:childTnLst>
                                    <p:set>
                                      <p:cBhvr>
                                        <p:cTn id="96" dur="1" fill="hold">
                                          <p:stCondLst>
                                            <p:cond delay="0"/>
                                          </p:stCondLst>
                                        </p:cTn>
                                        <p:tgtEl>
                                          <p:spTgt spid="17"/>
                                        </p:tgtEl>
                                        <p:attrNameLst>
                                          <p:attrName>style.visibility</p:attrName>
                                        </p:attrNameLst>
                                      </p:cBhvr>
                                      <p:to>
                                        <p:strVal val="visible"/>
                                      </p:to>
                                    </p:set>
                                    <p:animEffect transition="in" filter="randombar(vertical)">
                                      <p:cBhvr>
                                        <p:cTn id="97" dur="500"/>
                                        <p:tgtEl>
                                          <p:spTgt spid="17"/>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14" presetClass="entr" presetSubtype="5" fill="hold" nodeType="clickEffect">
                                  <p:stCondLst>
                                    <p:cond delay="0"/>
                                  </p:stCondLst>
                                  <p:childTnLst>
                                    <p:set>
                                      <p:cBhvr>
                                        <p:cTn id="101" dur="1" fill="hold">
                                          <p:stCondLst>
                                            <p:cond delay="0"/>
                                          </p:stCondLst>
                                        </p:cTn>
                                        <p:tgtEl>
                                          <p:spTgt spid="18"/>
                                        </p:tgtEl>
                                        <p:attrNameLst>
                                          <p:attrName>style.visibility</p:attrName>
                                        </p:attrNameLst>
                                      </p:cBhvr>
                                      <p:to>
                                        <p:strVal val="visible"/>
                                      </p:to>
                                    </p:set>
                                    <p:animEffect transition="in" filter="randombar(vertical)">
                                      <p:cBhvr>
                                        <p:cTn id="10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8" grpId="0" autoUpdateAnimBg="0"/>
      <p:bldP spid="9256" grpId="0" autoUpdateAnimBg="0"/>
      <p:bldP spid="9275" grpId="0" autoUpdateAnimBg="0"/>
      <p:bldP spid="9276" grpId="0" autoUpdateAnimBg="0"/>
      <p:bldP spid="9277" grpId="0" autoUpdateAnimBg="0"/>
      <p:bldP spid="9278"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3F37254D-3DE7-4FED-B74A-D4B481D10AE3}"/>
              </a:ext>
            </a:extLst>
          </p:cNvPr>
          <p:cNvSpPr>
            <a:spLocks/>
          </p:cNvSpPr>
          <p:nvPr/>
        </p:nvSpPr>
        <p:spPr bwMode="auto">
          <a:xfrm>
            <a:off x="2673350" y="44450"/>
            <a:ext cx="7023100" cy="108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 tIns="0" rIns="45720" bIns="0" anchor="b"/>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s-MX" altLang="en-US" sz="3200" b="1">
                <a:solidFill>
                  <a:srgbClr val="990033"/>
                </a:solidFill>
                <a:latin typeface="Trebuchet MS" panose="020B0603020202020204" pitchFamily="34" charset="0"/>
              </a:rPr>
              <a:t>CARGA PUNTUAL EN UN CAMPO MAGNÉTICO</a:t>
            </a:r>
            <a:endParaRPr lang="es-ES" altLang="en-US" sz="3200" b="1">
              <a:solidFill>
                <a:srgbClr val="990033"/>
              </a:solidFill>
              <a:latin typeface="Trebuchet MS" panose="020B0603020202020204" pitchFamily="34" charset="0"/>
            </a:endParaRPr>
          </a:p>
        </p:txBody>
      </p:sp>
      <p:sp>
        <p:nvSpPr>
          <p:cNvPr id="26627" name="2 Marcador de contenido">
            <a:extLst>
              <a:ext uri="{FF2B5EF4-FFF2-40B4-BE49-F238E27FC236}">
                <a16:creationId xmlns:a16="http://schemas.microsoft.com/office/drawing/2014/main" id="{2BBD84C9-1DDA-457F-867C-1723E2D63A20}"/>
              </a:ext>
            </a:extLst>
          </p:cNvPr>
          <p:cNvSpPr>
            <a:spLocks/>
          </p:cNvSpPr>
          <p:nvPr/>
        </p:nvSpPr>
        <p:spPr bwMode="auto">
          <a:xfrm>
            <a:off x="1847850" y="1701801"/>
            <a:ext cx="2592388"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600"/>
              </a:spcBef>
              <a:buClr>
                <a:schemeClr val="tx2"/>
              </a:buClr>
              <a:buSzPct val="73000"/>
            </a:pPr>
            <a:r>
              <a:rPr lang="es-MX" altLang="en-US" sz="2800">
                <a:solidFill>
                  <a:srgbClr val="4D4D4D"/>
                </a:solidFill>
                <a:latin typeface="Comic Sans MS" panose="030F0702030302020204" pitchFamily="66" charset="0"/>
              </a:rPr>
              <a:t>F = ma = m</a:t>
            </a:r>
            <a:endParaRPr lang="es-MX" altLang="en-US" sz="2600">
              <a:solidFill>
                <a:srgbClr val="4D4D4D"/>
              </a:solidFill>
              <a:latin typeface="Comic Sans MS" panose="030F0702030302020204" pitchFamily="66" charset="0"/>
            </a:endParaRPr>
          </a:p>
        </p:txBody>
      </p:sp>
      <p:sp>
        <p:nvSpPr>
          <p:cNvPr id="26628" name="2 Marcador de contenido">
            <a:extLst>
              <a:ext uri="{FF2B5EF4-FFF2-40B4-BE49-F238E27FC236}">
                <a16:creationId xmlns:a16="http://schemas.microsoft.com/office/drawing/2014/main" id="{DDB2ED25-363A-42F2-98B3-B1B8F84AA31F}"/>
              </a:ext>
            </a:extLst>
          </p:cNvPr>
          <p:cNvSpPr>
            <a:spLocks/>
          </p:cNvSpPr>
          <p:nvPr/>
        </p:nvSpPr>
        <p:spPr bwMode="auto">
          <a:xfrm>
            <a:off x="3792539" y="1558925"/>
            <a:ext cx="503237"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600"/>
              </a:spcBef>
              <a:buClr>
                <a:schemeClr val="tx2"/>
              </a:buClr>
              <a:buSzPct val="73000"/>
            </a:pPr>
            <a:r>
              <a:rPr lang="es-MX" altLang="en-US" sz="2600">
                <a:solidFill>
                  <a:srgbClr val="4D4D4D"/>
                </a:solidFill>
                <a:latin typeface="Comic Sans MS" panose="030F0702030302020204" pitchFamily="66" charset="0"/>
              </a:rPr>
              <a:t>v</a:t>
            </a:r>
            <a:endParaRPr lang="es-MX" altLang="en-US" sz="1600">
              <a:solidFill>
                <a:srgbClr val="4D4D4D"/>
              </a:solidFill>
              <a:latin typeface="Comic Sans MS" panose="030F0702030302020204" pitchFamily="66" charset="0"/>
            </a:endParaRPr>
          </a:p>
          <a:p>
            <a:pPr eaLnBrk="1" hangingPunct="1">
              <a:spcBef>
                <a:spcPts val="600"/>
              </a:spcBef>
              <a:buClr>
                <a:schemeClr val="tx2"/>
              </a:buClr>
              <a:buSzPct val="73000"/>
            </a:pPr>
            <a:endParaRPr lang="es-MX" altLang="en-US" sz="1600">
              <a:solidFill>
                <a:srgbClr val="4D4D4D"/>
              </a:solidFill>
              <a:latin typeface="Comic Sans MS" panose="030F0702030302020204" pitchFamily="66" charset="0"/>
            </a:endParaRPr>
          </a:p>
        </p:txBody>
      </p:sp>
      <p:sp>
        <p:nvSpPr>
          <p:cNvPr id="26629" name="2 Marcador de contenido">
            <a:extLst>
              <a:ext uri="{FF2B5EF4-FFF2-40B4-BE49-F238E27FC236}">
                <a16:creationId xmlns:a16="http://schemas.microsoft.com/office/drawing/2014/main" id="{FE91AD80-CF0A-44D2-B501-743C9EDAD2E4}"/>
              </a:ext>
            </a:extLst>
          </p:cNvPr>
          <p:cNvSpPr>
            <a:spLocks/>
          </p:cNvSpPr>
          <p:nvPr/>
        </p:nvSpPr>
        <p:spPr bwMode="auto">
          <a:xfrm>
            <a:off x="3865564" y="1917700"/>
            <a:ext cx="503237"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600"/>
              </a:spcBef>
              <a:buClr>
                <a:schemeClr val="tx2"/>
              </a:buClr>
              <a:buSzPct val="73000"/>
            </a:pPr>
            <a:r>
              <a:rPr lang="es-MX" altLang="en-US" sz="2600">
                <a:solidFill>
                  <a:srgbClr val="4D4D4D"/>
                </a:solidFill>
                <a:latin typeface="Comic Sans MS" panose="030F0702030302020204" pitchFamily="66" charset="0"/>
              </a:rPr>
              <a:t>r</a:t>
            </a:r>
            <a:endParaRPr lang="es-MX" altLang="en-US" sz="1600">
              <a:solidFill>
                <a:srgbClr val="4D4D4D"/>
              </a:solidFill>
              <a:latin typeface="Comic Sans MS" panose="030F0702030302020204" pitchFamily="66" charset="0"/>
            </a:endParaRPr>
          </a:p>
          <a:p>
            <a:pPr eaLnBrk="1" hangingPunct="1">
              <a:spcBef>
                <a:spcPts val="600"/>
              </a:spcBef>
              <a:buClr>
                <a:schemeClr val="tx2"/>
              </a:buClr>
              <a:buSzPct val="73000"/>
            </a:pPr>
            <a:endParaRPr lang="es-MX" altLang="en-US" sz="1600">
              <a:solidFill>
                <a:srgbClr val="4D4D4D"/>
              </a:solidFill>
              <a:latin typeface="Comic Sans MS" panose="030F0702030302020204" pitchFamily="66" charset="0"/>
            </a:endParaRPr>
          </a:p>
        </p:txBody>
      </p:sp>
      <p:sp>
        <p:nvSpPr>
          <p:cNvPr id="26630" name="Line 11">
            <a:extLst>
              <a:ext uri="{FF2B5EF4-FFF2-40B4-BE49-F238E27FC236}">
                <a16:creationId xmlns:a16="http://schemas.microsoft.com/office/drawing/2014/main" id="{08DCEE1F-B2DE-42E4-A6B7-32B5EAFDC9AB}"/>
              </a:ext>
            </a:extLst>
          </p:cNvPr>
          <p:cNvSpPr>
            <a:spLocks noChangeShapeType="1"/>
          </p:cNvSpPr>
          <p:nvPr/>
        </p:nvSpPr>
        <p:spPr bwMode="auto">
          <a:xfrm>
            <a:off x="3790950" y="1989139"/>
            <a:ext cx="433388" cy="1587"/>
          </a:xfrm>
          <a:prstGeom prst="line">
            <a:avLst/>
          </a:prstGeom>
          <a:noFill/>
          <a:ln w="25400">
            <a:solidFill>
              <a:srgbClr val="99003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31" name="Text Box 12">
            <a:extLst>
              <a:ext uri="{FF2B5EF4-FFF2-40B4-BE49-F238E27FC236}">
                <a16:creationId xmlns:a16="http://schemas.microsoft.com/office/drawing/2014/main" id="{F858E468-AA44-42DC-8962-F3EE2E33416A}"/>
              </a:ext>
            </a:extLst>
          </p:cNvPr>
          <p:cNvSpPr txBox="1">
            <a:spLocks noChangeArrowheads="1"/>
          </p:cNvSpPr>
          <p:nvPr/>
        </p:nvSpPr>
        <p:spPr bwMode="auto">
          <a:xfrm>
            <a:off x="4008438" y="1557338"/>
            <a:ext cx="36036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s-MX" altLang="en-US">
                <a:latin typeface="Comic Sans MS" panose="030F0702030302020204" pitchFamily="66" charset="0"/>
              </a:rPr>
              <a:t>2</a:t>
            </a:r>
          </a:p>
        </p:txBody>
      </p:sp>
      <p:sp>
        <p:nvSpPr>
          <p:cNvPr id="26632" name="2 Marcador de contenido">
            <a:extLst>
              <a:ext uri="{FF2B5EF4-FFF2-40B4-BE49-F238E27FC236}">
                <a16:creationId xmlns:a16="http://schemas.microsoft.com/office/drawing/2014/main" id="{96849ECD-C6D0-4CEE-B50A-53D878641885}"/>
              </a:ext>
            </a:extLst>
          </p:cNvPr>
          <p:cNvSpPr>
            <a:spLocks/>
          </p:cNvSpPr>
          <p:nvPr/>
        </p:nvSpPr>
        <p:spPr bwMode="auto">
          <a:xfrm>
            <a:off x="1920876" y="2493963"/>
            <a:ext cx="158432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600"/>
              </a:spcBef>
              <a:buClr>
                <a:schemeClr val="tx2"/>
              </a:buClr>
              <a:buSzPct val="73000"/>
            </a:pPr>
            <a:r>
              <a:rPr lang="es-MX" altLang="en-US" sz="2800">
                <a:solidFill>
                  <a:srgbClr val="4D4D4D"/>
                </a:solidFill>
                <a:latin typeface="Comic Sans MS" panose="030F0702030302020204" pitchFamily="66" charset="0"/>
              </a:rPr>
              <a:t>qvB = m</a:t>
            </a:r>
            <a:endParaRPr lang="es-MX" altLang="en-US" sz="2600">
              <a:solidFill>
                <a:srgbClr val="4D4D4D"/>
              </a:solidFill>
              <a:latin typeface="Comic Sans MS" panose="030F0702030302020204" pitchFamily="66" charset="0"/>
            </a:endParaRPr>
          </a:p>
        </p:txBody>
      </p:sp>
      <p:sp>
        <p:nvSpPr>
          <p:cNvPr id="26633" name="2 Marcador de contenido">
            <a:extLst>
              <a:ext uri="{FF2B5EF4-FFF2-40B4-BE49-F238E27FC236}">
                <a16:creationId xmlns:a16="http://schemas.microsoft.com/office/drawing/2014/main" id="{7EA3A3C1-3AB4-44E1-97B6-D3A321F04808}"/>
              </a:ext>
            </a:extLst>
          </p:cNvPr>
          <p:cNvSpPr>
            <a:spLocks/>
          </p:cNvSpPr>
          <p:nvPr/>
        </p:nvSpPr>
        <p:spPr bwMode="auto">
          <a:xfrm>
            <a:off x="3360739" y="2351088"/>
            <a:ext cx="503237"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600"/>
              </a:spcBef>
              <a:buClr>
                <a:schemeClr val="tx2"/>
              </a:buClr>
              <a:buSzPct val="73000"/>
            </a:pPr>
            <a:r>
              <a:rPr lang="es-MX" altLang="en-US" sz="2600">
                <a:solidFill>
                  <a:srgbClr val="4D4D4D"/>
                </a:solidFill>
                <a:latin typeface="Comic Sans MS" panose="030F0702030302020204" pitchFamily="66" charset="0"/>
              </a:rPr>
              <a:t>v</a:t>
            </a:r>
            <a:endParaRPr lang="es-MX" altLang="en-US" sz="1600">
              <a:solidFill>
                <a:srgbClr val="4D4D4D"/>
              </a:solidFill>
              <a:latin typeface="Comic Sans MS" panose="030F0702030302020204" pitchFamily="66" charset="0"/>
            </a:endParaRPr>
          </a:p>
          <a:p>
            <a:pPr eaLnBrk="1" hangingPunct="1">
              <a:spcBef>
                <a:spcPts val="600"/>
              </a:spcBef>
              <a:buClr>
                <a:schemeClr val="tx2"/>
              </a:buClr>
              <a:buSzPct val="73000"/>
            </a:pPr>
            <a:endParaRPr lang="es-MX" altLang="en-US" sz="1600">
              <a:solidFill>
                <a:srgbClr val="4D4D4D"/>
              </a:solidFill>
              <a:latin typeface="Comic Sans MS" panose="030F0702030302020204" pitchFamily="66" charset="0"/>
            </a:endParaRPr>
          </a:p>
        </p:txBody>
      </p:sp>
      <p:sp>
        <p:nvSpPr>
          <p:cNvPr id="26634" name="2 Marcador de contenido">
            <a:extLst>
              <a:ext uri="{FF2B5EF4-FFF2-40B4-BE49-F238E27FC236}">
                <a16:creationId xmlns:a16="http://schemas.microsoft.com/office/drawing/2014/main" id="{B7942DCB-52F7-41B4-A731-467E574C913C}"/>
              </a:ext>
            </a:extLst>
          </p:cNvPr>
          <p:cNvSpPr>
            <a:spLocks/>
          </p:cNvSpPr>
          <p:nvPr/>
        </p:nvSpPr>
        <p:spPr bwMode="auto">
          <a:xfrm>
            <a:off x="3433764" y="2709864"/>
            <a:ext cx="503237"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600"/>
              </a:spcBef>
              <a:buClr>
                <a:schemeClr val="tx2"/>
              </a:buClr>
              <a:buSzPct val="73000"/>
            </a:pPr>
            <a:r>
              <a:rPr lang="es-MX" altLang="en-US" sz="2600">
                <a:solidFill>
                  <a:srgbClr val="4D4D4D"/>
                </a:solidFill>
                <a:latin typeface="Comic Sans MS" panose="030F0702030302020204" pitchFamily="66" charset="0"/>
              </a:rPr>
              <a:t>r</a:t>
            </a:r>
            <a:endParaRPr lang="es-MX" altLang="en-US" sz="1600">
              <a:solidFill>
                <a:srgbClr val="4D4D4D"/>
              </a:solidFill>
              <a:latin typeface="Comic Sans MS" panose="030F0702030302020204" pitchFamily="66" charset="0"/>
            </a:endParaRPr>
          </a:p>
          <a:p>
            <a:pPr eaLnBrk="1" hangingPunct="1">
              <a:spcBef>
                <a:spcPts val="600"/>
              </a:spcBef>
              <a:buClr>
                <a:schemeClr val="tx2"/>
              </a:buClr>
              <a:buSzPct val="73000"/>
            </a:pPr>
            <a:endParaRPr lang="es-MX" altLang="en-US" sz="1600">
              <a:solidFill>
                <a:srgbClr val="4D4D4D"/>
              </a:solidFill>
              <a:latin typeface="Comic Sans MS" panose="030F0702030302020204" pitchFamily="66" charset="0"/>
            </a:endParaRPr>
          </a:p>
        </p:txBody>
      </p:sp>
      <p:sp>
        <p:nvSpPr>
          <p:cNvPr id="26635" name="Line 16">
            <a:extLst>
              <a:ext uri="{FF2B5EF4-FFF2-40B4-BE49-F238E27FC236}">
                <a16:creationId xmlns:a16="http://schemas.microsoft.com/office/drawing/2014/main" id="{AEE75E81-5EA9-4407-8A10-DDA6E3CC82C9}"/>
              </a:ext>
            </a:extLst>
          </p:cNvPr>
          <p:cNvSpPr>
            <a:spLocks noChangeShapeType="1"/>
          </p:cNvSpPr>
          <p:nvPr/>
        </p:nvSpPr>
        <p:spPr bwMode="auto">
          <a:xfrm>
            <a:off x="3359150" y="2781300"/>
            <a:ext cx="433388" cy="1588"/>
          </a:xfrm>
          <a:prstGeom prst="line">
            <a:avLst/>
          </a:prstGeom>
          <a:noFill/>
          <a:ln w="25400">
            <a:solidFill>
              <a:srgbClr val="99003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36" name="Text Box 17">
            <a:extLst>
              <a:ext uri="{FF2B5EF4-FFF2-40B4-BE49-F238E27FC236}">
                <a16:creationId xmlns:a16="http://schemas.microsoft.com/office/drawing/2014/main" id="{696904E5-C3FE-46BE-9663-A1345CD66ADE}"/>
              </a:ext>
            </a:extLst>
          </p:cNvPr>
          <p:cNvSpPr txBox="1">
            <a:spLocks noChangeArrowheads="1"/>
          </p:cNvSpPr>
          <p:nvPr/>
        </p:nvSpPr>
        <p:spPr bwMode="auto">
          <a:xfrm>
            <a:off x="3576638" y="2349501"/>
            <a:ext cx="36036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s-MX" altLang="en-US">
                <a:latin typeface="Comic Sans MS" panose="030F0702030302020204" pitchFamily="66" charset="0"/>
              </a:rPr>
              <a:t>2</a:t>
            </a:r>
          </a:p>
        </p:txBody>
      </p:sp>
      <p:sp>
        <p:nvSpPr>
          <p:cNvPr id="26637" name="2 Marcador de contenido">
            <a:extLst>
              <a:ext uri="{FF2B5EF4-FFF2-40B4-BE49-F238E27FC236}">
                <a16:creationId xmlns:a16="http://schemas.microsoft.com/office/drawing/2014/main" id="{A4D61AF9-30DE-4F2F-8A86-ABC8BB734AD7}"/>
              </a:ext>
            </a:extLst>
          </p:cNvPr>
          <p:cNvSpPr>
            <a:spLocks/>
          </p:cNvSpPr>
          <p:nvPr/>
        </p:nvSpPr>
        <p:spPr bwMode="auto">
          <a:xfrm>
            <a:off x="1847851" y="3284538"/>
            <a:ext cx="158432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600"/>
              </a:spcBef>
              <a:buClr>
                <a:schemeClr val="tx2"/>
              </a:buClr>
              <a:buSzPct val="73000"/>
            </a:pPr>
            <a:r>
              <a:rPr lang="es-MX" altLang="en-US" sz="2800">
                <a:solidFill>
                  <a:srgbClr val="4D4D4D"/>
                </a:solidFill>
                <a:latin typeface="Comic Sans MS" panose="030F0702030302020204" pitchFamily="66" charset="0"/>
              </a:rPr>
              <a:t>r = </a:t>
            </a:r>
            <a:endParaRPr lang="es-MX" altLang="en-US" sz="2600">
              <a:solidFill>
                <a:srgbClr val="4D4D4D"/>
              </a:solidFill>
              <a:latin typeface="Comic Sans MS" panose="030F0702030302020204" pitchFamily="66" charset="0"/>
            </a:endParaRPr>
          </a:p>
        </p:txBody>
      </p:sp>
      <p:sp>
        <p:nvSpPr>
          <p:cNvPr id="26638" name="2 Marcador de contenido">
            <a:extLst>
              <a:ext uri="{FF2B5EF4-FFF2-40B4-BE49-F238E27FC236}">
                <a16:creationId xmlns:a16="http://schemas.microsoft.com/office/drawing/2014/main" id="{8D079D1B-3DE9-4E49-A95D-B72440AC9535}"/>
              </a:ext>
            </a:extLst>
          </p:cNvPr>
          <p:cNvSpPr>
            <a:spLocks/>
          </p:cNvSpPr>
          <p:nvPr/>
        </p:nvSpPr>
        <p:spPr bwMode="auto">
          <a:xfrm>
            <a:off x="2495550" y="3141663"/>
            <a:ext cx="865188"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600"/>
              </a:spcBef>
              <a:buClr>
                <a:schemeClr val="tx2"/>
              </a:buClr>
              <a:buSzPct val="73000"/>
            </a:pPr>
            <a:r>
              <a:rPr lang="es-MX" altLang="en-US" sz="2600">
                <a:solidFill>
                  <a:srgbClr val="4D4D4D"/>
                </a:solidFill>
                <a:latin typeface="Comic Sans MS" panose="030F0702030302020204" pitchFamily="66" charset="0"/>
              </a:rPr>
              <a:t>mv</a:t>
            </a:r>
            <a:endParaRPr lang="es-MX" altLang="en-US" sz="1600">
              <a:solidFill>
                <a:srgbClr val="4D4D4D"/>
              </a:solidFill>
              <a:latin typeface="Comic Sans MS" panose="030F0702030302020204" pitchFamily="66" charset="0"/>
            </a:endParaRPr>
          </a:p>
          <a:p>
            <a:pPr eaLnBrk="1" hangingPunct="1">
              <a:spcBef>
                <a:spcPts val="600"/>
              </a:spcBef>
              <a:buClr>
                <a:schemeClr val="tx2"/>
              </a:buClr>
              <a:buSzPct val="73000"/>
            </a:pPr>
            <a:endParaRPr lang="es-MX" altLang="en-US" sz="1600">
              <a:solidFill>
                <a:srgbClr val="4D4D4D"/>
              </a:solidFill>
              <a:latin typeface="Comic Sans MS" panose="030F0702030302020204" pitchFamily="66" charset="0"/>
            </a:endParaRPr>
          </a:p>
        </p:txBody>
      </p:sp>
      <p:sp>
        <p:nvSpPr>
          <p:cNvPr id="26639" name="2 Marcador de contenido">
            <a:extLst>
              <a:ext uri="{FF2B5EF4-FFF2-40B4-BE49-F238E27FC236}">
                <a16:creationId xmlns:a16="http://schemas.microsoft.com/office/drawing/2014/main" id="{A3A17B42-8C1E-469F-980A-CB2F46CB27BA}"/>
              </a:ext>
            </a:extLst>
          </p:cNvPr>
          <p:cNvSpPr>
            <a:spLocks/>
          </p:cNvSpPr>
          <p:nvPr/>
        </p:nvSpPr>
        <p:spPr bwMode="auto">
          <a:xfrm>
            <a:off x="2495551" y="3500439"/>
            <a:ext cx="862013"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600"/>
              </a:spcBef>
              <a:buClr>
                <a:schemeClr val="tx2"/>
              </a:buClr>
              <a:buSzPct val="73000"/>
            </a:pPr>
            <a:r>
              <a:rPr lang="es-MX" altLang="en-US" sz="2600">
                <a:solidFill>
                  <a:srgbClr val="4D4D4D"/>
                </a:solidFill>
                <a:latin typeface="Comic Sans MS" panose="030F0702030302020204" pitchFamily="66" charset="0"/>
              </a:rPr>
              <a:t>qB</a:t>
            </a:r>
            <a:endParaRPr lang="es-MX" altLang="en-US" sz="1600">
              <a:solidFill>
                <a:srgbClr val="4D4D4D"/>
              </a:solidFill>
              <a:latin typeface="Comic Sans MS" panose="030F0702030302020204" pitchFamily="66" charset="0"/>
            </a:endParaRPr>
          </a:p>
          <a:p>
            <a:pPr eaLnBrk="1" hangingPunct="1">
              <a:spcBef>
                <a:spcPts val="600"/>
              </a:spcBef>
              <a:buClr>
                <a:schemeClr val="tx2"/>
              </a:buClr>
              <a:buSzPct val="73000"/>
            </a:pPr>
            <a:endParaRPr lang="es-MX" altLang="en-US" sz="1600">
              <a:solidFill>
                <a:srgbClr val="4D4D4D"/>
              </a:solidFill>
              <a:latin typeface="Comic Sans MS" panose="030F0702030302020204" pitchFamily="66" charset="0"/>
            </a:endParaRPr>
          </a:p>
        </p:txBody>
      </p:sp>
      <p:sp>
        <p:nvSpPr>
          <p:cNvPr id="26640" name="Line 21">
            <a:extLst>
              <a:ext uri="{FF2B5EF4-FFF2-40B4-BE49-F238E27FC236}">
                <a16:creationId xmlns:a16="http://schemas.microsoft.com/office/drawing/2014/main" id="{73E57A9A-88AD-4135-BEAC-85B86D20B319}"/>
              </a:ext>
            </a:extLst>
          </p:cNvPr>
          <p:cNvSpPr>
            <a:spLocks noChangeShapeType="1"/>
          </p:cNvSpPr>
          <p:nvPr/>
        </p:nvSpPr>
        <p:spPr bwMode="auto">
          <a:xfrm>
            <a:off x="2566989" y="3571875"/>
            <a:ext cx="433387" cy="1588"/>
          </a:xfrm>
          <a:prstGeom prst="line">
            <a:avLst/>
          </a:prstGeom>
          <a:noFill/>
          <a:ln w="25400">
            <a:solidFill>
              <a:srgbClr val="990033"/>
            </a:solidFill>
            <a:round/>
            <a:headEnd/>
            <a:tailEnd/>
          </a:ln>
          <a:extLst>
            <a:ext uri="{909E8E84-426E-40DD-AFC4-6F175D3DCCD1}">
              <a14:hiddenFill xmlns:a14="http://schemas.microsoft.com/office/drawing/2010/main">
                <a:noFill/>
              </a14:hiddenFill>
            </a:ext>
          </a:extLst>
        </p:spPr>
        <p:txBody>
          <a:bodyPr/>
          <a:lstStyle/>
          <a:p>
            <a:endParaRPr lang="en-US"/>
          </a:p>
        </p:txBody>
      </p:sp>
      <p:pic>
        <p:nvPicPr>
          <p:cNvPr id="26641" name="Picture 23">
            <a:extLst>
              <a:ext uri="{FF2B5EF4-FFF2-40B4-BE49-F238E27FC236}">
                <a16:creationId xmlns:a16="http://schemas.microsoft.com/office/drawing/2014/main" id="{243ABE56-6239-4EB5-A7DA-4707ABC778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40250" y="1268414"/>
            <a:ext cx="5011738" cy="6264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42" name="2 Marcador de contenido">
            <a:extLst>
              <a:ext uri="{FF2B5EF4-FFF2-40B4-BE49-F238E27FC236}">
                <a16:creationId xmlns:a16="http://schemas.microsoft.com/office/drawing/2014/main" id="{14F250C9-78E7-4E96-983A-FE21497062EA}"/>
              </a:ext>
            </a:extLst>
          </p:cNvPr>
          <p:cNvSpPr>
            <a:spLocks/>
          </p:cNvSpPr>
          <p:nvPr/>
        </p:nvSpPr>
        <p:spPr bwMode="auto">
          <a:xfrm>
            <a:off x="1847851" y="4079876"/>
            <a:ext cx="158432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600"/>
              </a:spcBef>
              <a:buClr>
                <a:schemeClr val="tx2"/>
              </a:buClr>
              <a:buSzPct val="73000"/>
            </a:pPr>
            <a:r>
              <a:rPr lang="es-MX" altLang="en-US" sz="2800">
                <a:solidFill>
                  <a:srgbClr val="4D4D4D"/>
                </a:solidFill>
                <a:latin typeface="Symbol" panose="05050102010706020507" pitchFamily="18" charset="2"/>
              </a:rPr>
              <a:t>T</a:t>
            </a:r>
            <a:r>
              <a:rPr lang="es-MX" altLang="en-US" sz="2800">
                <a:solidFill>
                  <a:srgbClr val="4D4D4D"/>
                </a:solidFill>
                <a:latin typeface="Comic Sans MS" panose="030F0702030302020204" pitchFamily="66" charset="0"/>
              </a:rPr>
              <a:t> = </a:t>
            </a:r>
            <a:endParaRPr lang="es-MX" altLang="en-US" sz="2600">
              <a:solidFill>
                <a:srgbClr val="4D4D4D"/>
              </a:solidFill>
              <a:latin typeface="Comic Sans MS" panose="030F0702030302020204" pitchFamily="66" charset="0"/>
            </a:endParaRPr>
          </a:p>
        </p:txBody>
      </p:sp>
      <p:sp>
        <p:nvSpPr>
          <p:cNvPr id="26643" name="2 Marcador de contenido">
            <a:extLst>
              <a:ext uri="{FF2B5EF4-FFF2-40B4-BE49-F238E27FC236}">
                <a16:creationId xmlns:a16="http://schemas.microsoft.com/office/drawing/2014/main" id="{C5F436BA-3279-43E3-8B90-371F926A6AF0}"/>
              </a:ext>
            </a:extLst>
          </p:cNvPr>
          <p:cNvSpPr>
            <a:spLocks/>
          </p:cNvSpPr>
          <p:nvPr/>
        </p:nvSpPr>
        <p:spPr bwMode="auto">
          <a:xfrm>
            <a:off x="2711451" y="4295775"/>
            <a:ext cx="504825"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600"/>
              </a:spcBef>
              <a:buClr>
                <a:schemeClr val="tx2"/>
              </a:buClr>
              <a:buSzPct val="73000"/>
            </a:pPr>
            <a:r>
              <a:rPr lang="es-MX" altLang="en-US" sz="2600">
                <a:solidFill>
                  <a:srgbClr val="4D4D4D"/>
                </a:solidFill>
                <a:latin typeface="Comic Sans MS" panose="030F0702030302020204" pitchFamily="66" charset="0"/>
              </a:rPr>
              <a:t>v</a:t>
            </a:r>
            <a:endParaRPr lang="es-MX" altLang="en-US" sz="1600">
              <a:solidFill>
                <a:srgbClr val="4D4D4D"/>
              </a:solidFill>
              <a:latin typeface="Comic Sans MS" panose="030F0702030302020204" pitchFamily="66" charset="0"/>
            </a:endParaRPr>
          </a:p>
          <a:p>
            <a:pPr eaLnBrk="1" hangingPunct="1">
              <a:spcBef>
                <a:spcPts val="600"/>
              </a:spcBef>
              <a:buClr>
                <a:schemeClr val="tx2"/>
              </a:buClr>
              <a:buSzPct val="73000"/>
            </a:pPr>
            <a:endParaRPr lang="es-MX" altLang="en-US" sz="1600">
              <a:solidFill>
                <a:srgbClr val="4D4D4D"/>
              </a:solidFill>
              <a:latin typeface="Comic Sans MS" panose="030F0702030302020204" pitchFamily="66" charset="0"/>
            </a:endParaRPr>
          </a:p>
        </p:txBody>
      </p:sp>
      <p:sp>
        <p:nvSpPr>
          <p:cNvPr id="26644" name="Line 27">
            <a:extLst>
              <a:ext uri="{FF2B5EF4-FFF2-40B4-BE49-F238E27FC236}">
                <a16:creationId xmlns:a16="http://schemas.microsoft.com/office/drawing/2014/main" id="{599B1D94-2628-488B-8440-419641925714}"/>
              </a:ext>
            </a:extLst>
          </p:cNvPr>
          <p:cNvSpPr>
            <a:spLocks noChangeShapeType="1"/>
          </p:cNvSpPr>
          <p:nvPr/>
        </p:nvSpPr>
        <p:spPr bwMode="auto">
          <a:xfrm flipV="1">
            <a:off x="2566989" y="4365625"/>
            <a:ext cx="649287" cy="1588"/>
          </a:xfrm>
          <a:prstGeom prst="line">
            <a:avLst/>
          </a:prstGeom>
          <a:noFill/>
          <a:ln w="25400">
            <a:solidFill>
              <a:srgbClr val="99003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45" name="2 Marcador de contenido">
            <a:extLst>
              <a:ext uri="{FF2B5EF4-FFF2-40B4-BE49-F238E27FC236}">
                <a16:creationId xmlns:a16="http://schemas.microsoft.com/office/drawing/2014/main" id="{CD72C387-7B8C-4A06-A9AE-3F4264AB6673}"/>
              </a:ext>
            </a:extLst>
          </p:cNvPr>
          <p:cNvSpPr>
            <a:spLocks/>
          </p:cNvSpPr>
          <p:nvPr/>
        </p:nvSpPr>
        <p:spPr bwMode="auto">
          <a:xfrm>
            <a:off x="2568576" y="3933826"/>
            <a:ext cx="1008063"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600"/>
              </a:spcBef>
              <a:buClr>
                <a:schemeClr val="tx2"/>
              </a:buClr>
              <a:buSzPct val="73000"/>
            </a:pPr>
            <a:r>
              <a:rPr lang="es-MX" altLang="en-US" sz="2600">
                <a:solidFill>
                  <a:srgbClr val="4D4D4D"/>
                </a:solidFill>
                <a:latin typeface="Comic Sans MS" panose="030F0702030302020204" pitchFamily="66" charset="0"/>
              </a:rPr>
              <a:t>2</a:t>
            </a:r>
            <a:r>
              <a:rPr lang="es-MX" altLang="en-US" sz="2600">
                <a:solidFill>
                  <a:srgbClr val="4D4D4D"/>
                </a:solidFill>
                <a:latin typeface="Symbol" panose="05050102010706020507" pitchFamily="18" charset="2"/>
              </a:rPr>
              <a:t>p</a:t>
            </a:r>
            <a:r>
              <a:rPr lang="es-MX" altLang="en-US" sz="2600">
                <a:solidFill>
                  <a:srgbClr val="4D4D4D"/>
                </a:solidFill>
                <a:latin typeface="Comic Sans MS" panose="030F0702030302020204" pitchFamily="66" charset="0"/>
              </a:rPr>
              <a:t>r</a:t>
            </a:r>
            <a:endParaRPr lang="es-MX" altLang="en-US" sz="1600">
              <a:solidFill>
                <a:srgbClr val="4D4D4D"/>
              </a:solidFill>
              <a:latin typeface="Comic Sans MS" panose="030F0702030302020204" pitchFamily="66" charset="0"/>
            </a:endParaRPr>
          </a:p>
          <a:p>
            <a:pPr eaLnBrk="1" hangingPunct="1">
              <a:spcBef>
                <a:spcPts val="600"/>
              </a:spcBef>
              <a:buClr>
                <a:schemeClr val="tx2"/>
              </a:buClr>
              <a:buSzPct val="73000"/>
            </a:pPr>
            <a:endParaRPr lang="es-MX" altLang="en-US" sz="1600">
              <a:solidFill>
                <a:srgbClr val="4D4D4D"/>
              </a:solidFill>
              <a:latin typeface="Comic Sans MS" panose="030F0702030302020204" pitchFamily="66" charset="0"/>
            </a:endParaRPr>
          </a:p>
        </p:txBody>
      </p:sp>
      <p:sp>
        <p:nvSpPr>
          <p:cNvPr id="26646" name="2 Marcador de contenido">
            <a:extLst>
              <a:ext uri="{FF2B5EF4-FFF2-40B4-BE49-F238E27FC236}">
                <a16:creationId xmlns:a16="http://schemas.microsoft.com/office/drawing/2014/main" id="{5D4B93E1-9DAC-4185-B1C8-6F3619943F89}"/>
              </a:ext>
            </a:extLst>
          </p:cNvPr>
          <p:cNvSpPr>
            <a:spLocks/>
          </p:cNvSpPr>
          <p:nvPr/>
        </p:nvSpPr>
        <p:spPr bwMode="auto">
          <a:xfrm>
            <a:off x="1847851" y="4943476"/>
            <a:ext cx="158432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600"/>
              </a:spcBef>
              <a:buClr>
                <a:schemeClr val="tx2"/>
              </a:buClr>
              <a:buSzPct val="73000"/>
            </a:pPr>
            <a:r>
              <a:rPr lang="es-MX" altLang="en-US" sz="2800">
                <a:solidFill>
                  <a:srgbClr val="4D4D4D"/>
                </a:solidFill>
                <a:latin typeface="Symbol" panose="05050102010706020507" pitchFamily="18" charset="2"/>
              </a:rPr>
              <a:t>T</a:t>
            </a:r>
            <a:r>
              <a:rPr lang="es-MX" altLang="en-US" sz="2800">
                <a:solidFill>
                  <a:srgbClr val="4D4D4D"/>
                </a:solidFill>
                <a:latin typeface="Comic Sans MS" panose="030F0702030302020204" pitchFamily="66" charset="0"/>
              </a:rPr>
              <a:t> = </a:t>
            </a:r>
            <a:endParaRPr lang="es-MX" altLang="en-US" sz="2600">
              <a:solidFill>
                <a:srgbClr val="4D4D4D"/>
              </a:solidFill>
              <a:latin typeface="Comic Sans MS" panose="030F0702030302020204" pitchFamily="66" charset="0"/>
            </a:endParaRPr>
          </a:p>
        </p:txBody>
      </p:sp>
      <p:sp>
        <p:nvSpPr>
          <p:cNvPr id="26647" name="2 Marcador de contenido">
            <a:extLst>
              <a:ext uri="{FF2B5EF4-FFF2-40B4-BE49-F238E27FC236}">
                <a16:creationId xmlns:a16="http://schemas.microsoft.com/office/drawing/2014/main" id="{04DBBFED-2B42-4900-941B-E21FD5146AB1}"/>
              </a:ext>
            </a:extLst>
          </p:cNvPr>
          <p:cNvSpPr>
            <a:spLocks/>
          </p:cNvSpPr>
          <p:nvPr/>
        </p:nvSpPr>
        <p:spPr bwMode="auto">
          <a:xfrm>
            <a:off x="2640014" y="5230814"/>
            <a:ext cx="865187"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600"/>
              </a:spcBef>
              <a:buClr>
                <a:schemeClr val="tx2"/>
              </a:buClr>
              <a:buSzPct val="73000"/>
            </a:pPr>
            <a:r>
              <a:rPr lang="es-MX" altLang="en-US" sz="2600">
                <a:solidFill>
                  <a:srgbClr val="4D4D4D"/>
                </a:solidFill>
                <a:latin typeface="Comic Sans MS" panose="030F0702030302020204" pitchFamily="66" charset="0"/>
              </a:rPr>
              <a:t>qB</a:t>
            </a:r>
            <a:endParaRPr lang="es-MX" altLang="en-US" sz="1600">
              <a:solidFill>
                <a:srgbClr val="4D4D4D"/>
              </a:solidFill>
              <a:latin typeface="Comic Sans MS" panose="030F0702030302020204" pitchFamily="66" charset="0"/>
            </a:endParaRPr>
          </a:p>
          <a:p>
            <a:pPr eaLnBrk="1" hangingPunct="1">
              <a:spcBef>
                <a:spcPts val="600"/>
              </a:spcBef>
              <a:buClr>
                <a:schemeClr val="tx2"/>
              </a:buClr>
              <a:buSzPct val="73000"/>
            </a:pPr>
            <a:endParaRPr lang="es-MX" altLang="en-US" sz="1600">
              <a:solidFill>
                <a:srgbClr val="4D4D4D"/>
              </a:solidFill>
              <a:latin typeface="Comic Sans MS" panose="030F0702030302020204" pitchFamily="66" charset="0"/>
            </a:endParaRPr>
          </a:p>
        </p:txBody>
      </p:sp>
      <p:sp>
        <p:nvSpPr>
          <p:cNvPr id="26648" name="Line 31">
            <a:extLst>
              <a:ext uri="{FF2B5EF4-FFF2-40B4-BE49-F238E27FC236}">
                <a16:creationId xmlns:a16="http://schemas.microsoft.com/office/drawing/2014/main" id="{6CDE6C5D-4A37-4DAC-9FA8-170FBB1F9621}"/>
              </a:ext>
            </a:extLst>
          </p:cNvPr>
          <p:cNvSpPr>
            <a:spLocks noChangeShapeType="1"/>
          </p:cNvSpPr>
          <p:nvPr/>
        </p:nvSpPr>
        <p:spPr bwMode="auto">
          <a:xfrm flipV="1">
            <a:off x="2566989" y="5229225"/>
            <a:ext cx="649287" cy="1588"/>
          </a:xfrm>
          <a:prstGeom prst="line">
            <a:avLst/>
          </a:prstGeom>
          <a:noFill/>
          <a:ln w="25400">
            <a:solidFill>
              <a:srgbClr val="99003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49" name="2 Marcador de contenido">
            <a:extLst>
              <a:ext uri="{FF2B5EF4-FFF2-40B4-BE49-F238E27FC236}">
                <a16:creationId xmlns:a16="http://schemas.microsoft.com/office/drawing/2014/main" id="{444B258A-C113-4BAA-A85F-F02750FFE25F}"/>
              </a:ext>
            </a:extLst>
          </p:cNvPr>
          <p:cNvSpPr>
            <a:spLocks/>
          </p:cNvSpPr>
          <p:nvPr/>
        </p:nvSpPr>
        <p:spPr bwMode="auto">
          <a:xfrm>
            <a:off x="2568576" y="4797426"/>
            <a:ext cx="1008063"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600"/>
              </a:spcBef>
              <a:buClr>
                <a:schemeClr val="tx2"/>
              </a:buClr>
              <a:buSzPct val="73000"/>
            </a:pPr>
            <a:r>
              <a:rPr lang="es-MX" altLang="en-US" sz="2600">
                <a:solidFill>
                  <a:srgbClr val="4D4D4D"/>
                </a:solidFill>
                <a:latin typeface="Comic Sans MS" panose="030F0702030302020204" pitchFamily="66" charset="0"/>
              </a:rPr>
              <a:t>2</a:t>
            </a:r>
            <a:r>
              <a:rPr lang="es-MX" altLang="en-US" sz="2600">
                <a:solidFill>
                  <a:srgbClr val="4D4D4D"/>
                </a:solidFill>
                <a:latin typeface="Symbol" panose="05050102010706020507" pitchFamily="18" charset="2"/>
              </a:rPr>
              <a:t>p</a:t>
            </a:r>
            <a:r>
              <a:rPr lang="es-MX" altLang="en-US" sz="2600">
                <a:solidFill>
                  <a:srgbClr val="4D4D4D"/>
                </a:solidFill>
                <a:latin typeface="Comic Sans MS" panose="030F0702030302020204" pitchFamily="66" charset="0"/>
              </a:rPr>
              <a:t>m</a:t>
            </a:r>
            <a:endParaRPr lang="es-MX" altLang="en-US" sz="1600">
              <a:solidFill>
                <a:srgbClr val="4D4D4D"/>
              </a:solidFill>
              <a:latin typeface="Comic Sans MS" panose="030F0702030302020204" pitchFamily="66" charset="0"/>
            </a:endParaRPr>
          </a:p>
          <a:p>
            <a:pPr eaLnBrk="1" hangingPunct="1">
              <a:spcBef>
                <a:spcPts val="600"/>
              </a:spcBef>
              <a:buClr>
                <a:schemeClr val="tx2"/>
              </a:buClr>
              <a:buSzPct val="73000"/>
            </a:pPr>
            <a:endParaRPr lang="es-MX" altLang="en-US" sz="1600">
              <a:solidFill>
                <a:srgbClr val="4D4D4D"/>
              </a:solidFill>
              <a:latin typeface="Comic Sans MS" panose="030F0702030302020204" pitchFamily="66" charset="0"/>
            </a:endParaRPr>
          </a:p>
        </p:txBody>
      </p:sp>
      <p:sp>
        <p:nvSpPr>
          <p:cNvPr id="26650" name="2 Marcador de contenido">
            <a:extLst>
              <a:ext uri="{FF2B5EF4-FFF2-40B4-BE49-F238E27FC236}">
                <a16:creationId xmlns:a16="http://schemas.microsoft.com/office/drawing/2014/main" id="{E75D320C-2C84-47BF-88C4-E5CFBE819B44}"/>
              </a:ext>
            </a:extLst>
          </p:cNvPr>
          <p:cNvSpPr>
            <a:spLocks/>
          </p:cNvSpPr>
          <p:nvPr/>
        </p:nvSpPr>
        <p:spPr bwMode="auto">
          <a:xfrm>
            <a:off x="1917701" y="5735638"/>
            <a:ext cx="158432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600"/>
              </a:spcBef>
              <a:buClr>
                <a:schemeClr val="tx2"/>
              </a:buClr>
              <a:buSzPct val="73000"/>
            </a:pPr>
            <a:r>
              <a:rPr lang="es-MX" altLang="en-US" sz="2800">
                <a:solidFill>
                  <a:srgbClr val="4D4D4D"/>
                </a:solidFill>
                <a:latin typeface="Comic Sans MS" panose="030F0702030302020204" pitchFamily="66" charset="0"/>
              </a:rPr>
              <a:t>f = </a:t>
            </a:r>
            <a:endParaRPr lang="es-MX" altLang="en-US" sz="2600">
              <a:solidFill>
                <a:srgbClr val="4D4D4D"/>
              </a:solidFill>
              <a:latin typeface="Comic Sans MS" panose="030F0702030302020204" pitchFamily="66" charset="0"/>
            </a:endParaRPr>
          </a:p>
        </p:txBody>
      </p:sp>
      <p:sp>
        <p:nvSpPr>
          <p:cNvPr id="26651" name="Line 35">
            <a:extLst>
              <a:ext uri="{FF2B5EF4-FFF2-40B4-BE49-F238E27FC236}">
                <a16:creationId xmlns:a16="http://schemas.microsoft.com/office/drawing/2014/main" id="{45428B58-BAB3-41B7-A74C-C510ECCF1521}"/>
              </a:ext>
            </a:extLst>
          </p:cNvPr>
          <p:cNvSpPr>
            <a:spLocks noChangeShapeType="1"/>
          </p:cNvSpPr>
          <p:nvPr/>
        </p:nvSpPr>
        <p:spPr bwMode="auto">
          <a:xfrm flipV="1">
            <a:off x="2636839" y="6021389"/>
            <a:ext cx="649287" cy="1587"/>
          </a:xfrm>
          <a:prstGeom prst="line">
            <a:avLst/>
          </a:prstGeom>
          <a:noFill/>
          <a:ln w="25400">
            <a:solidFill>
              <a:srgbClr val="99003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52" name="2 Marcador de contenido">
            <a:extLst>
              <a:ext uri="{FF2B5EF4-FFF2-40B4-BE49-F238E27FC236}">
                <a16:creationId xmlns:a16="http://schemas.microsoft.com/office/drawing/2014/main" id="{FB210BD6-AE75-43E3-BA5C-01022D0FF940}"/>
              </a:ext>
            </a:extLst>
          </p:cNvPr>
          <p:cNvSpPr>
            <a:spLocks/>
          </p:cNvSpPr>
          <p:nvPr/>
        </p:nvSpPr>
        <p:spPr bwMode="auto">
          <a:xfrm>
            <a:off x="2638425" y="5589589"/>
            <a:ext cx="863600"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600"/>
              </a:spcBef>
              <a:buClr>
                <a:schemeClr val="tx2"/>
              </a:buClr>
              <a:buSzPct val="73000"/>
            </a:pPr>
            <a:r>
              <a:rPr lang="es-MX" altLang="en-US" sz="2600">
                <a:solidFill>
                  <a:srgbClr val="4D4D4D"/>
                </a:solidFill>
                <a:latin typeface="Comic Sans MS" panose="030F0702030302020204" pitchFamily="66" charset="0"/>
              </a:rPr>
              <a:t>qB</a:t>
            </a:r>
            <a:endParaRPr lang="es-MX" altLang="en-US" sz="1600">
              <a:solidFill>
                <a:srgbClr val="4D4D4D"/>
              </a:solidFill>
              <a:latin typeface="Comic Sans MS" panose="030F0702030302020204" pitchFamily="66" charset="0"/>
            </a:endParaRPr>
          </a:p>
          <a:p>
            <a:pPr eaLnBrk="1" hangingPunct="1">
              <a:spcBef>
                <a:spcPts val="600"/>
              </a:spcBef>
              <a:buClr>
                <a:schemeClr val="tx2"/>
              </a:buClr>
              <a:buSzPct val="73000"/>
            </a:pPr>
            <a:endParaRPr lang="es-MX" altLang="en-US" sz="1600">
              <a:solidFill>
                <a:srgbClr val="4D4D4D"/>
              </a:solidFill>
              <a:latin typeface="Comic Sans MS" panose="030F0702030302020204" pitchFamily="66" charset="0"/>
            </a:endParaRPr>
          </a:p>
        </p:txBody>
      </p:sp>
      <p:sp>
        <p:nvSpPr>
          <p:cNvPr id="26653" name="2 Marcador de contenido">
            <a:extLst>
              <a:ext uri="{FF2B5EF4-FFF2-40B4-BE49-F238E27FC236}">
                <a16:creationId xmlns:a16="http://schemas.microsoft.com/office/drawing/2014/main" id="{5EC74397-4732-42C6-85B8-EE33069AE5E6}"/>
              </a:ext>
            </a:extLst>
          </p:cNvPr>
          <p:cNvSpPr>
            <a:spLocks/>
          </p:cNvSpPr>
          <p:nvPr/>
        </p:nvSpPr>
        <p:spPr bwMode="auto">
          <a:xfrm>
            <a:off x="2566988" y="6022976"/>
            <a:ext cx="1008062"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600"/>
              </a:spcBef>
              <a:buClr>
                <a:schemeClr val="tx2"/>
              </a:buClr>
              <a:buSzPct val="73000"/>
            </a:pPr>
            <a:r>
              <a:rPr lang="es-MX" altLang="en-US" sz="2600">
                <a:solidFill>
                  <a:srgbClr val="4D4D4D"/>
                </a:solidFill>
                <a:latin typeface="Comic Sans MS" panose="030F0702030302020204" pitchFamily="66" charset="0"/>
              </a:rPr>
              <a:t>2</a:t>
            </a:r>
            <a:r>
              <a:rPr lang="es-MX" altLang="en-US" sz="2600">
                <a:solidFill>
                  <a:srgbClr val="4D4D4D"/>
                </a:solidFill>
                <a:latin typeface="Symbol" panose="05050102010706020507" pitchFamily="18" charset="2"/>
              </a:rPr>
              <a:t>p</a:t>
            </a:r>
            <a:r>
              <a:rPr lang="es-MX" altLang="en-US" sz="2600">
                <a:solidFill>
                  <a:srgbClr val="4D4D4D"/>
                </a:solidFill>
                <a:latin typeface="Comic Sans MS" panose="030F0702030302020204" pitchFamily="66" charset="0"/>
              </a:rPr>
              <a:t>m</a:t>
            </a:r>
            <a:endParaRPr lang="es-MX" altLang="en-US" sz="1600">
              <a:solidFill>
                <a:srgbClr val="4D4D4D"/>
              </a:solidFill>
              <a:latin typeface="Comic Sans MS" panose="030F0702030302020204" pitchFamily="66" charset="0"/>
            </a:endParaRPr>
          </a:p>
          <a:p>
            <a:pPr eaLnBrk="1" hangingPunct="1">
              <a:spcBef>
                <a:spcPts val="600"/>
              </a:spcBef>
              <a:buClr>
                <a:schemeClr val="tx2"/>
              </a:buClr>
              <a:buSzPct val="73000"/>
            </a:pPr>
            <a:endParaRPr lang="es-MX" altLang="en-US" sz="1600">
              <a:solidFill>
                <a:srgbClr val="4D4D4D"/>
              </a:solidFill>
              <a:latin typeface="Comic Sans MS" panose="030F0702030302020204" pitchFamily="66"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Text Box 2">
            <a:extLst>
              <a:ext uri="{FF2B5EF4-FFF2-40B4-BE49-F238E27FC236}">
                <a16:creationId xmlns:a16="http://schemas.microsoft.com/office/drawing/2014/main" id="{E8B8840D-1411-4EC7-BF33-C9CDD4143416}"/>
              </a:ext>
            </a:extLst>
          </p:cNvPr>
          <p:cNvSpPr txBox="1">
            <a:spLocks noChangeArrowheads="1"/>
          </p:cNvSpPr>
          <p:nvPr/>
        </p:nvSpPr>
        <p:spPr bwMode="auto">
          <a:xfrm>
            <a:off x="2552700" y="468313"/>
            <a:ext cx="42941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spcBef>
                <a:spcPct val="50000"/>
              </a:spcBef>
            </a:pPr>
            <a:r>
              <a:rPr lang="es-ES_tradnl" altLang="en-US" b="1">
                <a:solidFill>
                  <a:srgbClr val="008000"/>
                </a:solidFill>
                <a:latin typeface="Comic Sans MS" panose="030F0702030302020204" pitchFamily="66" charset="0"/>
              </a:rPr>
              <a:t>9.1	Ley de Biot-Savart</a:t>
            </a:r>
            <a:endParaRPr lang="es-ES" altLang="en-US" b="1">
              <a:solidFill>
                <a:srgbClr val="008000"/>
              </a:solidFill>
              <a:latin typeface="Comic Sans MS" panose="030F0702030302020204" pitchFamily="66" charset="0"/>
            </a:endParaRPr>
          </a:p>
        </p:txBody>
      </p:sp>
      <p:pic>
        <p:nvPicPr>
          <p:cNvPr id="24581" name="Picture 3" descr="BD14710_">
            <a:extLst>
              <a:ext uri="{FF2B5EF4-FFF2-40B4-BE49-F238E27FC236}">
                <a16:creationId xmlns:a16="http://schemas.microsoft.com/office/drawing/2014/main" id="{7099D48E-2F08-4D77-8C70-52B9F8BBB6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887413"/>
            <a:ext cx="8305800" cy="138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684" name="Text Box 4">
            <a:extLst>
              <a:ext uri="{FF2B5EF4-FFF2-40B4-BE49-F238E27FC236}">
                <a16:creationId xmlns:a16="http://schemas.microsoft.com/office/drawing/2014/main" id="{E4B62AF6-3097-447A-BC7A-8F1515D1F331}"/>
              </a:ext>
            </a:extLst>
          </p:cNvPr>
          <p:cNvSpPr txBox="1">
            <a:spLocks noChangeArrowheads="1"/>
          </p:cNvSpPr>
          <p:nvPr/>
        </p:nvSpPr>
        <p:spPr bwMode="auto">
          <a:xfrm>
            <a:off x="2514600" y="1306514"/>
            <a:ext cx="7543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just" eaLnBrk="1" hangingPunct="1">
              <a:spcBef>
                <a:spcPct val="50000"/>
              </a:spcBef>
            </a:pPr>
            <a:r>
              <a:rPr lang="es-ES_tradnl" altLang="en-US" sz="2000">
                <a:solidFill>
                  <a:srgbClr val="CC9900"/>
                </a:solidFill>
              </a:rPr>
              <a:t>Campo magnético creado por cargas puntuales en movimiento</a:t>
            </a:r>
            <a:endParaRPr lang="es-ES" altLang="en-US" sz="2000">
              <a:solidFill>
                <a:srgbClr val="CC9900"/>
              </a:solidFill>
            </a:endParaRPr>
          </a:p>
        </p:txBody>
      </p:sp>
      <p:pic>
        <p:nvPicPr>
          <p:cNvPr id="71685" name="Picture 5" descr="F29-01">
            <a:extLst>
              <a:ext uri="{FF2B5EF4-FFF2-40B4-BE49-F238E27FC236}">
                <a16:creationId xmlns:a16="http://schemas.microsoft.com/office/drawing/2014/main" id="{72ED4C16-89F4-4D3D-84D7-798BA3C6CE23}"/>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590801" y="1865313"/>
            <a:ext cx="4016375" cy="157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71686" name="Object 2">
            <a:extLst>
              <a:ext uri="{FF2B5EF4-FFF2-40B4-BE49-F238E27FC236}">
                <a16:creationId xmlns:a16="http://schemas.microsoft.com/office/drawing/2014/main" id="{25AB77F4-7ABC-49D4-9C43-C8D524EA292B}"/>
              </a:ext>
            </a:extLst>
          </p:cNvPr>
          <p:cNvGraphicFramePr>
            <a:graphicFrameLocks noChangeAspect="1"/>
          </p:cNvGraphicFramePr>
          <p:nvPr/>
        </p:nvGraphicFramePr>
        <p:xfrm>
          <a:off x="7315200" y="2220913"/>
          <a:ext cx="1612900" cy="647700"/>
        </p:xfrm>
        <a:graphic>
          <a:graphicData uri="http://schemas.openxmlformats.org/presentationml/2006/ole">
            <mc:AlternateContent xmlns:mc="http://schemas.openxmlformats.org/markup-compatibility/2006">
              <mc:Choice xmlns:v="urn:schemas-microsoft-com:vml" Requires="v">
                <p:oleObj spid="_x0000_s10256" name="Ecuación" r:id="rId5" imgW="1612800" imgH="647640" progId="Equation.3">
                  <p:embed/>
                </p:oleObj>
              </mc:Choice>
              <mc:Fallback>
                <p:oleObj name="Ecuación" r:id="rId5" imgW="1612800" imgH="647640" progId="Equation.3">
                  <p:embed/>
                  <p:pic>
                    <p:nvPicPr>
                      <p:cNvPr id="71686" name="Object 2">
                        <a:extLst>
                          <a:ext uri="{FF2B5EF4-FFF2-40B4-BE49-F238E27FC236}">
                            <a16:creationId xmlns:a16="http://schemas.microsoft.com/office/drawing/2014/main" id="{25AB77F4-7ABC-49D4-9C43-C8D524EA292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315200" y="2220913"/>
                        <a:ext cx="1612900" cy="647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687" name="Text Box 7">
            <a:extLst>
              <a:ext uri="{FF2B5EF4-FFF2-40B4-BE49-F238E27FC236}">
                <a16:creationId xmlns:a16="http://schemas.microsoft.com/office/drawing/2014/main" id="{61CA8135-996B-46E8-AD53-F33AEB0B2EFD}"/>
              </a:ext>
            </a:extLst>
          </p:cNvPr>
          <p:cNvSpPr txBox="1">
            <a:spLocks noChangeArrowheads="1"/>
          </p:cNvSpPr>
          <p:nvPr/>
        </p:nvSpPr>
        <p:spPr bwMode="auto">
          <a:xfrm>
            <a:off x="2590800" y="3440114"/>
            <a:ext cx="7543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just" eaLnBrk="1" hangingPunct="1">
              <a:spcBef>
                <a:spcPct val="50000"/>
              </a:spcBef>
            </a:pPr>
            <a:r>
              <a:rPr lang="es-ES_tradnl" altLang="en-US" sz="2000">
                <a:solidFill>
                  <a:srgbClr val="996633"/>
                </a:solidFill>
              </a:rPr>
              <a:t>Campo magnético creado por un elemento de corriente</a:t>
            </a:r>
            <a:endParaRPr lang="es-ES" altLang="en-US" sz="2000">
              <a:solidFill>
                <a:srgbClr val="996633"/>
              </a:solidFill>
            </a:endParaRPr>
          </a:p>
        </p:txBody>
      </p:sp>
      <p:pic>
        <p:nvPicPr>
          <p:cNvPr id="71688" name="Picture 8" descr="F29-03">
            <a:extLst>
              <a:ext uri="{FF2B5EF4-FFF2-40B4-BE49-F238E27FC236}">
                <a16:creationId xmlns:a16="http://schemas.microsoft.com/office/drawing/2014/main" id="{2B4DEFC9-E178-434E-81D0-35DEB5281D17}"/>
              </a:ext>
            </a:extLst>
          </p:cNvPr>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616200" y="3897313"/>
            <a:ext cx="4013200"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71689" name="Object 3">
            <a:extLst>
              <a:ext uri="{FF2B5EF4-FFF2-40B4-BE49-F238E27FC236}">
                <a16:creationId xmlns:a16="http://schemas.microsoft.com/office/drawing/2014/main" id="{3353BD34-9199-460A-BF59-F72B0F004CE3}"/>
              </a:ext>
            </a:extLst>
          </p:cNvPr>
          <p:cNvGraphicFramePr>
            <a:graphicFrameLocks noChangeAspect="1"/>
          </p:cNvGraphicFramePr>
          <p:nvPr/>
        </p:nvGraphicFramePr>
        <p:xfrm>
          <a:off x="7219950" y="4646613"/>
          <a:ext cx="1803400" cy="673100"/>
        </p:xfrm>
        <a:graphic>
          <a:graphicData uri="http://schemas.openxmlformats.org/presentationml/2006/ole">
            <mc:AlternateContent xmlns:mc="http://schemas.openxmlformats.org/markup-compatibility/2006">
              <mc:Choice xmlns:v="urn:schemas-microsoft-com:vml" Requires="v">
                <p:oleObj spid="_x0000_s10257" name="Ecuación" r:id="rId8" imgW="1803240" imgH="672840" progId="Equation.3">
                  <p:embed/>
                </p:oleObj>
              </mc:Choice>
              <mc:Fallback>
                <p:oleObj name="Ecuación" r:id="rId8" imgW="1803240" imgH="672840" progId="Equation.3">
                  <p:embed/>
                  <p:pic>
                    <p:nvPicPr>
                      <p:cNvPr id="71689" name="Object 3">
                        <a:extLst>
                          <a:ext uri="{FF2B5EF4-FFF2-40B4-BE49-F238E27FC236}">
                            <a16:creationId xmlns:a16="http://schemas.microsoft.com/office/drawing/2014/main" id="{3353BD34-9199-460A-BF59-F72B0F004CE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219950" y="4646613"/>
                        <a:ext cx="1803400" cy="673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10">
            <a:extLst>
              <a:ext uri="{FF2B5EF4-FFF2-40B4-BE49-F238E27FC236}">
                <a16:creationId xmlns:a16="http://schemas.microsoft.com/office/drawing/2014/main" id="{C2821821-D886-4D8A-AF4D-5DCDE9B63BD8}"/>
              </a:ext>
            </a:extLst>
          </p:cNvPr>
          <p:cNvGrpSpPr>
            <a:grpSpLocks/>
          </p:cNvGrpSpPr>
          <p:nvPr/>
        </p:nvGrpSpPr>
        <p:grpSpPr bwMode="auto">
          <a:xfrm>
            <a:off x="6096000" y="4983164"/>
            <a:ext cx="2819400" cy="1493837"/>
            <a:chOff x="2880" y="3139"/>
            <a:chExt cx="1776" cy="941"/>
          </a:xfrm>
        </p:grpSpPr>
        <p:cxnSp>
          <p:nvCxnSpPr>
            <p:cNvPr id="24588" name="AutoShape 11">
              <a:extLst>
                <a:ext uri="{FF2B5EF4-FFF2-40B4-BE49-F238E27FC236}">
                  <a16:creationId xmlns:a16="http://schemas.microsoft.com/office/drawing/2014/main" id="{9B4C60AB-5CB9-4DFC-B78F-C5C710506FE2}"/>
                </a:ext>
              </a:extLst>
            </p:cNvPr>
            <p:cNvCxnSpPr>
              <a:cxnSpLocks noChangeShapeType="1"/>
            </p:cNvCxnSpPr>
            <p:nvPr/>
          </p:nvCxnSpPr>
          <p:spPr bwMode="auto">
            <a:xfrm rot="10800000" flipH="1" flipV="1">
              <a:off x="3504" y="3139"/>
              <a:ext cx="156" cy="509"/>
            </a:xfrm>
            <a:prstGeom prst="bentConnector4">
              <a:avLst>
                <a:gd name="adj1" fmla="val -92306"/>
                <a:gd name="adj2" fmla="val 70921"/>
              </a:avLst>
            </a:prstGeom>
            <a:noFill/>
            <a:ln w="38100">
              <a:solidFill>
                <a:srgbClr val="FF6600"/>
              </a:solidFill>
              <a:miter lim="800000"/>
              <a:headEnd/>
              <a:tailEnd type="triangle" w="med" len="med"/>
            </a:ln>
            <a:extLst>
              <a:ext uri="{909E8E84-426E-40DD-AFC4-6F175D3DCCD1}">
                <a14:hiddenFill xmlns:a14="http://schemas.microsoft.com/office/drawing/2010/main">
                  <a:noFill/>
                </a14:hiddenFill>
              </a:ext>
            </a:extLst>
          </p:spPr>
        </p:cxnSp>
        <p:sp>
          <p:nvSpPr>
            <p:cNvPr id="24589" name="Text Box 12">
              <a:extLst>
                <a:ext uri="{FF2B5EF4-FFF2-40B4-BE49-F238E27FC236}">
                  <a16:creationId xmlns:a16="http://schemas.microsoft.com/office/drawing/2014/main" id="{BE3104D7-1A75-4B04-AE42-4CF99463DF23}"/>
                </a:ext>
              </a:extLst>
            </p:cNvPr>
            <p:cNvSpPr txBox="1">
              <a:spLocks noChangeArrowheads="1"/>
            </p:cNvSpPr>
            <p:nvPr/>
          </p:nvSpPr>
          <p:spPr bwMode="auto">
            <a:xfrm>
              <a:off x="2880" y="3792"/>
              <a:ext cx="17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eaLnBrk="1" hangingPunct="1">
                <a:spcBef>
                  <a:spcPct val="50000"/>
                </a:spcBef>
              </a:pPr>
              <a:r>
                <a:rPr lang="es-ES_tradnl" altLang="en-US">
                  <a:solidFill>
                    <a:srgbClr val="CC3399"/>
                  </a:solidFill>
                </a:rPr>
                <a:t>Ley de Biot-Savart</a:t>
              </a:r>
              <a:endParaRPr lang="es-ES" altLang="en-US">
                <a:solidFill>
                  <a:srgbClr val="CC3399"/>
                </a:solidFill>
              </a:endParaRPr>
            </a:p>
          </p:txBody>
        </p:sp>
      </p:grpSp>
      <p:sp>
        <p:nvSpPr>
          <p:cNvPr id="24587" name="Text Box 13">
            <a:extLst>
              <a:ext uri="{FF2B5EF4-FFF2-40B4-BE49-F238E27FC236}">
                <a16:creationId xmlns:a16="http://schemas.microsoft.com/office/drawing/2014/main" id="{6867D83A-D1D3-44DF-8CD5-B0877E66E3C3}"/>
              </a:ext>
            </a:extLst>
          </p:cNvPr>
          <p:cNvSpPr txBox="1">
            <a:spLocks noChangeArrowheads="1"/>
          </p:cNvSpPr>
          <p:nvPr/>
        </p:nvSpPr>
        <p:spPr bwMode="auto">
          <a:xfrm rot="16206223">
            <a:off x="-601662" y="4265614"/>
            <a:ext cx="4727575"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spcBef>
                <a:spcPct val="50000"/>
              </a:spcBef>
            </a:pPr>
            <a:r>
              <a:rPr lang="es-ES" altLang="en-US" sz="1000">
                <a:solidFill>
                  <a:schemeClr val="bg1"/>
                </a:solidFill>
                <a:latin typeface="Times New Roman" panose="02020603050405020304" pitchFamily="18" charset="0"/>
              </a:rPr>
              <a:t>Autores Mar Artigao Castillo, Manuel Sánchez Martínez</a:t>
            </a:r>
          </a:p>
          <a:p>
            <a:pPr eaLnBrk="1" hangingPunct="1">
              <a:spcBef>
                <a:spcPct val="50000"/>
              </a:spcBef>
            </a:pPr>
            <a:r>
              <a:rPr lang="es-ES" altLang="en-US" sz="1000">
                <a:solidFill>
                  <a:schemeClr val="bg1"/>
                </a:solidFill>
                <a:latin typeface="Times New Roman" panose="02020603050405020304" pitchFamily="18" charset="0"/>
              </a:rPr>
              <a:t>Dpto de Física Aplicada, Escuela Politécnica Superior de Albacete (UCLM)</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71684"/>
                                        </p:tgtEl>
                                        <p:attrNameLst>
                                          <p:attrName>style.visibility</p:attrName>
                                        </p:attrNameLst>
                                      </p:cBhvr>
                                      <p:to>
                                        <p:strVal val="visible"/>
                                      </p:to>
                                    </p:set>
                                    <p:animEffect transition="in" filter="checkerboard(across)">
                                      <p:cBhvr>
                                        <p:cTn id="7" dur="500"/>
                                        <p:tgtEl>
                                          <p:spTgt spid="7168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71685"/>
                                        </p:tgtEl>
                                        <p:attrNameLst>
                                          <p:attrName>style.visibility</p:attrName>
                                        </p:attrNameLst>
                                      </p:cBhvr>
                                      <p:to>
                                        <p:strVal val="visible"/>
                                      </p:to>
                                    </p:set>
                                    <p:anim calcmode="lin" valueType="num">
                                      <p:cBhvr additive="base">
                                        <p:cTn id="12" dur="500" fill="hold"/>
                                        <p:tgtEl>
                                          <p:spTgt spid="71685"/>
                                        </p:tgtEl>
                                        <p:attrNameLst>
                                          <p:attrName>ppt_x</p:attrName>
                                        </p:attrNameLst>
                                      </p:cBhvr>
                                      <p:tavLst>
                                        <p:tav tm="0">
                                          <p:val>
                                            <p:strVal val="#ppt_x"/>
                                          </p:val>
                                        </p:tav>
                                        <p:tav tm="100000">
                                          <p:val>
                                            <p:strVal val="#ppt_x"/>
                                          </p:val>
                                        </p:tav>
                                      </p:tavLst>
                                    </p:anim>
                                    <p:anim calcmode="lin" valueType="num">
                                      <p:cBhvr additive="base">
                                        <p:cTn id="13" dur="500" fill="hold"/>
                                        <p:tgtEl>
                                          <p:spTgt spid="71685"/>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5" presetClass="entr" presetSubtype="10" fill="hold" nodeType="clickEffect">
                                  <p:stCondLst>
                                    <p:cond delay="0"/>
                                  </p:stCondLst>
                                  <p:childTnLst>
                                    <p:set>
                                      <p:cBhvr>
                                        <p:cTn id="17" dur="1" fill="hold">
                                          <p:stCondLst>
                                            <p:cond delay="0"/>
                                          </p:stCondLst>
                                        </p:cTn>
                                        <p:tgtEl>
                                          <p:spTgt spid="71686"/>
                                        </p:tgtEl>
                                        <p:attrNameLst>
                                          <p:attrName>style.visibility</p:attrName>
                                        </p:attrNameLst>
                                      </p:cBhvr>
                                      <p:to>
                                        <p:strVal val="visible"/>
                                      </p:to>
                                    </p:set>
                                    <p:animEffect transition="in" filter="checkerboard(across)">
                                      <p:cBhvr>
                                        <p:cTn id="18" dur="500"/>
                                        <p:tgtEl>
                                          <p:spTgt spid="71686"/>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7" presetClass="entr" presetSubtype="10" fill="hold" grpId="0" nodeType="clickEffect">
                                  <p:stCondLst>
                                    <p:cond delay="0"/>
                                  </p:stCondLst>
                                  <p:childTnLst>
                                    <p:set>
                                      <p:cBhvr>
                                        <p:cTn id="22" dur="1" fill="hold">
                                          <p:stCondLst>
                                            <p:cond delay="0"/>
                                          </p:stCondLst>
                                        </p:cTn>
                                        <p:tgtEl>
                                          <p:spTgt spid="71687"/>
                                        </p:tgtEl>
                                        <p:attrNameLst>
                                          <p:attrName>style.visibility</p:attrName>
                                        </p:attrNameLst>
                                      </p:cBhvr>
                                      <p:to>
                                        <p:strVal val="visible"/>
                                      </p:to>
                                    </p:set>
                                    <p:anim calcmode="lin" valueType="num">
                                      <p:cBhvr>
                                        <p:cTn id="23" dur="500" fill="hold"/>
                                        <p:tgtEl>
                                          <p:spTgt spid="71687"/>
                                        </p:tgtEl>
                                        <p:attrNameLst>
                                          <p:attrName>ppt_w</p:attrName>
                                        </p:attrNameLst>
                                      </p:cBhvr>
                                      <p:tavLst>
                                        <p:tav tm="0">
                                          <p:val>
                                            <p:fltVal val="0"/>
                                          </p:val>
                                        </p:tav>
                                        <p:tav tm="100000">
                                          <p:val>
                                            <p:strVal val="#ppt_w"/>
                                          </p:val>
                                        </p:tav>
                                      </p:tavLst>
                                    </p:anim>
                                    <p:anim calcmode="lin" valueType="num">
                                      <p:cBhvr>
                                        <p:cTn id="24" dur="500" fill="hold"/>
                                        <p:tgtEl>
                                          <p:spTgt spid="71687"/>
                                        </p:tgtEl>
                                        <p:attrNameLst>
                                          <p:attrName>ppt_h</p:attrName>
                                        </p:attrNameLst>
                                      </p:cBhvr>
                                      <p:tavLst>
                                        <p:tav tm="0">
                                          <p:val>
                                            <p:strVal val="#ppt_h"/>
                                          </p:val>
                                        </p:tav>
                                        <p:tav tm="100000">
                                          <p:val>
                                            <p:strVal val="#ppt_h"/>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15" presetClass="entr" presetSubtype="0" fill="hold" nodeType="clickEffect">
                                  <p:stCondLst>
                                    <p:cond delay="0"/>
                                  </p:stCondLst>
                                  <p:childTnLst>
                                    <p:set>
                                      <p:cBhvr>
                                        <p:cTn id="28" dur="1" fill="hold">
                                          <p:stCondLst>
                                            <p:cond delay="0"/>
                                          </p:stCondLst>
                                        </p:cTn>
                                        <p:tgtEl>
                                          <p:spTgt spid="71688"/>
                                        </p:tgtEl>
                                        <p:attrNameLst>
                                          <p:attrName>style.visibility</p:attrName>
                                        </p:attrNameLst>
                                      </p:cBhvr>
                                      <p:to>
                                        <p:strVal val="visible"/>
                                      </p:to>
                                    </p:set>
                                    <p:anim calcmode="lin" valueType="num">
                                      <p:cBhvr>
                                        <p:cTn id="29" dur="1000" fill="hold"/>
                                        <p:tgtEl>
                                          <p:spTgt spid="71688"/>
                                        </p:tgtEl>
                                        <p:attrNameLst>
                                          <p:attrName>ppt_w</p:attrName>
                                        </p:attrNameLst>
                                      </p:cBhvr>
                                      <p:tavLst>
                                        <p:tav tm="0">
                                          <p:val>
                                            <p:fltVal val="0"/>
                                          </p:val>
                                        </p:tav>
                                        <p:tav tm="100000">
                                          <p:val>
                                            <p:strVal val="#ppt_w"/>
                                          </p:val>
                                        </p:tav>
                                      </p:tavLst>
                                    </p:anim>
                                    <p:anim calcmode="lin" valueType="num">
                                      <p:cBhvr>
                                        <p:cTn id="30" dur="1000" fill="hold"/>
                                        <p:tgtEl>
                                          <p:spTgt spid="71688"/>
                                        </p:tgtEl>
                                        <p:attrNameLst>
                                          <p:attrName>ppt_h</p:attrName>
                                        </p:attrNameLst>
                                      </p:cBhvr>
                                      <p:tavLst>
                                        <p:tav tm="0">
                                          <p:val>
                                            <p:fltVal val="0"/>
                                          </p:val>
                                        </p:tav>
                                        <p:tav tm="100000">
                                          <p:val>
                                            <p:strVal val="#ppt_h"/>
                                          </p:val>
                                        </p:tav>
                                      </p:tavLst>
                                    </p:anim>
                                    <p:anim calcmode="lin" valueType="num">
                                      <p:cBhvr>
                                        <p:cTn id="31" dur="1000" fill="hold"/>
                                        <p:tgtEl>
                                          <p:spTgt spid="71688"/>
                                        </p:tgtEl>
                                        <p:attrNameLst>
                                          <p:attrName>ppt_x</p:attrName>
                                        </p:attrNameLst>
                                      </p:cBhvr>
                                      <p:tavLst>
                                        <p:tav tm="0" fmla="#ppt_x+(cos(-2*pi*(1-$))*-#ppt_x-sin(-2*pi*(1-$))*(1-#ppt_y))*(1-$)">
                                          <p:val>
                                            <p:fltVal val="0"/>
                                          </p:val>
                                        </p:tav>
                                        <p:tav tm="100000">
                                          <p:val>
                                            <p:fltVal val="1"/>
                                          </p:val>
                                        </p:tav>
                                      </p:tavLst>
                                    </p:anim>
                                    <p:anim calcmode="lin" valueType="num">
                                      <p:cBhvr>
                                        <p:cTn id="32" dur="1000" fill="hold"/>
                                        <p:tgtEl>
                                          <p:spTgt spid="71688"/>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5" presetClass="entr" presetSubtype="10" fill="hold" nodeType="clickEffect">
                                  <p:stCondLst>
                                    <p:cond delay="0"/>
                                  </p:stCondLst>
                                  <p:childTnLst>
                                    <p:set>
                                      <p:cBhvr>
                                        <p:cTn id="36" dur="1" fill="hold">
                                          <p:stCondLst>
                                            <p:cond delay="0"/>
                                          </p:stCondLst>
                                        </p:cTn>
                                        <p:tgtEl>
                                          <p:spTgt spid="71689"/>
                                        </p:tgtEl>
                                        <p:attrNameLst>
                                          <p:attrName>style.visibility</p:attrName>
                                        </p:attrNameLst>
                                      </p:cBhvr>
                                      <p:to>
                                        <p:strVal val="visible"/>
                                      </p:to>
                                    </p:set>
                                    <p:animEffect transition="in" filter="checkerboard(across)">
                                      <p:cBhvr>
                                        <p:cTn id="37" dur="500"/>
                                        <p:tgtEl>
                                          <p:spTgt spid="7168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7" presetClass="entr" presetSubtype="1" fill="hold" nodeType="clickEffect">
                                  <p:stCondLst>
                                    <p:cond delay="0"/>
                                  </p:stCondLst>
                                  <p:childTnLst>
                                    <p:set>
                                      <p:cBhvr>
                                        <p:cTn id="41" dur="1" fill="hold">
                                          <p:stCondLst>
                                            <p:cond delay="0"/>
                                          </p:stCondLst>
                                        </p:cTn>
                                        <p:tgtEl>
                                          <p:spTgt spid="2"/>
                                        </p:tgtEl>
                                        <p:attrNameLst>
                                          <p:attrName>style.visibility</p:attrName>
                                        </p:attrNameLst>
                                      </p:cBhvr>
                                      <p:to>
                                        <p:strVal val="visible"/>
                                      </p:to>
                                    </p:set>
                                    <p:anim calcmode="lin" valueType="num">
                                      <p:cBhvr>
                                        <p:cTn id="42" dur="500" fill="hold"/>
                                        <p:tgtEl>
                                          <p:spTgt spid="2"/>
                                        </p:tgtEl>
                                        <p:attrNameLst>
                                          <p:attrName>ppt_x</p:attrName>
                                        </p:attrNameLst>
                                      </p:cBhvr>
                                      <p:tavLst>
                                        <p:tav tm="0">
                                          <p:val>
                                            <p:strVal val="#ppt_x"/>
                                          </p:val>
                                        </p:tav>
                                        <p:tav tm="100000">
                                          <p:val>
                                            <p:strVal val="#ppt_x"/>
                                          </p:val>
                                        </p:tav>
                                      </p:tavLst>
                                    </p:anim>
                                    <p:anim calcmode="lin" valueType="num">
                                      <p:cBhvr>
                                        <p:cTn id="43" dur="500" fill="hold"/>
                                        <p:tgtEl>
                                          <p:spTgt spid="2"/>
                                        </p:tgtEl>
                                        <p:attrNameLst>
                                          <p:attrName>ppt_y</p:attrName>
                                        </p:attrNameLst>
                                      </p:cBhvr>
                                      <p:tavLst>
                                        <p:tav tm="0">
                                          <p:val>
                                            <p:strVal val="#ppt_y-#ppt_h/2"/>
                                          </p:val>
                                        </p:tav>
                                        <p:tav tm="100000">
                                          <p:val>
                                            <p:strVal val="#ppt_y"/>
                                          </p:val>
                                        </p:tav>
                                      </p:tavLst>
                                    </p:anim>
                                    <p:anim calcmode="lin" valueType="num">
                                      <p:cBhvr>
                                        <p:cTn id="44" dur="500" fill="hold"/>
                                        <p:tgtEl>
                                          <p:spTgt spid="2"/>
                                        </p:tgtEl>
                                        <p:attrNameLst>
                                          <p:attrName>ppt_w</p:attrName>
                                        </p:attrNameLst>
                                      </p:cBhvr>
                                      <p:tavLst>
                                        <p:tav tm="0">
                                          <p:val>
                                            <p:strVal val="#ppt_w"/>
                                          </p:val>
                                        </p:tav>
                                        <p:tav tm="100000">
                                          <p:val>
                                            <p:strVal val="#ppt_w"/>
                                          </p:val>
                                        </p:tav>
                                      </p:tavLst>
                                    </p:anim>
                                    <p:anim calcmode="lin" valueType="num">
                                      <p:cBhvr>
                                        <p:cTn id="45" dur="500" fill="hold"/>
                                        <p:tgtEl>
                                          <p:spTgt spid="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4" grpId="0" autoUpdateAnimBg="0"/>
      <p:bldP spid="71687"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ext Box 2">
            <a:extLst>
              <a:ext uri="{FF2B5EF4-FFF2-40B4-BE49-F238E27FC236}">
                <a16:creationId xmlns:a16="http://schemas.microsoft.com/office/drawing/2014/main" id="{C3A719B1-279A-48D4-9CD4-86BF782C0AAE}"/>
              </a:ext>
            </a:extLst>
          </p:cNvPr>
          <p:cNvSpPr txBox="1">
            <a:spLocks noChangeArrowheads="1"/>
          </p:cNvSpPr>
          <p:nvPr/>
        </p:nvSpPr>
        <p:spPr bwMode="auto">
          <a:xfrm>
            <a:off x="2743200" y="762001"/>
            <a:ext cx="6705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spcBef>
                <a:spcPct val="50000"/>
              </a:spcBef>
            </a:pPr>
            <a:endParaRPr lang="en-US" altLang="en-US" sz="2000"/>
          </a:p>
        </p:txBody>
      </p:sp>
      <p:sp>
        <p:nvSpPr>
          <p:cNvPr id="72707" name="Text Box 3">
            <a:extLst>
              <a:ext uri="{FF2B5EF4-FFF2-40B4-BE49-F238E27FC236}">
                <a16:creationId xmlns:a16="http://schemas.microsoft.com/office/drawing/2014/main" id="{BDECE3BB-BCA4-4E35-A83A-95FA4D79E7CA}"/>
              </a:ext>
            </a:extLst>
          </p:cNvPr>
          <p:cNvSpPr txBox="1">
            <a:spLocks noChangeArrowheads="1"/>
          </p:cNvSpPr>
          <p:nvPr/>
        </p:nvSpPr>
        <p:spPr bwMode="auto">
          <a:xfrm>
            <a:off x="2801938" y="1371601"/>
            <a:ext cx="2151062"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spcBef>
                <a:spcPct val="50000"/>
              </a:spcBef>
            </a:pPr>
            <a:r>
              <a:rPr lang="es-ES_tradnl" altLang="en-US" sz="2000">
                <a:solidFill>
                  <a:srgbClr val="008000"/>
                </a:solidFill>
              </a:rPr>
              <a:t>Constantes de proporcionalidad</a:t>
            </a:r>
            <a:endParaRPr lang="es-ES" altLang="en-US" sz="2000">
              <a:solidFill>
                <a:srgbClr val="008000"/>
              </a:solidFill>
            </a:endParaRPr>
          </a:p>
        </p:txBody>
      </p:sp>
      <p:grpSp>
        <p:nvGrpSpPr>
          <p:cNvPr id="2" name="Group 4">
            <a:extLst>
              <a:ext uri="{FF2B5EF4-FFF2-40B4-BE49-F238E27FC236}">
                <a16:creationId xmlns:a16="http://schemas.microsoft.com/office/drawing/2014/main" id="{5E1C5779-3A3D-43BB-9D41-85A3B1A7F532}"/>
              </a:ext>
            </a:extLst>
          </p:cNvPr>
          <p:cNvGrpSpPr>
            <a:grpSpLocks/>
          </p:cNvGrpSpPr>
          <p:nvPr/>
        </p:nvGrpSpPr>
        <p:grpSpPr bwMode="auto">
          <a:xfrm>
            <a:off x="4943476" y="762001"/>
            <a:ext cx="4657725" cy="2378075"/>
            <a:chOff x="2154" y="480"/>
            <a:chExt cx="2934" cy="1498"/>
          </a:xfrm>
        </p:grpSpPr>
        <p:sp>
          <p:nvSpPr>
            <p:cNvPr id="77829" name="AutoShape 5">
              <a:extLst>
                <a:ext uri="{FF2B5EF4-FFF2-40B4-BE49-F238E27FC236}">
                  <a16:creationId xmlns:a16="http://schemas.microsoft.com/office/drawing/2014/main" id="{2F87603D-4672-4452-81CA-7A4FA004C819}"/>
                </a:ext>
              </a:extLst>
            </p:cNvPr>
            <p:cNvSpPr>
              <a:spLocks/>
            </p:cNvSpPr>
            <p:nvPr/>
          </p:nvSpPr>
          <p:spPr bwMode="auto">
            <a:xfrm>
              <a:off x="2154" y="480"/>
              <a:ext cx="48" cy="1344"/>
            </a:xfrm>
            <a:prstGeom prst="leftBracket">
              <a:avLst>
                <a:gd name="adj" fmla="val 233333"/>
              </a:avLst>
            </a:prstGeom>
            <a:noFill/>
            <a:ln w="28575">
              <a:solidFill>
                <a:srgbClr val="33CC33"/>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sp>
          <p:nvSpPr>
            <p:cNvPr id="77830" name="Text Box 6">
              <a:extLst>
                <a:ext uri="{FF2B5EF4-FFF2-40B4-BE49-F238E27FC236}">
                  <a16:creationId xmlns:a16="http://schemas.microsoft.com/office/drawing/2014/main" id="{2A247FDE-E2AB-4C70-866D-EFA50763443E}"/>
                </a:ext>
              </a:extLst>
            </p:cNvPr>
            <p:cNvSpPr txBox="1">
              <a:spLocks noChangeArrowheads="1"/>
            </p:cNvSpPr>
            <p:nvPr/>
          </p:nvSpPr>
          <p:spPr bwMode="auto">
            <a:xfrm>
              <a:off x="2352" y="681"/>
              <a:ext cx="17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spcBef>
                  <a:spcPct val="50000"/>
                </a:spcBef>
              </a:pPr>
              <a:r>
                <a:rPr lang="es-ES_tradnl" altLang="en-US" sz="2000">
                  <a:solidFill>
                    <a:srgbClr val="0066CC"/>
                  </a:solidFill>
                </a:rPr>
                <a:t>k</a:t>
              </a:r>
              <a:r>
                <a:rPr lang="es-ES_tradnl" altLang="en-US" sz="2000" baseline="-26000">
                  <a:solidFill>
                    <a:srgbClr val="0066CC"/>
                  </a:solidFill>
                </a:rPr>
                <a:t>m</a:t>
              </a:r>
              <a:r>
                <a:rPr lang="es-ES_tradnl" altLang="en-US" sz="2000">
                  <a:solidFill>
                    <a:srgbClr val="0066CC"/>
                  </a:solidFill>
                </a:rPr>
                <a:t> = 10</a:t>
              </a:r>
              <a:r>
                <a:rPr lang="es-ES_tradnl" altLang="en-US" sz="2000" baseline="50000">
                  <a:solidFill>
                    <a:srgbClr val="0066CC"/>
                  </a:solidFill>
                </a:rPr>
                <a:t>-7</a:t>
              </a:r>
              <a:r>
                <a:rPr lang="es-ES_tradnl" altLang="en-US" sz="2000">
                  <a:solidFill>
                    <a:srgbClr val="0066CC"/>
                  </a:solidFill>
                </a:rPr>
                <a:t> N/A</a:t>
              </a:r>
              <a:r>
                <a:rPr lang="es-ES_tradnl" altLang="en-US" sz="2000" baseline="50000">
                  <a:solidFill>
                    <a:srgbClr val="0066CC"/>
                  </a:solidFill>
                </a:rPr>
                <a:t>2</a:t>
              </a:r>
              <a:endParaRPr lang="es-ES" altLang="en-US" sz="2000" baseline="50000">
                <a:solidFill>
                  <a:srgbClr val="0066CC"/>
                </a:solidFill>
              </a:endParaRPr>
            </a:p>
          </p:txBody>
        </p:sp>
        <p:sp>
          <p:nvSpPr>
            <p:cNvPr id="77831" name="Text Box 7">
              <a:extLst>
                <a:ext uri="{FF2B5EF4-FFF2-40B4-BE49-F238E27FC236}">
                  <a16:creationId xmlns:a16="http://schemas.microsoft.com/office/drawing/2014/main" id="{3EEA05A0-D578-43AB-AC03-EB8D58EF9CB3}"/>
                </a:ext>
              </a:extLst>
            </p:cNvPr>
            <p:cNvSpPr txBox="1">
              <a:spLocks noChangeArrowheads="1"/>
            </p:cNvSpPr>
            <p:nvPr/>
          </p:nvSpPr>
          <p:spPr bwMode="auto">
            <a:xfrm>
              <a:off x="2352" y="1104"/>
              <a:ext cx="17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spcBef>
                  <a:spcPct val="50000"/>
                </a:spcBef>
              </a:pPr>
              <a:r>
                <a:rPr lang="es-ES_tradnl" altLang="en-US" sz="2000">
                  <a:solidFill>
                    <a:srgbClr val="0066CC"/>
                  </a:solidFill>
                  <a:latin typeface="Symbol" panose="05050102010706020507" pitchFamily="18" charset="2"/>
                </a:rPr>
                <a:t>m</a:t>
              </a:r>
              <a:r>
                <a:rPr lang="es-ES_tradnl" altLang="en-US" sz="2000" baseline="-26000">
                  <a:solidFill>
                    <a:srgbClr val="0066CC"/>
                  </a:solidFill>
                </a:rPr>
                <a:t>o</a:t>
              </a:r>
              <a:r>
                <a:rPr lang="es-ES_tradnl" altLang="en-US" sz="2000">
                  <a:solidFill>
                    <a:srgbClr val="0066CC"/>
                  </a:solidFill>
                </a:rPr>
                <a:t> = 4</a:t>
              </a:r>
              <a:r>
                <a:rPr lang="es-ES_tradnl" altLang="en-US" sz="2000">
                  <a:solidFill>
                    <a:srgbClr val="0066CC"/>
                  </a:solidFill>
                  <a:latin typeface="Symbol" panose="05050102010706020507" pitchFamily="18" charset="2"/>
                </a:rPr>
                <a:t>p</a:t>
              </a:r>
              <a:r>
                <a:rPr lang="es-ES_tradnl" altLang="en-US" sz="2000">
                  <a:solidFill>
                    <a:srgbClr val="0066CC"/>
                  </a:solidFill>
                </a:rPr>
                <a:t>·10</a:t>
              </a:r>
              <a:r>
                <a:rPr lang="es-ES_tradnl" altLang="en-US" sz="2000" baseline="50000">
                  <a:solidFill>
                    <a:srgbClr val="0066CC"/>
                  </a:solidFill>
                </a:rPr>
                <a:t>-7</a:t>
              </a:r>
              <a:r>
                <a:rPr lang="es-ES_tradnl" altLang="en-US" sz="2000">
                  <a:solidFill>
                    <a:srgbClr val="0066CC"/>
                  </a:solidFill>
                </a:rPr>
                <a:t> T m/A</a:t>
              </a:r>
              <a:endParaRPr lang="es-ES" altLang="en-US" sz="2000" baseline="50000">
                <a:solidFill>
                  <a:srgbClr val="0066CC"/>
                </a:solidFill>
              </a:endParaRPr>
            </a:p>
          </p:txBody>
        </p:sp>
        <p:cxnSp>
          <p:nvCxnSpPr>
            <p:cNvPr id="77832" name="AutoShape 8">
              <a:extLst>
                <a:ext uri="{FF2B5EF4-FFF2-40B4-BE49-F238E27FC236}">
                  <a16:creationId xmlns:a16="http://schemas.microsoft.com/office/drawing/2014/main" id="{E15EAB94-BCEF-4B16-ACB8-7940BF83C518}"/>
                </a:ext>
              </a:extLst>
            </p:cNvPr>
            <p:cNvCxnSpPr>
              <a:cxnSpLocks noChangeShapeType="1"/>
            </p:cNvCxnSpPr>
            <p:nvPr/>
          </p:nvCxnSpPr>
          <p:spPr bwMode="auto">
            <a:xfrm rot="16200000" flipH="1">
              <a:off x="2616" y="1464"/>
              <a:ext cx="240" cy="192"/>
            </a:xfrm>
            <a:prstGeom prst="bentConnector3">
              <a:avLst>
                <a:gd name="adj1" fmla="val 50000"/>
              </a:avLst>
            </a:prstGeom>
            <a:noFill/>
            <a:ln w="28575">
              <a:solidFill>
                <a:srgbClr val="FF3399"/>
              </a:solidFill>
              <a:miter lim="800000"/>
              <a:headEnd/>
              <a:tailEnd type="triangle" w="med" len="med"/>
            </a:ln>
            <a:extLst>
              <a:ext uri="{909E8E84-426E-40DD-AFC4-6F175D3DCCD1}">
                <a14:hiddenFill xmlns:a14="http://schemas.microsoft.com/office/drawing/2010/main">
                  <a:noFill/>
                </a14:hiddenFill>
              </a:ext>
            </a:extLst>
          </p:spPr>
        </p:cxnSp>
        <p:sp>
          <p:nvSpPr>
            <p:cNvPr id="77833" name="Text Box 9">
              <a:extLst>
                <a:ext uri="{FF2B5EF4-FFF2-40B4-BE49-F238E27FC236}">
                  <a16:creationId xmlns:a16="http://schemas.microsoft.com/office/drawing/2014/main" id="{48D69BBC-6F8D-4730-B673-19CABCA45E42}"/>
                </a:ext>
              </a:extLst>
            </p:cNvPr>
            <p:cNvSpPr txBox="1">
              <a:spLocks noChangeArrowheads="1"/>
            </p:cNvSpPr>
            <p:nvPr/>
          </p:nvSpPr>
          <p:spPr bwMode="auto">
            <a:xfrm>
              <a:off x="2640" y="1728"/>
              <a:ext cx="244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spcBef>
                  <a:spcPct val="50000"/>
                </a:spcBef>
              </a:pPr>
              <a:r>
                <a:rPr lang="es-ES_tradnl" altLang="en-US" sz="2000">
                  <a:solidFill>
                    <a:srgbClr val="FF9933"/>
                  </a:solidFill>
                </a:rPr>
                <a:t>Permeabilidad del vacío</a:t>
              </a:r>
              <a:endParaRPr lang="es-ES" altLang="en-US" sz="2000">
                <a:solidFill>
                  <a:srgbClr val="FF9933"/>
                </a:solidFill>
              </a:endParaRPr>
            </a:p>
          </p:txBody>
        </p:sp>
      </p:grpSp>
      <p:grpSp>
        <p:nvGrpSpPr>
          <p:cNvPr id="3" name="Group 10">
            <a:extLst>
              <a:ext uri="{FF2B5EF4-FFF2-40B4-BE49-F238E27FC236}">
                <a16:creationId xmlns:a16="http://schemas.microsoft.com/office/drawing/2014/main" id="{C619F4A6-7A9E-4641-8D2E-732362191979}"/>
              </a:ext>
            </a:extLst>
          </p:cNvPr>
          <p:cNvGrpSpPr>
            <a:grpSpLocks/>
          </p:cNvGrpSpPr>
          <p:nvPr/>
        </p:nvGrpSpPr>
        <p:grpSpPr bwMode="auto">
          <a:xfrm>
            <a:off x="2895600" y="4327526"/>
            <a:ext cx="7162800" cy="1006475"/>
            <a:chOff x="864" y="2726"/>
            <a:chExt cx="4512" cy="634"/>
          </a:xfrm>
        </p:grpSpPr>
        <p:sp>
          <p:nvSpPr>
            <p:cNvPr id="77835" name="Text Box 11">
              <a:extLst>
                <a:ext uri="{FF2B5EF4-FFF2-40B4-BE49-F238E27FC236}">
                  <a16:creationId xmlns:a16="http://schemas.microsoft.com/office/drawing/2014/main" id="{AF4EDADC-AEB4-4E78-8C0D-D74EDBA16B19}"/>
                </a:ext>
              </a:extLst>
            </p:cNvPr>
            <p:cNvSpPr txBox="1">
              <a:spLocks noChangeArrowheads="1"/>
            </p:cNvSpPr>
            <p:nvPr/>
          </p:nvSpPr>
          <p:spPr bwMode="auto">
            <a:xfrm>
              <a:off x="864" y="2726"/>
              <a:ext cx="4512"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just" eaLnBrk="1" hangingPunct="1">
                <a:spcBef>
                  <a:spcPct val="50000"/>
                </a:spcBef>
              </a:pPr>
              <a:r>
                <a:rPr lang="es-ES_tradnl" altLang="en-US" sz="2000">
                  <a:solidFill>
                    <a:srgbClr val="CC3300"/>
                  </a:solidFill>
                </a:rPr>
                <a:t>La fuente de campo eléctrico es la carga puntual (q), mientras que, para el campo magnético, es la carga móvil (qv) o un elemento de corriente (      ).</a:t>
              </a:r>
              <a:endParaRPr lang="es-ES" altLang="en-US" sz="2000">
                <a:solidFill>
                  <a:srgbClr val="CC3300"/>
                </a:solidFill>
              </a:endParaRPr>
            </a:p>
          </p:txBody>
        </p:sp>
        <p:graphicFrame>
          <p:nvGraphicFramePr>
            <p:cNvPr id="77836" name="Object 12">
              <a:extLst>
                <a:ext uri="{FF2B5EF4-FFF2-40B4-BE49-F238E27FC236}">
                  <a16:creationId xmlns:a16="http://schemas.microsoft.com/office/drawing/2014/main" id="{BEDA8126-15C9-4261-8995-3EF9791378A5}"/>
                </a:ext>
              </a:extLst>
            </p:cNvPr>
            <p:cNvGraphicFramePr>
              <a:graphicFrameLocks noChangeAspect="1"/>
            </p:cNvGraphicFramePr>
            <p:nvPr/>
          </p:nvGraphicFramePr>
          <p:xfrm>
            <a:off x="2600" y="3158"/>
            <a:ext cx="232" cy="168"/>
          </p:xfrm>
          <a:graphic>
            <a:graphicData uri="http://schemas.openxmlformats.org/presentationml/2006/ole">
              <mc:AlternateContent xmlns:mc="http://schemas.openxmlformats.org/markup-compatibility/2006">
                <mc:Choice xmlns:v="urn:schemas-microsoft-com:vml" Requires="v">
                  <p:oleObj spid="_x0000_s11273" name="Ecuación" r:id="rId3" imgW="368280" imgH="266400" progId="Equation.3">
                    <p:embed/>
                  </p:oleObj>
                </mc:Choice>
                <mc:Fallback>
                  <p:oleObj name="Ecuación" r:id="rId3" imgW="368280" imgH="266400" progId="Equation.3">
                    <p:embed/>
                    <p:pic>
                      <p:nvPicPr>
                        <p:cNvPr id="77836" name="Object 12">
                          <a:extLst>
                            <a:ext uri="{FF2B5EF4-FFF2-40B4-BE49-F238E27FC236}">
                              <a16:creationId xmlns:a16="http://schemas.microsoft.com/office/drawing/2014/main" id="{BEDA8126-15C9-4261-8995-3EF9791378A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00" y="3158"/>
                          <a:ext cx="232" cy="1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77837" name="Text Box 13">
            <a:extLst>
              <a:ext uri="{FF2B5EF4-FFF2-40B4-BE49-F238E27FC236}">
                <a16:creationId xmlns:a16="http://schemas.microsoft.com/office/drawing/2014/main" id="{CDF0D838-AA21-49AF-925F-CE3F8F25391E}"/>
              </a:ext>
            </a:extLst>
          </p:cNvPr>
          <p:cNvSpPr txBox="1">
            <a:spLocks noChangeArrowheads="1"/>
          </p:cNvSpPr>
          <p:nvPr/>
        </p:nvSpPr>
        <p:spPr bwMode="auto">
          <a:xfrm rot="16206223">
            <a:off x="-601662" y="4265614"/>
            <a:ext cx="4727575"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spcBef>
                <a:spcPct val="50000"/>
              </a:spcBef>
            </a:pPr>
            <a:r>
              <a:rPr lang="es-ES" altLang="en-US" sz="1000">
                <a:solidFill>
                  <a:schemeClr val="bg1"/>
                </a:solidFill>
                <a:latin typeface="Times New Roman" panose="02020603050405020304" pitchFamily="18" charset="0"/>
              </a:rPr>
              <a:t>Autores Mar Artigao Castillo, Manuel Sánchez Martínez</a:t>
            </a:r>
          </a:p>
          <a:p>
            <a:pPr eaLnBrk="1" hangingPunct="1">
              <a:spcBef>
                <a:spcPct val="50000"/>
              </a:spcBef>
            </a:pPr>
            <a:r>
              <a:rPr lang="es-ES" altLang="en-US" sz="1000">
                <a:solidFill>
                  <a:schemeClr val="bg1"/>
                </a:solidFill>
                <a:latin typeface="Times New Roman" panose="02020603050405020304" pitchFamily="18" charset="0"/>
              </a:rPr>
              <a:t>Dpto de Física Aplicada, Escuela Politécnica Superior de Albacete (UCLM)</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2707"/>
                                        </p:tgtEl>
                                        <p:attrNameLst>
                                          <p:attrName>style.visibility</p:attrName>
                                        </p:attrNameLst>
                                      </p:cBhvr>
                                      <p:to>
                                        <p:strVal val="visible"/>
                                      </p:to>
                                    </p:set>
                                    <p:anim calcmode="lin" valueType="num">
                                      <p:cBhvr additive="base">
                                        <p:cTn id="7" dur="500" fill="hold"/>
                                        <p:tgtEl>
                                          <p:spTgt spid="72707"/>
                                        </p:tgtEl>
                                        <p:attrNameLst>
                                          <p:attrName>ppt_x</p:attrName>
                                        </p:attrNameLst>
                                      </p:cBhvr>
                                      <p:tavLst>
                                        <p:tav tm="0">
                                          <p:val>
                                            <p:strVal val="#ppt_x"/>
                                          </p:val>
                                        </p:tav>
                                        <p:tav tm="100000">
                                          <p:val>
                                            <p:strVal val="#ppt_x"/>
                                          </p:val>
                                        </p:tav>
                                      </p:tavLst>
                                    </p:anim>
                                    <p:anim calcmode="lin" valueType="num">
                                      <p:cBhvr additive="base">
                                        <p:cTn id="8" dur="500" fill="hold"/>
                                        <p:tgtEl>
                                          <p:spTgt spid="72707"/>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0-#ppt_w/2"/>
                                          </p:val>
                                        </p:tav>
                                        <p:tav tm="100000">
                                          <p:val>
                                            <p:strVal val="#ppt_x"/>
                                          </p:val>
                                        </p:tav>
                                      </p:tavLst>
                                    </p:anim>
                                    <p:anim calcmode="lin" valueType="num">
                                      <p:cBhvr additive="base">
                                        <p:cTn id="14"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3" presetClass="entr" presetSubtype="1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blinds(horizontal)">
                                      <p:cBhvr>
                                        <p:cTn id="1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7"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ext Box 2">
            <a:extLst>
              <a:ext uri="{FF2B5EF4-FFF2-40B4-BE49-F238E27FC236}">
                <a16:creationId xmlns:a16="http://schemas.microsoft.com/office/drawing/2014/main" id="{B1770F0A-2677-4491-9ACB-CCFC91F6CF9E}"/>
              </a:ext>
            </a:extLst>
          </p:cNvPr>
          <p:cNvSpPr txBox="1">
            <a:spLocks noChangeArrowheads="1"/>
          </p:cNvSpPr>
          <p:nvPr/>
        </p:nvSpPr>
        <p:spPr bwMode="auto">
          <a:xfrm>
            <a:off x="2743200" y="481013"/>
            <a:ext cx="7170738" cy="369332"/>
          </a:xfrm>
          <a:prstGeom prst="rect">
            <a:avLst/>
          </a:prstGeom>
          <a:noFill/>
          <a:ln w="9525">
            <a:noFill/>
            <a:miter lim="800000"/>
            <a:headEnd/>
            <a:tailEnd/>
          </a:ln>
          <a:effectLst/>
        </p:spPr>
        <p:txBody>
          <a:bodyPr>
            <a:spAutoFit/>
          </a:bodyPr>
          <a:lstStyle/>
          <a:p>
            <a:pPr algn="ctr">
              <a:spcBef>
                <a:spcPct val="50000"/>
              </a:spcBef>
              <a:defRPr/>
            </a:pPr>
            <a:r>
              <a:rPr lang="es-ES_tradnl" b="1">
                <a:solidFill>
                  <a:srgbClr val="CC0000"/>
                </a:solidFill>
                <a:effectLst>
                  <a:outerShdw blurRad="38100" dist="38100" dir="2700000" algn="tl">
                    <a:srgbClr val="C0C0C0"/>
                  </a:outerShdw>
                </a:effectLst>
                <a:latin typeface="Arial Narrow" pitchFamily="34" charset="0"/>
              </a:rPr>
              <a:t>Líneas de campo magnético de una espira de corriente circular</a:t>
            </a:r>
            <a:endParaRPr lang="es-ES" b="1">
              <a:solidFill>
                <a:srgbClr val="CC0000"/>
              </a:solidFill>
              <a:effectLst>
                <a:outerShdw blurRad="38100" dist="38100" dir="2700000" algn="tl">
                  <a:srgbClr val="C0C0C0"/>
                </a:outerShdw>
              </a:effectLst>
              <a:latin typeface="Arial Narrow" pitchFamily="34" charset="0"/>
            </a:endParaRPr>
          </a:p>
        </p:txBody>
      </p:sp>
      <p:pic>
        <p:nvPicPr>
          <p:cNvPr id="75779" name="Picture 3" descr="F29-06">
            <a:extLst>
              <a:ext uri="{FF2B5EF4-FFF2-40B4-BE49-F238E27FC236}">
                <a16:creationId xmlns:a16="http://schemas.microsoft.com/office/drawing/2014/main" id="{E7B34061-1BAA-4650-AB38-CA78EAE258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48551" y="4129089"/>
            <a:ext cx="2479675" cy="247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780" name="Picture 4" descr="F29-20b">
            <a:extLst>
              <a:ext uri="{FF2B5EF4-FFF2-40B4-BE49-F238E27FC236}">
                <a16:creationId xmlns:a16="http://schemas.microsoft.com/office/drawing/2014/main" id="{A79CB1E5-616B-4A72-B6E0-E15CDCFA1D3A}"/>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844801" y="1063625"/>
            <a:ext cx="4067175" cy="5335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5" name="Text Box 5">
            <a:extLst>
              <a:ext uri="{FF2B5EF4-FFF2-40B4-BE49-F238E27FC236}">
                <a16:creationId xmlns:a16="http://schemas.microsoft.com/office/drawing/2014/main" id="{D719FA49-BCCB-421F-8174-65F50304C292}"/>
              </a:ext>
            </a:extLst>
          </p:cNvPr>
          <p:cNvSpPr txBox="1">
            <a:spLocks noChangeArrowheads="1"/>
          </p:cNvSpPr>
          <p:nvPr/>
        </p:nvSpPr>
        <p:spPr bwMode="auto">
          <a:xfrm rot="16206223">
            <a:off x="-601662" y="4265614"/>
            <a:ext cx="4727575"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spcBef>
                <a:spcPct val="50000"/>
              </a:spcBef>
            </a:pPr>
            <a:r>
              <a:rPr lang="es-ES" altLang="en-US" sz="1000">
                <a:solidFill>
                  <a:schemeClr val="bg1"/>
                </a:solidFill>
                <a:latin typeface="Times New Roman" panose="02020603050405020304" pitchFamily="18" charset="0"/>
              </a:rPr>
              <a:t>Autores Mar Artigao Castillo, Manuel Sánchez Martínez</a:t>
            </a:r>
          </a:p>
          <a:p>
            <a:pPr eaLnBrk="1" hangingPunct="1">
              <a:spcBef>
                <a:spcPct val="50000"/>
              </a:spcBef>
            </a:pPr>
            <a:r>
              <a:rPr lang="es-ES" altLang="en-US" sz="1000">
                <a:solidFill>
                  <a:schemeClr val="bg1"/>
                </a:solidFill>
                <a:latin typeface="Times New Roman" panose="02020603050405020304" pitchFamily="18" charset="0"/>
              </a:rPr>
              <a:t>Dpto de Física Aplicada, Escuela Politécnica Superior de Albacete (UCLM)</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75780"/>
                                        </p:tgtEl>
                                        <p:attrNameLst>
                                          <p:attrName>style.visibility</p:attrName>
                                        </p:attrNameLst>
                                      </p:cBhvr>
                                      <p:to>
                                        <p:strVal val="visible"/>
                                      </p:to>
                                    </p:set>
                                    <p:anim calcmode="lin" valueType="num">
                                      <p:cBhvr additive="base">
                                        <p:cTn id="7" dur="500" fill="hold"/>
                                        <p:tgtEl>
                                          <p:spTgt spid="75780"/>
                                        </p:tgtEl>
                                        <p:attrNameLst>
                                          <p:attrName>ppt_x</p:attrName>
                                        </p:attrNameLst>
                                      </p:cBhvr>
                                      <p:tavLst>
                                        <p:tav tm="0">
                                          <p:val>
                                            <p:strVal val="#ppt_x"/>
                                          </p:val>
                                        </p:tav>
                                        <p:tav tm="100000">
                                          <p:val>
                                            <p:strVal val="#ppt_x"/>
                                          </p:val>
                                        </p:tav>
                                      </p:tavLst>
                                    </p:anim>
                                    <p:anim calcmode="lin" valueType="num">
                                      <p:cBhvr additive="base">
                                        <p:cTn id="8" dur="500" fill="hold"/>
                                        <p:tgtEl>
                                          <p:spTgt spid="75780"/>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1" fill="hold" nodeType="clickEffect">
                                  <p:stCondLst>
                                    <p:cond delay="0"/>
                                  </p:stCondLst>
                                  <p:childTnLst>
                                    <p:set>
                                      <p:cBhvr>
                                        <p:cTn id="12" dur="1" fill="hold">
                                          <p:stCondLst>
                                            <p:cond delay="0"/>
                                          </p:stCondLst>
                                        </p:cTn>
                                        <p:tgtEl>
                                          <p:spTgt spid="75779"/>
                                        </p:tgtEl>
                                        <p:attrNameLst>
                                          <p:attrName>style.visibility</p:attrName>
                                        </p:attrNameLst>
                                      </p:cBhvr>
                                      <p:to>
                                        <p:strVal val="visible"/>
                                      </p:to>
                                    </p:set>
                                    <p:anim calcmode="lin" valueType="num">
                                      <p:cBhvr additive="base">
                                        <p:cTn id="13" dur="500" fill="hold"/>
                                        <p:tgtEl>
                                          <p:spTgt spid="75779"/>
                                        </p:tgtEl>
                                        <p:attrNameLst>
                                          <p:attrName>ppt_x</p:attrName>
                                        </p:attrNameLst>
                                      </p:cBhvr>
                                      <p:tavLst>
                                        <p:tav tm="0">
                                          <p:val>
                                            <p:strVal val="#ppt_x"/>
                                          </p:val>
                                        </p:tav>
                                        <p:tav tm="100000">
                                          <p:val>
                                            <p:strVal val="#ppt_x"/>
                                          </p:val>
                                        </p:tav>
                                      </p:tavLst>
                                    </p:anim>
                                    <p:anim calcmode="lin" valueType="num">
                                      <p:cBhvr additive="base">
                                        <p:cTn id="14" dur="500" fill="hold"/>
                                        <p:tgtEl>
                                          <p:spTgt spid="7577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Text Box 2">
            <a:extLst>
              <a:ext uri="{FF2B5EF4-FFF2-40B4-BE49-F238E27FC236}">
                <a16:creationId xmlns:a16="http://schemas.microsoft.com/office/drawing/2014/main" id="{B5D9597B-1684-4630-B2DE-1982A4158495}"/>
              </a:ext>
            </a:extLst>
          </p:cNvPr>
          <p:cNvSpPr txBox="1">
            <a:spLocks noChangeArrowheads="1"/>
          </p:cNvSpPr>
          <p:nvPr/>
        </p:nvSpPr>
        <p:spPr bwMode="auto">
          <a:xfrm>
            <a:off x="2638426" y="754064"/>
            <a:ext cx="73453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eaLnBrk="1" hangingPunct="1">
              <a:spcBef>
                <a:spcPct val="50000"/>
              </a:spcBef>
            </a:pPr>
            <a:r>
              <a:rPr lang="es-ES_tradnl" altLang="en-US" sz="2000" b="1">
                <a:solidFill>
                  <a:srgbClr val="CC0000"/>
                </a:solidFill>
              </a:rPr>
              <a:t>Campo magnético creado por una corriente rectilínea</a:t>
            </a:r>
            <a:endParaRPr lang="es-ES" altLang="en-US" sz="2000" b="1">
              <a:solidFill>
                <a:srgbClr val="CC0000"/>
              </a:solidFill>
            </a:endParaRPr>
          </a:p>
        </p:txBody>
      </p:sp>
      <p:grpSp>
        <p:nvGrpSpPr>
          <p:cNvPr id="2" name="Group 3">
            <a:extLst>
              <a:ext uri="{FF2B5EF4-FFF2-40B4-BE49-F238E27FC236}">
                <a16:creationId xmlns:a16="http://schemas.microsoft.com/office/drawing/2014/main" id="{21382BA7-7209-4911-82D9-1C523979786D}"/>
              </a:ext>
            </a:extLst>
          </p:cNvPr>
          <p:cNvGrpSpPr>
            <a:grpSpLocks/>
          </p:cNvGrpSpPr>
          <p:nvPr/>
        </p:nvGrpSpPr>
        <p:grpSpPr bwMode="auto">
          <a:xfrm>
            <a:off x="2733675" y="4148138"/>
            <a:ext cx="4013200" cy="2559050"/>
            <a:chOff x="762" y="2613"/>
            <a:chExt cx="2528" cy="1612"/>
          </a:xfrm>
        </p:grpSpPr>
        <p:pic>
          <p:nvPicPr>
            <p:cNvPr id="27661" name="Picture 4" descr="F29-13b">
              <a:extLst>
                <a:ext uri="{FF2B5EF4-FFF2-40B4-BE49-F238E27FC236}">
                  <a16:creationId xmlns:a16="http://schemas.microsoft.com/office/drawing/2014/main" id="{EFFF034A-7E10-4B68-B061-B7AF744F97F8}"/>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62" y="2613"/>
              <a:ext cx="2528" cy="1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62" name="Line 5">
              <a:extLst>
                <a:ext uri="{FF2B5EF4-FFF2-40B4-BE49-F238E27FC236}">
                  <a16:creationId xmlns:a16="http://schemas.microsoft.com/office/drawing/2014/main" id="{E089E0A7-4FCE-4AC8-8216-4E35B0A3D167}"/>
                </a:ext>
              </a:extLst>
            </p:cNvPr>
            <p:cNvSpPr>
              <a:spLocks noChangeShapeType="1"/>
            </p:cNvSpPr>
            <p:nvPr/>
          </p:nvSpPr>
          <p:spPr bwMode="auto">
            <a:xfrm>
              <a:off x="878" y="3989"/>
              <a:ext cx="2250"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7663" name="Text Box 6">
              <a:extLst>
                <a:ext uri="{FF2B5EF4-FFF2-40B4-BE49-F238E27FC236}">
                  <a16:creationId xmlns:a16="http://schemas.microsoft.com/office/drawing/2014/main" id="{40CEFA81-8EEA-4145-A2B2-38575CFF1274}"/>
                </a:ext>
              </a:extLst>
            </p:cNvPr>
            <p:cNvSpPr txBox="1">
              <a:spLocks noChangeArrowheads="1"/>
            </p:cNvSpPr>
            <p:nvPr/>
          </p:nvSpPr>
          <p:spPr bwMode="auto">
            <a:xfrm>
              <a:off x="1780" y="3975"/>
              <a:ext cx="41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spcBef>
                  <a:spcPct val="50000"/>
                </a:spcBef>
              </a:pPr>
              <a:r>
                <a:rPr lang="es-ES_tradnl" altLang="en-US" sz="2000"/>
                <a:t>L</a:t>
              </a:r>
              <a:endParaRPr lang="es-ES" altLang="en-US" sz="2000"/>
            </a:p>
          </p:txBody>
        </p:sp>
      </p:grpSp>
      <p:sp>
        <p:nvSpPr>
          <p:cNvPr id="27654" name="Text Box 7">
            <a:extLst>
              <a:ext uri="{FF2B5EF4-FFF2-40B4-BE49-F238E27FC236}">
                <a16:creationId xmlns:a16="http://schemas.microsoft.com/office/drawing/2014/main" id="{FD79CF27-B6D2-4FA9-81BA-EE2C0719A617}"/>
              </a:ext>
            </a:extLst>
          </p:cNvPr>
          <p:cNvSpPr txBox="1">
            <a:spLocks noChangeArrowheads="1"/>
          </p:cNvSpPr>
          <p:nvPr/>
        </p:nvSpPr>
        <p:spPr bwMode="auto">
          <a:xfrm rot="16206223">
            <a:off x="-601662" y="4265614"/>
            <a:ext cx="4727575"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spcBef>
                <a:spcPct val="50000"/>
              </a:spcBef>
            </a:pPr>
            <a:r>
              <a:rPr lang="es-ES" altLang="en-US" sz="1000">
                <a:solidFill>
                  <a:schemeClr val="bg1"/>
                </a:solidFill>
                <a:latin typeface="Times New Roman" panose="02020603050405020304" pitchFamily="18" charset="0"/>
              </a:rPr>
              <a:t>Autores Mar Artigao Castillo, Manuel Sánchez Martínez</a:t>
            </a:r>
          </a:p>
          <a:p>
            <a:pPr eaLnBrk="1" hangingPunct="1">
              <a:spcBef>
                <a:spcPct val="50000"/>
              </a:spcBef>
            </a:pPr>
            <a:r>
              <a:rPr lang="es-ES" altLang="en-US" sz="1000">
                <a:solidFill>
                  <a:schemeClr val="bg1"/>
                </a:solidFill>
                <a:latin typeface="Times New Roman" panose="02020603050405020304" pitchFamily="18" charset="0"/>
              </a:rPr>
              <a:t>Dpto de Física Aplicada, Escuela Politécnica Superior de Albacete (UCLM)</a:t>
            </a:r>
          </a:p>
        </p:txBody>
      </p:sp>
      <p:grpSp>
        <p:nvGrpSpPr>
          <p:cNvPr id="3" name="Group 8">
            <a:extLst>
              <a:ext uri="{FF2B5EF4-FFF2-40B4-BE49-F238E27FC236}">
                <a16:creationId xmlns:a16="http://schemas.microsoft.com/office/drawing/2014/main" id="{B208BFED-F197-49C1-9975-2147B59FC4AA}"/>
              </a:ext>
            </a:extLst>
          </p:cNvPr>
          <p:cNvGrpSpPr>
            <a:grpSpLocks/>
          </p:cNvGrpSpPr>
          <p:nvPr/>
        </p:nvGrpSpPr>
        <p:grpSpPr bwMode="auto">
          <a:xfrm>
            <a:off x="7038975" y="4891088"/>
            <a:ext cx="2889250" cy="1204912"/>
            <a:chOff x="3474" y="3081"/>
            <a:chExt cx="1820" cy="759"/>
          </a:xfrm>
        </p:grpSpPr>
        <p:graphicFrame>
          <p:nvGraphicFramePr>
            <p:cNvPr id="27651" name="Object 9">
              <a:extLst>
                <a:ext uri="{FF2B5EF4-FFF2-40B4-BE49-F238E27FC236}">
                  <a16:creationId xmlns:a16="http://schemas.microsoft.com/office/drawing/2014/main" id="{8DCE0894-6851-4076-A5B3-73634B47144A}"/>
                </a:ext>
              </a:extLst>
            </p:cNvPr>
            <p:cNvGraphicFramePr>
              <a:graphicFrameLocks noChangeAspect="1"/>
            </p:cNvGraphicFramePr>
            <p:nvPr/>
          </p:nvGraphicFramePr>
          <p:xfrm>
            <a:off x="3583" y="3223"/>
            <a:ext cx="1592" cy="416"/>
          </p:xfrm>
          <a:graphic>
            <a:graphicData uri="http://schemas.openxmlformats.org/presentationml/2006/ole">
              <mc:AlternateContent xmlns:mc="http://schemas.openxmlformats.org/markup-compatibility/2006">
                <mc:Choice xmlns:v="urn:schemas-microsoft-com:vml" Requires="v">
                  <p:oleObj spid="_x0000_s14352" name="Ecuación" r:id="rId4" imgW="2527200" imgH="660240" progId="Equation.3">
                    <p:embed/>
                  </p:oleObj>
                </mc:Choice>
                <mc:Fallback>
                  <p:oleObj name="Ecuación" r:id="rId4" imgW="2527200" imgH="660240" progId="Equation.3">
                    <p:embed/>
                    <p:pic>
                      <p:nvPicPr>
                        <p:cNvPr id="27651" name="Object 9">
                          <a:extLst>
                            <a:ext uri="{FF2B5EF4-FFF2-40B4-BE49-F238E27FC236}">
                              <a16:creationId xmlns:a16="http://schemas.microsoft.com/office/drawing/2014/main" id="{8DCE0894-6851-4076-A5B3-73634B47144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83" y="3223"/>
                          <a:ext cx="1592" cy="4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660" name="Rectangle 10">
              <a:extLst>
                <a:ext uri="{FF2B5EF4-FFF2-40B4-BE49-F238E27FC236}">
                  <a16:creationId xmlns:a16="http://schemas.microsoft.com/office/drawing/2014/main" id="{E55D1B12-8493-4236-8AE8-8EB64D2A253A}"/>
                </a:ext>
              </a:extLst>
            </p:cNvPr>
            <p:cNvSpPr>
              <a:spLocks noChangeArrowheads="1"/>
            </p:cNvSpPr>
            <p:nvPr/>
          </p:nvSpPr>
          <p:spPr bwMode="auto">
            <a:xfrm>
              <a:off x="3474" y="3081"/>
              <a:ext cx="1820" cy="759"/>
            </a:xfrm>
            <a:prstGeom prst="rect">
              <a:avLst/>
            </a:prstGeom>
            <a:noFill/>
            <a:ln w="28575">
              <a:solidFill>
                <a:srgbClr val="0033CC"/>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grpSp>
      <p:sp>
        <p:nvSpPr>
          <p:cNvPr id="27656" name="Line 11">
            <a:extLst>
              <a:ext uri="{FF2B5EF4-FFF2-40B4-BE49-F238E27FC236}">
                <a16:creationId xmlns:a16="http://schemas.microsoft.com/office/drawing/2014/main" id="{BAFE65D4-0D73-444C-BA30-55D9C909D0B1}"/>
              </a:ext>
            </a:extLst>
          </p:cNvPr>
          <p:cNvSpPr>
            <a:spLocks noChangeShapeType="1"/>
          </p:cNvSpPr>
          <p:nvPr/>
        </p:nvSpPr>
        <p:spPr bwMode="auto">
          <a:xfrm>
            <a:off x="4724400" y="3943350"/>
            <a:ext cx="1416050" cy="0"/>
          </a:xfrm>
          <a:prstGeom prst="line">
            <a:avLst/>
          </a:prstGeom>
          <a:noFill/>
          <a:ln w="2857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7657" name="Text Box 12">
            <a:extLst>
              <a:ext uri="{FF2B5EF4-FFF2-40B4-BE49-F238E27FC236}">
                <a16:creationId xmlns:a16="http://schemas.microsoft.com/office/drawing/2014/main" id="{AB63822A-83F7-4686-BBDE-386DCA2D21F2}"/>
              </a:ext>
            </a:extLst>
          </p:cNvPr>
          <p:cNvSpPr txBox="1">
            <a:spLocks noChangeArrowheads="1"/>
          </p:cNvSpPr>
          <p:nvPr/>
        </p:nvSpPr>
        <p:spPr bwMode="auto">
          <a:xfrm>
            <a:off x="5111750" y="3994151"/>
            <a:ext cx="5207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spcBef>
                <a:spcPct val="50000"/>
              </a:spcBef>
            </a:pPr>
            <a:endParaRPr lang="en-US" altLang="en-US" sz="2000"/>
          </a:p>
        </p:txBody>
      </p:sp>
      <p:grpSp>
        <p:nvGrpSpPr>
          <p:cNvPr id="27658" name="Group 13">
            <a:extLst>
              <a:ext uri="{FF2B5EF4-FFF2-40B4-BE49-F238E27FC236}">
                <a16:creationId xmlns:a16="http://schemas.microsoft.com/office/drawing/2014/main" id="{0F3E4277-4003-4329-AFA9-B50C951A3CD0}"/>
              </a:ext>
            </a:extLst>
          </p:cNvPr>
          <p:cNvGrpSpPr>
            <a:grpSpLocks/>
          </p:cNvGrpSpPr>
          <p:nvPr/>
        </p:nvGrpSpPr>
        <p:grpSpPr bwMode="auto">
          <a:xfrm>
            <a:off x="2489200" y="889000"/>
            <a:ext cx="5772150" cy="4065588"/>
            <a:chOff x="608" y="560"/>
            <a:chExt cx="3636" cy="2561"/>
          </a:xfrm>
        </p:grpSpPr>
        <p:pic>
          <p:nvPicPr>
            <p:cNvPr id="27659" name="Picture 14" descr="F29-13a">
              <a:extLst>
                <a:ext uri="{FF2B5EF4-FFF2-40B4-BE49-F238E27FC236}">
                  <a16:creationId xmlns:a16="http://schemas.microsoft.com/office/drawing/2014/main" id="{2B250E04-8E57-4A38-A19C-BC1D8D0998F4}"/>
                </a:ext>
              </a:extLst>
            </p:cNvPr>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08" y="560"/>
              <a:ext cx="3636" cy="25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7650" name="Object 15">
              <a:extLst>
                <a:ext uri="{FF2B5EF4-FFF2-40B4-BE49-F238E27FC236}">
                  <a16:creationId xmlns:a16="http://schemas.microsoft.com/office/drawing/2014/main" id="{6082339A-F09E-4A3B-9233-B586CB5E919E}"/>
                </a:ext>
              </a:extLst>
            </p:cNvPr>
            <p:cNvGraphicFramePr>
              <a:graphicFrameLocks noChangeAspect="1"/>
            </p:cNvGraphicFramePr>
            <p:nvPr/>
          </p:nvGraphicFramePr>
          <p:xfrm>
            <a:off x="2272" y="2460"/>
            <a:ext cx="216" cy="353"/>
          </p:xfrm>
          <a:graphic>
            <a:graphicData uri="http://schemas.openxmlformats.org/presentationml/2006/ole">
              <mc:AlternateContent xmlns:mc="http://schemas.openxmlformats.org/markup-compatibility/2006">
                <mc:Choice xmlns:v="urn:schemas-microsoft-com:vml" Requires="v">
                  <p:oleObj spid="_x0000_s14353" name="Ecuación" r:id="rId7" imgW="139680" imgH="228600" progId="Equation.3">
                    <p:embed/>
                  </p:oleObj>
                </mc:Choice>
                <mc:Fallback>
                  <p:oleObj name="Ecuación" r:id="rId7" imgW="139680" imgH="228600" progId="Equation.3">
                    <p:embed/>
                    <p:pic>
                      <p:nvPicPr>
                        <p:cNvPr id="27650" name="Object 15">
                          <a:extLst>
                            <a:ext uri="{FF2B5EF4-FFF2-40B4-BE49-F238E27FC236}">
                              <a16:creationId xmlns:a16="http://schemas.microsoft.com/office/drawing/2014/main" id="{6082339A-F09E-4A3B-9233-B586CB5E919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72" y="2460"/>
                          <a:ext cx="216" cy="3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7"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ext Box 2">
            <a:extLst>
              <a:ext uri="{FF2B5EF4-FFF2-40B4-BE49-F238E27FC236}">
                <a16:creationId xmlns:a16="http://schemas.microsoft.com/office/drawing/2014/main" id="{9403E208-3C09-4931-8E48-5A0ACC51665A}"/>
              </a:ext>
            </a:extLst>
          </p:cNvPr>
          <p:cNvSpPr txBox="1">
            <a:spLocks noChangeArrowheads="1"/>
          </p:cNvSpPr>
          <p:nvPr/>
        </p:nvSpPr>
        <p:spPr bwMode="auto">
          <a:xfrm>
            <a:off x="2844801" y="638175"/>
            <a:ext cx="4600575" cy="369332"/>
          </a:xfrm>
          <a:prstGeom prst="rect">
            <a:avLst/>
          </a:prstGeom>
          <a:noFill/>
          <a:ln w="9525">
            <a:noFill/>
            <a:miter lim="800000"/>
            <a:headEnd/>
            <a:tailEnd/>
          </a:ln>
          <a:effectLst/>
        </p:spPr>
        <p:txBody>
          <a:bodyPr>
            <a:spAutoFit/>
          </a:bodyPr>
          <a:lstStyle/>
          <a:p>
            <a:pPr>
              <a:spcBef>
                <a:spcPct val="50000"/>
              </a:spcBef>
              <a:defRPr/>
            </a:pPr>
            <a:r>
              <a:rPr lang="es-ES_tradnl" b="1">
                <a:solidFill>
                  <a:srgbClr val="CC0000"/>
                </a:solidFill>
                <a:effectLst>
                  <a:outerShdw blurRad="38100" dist="38100" dir="2700000" algn="tl">
                    <a:srgbClr val="C0C0C0"/>
                  </a:outerShdw>
                </a:effectLst>
                <a:latin typeface="Arial Narrow" pitchFamily="34" charset="0"/>
              </a:rPr>
              <a:t>Casos particulares</a:t>
            </a:r>
            <a:endParaRPr lang="es-ES" b="1">
              <a:solidFill>
                <a:srgbClr val="CC0000"/>
              </a:solidFill>
              <a:effectLst>
                <a:outerShdw blurRad="38100" dist="38100" dir="2700000" algn="tl">
                  <a:srgbClr val="C0C0C0"/>
                </a:outerShdw>
              </a:effectLst>
              <a:latin typeface="Arial Narrow" pitchFamily="34" charset="0"/>
            </a:endParaRPr>
          </a:p>
        </p:txBody>
      </p:sp>
      <p:sp>
        <p:nvSpPr>
          <p:cNvPr id="78851" name="Text Box 3">
            <a:extLst>
              <a:ext uri="{FF2B5EF4-FFF2-40B4-BE49-F238E27FC236}">
                <a16:creationId xmlns:a16="http://schemas.microsoft.com/office/drawing/2014/main" id="{4A6F3C98-870C-4267-9628-BEC8C60C1192}"/>
              </a:ext>
            </a:extLst>
          </p:cNvPr>
          <p:cNvSpPr txBox="1">
            <a:spLocks noChangeArrowheads="1"/>
          </p:cNvSpPr>
          <p:nvPr/>
        </p:nvSpPr>
        <p:spPr bwMode="auto">
          <a:xfrm>
            <a:off x="2921001" y="1985964"/>
            <a:ext cx="18716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spcBef>
                <a:spcPct val="50000"/>
              </a:spcBef>
            </a:pPr>
            <a:r>
              <a:rPr lang="es-ES_tradnl" altLang="en-US" sz="2000">
                <a:solidFill>
                  <a:srgbClr val="FF6600"/>
                </a:solidFill>
              </a:rPr>
              <a:t>En este caso</a:t>
            </a:r>
            <a:endParaRPr lang="es-ES" altLang="en-US" sz="2000">
              <a:solidFill>
                <a:srgbClr val="FF6600"/>
              </a:solidFill>
            </a:endParaRPr>
          </a:p>
        </p:txBody>
      </p:sp>
      <p:graphicFrame>
        <p:nvGraphicFramePr>
          <p:cNvPr id="78852" name="Object 4">
            <a:extLst>
              <a:ext uri="{FF2B5EF4-FFF2-40B4-BE49-F238E27FC236}">
                <a16:creationId xmlns:a16="http://schemas.microsoft.com/office/drawing/2014/main" id="{976C7457-922E-4A20-9365-E4C163A861FE}"/>
              </a:ext>
            </a:extLst>
          </p:cNvPr>
          <p:cNvGraphicFramePr>
            <a:graphicFrameLocks noChangeAspect="1"/>
          </p:cNvGraphicFramePr>
          <p:nvPr/>
        </p:nvGraphicFramePr>
        <p:xfrm>
          <a:off x="5021263" y="1897063"/>
          <a:ext cx="2755900" cy="1054100"/>
        </p:xfrm>
        <a:graphic>
          <a:graphicData uri="http://schemas.openxmlformats.org/presentationml/2006/ole">
            <mc:AlternateContent xmlns:mc="http://schemas.openxmlformats.org/markup-compatibility/2006">
              <mc:Choice xmlns:v="urn:schemas-microsoft-com:vml" Requires="v">
                <p:oleObj spid="_x0000_s15390" name="Ecuación" r:id="rId3" imgW="2755800" imgH="1054080" progId="Equation.3">
                  <p:embed/>
                </p:oleObj>
              </mc:Choice>
              <mc:Fallback>
                <p:oleObj name="Ecuación" r:id="rId3" imgW="2755800" imgH="1054080" progId="Equation.3">
                  <p:embed/>
                  <p:pic>
                    <p:nvPicPr>
                      <p:cNvPr id="78852" name="Object 4">
                        <a:extLst>
                          <a:ext uri="{FF2B5EF4-FFF2-40B4-BE49-F238E27FC236}">
                            <a16:creationId xmlns:a16="http://schemas.microsoft.com/office/drawing/2014/main" id="{976C7457-922E-4A20-9365-E4C163A861F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21263" y="1897063"/>
                        <a:ext cx="2755900" cy="1054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8853" name="Text Box 5">
            <a:extLst>
              <a:ext uri="{FF2B5EF4-FFF2-40B4-BE49-F238E27FC236}">
                <a16:creationId xmlns:a16="http://schemas.microsoft.com/office/drawing/2014/main" id="{CD39E3A5-B7E5-4C57-BE4F-1C85DE2CB338}"/>
              </a:ext>
            </a:extLst>
          </p:cNvPr>
          <p:cNvSpPr txBox="1">
            <a:spLocks noChangeArrowheads="1"/>
          </p:cNvSpPr>
          <p:nvPr/>
        </p:nvSpPr>
        <p:spPr bwMode="auto">
          <a:xfrm>
            <a:off x="2921001" y="5057776"/>
            <a:ext cx="18716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spcBef>
                <a:spcPct val="50000"/>
              </a:spcBef>
            </a:pPr>
            <a:r>
              <a:rPr lang="es-ES_tradnl" altLang="en-US" sz="2000">
                <a:solidFill>
                  <a:srgbClr val="FF6600"/>
                </a:solidFill>
              </a:rPr>
              <a:t>En este caso</a:t>
            </a:r>
            <a:endParaRPr lang="es-ES" altLang="en-US" sz="2000">
              <a:solidFill>
                <a:srgbClr val="FF6600"/>
              </a:solidFill>
            </a:endParaRPr>
          </a:p>
        </p:txBody>
      </p:sp>
      <p:graphicFrame>
        <p:nvGraphicFramePr>
          <p:cNvPr id="78854" name="Object 6">
            <a:extLst>
              <a:ext uri="{FF2B5EF4-FFF2-40B4-BE49-F238E27FC236}">
                <a16:creationId xmlns:a16="http://schemas.microsoft.com/office/drawing/2014/main" id="{5CF87988-9287-4B10-A20F-12D8A4F0E283}"/>
              </a:ext>
            </a:extLst>
          </p:cNvPr>
          <p:cNvGraphicFramePr>
            <a:graphicFrameLocks noChangeAspect="1"/>
          </p:cNvGraphicFramePr>
          <p:nvPr/>
        </p:nvGraphicFramePr>
        <p:xfrm>
          <a:off x="4867275" y="4818063"/>
          <a:ext cx="749300" cy="1155700"/>
        </p:xfrm>
        <a:graphic>
          <a:graphicData uri="http://schemas.openxmlformats.org/presentationml/2006/ole">
            <mc:AlternateContent xmlns:mc="http://schemas.openxmlformats.org/markup-compatibility/2006">
              <mc:Choice xmlns:v="urn:schemas-microsoft-com:vml" Requires="v">
                <p:oleObj spid="_x0000_s15391" name="Ecuación" r:id="rId5" imgW="749160" imgH="1155600" progId="Equation.3">
                  <p:embed/>
                </p:oleObj>
              </mc:Choice>
              <mc:Fallback>
                <p:oleObj name="Ecuación" r:id="rId5" imgW="749160" imgH="1155600" progId="Equation.3">
                  <p:embed/>
                  <p:pic>
                    <p:nvPicPr>
                      <p:cNvPr id="78854" name="Object 6">
                        <a:extLst>
                          <a:ext uri="{FF2B5EF4-FFF2-40B4-BE49-F238E27FC236}">
                            <a16:creationId xmlns:a16="http://schemas.microsoft.com/office/drawing/2014/main" id="{5CF87988-9287-4B10-A20F-12D8A4F0E28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67275" y="4818063"/>
                        <a:ext cx="749300" cy="1155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681" name="Text Box 7">
            <a:extLst>
              <a:ext uri="{FF2B5EF4-FFF2-40B4-BE49-F238E27FC236}">
                <a16:creationId xmlns:a16="http://schemas.microsoft.com/office/drawing/2014/main" id="{E7A320BD-6B6A-4858-A321-016311669598}"/>
              </a:ext>
            </a:extLst>
          </p:cNvPr>
          <p:cNvSpPr txBox="1">
            <a:spLocks noChangeArrowheads="1"/>
          </p:cNvSpPr>
          <p:nvPr/>
        </p:nvSpPr>
        <p:spPr bwMode="auto">
          <a:xfrm rot="16206223">
            <a:off x="-601662" y="4265614"/>
            <a:ext cx="4727575"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spcBef>
                <a:spcPct val="50000"/>
              </a:spcBef>
            </a:pPr>
            <a:r>
              <a:rPr lang="es-ES" altLang="en-US" sz="1000">
                <a:solidFill>
                  <a:schemeClr val="bg1"/>
                </a:solidFill>
                <a:latin typeface="Times New Roman" panose="02020603050405020304" pitchFamily="18" charset="0"/>
              </a:rPr>
              <a:t>Autores Mar Artigao Castillo, Manuel Sánchez Martínez</a:t>
            </a:r>
          </a:p>
          <a:p>
            <a:pPr eaLnBrk="1" hangingPunct="1">
              <a:spcBef>
                <a:spcPct val="50000"/>
              </a:spcBef>
            </a:pPr>
            <a:r>
              <a:rPr lang="es-ES" altLang="en-US" sz="1000">
                <a:solidFill>
                  <a:schemeClr val="bg1"/>
                </a:solidFill>
                <a:latin typeface="Times New Roman" panose="02020603050405020304" pitchFamily="18" charset="0"/>
              </a:rPr>
              <a:t>Dpto de Física Aplicada, Escuela Politécnica Superior de Albacete (UCLM)</a:t>
            </a:r>
          </a:p>
        </p:txBody>
      </p:sp>
      <p:pic>
        <p:nvPicPr>
          <p:cNvPr id="28682" name="Picture 8" descr="a046">
            <a:extLst>
              <a:ext uri="{FF2B5EF4-FFF2-40B4-BE49-F238E27FC236}">
                <a16:creationId xmlns:a16="http://schemas.microsoft.com/office/drawing/2014/main" id="{397DE82D-F824-4682-A750-19B63BDD334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90789" y="776289"/>
            <a:ext cx="3311525"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Group 9">
            <a:extLst>
              <a:ext uri="{FF2B5EF4-FFF2-40B4-BE49-F238E27FC236}">
                <a16:creationId xmlns:a16="http://schemas.microsoft.com/office/drawing/2014/main" id="{3000442D-4EF6-47B7-8873-5B8874233A5E}"/>
              </a:ext>
            </a:extLst>
          </p:cNvPr>
          <p:cNvGrpSpPr>
            <a:grpSpLocks/>
          </p:cNvGrpSpPr>
          <p:nvPr/>
        </p:nvGrpSpPr>
        <p:grpSpPr bwMode="auto">
          <a:xfrm>
            <a:off x="2473325" y="1362076"/>
            <a:ext cx="6540500" cy="396875"/>
            <a:chOff x="598" y="858"/>
            <a:chExt cx="4120" cy="250"/>
          </a:xfrm>
        </p:grpSpPr>
        <p:sp>
          <p:nvSpPr>
            <p:cNvPr id="28691" name="Text Box 10">
              <a:extLst>
                <a:ext uri="{FF2B5EF4-FFF2-40B4-BE49-F238E27FC236}">
                  <a16:creationId xmlns:a16="http://schemas.microsoft.com/office/drawing/2014/main" id="{83D7D4E7-FD33-44E8-B33A-674B1E37D529}"/>
                </a:ext>
              </a:extLst>
            </p:cNvPr>
            <p:cNvSpPr txBox="1">
              <a:spLocks noChangeArrowheads="1"/>
            </p:cNvSpPr>
            <p:nvPr/>
          </p:nvSpPr>
          <p:spPr bwMode="auto">
            <a:xfrm>
              <a:off x="640" y="858"/>
              <a:ext cx="407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spcBef>
                  <a:spcPct val="50000"/>
                </a:spcBef>
              </a:pPr>
              <a:r>
                <a:rPr lang="es-ES_tradnl" altLang="en-US" sz="2000" b="1" i="1">
                  <a:solidFill>
                    <a:srgbClr val="336600"/>
                  </a:solidFill>
                </a:rPr>
                <a:t>Campo magnético en un punto de la mediatriz</a:t>
              </a:r>
              <a:endParaRPr lang="es-ES" altLang="en-US" sz="2000" b="1" i="1">
                <a:solidFill>
                  <a:srgbClr val="336600"/>
                </a:solidFill>
              </a:endParaRPr>
            </a:p>
          </p:txBody>
        </p:sp>
        <p:pic>
          <p:nvPicPr>
            <p:cNvPr id="28692" name="Picture 11" descr="bgred02">
              <a:extLst>
                <a:ext uri="{FF2B5EF4-FFF2-40B4-BE49-F238E27FC236}">
                  <a16:creationId xmlns:a16="http://schemas.microsoft.com/office/drawing/2014/main" id="{C83A4E17-5FC6-4866-9927-8780843381E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98" y="929"/>
              <a:ext cx="86"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 name="Group 12">
            <a:extLst>
              <a:ext uri="{FF2B5EF4-FFF2-40B4-BE49-F238E27FC236}">
                <a16:creationId xmlns:a16="http://schemas.microsoft.com/office/drawing/2014/main" id="{31C2AC5D-5FA4-4461-B97A-D47F0DEBFCA3}"/>
              </a:ext>
            </a:extLst>
          </p:cNvPr>
          <p:cNvGrpSpPr>
            <a:grpSpLocks/>
          </p:cNvGrpSpPr>
          <p:nvPr/>
        </p:nvGrpSpPr>
        <p:grpSpPr bwMode="auto">
          <a:xfrm>
            <a:off x="4862514" y="3076575"/>
            <a:ext cx="2365375" cy="1176338"/>
            <a:chOff x="2103" y="1938"/>
            <a:chExt cx="1490" cy="741"/>
          </a:xfrm>
        </p:grpSpPr>
        <p:graphicFrame>
          <p:nvGraphicFramePr>
            <p:cNvPr id="28677" name="Object 13">
              <a:extLst>
                <a:ext uri="{FF2B5EF4-FFF2-40B4-BE49-F238E27FC236}">
                  <a16:creationId xmlns:a16="http://schemas.microsoft.com/office/drawing/2014/main" id="{A33318D5-A429-4BCF-ADD7-8A2CB210A3A9}"/>
                </a:ext>
              </a:extLst>
            </p:cNvPr>
            <p:cNvGraphicFramePr>
              <a:graphicFrameLocks noChangeAspect="1"/>
            </p:cNvGraphicFramePr>
            <p:nvPr/>
          </p:nvGraphicFramePr>
          <p:xfrm>
            <a:off x="2260" y="2016"/>
            <a:ext cx="1144" cy="600"/>
          </p:xfrm>
          <a:graphic>
            <a:graphicData uri="http://schemas.openxmlformats.org/presentationml/2006/ole">
              <mc:AlternateContent xmlns:mc="http://schemas.openxmlformats.org/markup-compatibility/2006">
                <mc:Choice xmlns:v="urn:schemas-microsoft-com:vml" Requires="v">
                  <p:oleObj spid="_x0000_s15392" name="Ecuación" r:id="rId9" imgW="1815840" imgH="952200" progId="Equation.3">
                    <p:embed/>
                  </p:oleObj>
                </mc:Choice>
                <mc:Fallback>
                  <p:oleObj name="Ecuación" r:id="rId9" imgW="1815840" imgH="952200" progId="Equation.3">
                    <p:embed/>
                    <p:pic>
                      <p:nvPicPr>
                        <p:cNvPr id="28677" name="Object 13">
                          <a:extLst>
                            <a:ext uri="{FF2B5EF4-FFF2-40B4-BE49-F238E27FC236}">
                              <a16:creationId xmlns:a16="http://schemas.microsoft.com/office/drawing/2014/main" id="{A33318D5-A429-4BCF-ADD7-8A2CB210A3A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60" y="2016"/>
                          <a:ext cx="1144" cy="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690" name="Rectangle 14">
              <a:extLst>
                <a:ext uri="{FF2B5EF4-FFF2-40B4-BE49-F238E27FC236}">
                  <a16:creationId xmlns:a16="http://schemas.microsoft.com/office/drawing/2014/main" id="{B0287608-87D7-47A4-8D2A-A294753914D4}"/>
                </a:ext>
              </a:extLst>
            </p:cNvPr>
            <p:cNvSpPr>
              <a:spLocks noChangeArrowheads="1"/>
            </p:cNvSpPr>
            <p:nvPr/>
          </p:nvSpPr>
          <p:spPr bwMode="auto">
            <a:xfrm>
              <a:off x="2103" y="1938"/>
              <a:ext cx="1490" cy="741"/>
            </a:xfrm>
            <a:prstGeom prst="rect">
              <a:avLst/>
            </a:prstGeom>
            <a:noFill/>
            <a:ln w="28575">
              <a:solidFill>
                <a:srgbClr val="0033CC"/>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grpSp>
      <p:grpSp>
        <p:nvGrpSpPr>
          <p:cNvPr id="4" name="Group 15">
            <a:extLst>
              <a:ext uri="{FF2B5EF4-FFF2-40B4-BE49-F238E27FC236}">
                <a16:creationId xmlns:a16="http://schemas.microsoft.com/office/drawing/2014/main" id="{3EFADBE7-6DBC-4133-BE0E-40ED9C90380D}"/>
              </a:ext>
            </a:extLst>
          </p:cNvPr>
          <p:cNvGrpSpPr>
            <a:grpSpLocks/>
          </p:cNvGrpSpPr>
          <p:nvPr/>
        </p:nvGrpSpPr>
        <p:grpSpPr bwMode="auto">
          <a:xfrm>
            <a:off x="2473325" y="4413251"/>
            <a:ext cx="7646988" cy="396875"/>
            <a:chOff x="598" y="2780"/>
            <a:chExt cx="4817" cy="250"/>
          </a:xfrm>
        </p:grpSpPr>
        <p:sp>
          <p:nvSpPr>
            <p:cNvPr id="28688" name="Text Box 16">
              <a:extLst>
                <a:ext uri="{FF2B5EF4-FFF2-40B4-BE49-F238E27FC236}">
                  <a16:creationId xmlns:a16="http://schemas.microsoft.com/office/drawing/2014/main" id="{6A8E5A02-C446-4FD9-90C2-6AFF9D0F4485}"/>
                </a:ext>
              </a:extLst>
            </p:cNvPr>
            <p:cNvSpPr txBox="1">
              <a:spLocks noChangeArrowheads="1"/>
            </p:cNvSpPr>
            <p:nvPr/>
          </p:nvSpPr>
          <p:spPr bwMode="auto">
            <a:xfrm>
              <a:off x="640" y="2780"/>
              <a:ext cx="477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spcBef>
                  <a:spcPct val="50000"/>
                </a:spcBef>
              </a:pPr>
              <a:r>
                <a:rPr lang="es-ES_tradnl" altLang="en-US" sz="2000" b="1" i="1">
                  <a:solidFill>
                    <a:srgbClr val="336600"/>
                  </a:solidFill>
                </a:rPr>
                <a:t>Campo magnético creado por una corriente infinita</a:t>
              </a:r>
              <a:endParaRPr lang="es-ES" altLang="en-US" sz="2000" b="1" i="1">
                <a:solidFill>
                  <a:srgbClr val="336600"/>
                </a:solidFill>
              </a:endParaRPr>
            </a:p>
          </p:txBody>
        </p:sp>
        <p:pic>
          <p:nvPicPr>
            <p:cNvPr id="28689" name="Picture 17" descr="bgred02">
              <a:extLst>
                <a:ext uri="{FF2B5EF4-FFF2-40B4-BE49-F238E27FC236}">
                  <a16:creationId xmlns:a16="http://schemas.microsoft.com/office/drawing/2014/main" id="{57688257-BC35-47D6-BA10-3A67B25A6F5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98" y="2853"/>
              <a:ext cx="86"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5" name="Group 18">
            <a:extLst>
              <a:ext uri="{FF2B5EF4-FFF2-40B4-BE49-F238E27FC236}">
                <a16:creationId xmlns:a16="http://schemas.microsoft.com/office/drawing/2014/main" id="{675F68B2-1E3A-4918-BD12-45471BADC212}"/>
              </a:ext>
            </a:extLst>
          </p:cNvPr>
          <p:cNvGrpSpPr>
            <a:grpSpLocks/>
          </p:cNvGrpSpPr>
          <p:nvPr/>
        </p:nvGrpSpPr>
        <p:grpSpPr bwMode="auto">
          <a:xfrm>
            <a:off x="7170738" y="5283201"/>
            <a:ext cx="1566862" cy="885825"/>
            <a:chOff x="3557" y="3328"/>
            <a:chExt cx="987" cy="558"/>
          </a:xfrm>
        </p:grpSpPr>
        <p:graphicFrame>
          <p:nvGraphicFramePr>
            <p:cNvPr id="28676" name="Object 19">
              <a:extLst>
                <a:ext uri="{FF2B5EF4-FFF2-40B4-BE49-F238E27FC236}">
                  <a16:creationId xmlns:a16="http://schemas.microsoft.com/office/drawing/2014/main" id="{F8F84334-4D06-49EA-9848-0605D7CD978F}"/>
                </a:ext>
              </a:extLst>
            </p:cNvPr>
            <p:cNvGraphicFramePr>
              <a:graphicFrameLocks noChangeAspect="1"/>
            </p:cNvGraphicFramePr>
            <p:nvPr/>
          </p:nvGraphicFramePr>
          <p:xfrm>
            <a:off x="3638" y="3393"/>
            <a:ext cx="792" cy="416"/>
          </p:xfrm>
          <a:graphic>
            <a:graphicData uri="http://schemas.openxmlformats.org/presentationml/2006/ole">
              <mc:AlternateContent xmlns:mc="http://schemas.openxmlformats.org/markup-compatibility/2006">
                <mc:Choice xmlns:v="urn:schemas-microsoft-com:vml" Requires="v">
                  <p:oleObj spid="_x0000_s15393" name="Ecuación" r:id="rId11" imgW="1257120" imgH="660240" progId="Equation.3">
                    <p:embed/>
                  </p:oleObj>
                </mc:Choice>
                <mc:Fallback>
                  <p:oleObj name="Ecuación" r:id="rId11" imgW="1257120" imgH="660240" progId="Equation.3">
                    <p:embed/>
                    <p:pic>
                      <p:nvPicPr>
                        <p:cNvPr id="28676" name="Object 19">
                          <a:extLst>
                            <a:ext uri="{FF2B5EF4-FFF2-40B4-BE49-F238E27FC236}">
                              <a16:creationId xmlns:a16="http://schemas.microsoft.com/office/drawing/2014/main" id="{F8F84334-4D06-49EA-9848-0605D7CD978F}"/>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638" y="3393"/>
                          <a:ext cx="792" cy="4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687" name="Rectangle 20">
              <a:extLst>
                <a:ext uri="{FF2B5EF4-FFF2-40B4-BE49-F238E27FC236}">
                  <a16:creationId xmlns:a16="http://schemas.microsoft.com/office/drawing/2014/main" id="{054EE015-77F8-4DD2-85C3-2B6BFE18AFBB}"/>
                </a:ext>
              </a:extLst>
            </p:cNvPr>
            <p:cNvSpPr>
              <a:spLocks noChangeArrowheads="1"/>
            </p:cNvSpPr>
            <p:nvPr/>
          </p:nvSpPr>
          <p:spPr bwMode="auto">
            <a:xfrm>
              <a:off x="3557" y="3328"/>
              <a:ext cx="987" cy="558"/>
            </a:xfrm>
            <a:prstGeom prst="rect">
              <a:avLst/>
            </a:prstGeom>
            <a:noFill/>
            <a:ln w="28575">
              <a:solidFill>
                <a:srgbClr val="0033CC"/>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78851"/>
                                        </p:tgtEl>
                                        <p:attrNameLst>
                                          <p:attrName>style.visibility</p:attrName>
                                        </p:attrNameLst>
                                      </p:cBhvr>
                                      <p:to>
                                        <p:strVal val="visible"/>
                                      </p:to>
                                    </p:set>
                                    <p:animEffect transition="in" filter="box(in)">
                                      <p:cBhvr>
                                        <p:cTn id="12" dur="500"/>
                                        <p:tgtEl>
                                          <p:spTgt spid="7885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7" presetClass="entr" presetSubtype="10" fill="hold" nodeType="clickEffect">
                                  <p:stCondLst>
                                    <p:cond delay="0"/>
                                  </p:stCondLst>
                                  <p:childTnLst>
                                    <p:set>
                                      <p:cBhvr>
                                        <p:cTn id="16" dur="1" fill="hold">
                                          <p:stCondLst>
                                            <p:cond delay="0"/>
                                          </p:stCondLst>
                                        </p:cTn>
                                        <p:tgtEl>
                                          <p:spTgt spid="78852"/>
                                        </p:tgtEl>
                                        <p:attrNameLst>
                                          <p:attrName>style.visibility</p:attrName>
                                        </p:attrNameLst>
                                      </p:cBhvr>
                                      <p:to>
                                        <p:strVal val="visible"/>
                                      </p:to>
                                    </p:set>
                                    <p:anim calcmode="lin" valueType="num">
                                      <p:cBhvr>
                                        <p:cTn id="17" dur="500" fill="hold"/>
                                        <p:tgtEl>
                                          <p:spTgt spid="78852"/>
                                        </p:tgtEl>
                                        <p:attrNameLst>
                                          <p:attrName>ppt_w</p:attrName>
                                        </p:attrNameLst>
                                      </p:cBhvr>
                                      <p:tavLst>
                                        <p:tav tm="0">
                                          <p:val>
                                            <p:fltVal val="0"/>
                                          </p:val>
                                        </p:tav>
                                        <p:tav tm="100000">
                                          <p:val>
                                            <p:strVal val="#ppt_w"/>
                                          </p:val>
                                        </p:tav>
                                      </p:tavLst>
                                    </p:anim>
                                    <p:anim calcmode="lin" valueType="num">
                                      <p:cBhvr>
                                        <p:cTn id="18" dur="500" fill="hold"/>
                                        <p:tgtEl>
                                          <p:spTgt spid="78852"/>
                                        </p:tgtEl>
                                        <p:attrNameLst>
                                          <p:attrName>ppt_h</p:attrName>
                                        </p:attrNameLst>
                                      </p:cBhvr>
                                      <p:tavLst>
                                        <p:tav tm="0">
                                          <p:val>
                                            <p:strVal val="#ppt_h"/>
                                          </p:val>
                                        </p:tav>
                                        <p:tav tm="100000">
                                          <p:val>
                                            <p:strVal val="#ppt_h"/>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additive="base">
                                        <p:cTn id="23" dur="500" fill="hold"/>
                                        <p:tgtEl>
                                          <p:spTgt spid="3"/>
                                        </p:tgtEl>
                                        <p:attrNameLst>
                                          <p:attrName>ppt_x</p:attrName>
                                        </p:attrNameLst>
                                      </p:cBhvr>
                                      <p:tavLst>
                                        <p:tav tm="0">
                                          <p:val>
                                            <p:strVal val="#ppt_x"/>
                                          </p:val>
                                        </p:tav>
                                        <p:tav tm="100000">
                                          <p:val>
                                            <p:strVal val="#ppt_x"/>
                                          </p:val>
                                        </p:tav>
                                      </p:tavLst>
                                    </p:anim>
                                    <p:anim calcmode="lin" valueType="num">
                                      <p:cBhvr additive="base">
                                        <p:cTn id="2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3" presetClass="entr" presetSubtype="10" fill="hold" nodeType="click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blinds(horizontal)">
                                      <p:cBhvr>
                                        <p:cTn id="29" dur="500"/>
                                        <p:tgtEl>
                                          <p:spTgt spid="4"/>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4" presetClass="entr" presetSubtype="16" fill="hold" grpId="0" nodeType="clickEffect">
                                  <p:stCondLst>
                                    <p:cond delay="0"/>
                                  </p:stCondLst>
                                  <p:childTnLst>
                                    <p:set>
                                      <p:cBhvr>
                                        <p:cTn id="33" dur="1" fill="hold">
                                          <p:stCondLst>
                                            <p:cond delay="0"/>
                                          </p:stCondLst>
                                        </p:cTn>
                                        <p:tgtEl>
                                          <p:spTgt spid="78853"/>
                                        </p:tgtEl>
                                        <p:attrNameLst>
                                          <p:attrName>style.visibility</p:attrName>
                                        </p:attrNameLst>
                                      </p:cBhvr>
                                      <p:to>
                                        <p:strVal val="visible"/>
                                      </p:to>
                                    </p:set>
                                    <p:animEffect transition="in" filter="box(in)">
                                      <p:cBhvr>
                                        <p:cTn id="34" dur="500"/>
                                        <p:tgtEl>
                                          <p:spTgt spid="78853"/>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18" presetClass="entr" presetSubtype="12" fill="hold" nodeType="clickEffect">
                                  <p:stCondLst>
                                    <p:cond delay="0"/>
                                  </p:stCondLst>
                                  <p:childTnLst>
                                    <p:set>
                                      <p:cBhvr>
                                        <p:cTn id="38" dur="1" fill="hold">
                                          <p:stCondLst>
                                            <p:cond delay="0"/>
                                          </p:stCondLst>
                                        </p:cTn>
                                        <p:tgtEl>
                                          <p:spTgt spid="78854"/>
                                        </p:tgtEl>
                                        <p:attrNameLst>
                                          <p:attrName>style.visibility</p:attrName>
                                        </p:attrNameLst>
                                      </p:cBhvr>
                                      <p:to>
                                        <p:strVal val="visible"/>
                                      </p:to>
                                    </p:set>
                                    <p:animEffect transition="in" filter="strips(downLeft)">
                                      <p:cBhvr>
                                        <p:cTn id="39" dur="500"/>
                                        <p:tgtEl>
                                          <p:spTgt spid="78854"/>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 presetClass="entr" presetSubtype="3" fill="hold" nodeType="clickEffect">
                                  <p:stCondLst>
                                    <p:cond delay="0"/>
                                  </p:stCondLst>
                                  <p:childTnLst>
                                    <p:set>
                                      <p:cBhvr>
                                        <p:cTn id="43" dur="1" fill="hold">
                                          <p:stCondLst>
                                            <p:cond delay="0"/>
                                          </p:stCondLst>
                                        </p:cTn>
                                        <p:tgtEl>
                                          <p:spTgt spid="5"/>
                                        </p:tgtEl>
                                        <p:attrNameLst>
                                          <p:attrName>style.visibility</p:attrName>
                                        </p:attrNameLst>
                                      </p:cBhvr>
                                      <p:to>
                                        <p:strVal val="visible"/>
                                      </p:to>
                                    </p:set>
                                    <p:anim calcmode="lin" valueType="num">
                                      <p:cBhvr additive="base">
                                        <p:cTn id="44" dur="500" fill="hold"/>
                                        <p:tgtEl>
                                          <p:spTgt spid="5"/>
                                        </p:tgtEl>
                                        <p:attrNameLst>
                                          <p:attrName>ppt_x</p:attrName>
                                        </p:attrNameLst>
                                      </p:cBhvr>
                                      <p:tavLst>
                                        <p:tav tm="0">
                                          <p:val>
                                            <p:strVal val="1+#ppt_w/2"/>
                                          </p:val>
                                        </p:tav>
                                        <p:tav tm="100000">
                                          <p:val>
                                            <p:strVal val="#ppt_x"/>
                                          </p:val>
                                        </p:tav>
                                      </p:tavLst>
                                    </p:anim>
                                    <p:anim calcmode="lin" valueType="num">
                                      <p:cBhvr additive="base">
                                        <p:cTn id="45" dur="500" fill="hold"/>
                                        <p:tgtEl>
                                          <p:spTgt spid="5"/>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1" grpId="0" autoUpdateAnimBg="0"/>
      <p:bldP spid="78853"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ext Box 2">
            <a:extLst>
              <a:ext uri="{FF2B5EF4-FFF2-40B4-BE49-F238E27FC236}">
                <a16:creationId xmlns:a16="http://schemas.microsoft.com/office/drawing/2014/main" id="{27E34FB7-C141-4322-9E1F-5A093004B498}"/>
              </a:ext>
            </a:extLst>
          </p:cNvPr>
          <p:cNvSpPr txBox="1">
            <a:spLocks noChangeArrowheads="1"/>
          </p:cNvSpPr>
          <p:nvPr/>
        </p:nvSpPr>
        <p:spPr bwMode="auto">
          <a:xfrm>
            <a:off x="2166939" y="501650"/>
            <a:ext cx="8186737" cy="369332"/>
          </a:xfrm>
          <a:prstGeom prst="rect">
            <a:avLst/>
          </a:prstGeom>
          <a:noFill/>
          <a:ln w="9525">
            <a:noFill/>
            <a:miter lim="800000"/>
            <a:headEnd/>
            <a:tailEnd/>
          </a:ln>
          <a:effectLst/>
        </p:spPr>
        <p:txBody>
          <a:bodyPr>
            <a:spAutoFit/>
          </a:bodyPr>
          <a:lstStyle/>
          <a:p>
            <a:pPr algn="ctr">
              <a:spcBef>
                <a:spcPct val="50000"/>
              </a:spcBef>
              <a:defRPr/>
            </a:pPr>
            <a:r>
              <a:rPr lang="es-ES_tradnl" b="1">
                <a:solidFill>
                  <a:srgbClr val="CC3300"/>
                </a:solidFill>
                <a:effectLst>
                  <a:outerShdw blurRad="38100" dist="38100" dir="2700000" algn="tl">
                    <a:srgbClr val="C0C0C0"/>
                  </a:outerShdw>
                </a:effectLst>
                <a:latin typeface="Arial Narrow" pitchFamily="34" charset="0"/>
              </a:rPr>
              <a:t>Cálculo de campos magnéticos debidos a segmentos semiinfinitos</a:t>
            </a:r>
            <a:endParaRPr lang="es-ES" b="1">
              <a:solidFill>
                <a:srgbClr val="CC3300"/>
              </a:solidFill>
              <a:effectLst>
                <a:outerShdw blurRad="38100" dist="38100" dir="2700000" algn="tl">
                  <a:srgbClr val="C0C0C0"/>
                </a:outerShdw>
              </a:effectLst>
              <a:latin typeface="Arial Narrow" pitchFamily="34" charset="0"/>
            </a:endParaRPr>
          </a:p>
        </p:txBody>
      </p:sp>
      <p:grpSp>
        <p:nvGrpSpPr>
          <p:cNvPr id="2" name="Group 3">
            <a:extLst>
              <a:ext uri="{FF2B5EF4-FFF2-40B4-BE49-F238E27FC236}">
                <a16:creationId xmlns:a16="http://schemas.microsoft.com/office/drawing/2014/main" id="{52A8BF6F-4423-4991-900A-FD98C3BA0176}"/>
              </a:ext>
            </a:extLst>
          </p:cNvPr>
          <p:cNvGrpSpPr>
            <a:grpSpLocks/>
          </p:cNvGrpSpPr>
          <p:nvPr/>
        </p:nvGrpSpPr>
        <p:grpSpPr bwMode="auto">
          <a:xfrm>
            <a:off x="3292476" y="1050925"/>
            <a:ext cx="5280025" cy="660400"/>
            <a:chOff x="1114" y="662"/>
            <a:chExt cx="3326" cy="416"/>
          </a:xfrm>
        </p:grpSpPr>
        <p:sp>
          <p:nvSpPr>
            <p:cNvPr id="29743" name="Text Box 4">
              <a:extLst>
                <a:ext uri="{FF2B5EF4-FFF2-40B4-BE49-F238E27FC236}">
                  <a16:creationId xmlns:a16="http://schemas.microsoft.com/office/drawing/2014/main" id="{AF01F008-454B-4278-ABA6-02615D233EAD}"/>
                </a:ext>
              </a:extLst>
            </p:cNvPr>
            <p:cNvSpPr txBox="1">
              <a:spLocks noChangeArrowheads="1"/>
            </p:cNvSpPr>
            <p:nvPr/>
          </p:nvSpPr>
          <p:spPr bwMode="auto">
            <a:xfrm>
              <a:off x="1114" y="728"/>
              <a:ext cx="176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spcBef>
                  <a:spcPct val="50000"/>
                </a:spcBef>
              </a:pPr>
              <a:r>
                <a:rPr lang="es-ES_tradnl" altLang="en-US" sz="2000" b="1">
                  <a:solidFill>
                    <a:schemeClr val="folHlink"/>
                  </a:solidFill>
                </a:rPr>
                <a:t>Expresión general</a:t>
              </a:r>
              <a:endParaRPr lang="es-ES" altLang="en-US" sz="2000" b="1">
                <a:solidFill>
                  <a:schemeClr val="folHlink"/>
                </a:solidFill>
              </a:endParaRPr>
            </a:p>
          </p:txBody>
        </p:sp>
        <p:graphicFrame>
          <p:nvGraphicFramePr>
            <p:cNvPr id="29704" name="Object 5">
              <a:extLst>
                <a:ext uri="{FF2B5EF4-FFF2-40B4-BE49-F238E27FC236}">
                  <a16:creationId xmlns:a16="http://schemas.microsoft.com/office/drawing/2014/main" id="{ED25948E-D6B2-42C3-9FB5-44244F1FB6A2}"/>
                </a:ext>
              </a:extLst>
            </p:cNvPr>
            <p:cNvGraphicFramePr>
              <a:graphicFrameLocks noChangeAspect="1"/>
            </p:cNvGraphicFramePr>
            <p:nvPr/>
          </p:nvGraphicFramePr>
          <p:xfrm>
            <a:off x="2848" y="662"/>
            <a:ext cx="1592" cy="416"/>
          </p:xfrm>
          <a:graphic>
            <a:graphicData uri="http://schemas.openxmlformats.org/presentationml/2006/ole">
              <mc:AlternateContent xmlns:mc="http://schemas.openxmlformats.org/markup-compatibility/2006">
                <mc:Choice xmlns:v="urn:schemas-microsoft-com:vml" Requires="v">
                  <p:oleObj spid="_x0000_s16435" name="Ecuación" r:id="rId3" imgW="2527200" imgH="660240" progId="Equation.3">
                    <p:embed/>
                  </p:oleObj>
                </mc:Choice>
                <mc:Fallback>
                  <p:oleObj name="Ecuación" r:id="rId3" imgW="2527200" imgH="660240" progId="Equation.3">
                    <p:embed/>
                    <p:pic>
                      <p:nvPicPr>
                        <p:cNvPr id="29704" name="Object 5">
                          <a:extLst>
                            <a:ext uri="{FF2B5EF4-FFF2-40B4-BE49-F238E27FC236}">
                              <a16:creationId xmlns:a16="http://schemas.microsoft.com/office/drawing/2014/main" id="{ED25948E-D6B2-42C3-9FB5-44244F1FB6A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8" y="662"/>
                          <a:ext cx="1592" cy="4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29707" name="Text Box 6">
            <a:extLst>
              <a:ext uri="{FF2B5EF4-FFF2-40B4-BE49-F238E27FC236}">
                <a16:creationId xmlns:a16="http://schemas.microsoft.com/office/drawing/2014/main" id="{CDFD8333-FAB2-4182-9817-DFAA6B480515}"/>
              </a:ext>
            </a:extLst>
          </p:cNvPr>
          <p:cNvSpPr txBox="1">
            <a:spLocks noChangeArrowheads="1"/>
          </p:cNvSpPr>
          <p:nvPr/>
        </p:nvSpPr>
        <p:spPr bwMode="auto">
          <a:xfrm>
            <a:off x="4656139" y="3511551"/>
            <a:ext cx="3952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spcBef>
                <a:spcPct val="50000"/>
              </a:spcBef>
            </a:pPr>
            <a:r>
              <a:rPr lang="es-ES_tradnl" altLang="en-US" sz="1800">
                <a:solidFill>
                  <a:srgbClr val="FF0066"/>
                </a:solidFill>
                <a:latin typeface="Times New Roman" panose="02020603050405020304" pitchFamily="18" charset="0"/>
              </a:rPr>
              <a:t>I</a:t>
            </a:r>
            <a:endParaRPr lang="es-ES" altLang="en-US" sz="1800">
              <a:solidFill>
                <a:srgbClr val="FF0066"/>
              </a:solidFill>
              <a:latin typeface="Times New Roman" panose="02020603050405020304" pitchFamily="18" charset="0"/>
            </a:endParaRPr>
          </a:p>
        </p:txBody>
      </p:sp>
      <p:sp>
        <p:nvSpPr>
          <p:cNvPr id="79879" name="Text Box 7">
            <a:extLst>
              <a:ext uri="{FF2B5EF4-FFF2-40B4-BE49-F238E27FC236}">
                <a16:creationId xmlns:a16="http://schemas.microsoft.com/office/drawing/2014/main" id="{0D564AB2-604D-4F3E-95E1-B0FFE36679A7}"/>
              </a:ext>
            </a:extLst>
          </p:cNvPr>
          <p:cNvSpPr txBox="1">
            <a:spLocks noChangeArrowheads="1"/>
          </p:cNvSpPr>
          <p:nvPr/>
        </p:nvSpPr>
        <p:spPr bwMode="auto">
          <a:xfrm>
            <a:off x="2744789" y="1854201"/>
            <a:ext cx="1087437" cy="396875"/>
          </a:xfrm>
          <a:prstGeom prst="rect">
            <a:avLst/>
          </a:prstGeom>
          <a:noFill/>
          <a:ln w="9525">
            <a:noFill/>
            <a:miter lim="800000"/>
            <a:headEnd/>
            <a:tailEnd/>
          </a:ln>
          <a:effectLst/>
        </p:spPr>
        <p:txBody>
          <a:bodyPr>
            <a:spAutoFit/>
          </a:bodyPr>
          <a:lstStyle/>
          <a:p>
            <a:pPr>
              <a:spcBef>
                <a:spcPct val="50000"/>
              </a:spcBef>
              <a:defRPr/>
            </a:pPr>
            <a:r>
              <a:rPr lang="es-ES_tradnl" sz="2000">
                <a:solidFill>
                  <a:srgbClr val="0033CC"/>
                </a:solidFill>
                <a:effectLst>
                  <a:outerShdw blurRad="38100" dist="38100" dir="2700000" algn="tl">
                    <a:srgbClr val="C0C0C0"/>
                  </a:outerShdw>
                </a:effectLst>
                <a:latin typeface="Arial" charset="0"/>
              </a:rPr>
              <a:t>Caso </a:t>
            </a:r>
            <a:r>
              <a:rPr lang="es-ES_tradnl" sz="2000">
                <a:solidFill>
                  <a:srgbClr val="0033CC"/>
                </a:solidFill>
                <a:effectLst>
                  <a:outerShdw blurRad="38100" dist="38100" dir="2700000" algn="tl">
                    <a:srgbClr val="C0C0C0"/>
                  </a:outerShdw>
                </a:effectLst>
                <a:latin typeface="Times New Roman" pitchFamily="18" charset="0"/>
              </a:rPr>
              <a:t>I</a:t>
            </a:r>
            <a:endParaRPr lang="es-ES" sz="2000">
              <a:solidFill>
                <a:srgbClr val="0033CC"/>
              </a:solidFill>
              <a:effectLst>
                <a:outerShdw blurRad="38100" dist="38100" dir="2700000" algn="tl">
                  <a:srgbClr val="C0C0C0"/>
                </a:outerShdw>
              </a:effectLst>
              <a:latin typeface="Times New Roman" pitchFamily="18" charset="0"/>
            </a:endParaRPr>
          </a:p>
        </p:txBody>
      </p:sp>
      <p:pic>
        <p:nvPicPr>
          <p:cNvPr id="29709" name="Picture 8">
            <a:extLst>
              <a:ext uri="{FF2B5EF4-FFF2-40B4-BE49-F238E27FC236}">
                <a16:creationId xmlns:a16="http://schemas.microsoft.com/office/drawing/2014/main" id="{1BE36595-B336-4820-9D23-776BCA0EF33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78151" y="3300413"/>
            <a:ext cx="3101975"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10" name="Oval 9">
            <a:extLst>
              <a:ext uri="{FF2B5EF4-FFF2-40B4-BE49-F238E27FC236}">
                <a16:creationId xmlns:a16="http://schemas.microsoft.com/office/drawing/2014/main" id="{1FDC0DDA-19E3-4C19-94EB-97E14DF22C31}"/>
              </a:ext>
            </a:extLst>
          </p:cNvPr>
          <p:cNvSpPr>
            <a:spLocks noChangeArrowheads="1"/>
          </p:cNvSpPr>
          <p:nvPr/>
        </p:nvSpPr>
        <p:spPr bwMode="auto">
          <a:xfrm>
            <a:off x="3979863" y="2124075"/>
            <a:ext cx="88900" cy="88900"/>
          </a:xfrm>
          <a:prstGeom prst="ellipse">
            <a:avLst/>
          </a:prstGeom>
          <a:solidFill>
            <a:srgbClr val="BF430B"/>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sp>
        <p:nvSpPr>
          <p:cNvPr id="29711" name="Line 10">
            <a:extLst>
              <a:ext uri="{FF2B5EF4-FFF2-40B4-BE49-F238E27FC236}">
                <a16:creationId xmlns:a16="http://schemas.microsoft.com/office/drawing/2014/main" id="{3B890B54-89DA-47C5-A2D5-6593E0C64EB9}"/>
              </a:ext>
            </a:extLst>
          </p:cNvPr>
          <p:cNvSpPr>
            <a:spLocks noChangeShapeType="1"/>
          </p:cNvSpPr>
          <p:nvPr/>
        </p:nvSpPr>
        <p:spPr bwMode="auto">
          <a:xfrm>
            <a:off x="4027488" y="2190751"/>
            <a:ext cx="0" cy="1114425"/>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9712" name="Line 11">
            <a:extLst>
              <a:ext uri="{FF2B5EF4-FFF2-40B4-BE49-F238E27FC236}">
                <a16:creationId xmlns:a16="http://schemas.microsoft.com/office/drawing/2014/main" id="{50BCF0F6-9F61-4393-A8C2-AEF3DAEEF08D}"/>
              </a:ext>
            </a:extLst>
          </p:cNvPr>
          <p:cNvSpPr>
            <a:spLocks noChangeShapeType="1"/>
          </p:cNvSpPr>
          <p:nvPr/>
        </p:nvSpPr>
        <p:spPr bwMode="auto">
          <a:xfrm flipH="1">
            <a:off x="2984501" y="2181225"/>
            <a:ext cx="1038225" cy="11239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9713" name="Arc 12">
            <a:extLst>
              <a:ext uri="{FF2B5EF4-FFF2-40B4-BE49-F238E27FC236}">
                <a16:creationId xmlns:a16="http://schemas.microsoft.com/office/drawing/2014/main" id="{5977F910-0BB7-4CB9-9B54-0D70D6F921A6}"/>
              </a:ext>
            </a:extLst>
          </p:cNvPr>
          <p:cNvSpPr>
            <a:spLocks/>
          </p:cNvSpPr>
          <p:nvPr/>
        </p:nvSpPr>
        <p:spPr bwMode="auto">
          <a:xfrm flipH="1" flipV="1">
            <a:off x="3884614" y="2320925"/>
            <a:ext cx="142875" cy="88900"/>
          </a:xfrm>
          <a:custGeom>
            <a:avLst/>
            <a:gdLst>
              <a:gd name="T0" fmla="*/ 0 w 21600"/>
              <a:gd name="T1" fmla="*/ 0 h 21600"/>
              <a:gd name="T2" fmla="*/ 142875 w 21600"/>
              <a:gd name="T3" fmla="*/ 88900 h 21600"/>
              <a:gd name="T4" fmla="*/ 0 w 21600"/>
              <a:gd name="T5" fmla="*/ 8890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sp>
        <p:nvSpPr>
          <p:cNvPr id="29714" name="Line 13">
            <a:extLst>
              <a:ext uri="{FF2B5EF4-FFF2-40B4-BE49-F238E27FC236}">
                <a16:creationId xmlns:a16="http://schemas.microsoft.com/office/drawing/2014/main" id="{DAC3AD99-1BFD-4858-8940-768C7E3EE364}"/>
              </a:ext>
            </a:extLst>
          </p:cNvPr>
          <p:cNvSpPr>
            <a:spLocks noChangeShapeType="1"/>
          </p:cNvSpPr>
          <p:nvPr/>
        </p:nvSpPr>
        <p:spPr bwMode="auto">
          <a:xfrm>
            <a:off x="4027488" y="2176463"/>
            <a:ext cx="12001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9715" name="Line 14">
            <a:extLst>
              <a:ext uri="{FF2B5EF4-FFF2-40B4-BE49-F238E27FC236}">
                <a16:creationId xmlns:a16="http://schemas.microsoft.com/office/drawing/2014/main" id="{ABEE28CD-B4B4-4E2F-BD81-80A6E6AE972F}"/>
              </a:ext>
            </a:extLst>
          </p:cNvPr>
          <p:cNvSpPr>
            <a:spLocks noChangeShapeType="1"/>
          </p:cNvSpPr>
          <p:nvPr/>
        </p:nvSpPr>
        <p:spPr bwMode="auto">
          <a:xfrm>
            <a:off x="4322763" y="3490913"/>
            <a:ext cx="914400" cy="0"/>
          </a:xfrm>
          <a:prstGeom prst="line">
            <a:avLst/>
          </a:prstGeom>
          <a:noFill/>
          <a:ln w="28575">
            <a:solidFill>
              <a:srgbClr val="FF0066"/>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9716" name="Text Box 15">
            <a:extLst>
              <a:ext uri="{FF2B5EF4-FFF2-40B4-BE49-F238E27FC236}">
                <a16:creationId xmlns:a16="http://schemas.microsoft.com/office/drawing/2014/main" id="{52FD15E8-C8DB-442C-8A43-3C6D67162FAB}"/>
              </a:ext>
            </a:extLst>
          </p:cNvPr>
          <p:cNvSpPr txBox="1">
            <a:spLocks noChangeArrowheads="1"/>
          </p:cNvSpPr>
          <p:nvPr/>
        </p:nvSpPr>
        <p:spPr bwMode="auto">
          <a:xfrm>
            <a:off x="3746501" y="2324100"/>
            <a:ext cx="4810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spcBef>
                <a:spcPct val="50000"/>
              </a:spcBef>
            </a:pPr>
            <a:r>
              <a:rPr lang="es-ES" altLang="en-US" sz="1600">
                <a:sym typeface="Symbol" panose="05050102010706020507" pitchFamily="18" charset="2"/>
              </a:rPr>
              <a:t></a:t>
            </a:r>
            <a:r>
              <a:rPr lang="es-ES_tradnl" altLang="en-US" sz="1600" baseline="-25000">
                <a:sym typeface="Symbol" panose="05050102010706020507" pitchFamily="18" charset="2"/>
              </a:rPr>
              <a:t>2</a:t>
            </a:r>
            <a:endParaRPr lang="es-ES" altLang="en-US" sz="1600" baseline="-25000"/>
          </a:p>
        </p:txBody>
      </p:sp>
      <p:sp>
        <p:nvSpPr>
          <p:cNvPr id="29717" name="Line 16">
            <a:extLst>
              <a:ext uri="{FF2B5EF4-FFF2-40B4-BE49-F238E27FC236}">
                <a16:creationId xmlns:a16="http://schemas.microsoft.com/office/drawing/2014/main" id="{C7F13EB4-882D-4D01-80E8-B00080CD4CE6}"/>
              </a:ext>
            </a:extLst>
          </p:cNvPr>
          <p:cNvSpPr>
            <a:spLocks noChangeShapeType="1"/>
          </p:cNvSpPr>
          <p:nvPr/>
        </p:nvSpPr>
        <p:spPr bwMode="auto">
          <a:xfrm>
            <a:off x="4032250" y="2305050"/>
            <a:ext cx="1714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9718" name="Line 17">
            <a:extLst>
              <a:ext uri="{FF2B5EF4-FFF2-40B4-BE49-F238E27FC236}">
                <a16:creationId xmlns:a16="http://schemas.microsoft.com/office/drawing/2014/main" id="{3173B6B1-E455-4169-8769-829A80AB4F2A}"/>
              </a:ext>
            </a:extLst>
          </p:cNvPr>
          <p:cNvSpPr>
            <a:spLocks noChangeShapeType="1"/>
          </p:cNvSpPr>
          <p:nvPr/>
        </p:nvSpPr>
        <p:spPr bwMode="auto">
          <a:xfrm flipV="1">
            <a:off x="4203700" y="2171700"/>
            <a:ext cx="0" cy="1333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aphicFrame>
        <p:nvGraphicFramePr>
          <p:cNvPr id="79890" name="Object 18">
            <a:extLst>
              <a:ext uri="{FF2B5EF4-FFF2-40B4-BE49-F238E27FC236}">
                <a16:creationId xmlns:a16="http://schemas.microsoft.com/office/drawing/2014/main" id="{965C9FDA-6DFC-48E7-8DDC-09DD627A7DDA}"/>
              </a:ext>
            </a:extLst>
          </p:cNvPr>
          <p:cNvGraphicFramePr>
            <a:graphicFrameLocks noChangeAspect="1"/>
          </p:cNvGraphicFramePr>
          <p:nvPr/>
        </p:nvGraphicFramePr>
        <p:xfrm>
          <a:off x="3344863" y="3784600"/>
          <a:ext cx="1816100" cy="596900"/>
        </p:xfrm>
        <a:graphic>
          <a:graphicData uri="http://schemas.openxmlformats.org/presentationml/2006/ole">
            <mc:AlternateContent xmlns:mc="http://schemas.openxmlformats.org/markup-compatibility/2006">
              <mc:Choice xmlns:v="urn:schemas-microsoft-com:vml" Requires="v">
                <p:oleObj spid="_x0000_s16436" name="Ecuación" r:id="rId6" imgW="1815840" imgH="596880" progId="Equation.3">
                  <p:embed/>
                </p:oleObj>
              </mc:Choice>
              <mc:Fallback>
                <p:oleObj name="Ecuación" r:id="rId6" imgW="1815840" imgH="596880" progId="Equation.3">
                  <p:embed/>
                  <p:pic>
                    <p:nvPicPr>
                      <p:cNvPr id="79890" name="Object 18">
                        <a:extLst>
                          <a:ext uri="{FF2B5EF4-FFF2-40B4-BE49-F238E27FC236}">
                            <a16:creationId xmlns:a16="http://schemas.microsoft.com/office/drawing/2014/main" id="{965C9FDA-6DFC-48E7-8DDC-09DD627A7DD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44863" y="3784600"/>
                        <a:ext cx="1816100" cy="596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719" name="Text Box 19">
            <a:extLst>
              <a:ext uri="{FF2B5EF4-FFF2-40B4-BE49-F238E27FC236}">
                <a16:creationId xmlns:a16="http://schemas.microsoft.com/office/drawing/2014/main" id="{3206B302-AEC5-43F7-AD3D-B28B83891498}"/>
              </a:ext>
            </a:extLst>
          </p:cNvPr>
          <p:cNvSpPr txBox="1">
            <a:spLocks noChangeArrowheads="1"/>
          </p:cNvSpPr>
          <p:nvPr/>
        </p:nvSpPr>
        <p:spPr bwMode="auto">
          <a:xfrm>
            <a:off x="8780464" y="3429001"/>
            <a:ext cx="3952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spcBef>
                <a:spcPct val="50000"/>
              </a:spcBef>
            </a:pPr>
            <a:r>
              <a:rPr lang="es-ES_tradnl" altLang="en-US" sz="1800">
                <a:solidFill>
                  <a:srgbClr val="FF0066"/>
                </a:solidFill>
                <a:latin typeface="Times New Roman" panose="02020603050405020304" pitchFamily="18" charset="0"/>
              </a:rPr>
              <a:t>I</a:t>
            </a:r>
            <a:endParaRPr lang="es-ES" altLang="en-US" sz="1800">
              <a:solidFill>
                <a:srgbClr val="FF0066"/>
              </a:solidFill>
              <a:latin typeface="Times New Roman" panose="02020603050405020304" pitchFamily="18" charset="0"/>
            </a:endParaRPr>
          </a:p>
        </p:txBody>
      </p:sp>
      <p:sp>
        <p:nvSpPr>
          <p:cNvPr id="79892" name="Text Box 20">
            <a:extLst>
              <a:ext uri="{FF2B5EF4-FFF2-40B4-BE49-F238E27FC236}">
                <a16:creationId xmlns:a16="http://schemas.microsoft.com/office/drawing/2014/main" id="{CA03FFF5-59D6-4FC0-B86F-702007F06965}"/>
              </a:ext>
            </a:extLst>
          </p:cNvPr>
          <p:cNvSpPr txBox="1">
            <a:spLocks noChangeArrowheads="1"/>
          </p:cNvSpPr>
          <p:nvPr/>
        </p:nvSpPr>
        <p:spPr bwMode="auto">
          <a:xfrm>
            <a:off x="6045200" y="1854201"/>
            <a:ext cx="1087438" cy="396875"/>
          </a:xfrm>
          <a:prstGeom prst="rect">
            <a:avLst/>
          </a:prstGeom>
          <a:noFill/>
          <a:ln w="9525">
            <a:noFill/>
            <a:miter lim="800000"/>
            <a:headEnd/>
            <a:tailEnd/>
          </a:ln>
          <a:effectLst/>
        </p:spPr>
        <p:txBody>
          <a:bodyPr>
            <a:spAutoFit/>
          </a:bodyPr>
          <a:lstStyle/>
          <a:p>
            <a:pPr>
              <a:spcBef>
                <a:spcPct val="50000"/>
              </a:spcBef>
              <a:defRPr/>
            </a:pPr>
            <a:r>
              <a:rPr lang="es-ES_tradnl" sz="2000">
                <a:solidFill>
                  <a:srgbClr val="0033CC"/>
                </a:solidFill>
                <a:effectLst>
                  <a:outerShdw blurRad="38100" dist="38100" dir="2700000" algn="tl">
                    <a:srgbClr val="C0C0C0"/>
                  </a:outerShdw>
                </a:effectLst>
                <a:latin typeface="Arial" charset="0"/>
              </a:rPr>
              <a:t>Caso </a:t>
            </a:r>
            <a:r>
              <a:rPr lang="es-ES_tradnl" sz="2000">
                <a:solidFill>
                  <a:srgbClr val="0033CC"/>
                </a:solidFill>
                <a:effectLst>
                  <a:outerShdw blurRad="38100" dist="38100" dir="2700000" algn="tl">
                    <a:srgbClr val="C0C0C0"/>
                  </a:outerShdw>
                </a:effectLst>
                <a:latin typeface="Times New Roman" pitchFamily="18" charset="0"/>
              </a:rPr>
              <a:t>II</a:t>
            </a:r>
            <a:endParaRPr lang="es-ES" sz="2000">
              <a:solidFill>
                <a:srgbClr val="0033CC"/>
              </a:solidFill>
              <a:effectLst>
                <a:outerShdw blurRad="38100" dist="38100" dir="2700000" algn="tl">
                  <a:srgbClr val="C0C0C0"/>
                </a:outerShdw>
              </a:effectLst>
              <a:latin typeface="Times New Roman" pitchFamily="18" charset="0"/>
            </a:endParaRPr>
          </a:p>
        </p:txBody>
      </p:sp>
      <p:pic>
        <p:nvPicPr>
          <p:cNvPr id="29721" name="Picture 21">
            <a:extLst>
              <a:ext uri="{FF2B5EF4-FFF2-40B4-BE49-F238E27FC236}">
                <a16:creationId xmlns:a16="http://schemas.microsoft.com/office/drawing/2014/main" id="{C1E6A953-DA79-4CA0-86A3-1CEE8C7C625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72339" y="3221038"/>
            <a:ext cx="3101975"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22" name="Oval 22">
            <a:extLst>
              <a:ext uri="{FF2B5EF4-FFF2-40B4-BE49-F238E27FC236}">
                <a16:creationId xmlns:a16="http://schemas.microsoft.com/office/drawing/2014/main" id="{976DF5DF-CFA8-41D0-983C-F9A3E1A89E24}"/>
              </a:ext>
            </a:extLst>
          </p:cNvPr>
          <p:cNvSpPr>
            <a:spLocks noChangeArrowheads="1"/>
          </p:cNvSpPr>
          <p:nvPr/>
        </p:nvSpPr>
        <p:spPr bwMode="auto">
          <a:xfrm>
            <a:off x="7234238" y="2062163"/>
            <a:ext cx="88900" cy="88900"/>
          </a:xfrm>
          <a:prstGeom prst="ellipse">
            <a:avLst/>
          </a:prstGeom>
          <a:solidFill>
            <a:srgbClr val="BF430B"/>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sp>
        <p:nvSpPr>
          <p:cNvPr id="29723" name="Line 23">
            <a:extLst>
              <a:ext uri="{FF2B5EF4-FFF2-40B4-BE49-F238E27FC236}">
                <a16:creationId xmlns:a16="http://schemas.microsoft.com/office/drawing/2014/main" id="{8F811476-9EAA-43C8-8F1B-F9A69D671AF7}"/>
              </a:ext>
            </a:extLst>
          </p:cNvPr>
          <p:cNvSpPr>
            <a:spLocks noChangeShapeType="1"/>
          </p:cNvSpPr>
          <p:nvPr/>
        </p:nvSpPr>
        <p:spPr bwMode="auto">
          <a:xfrm>
            <a:off x="7281863" y="2128839"/>
            <a:ext cx="0" cy="1114425"/>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9724" name="Line 24">
            <a:extLst>
              <a:ext uri="{FF2B5EF4-FFF2-40B4-BE49-F238E27FC236}">
                <a16:creationId xmlns:a16="http://schemas.microsoft.com/office/drawing/2014/main" id="{58642FFB-AA42-4FB1-A08E-A39D566548F2}"/>
              </a:ext>
            </a:extLst>
          </p:cNvPr>
          <p:cNvSpPr>
            <a:spLocks noChangeShapeType="1"/>
          </p:cNvSpPr>
          <p:nvPr/>
        </p:nvSpPr>
        <p:spPr bwMode="auto">
          <a:xfrm>
            <a:off x="7281863" y="2114550"/>
            <a:ext cx="12001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9725" name="Line 25">
            <a:extLst>
              <a:ext uri="{FF2B5EF4-FFF2-40B4-BE49-F238E27FC236}">
                <a16:creationId xmlns:a16="http://schemas.microsoft.com/office/drawing/2014/main" id="{DD35D6FC-FBFC-4887-A297-5CCD8B4D4BBD}"/>
              </a:ext>
            </a:extLst>
          </p:cNvPr>
          <p:cNvSpPr>
            <a:spLocks noChangeShapeType="1"/>
          </p:cNvSpPr>
          <p:nvPr/>
        </p:nvSpPr>
        <p:spPr bwMode="auto">
          <a:xfrm>
            <a:off x="8401050" y="3409950"/>
            <a:ext cx="914400" cy="0"/>
          </a:xfrm>
          <a:prstGeom prst="line">
            <a:avLst/>
          </a:prstGeom>
          <a:noFill/>
          <a:ln w="28575">
            <a:solidFill>
              <a:srgbClr val="FF0066"/>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9726" name="Text Box 26">
            <a:extLst>
              <a:ext uri="{FF2B5EF4-FFF2-40B4-BE49-F238E27FC236}">
                <a16:creationId xmlns:a16="http://schemas.microsoft.com/office/drawing/2014/main" id="{42DE71AD-6373-498A-8105-C34E47953BE0}"/>
              </a:ext>
            </a:extLst>
          </p:cNvPr>
          <p:cNvSpPr txBox="1">
            <a:spLocks noChangeArrowheads="1"/>
          </p:cNvSpPr>
          <p:nvPr/>
        </p:nvSpPr>
        <p:spPr bwMode="auto">
          <a:xfrm>
            <a:off x="7362825" y="2557463"/>
            <a:ext cx="11001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spcBef>
                <a:spcPct val="50000"/>
              </a:spcBef>
            </a:pPr>
            <a:r>
              <a:rPr lang="es-ES" altLang="en-US" sz="1600">
                <a:sym typeface="Symbol" panose="05050102010706020507" pitchFamily="18" charset="2"/>
              </a:rPr>
              <a:t></a:t>
            </a:r>
            <a:r>
              <a:rPr lang="es-ES_tradnl" altLang="en-US" sz="1600" baseline="-25000">
                <a:sym typeface="Symbol" panose="05050102010706020507" pitchFamily="18" charset="2"/>
              </a:rPr>
              <a:t>2</a:t>
            </a:r>
            <a:r>
              <a:rPr lang="es-ES_tradnl" altLang="en-US" sz="1600">
                <a:sym typeface="Symbol" panose="05050102010706020507" pitchFamily="18" charset="2"/>
              </a:rPr>
              <a:t>= 0</a:t>
            </a:r>
            <a:endParaRPr lang="es-ES" altLang="en-US" sz="1600"/>
          </a:p>
        </p:txBody>
      </p:sp>
      <p:sp>
        <p:nvSpPr>
          <p:cNvPr id="29727" name="Line 27">
            <a:extLst>
              <a:ext uri="{FF2B5EF4-FFF2-40B4-BE49-F238E27FC236}">
                <a16:creationId xmlns:a16="http://schemas.microsoft.com/office/drawing/2014/main" id="{9C398E4C-4CD2-460E-A8DD-36606E591A9F}"/>
              </a:ext>
            </a:extLst>
          </p:cNvPr>
          <p:cNvSpPr>
            <a:spLocks noChangeShapeType="1"/>
          </p:cNvSpPr>
          <p:nvPr/>
        </p:nvSpPr>
        <p:spPr bwMode="auto">
          <a:xfrm>
            <a:off x="7286625" y="2243138"/>
            <a:ext cx="1714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9728" name="Line 28">
            <a:extLst>
              <a:ext uri="{FF2B5EF4-FFF2-40B4-BE49-F238E27FC236}">
                <a16:creationId xmlns:a16="http://schemas.microsoft.com/office/drawing/2014/main" id="{3F7BCB8D-A3EE-4352-9DD9-4FA2EEB95619}"/>
              </a:ext>
            </a:extLst>
          </p:cNvPr>
          <p:cNvSpPr>
            <a:spLocks noChangeShapeType="1"/>
          </p:cNvSpPr>
          <p:nvPr/>
        </p:nvSpPr>
        <p:spPr bwMode="auto">
          <a:xfrm flipV="1">
            <a:off x="7458075" y="2109788"/>
            <a:ext cx="0" cy="1333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aphicFrame>
        <p:nvGraphicFramePr>
          <p:cNvPr id="79901" name="Object 29">
            <a:extLst>
              <a:ext uri="{FF2B5EF4-FFF2-40B4-BE49-F238E27FC236}">
                <a16:creationId xmlns:a16="http://schemas.microsoft.com/office/drawing/2014/main" id="{6AA6EAD3-E1F6-4C7C-B7AB-10CFF4B35746}"/>
              </a:ext>
            </a:extLst>
          </p:cNvPr>
          <p:cNvGraphicFramePr>
            <a:graphicFrameLocks noChangeAspect="1"/>
          </p:cNvGraphicFramePr>
          <p:nvPr/>
        </p:nvGraphicFramePr>
        <p:xfrm>
          <a:off x="7524750" y="3784600"/>
          <a:ext cx="2222500" cy="736600"/>
        </p:xfrm>
        <a:graphic>
          <a:graphicData uri="http://schemas.openxmlformats.org/presentationml/2006/ole">
            <mc:AlternateContent xmlns:mc="http://schemas.openxmlformats.org/markup-compatibility/2006">
              <mc:Choice xmlns:v="urn:schemas-microsoft-com:vml" Requires="v">
                <p:oleObj spid="_x0000_s16437" name="Ecuación" r:id="rId8" imgW="2222280" imgH="736560" progId="Equation.3">
                  <p:embed/>
                </p:oleObj>
              </mc:Choice>
              <mc:Fallback>
                <p:oleObj name="Ecuación" r:id="rId8" imgW="2222280" imgH="736560" progId="Equation.3">
                  <p:embed/>
                  <p:pic>
                    <p:nvPicPr>
                      <p:cNvPr id="79901" name="Object 29">
                        <a:extLst>
                          <a:ext uri="{FF2B5EF4-FFF2-40B4-BE49-F238E27FC236}">
                            <a16:creationId xmlns:a16="http://schemas.microsoft.com/office/drawing/2014/main" id="{6AA6EAD3-E1F6-4C7C-B7AB-10CFF4B3574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524750" y="3784600"/>
                        <a:ext cx="2222500" cy="736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9902" name="Object 30">
            <a:extLst>
              <a:ext uri="{FF2B5EF4-FFF2-40B4-BE49-F238E27FC236}">
                <a16:creationId xmlns:a16="http://schemas.microsoft.com/office/drawing/2014/main" id="{8953686C-51C0-4BD7-B4DF-2A106B0D3D42}"/>
              </a:ext>
            </a:extLst>
          </p:cNvPr>
          <p:cNvGraphicFramePr>
            <a:graphicFrameLocks noChangeAspect="1"/>
          </p:cNvGraphicFramePr>
          <p:nvPr/>
        </p:nvGraphicFramePr>
        <p:xfrm>
          <a:off x="7645400" y="4918075"/>
          <a:ext cx="1816100" cy="596900"/>
        </p:xfrm>
        <a:graphic>
          <a:graphicData uri="http://schemas.openxmlformats.org/presentationml/2006/ole">
            <mc:AlternateContent xmlns:mc="http://schemas.openxmlformats.org/markup-compatibility/2006">
              <mc:Choice xmlns:v="urn:schemas-microsoft-com:vml" Requires="v">
                <p:oleObj spid="_x0000_s16438" name="Ecuación" r:id="rId10" imgW="1815840" imgH="596880" progId="Equation.3">
                  <p:embed/>
                </p:oleObj>
              </mc:Choice>
              <mc:Fallback>
                <p:oleObj name="Ecuación" r:id="rId10" imgW="1815840" imgH="596880" progId="Equation.3">
                  <p:embed/>
                  <p:pic>
                    <p:nvPicPr>
                      <p:cNvPr id="79902" name="Object 30">
                        <a:extLst>
                          <a:ext uri="{FF2B5EF4-FFF2-40B4-BE49-F238E27FC236}">
                            <a16:creationId xmlns:a16="http://schemas.microsoft.com/office/drawing/2014/main" id="{8953686C-51C0-4BD7-B4DF-2A106B0D3D42}"/>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645400" y="4918075"/>
                        <a:ext cx="1816100" cy="596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9903" name="Text Box 31">
            <a:extLst>
              <a:ext uri="{FF2B5EF4-FFF2-40B4-BE49-F238E27FC236}">
                <a16:creationId xmlns:a16="http://schemas.microsoft.com/office/drawing/2014/main" id="{77898C26-8305-4277-A959-0C862A1D44CE}"/>
              </a:ext>
            </a:extLst>
          </p:cNvPr>
          <p:cNvSpPr txBox="1">
            <a:spLocks noChangeArrowheads="1"/>
          </p:cNvSpPr>
          <p:nvPr/>
        </p:nvSpPr>
        <p:spPr bwMode="auto">
          <a:xfrm>
            <a:off x="5400675" y="4041776"/>
            <a:ext cx="1327150" cy="396875"/>
          </a:xfrm>
          <a:prstGeom prst="rect">
            <a:avLst/>
          </a:prstGeom>
          <a:noFill/>
          <a:ln w="9525">
            <a:noFill/>
            <a:miter lim="800000"/>
            <a:headEnd/>
            <a:tailEnd/>
          </a:ln>
          <a:effectLst/>
        </p:spPr>
        <p:txBody>
          <a:bodyPr>
            <a:spAutoFit/>
          </a:bodyPr>
          <a:lstStyle/>
          <a:p>
            <a:pPr>
              <a:spcBef>
                <a:spcPct val="50000"/>
              </a:spcBef>
              <a:defRPr/>
            </a:pPr>
            <a:r>
              <a:rPr lang="es-ES_tradnl" sz="2000">
                <a:solidFill>
                  <a:srgbClr val="0033CC"/>
                </a:solidFill>
                <a:effectLst>
                  <a:outerShdw blurRad="38100" dist="38100" dir="2700000" algn="tl">
                    <a:srgbClr val="C0C0C0"/>
                  </a:outerShdw>
                </a:effectLst>
                <a:latin typeface="Arial" charset="0"/>
              </a:rPr>
              <a:t>Caso </a:t>
            </a:r>
            <a:r>
              <a:rPr lang="es-ES_tradnl" sz="2000">
                <a:solidFill>
                  <a:srgbClr val="0033CC"/>
                </a:solidFill>
                <a:effectLst>
                  <a:outerShdw blurRad="38100" dist="38100" dir="2700000" algn="tl">
                    <a:srgbClr val="C0C0C0"/>
                  </a:outerShdw>
                </a:effectLst>
                <a:latin typeface="Times New Roman" pitchFamily="18" charset="0"/>
              </a:rPr>
              <a:t>III</a:t>
            </a:r>
            <a:endParaRPr lang="es-ES" sz="2000">
              <a:solidFill>
                <a:srgbClr val="0033CC"/>
              </a:solidFill>
              <a:effectLst>
                <a:outerShdw blurRad="38100" dist="38100" dir="2700000" algn="tl">
                  <a:srgbClr val="C0C0C0"/>
                </a:outerShdw>
              </a:effectLst>
              <a:latin typeface="Times New Roman" pitchFamily="18" charset="0"/>
            </a:endParaRPr>
          </a:p>
        </p:txBody>
      </p:sp>
      <p:pic>
        <p:nvPicPr>
          <p:cNvPr id="29730" name="Picture 32">
            <a:extLst>
              <a:ext uri="{FF2B5EF4-FFF2-40B4-BE49-F238E27FC236}">
                <a16:creationId xmlns:a16="http://schemas.microsoft.com/office/drawing/2014/main" id="{440A307C-C2C7-4F8B-9F71-A618DEAC353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16601" y="5845175"/>
            <a:ext cx="3101975"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31" name="Oval 33">
            <a:extLst>
              <a:ext uri="{FF2B5EF4-FFF2-40B4-BE49-F238E27FC236}">
                <a16:creationId xmlns:a16="http://schemas.microsoft.com/office/drawing/2014/main" id="{48EE180F-DC41-4AAA-9E6B-6A010B6D60B7}"/>
              </a:ext>
            </a:extLst>
          </p:cNvPr>
          <p:cNvSpPr>
            <a:spLocks noChangeArrowheads="1"/>
          </p:cNvSpPr>
          <p:nvPr/>
        </p:nvSpPr>
        <p:spPr bwMode="auto">
          <a:xfrm>
            <a:off x="5053013" y="4560888"/>
            <a:ext cx="88900" cy="88900"/>
          </a:xfrm>
          <a:prstGeom prst="ellipse">
            <a:avLst/>
          </a:prstGeom>
          <a:solidFill>
            <a:srgbClr val="BF430B"/>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sp>
        <p:nvSpPr>
          <p:cNvPr id="29732" name="Line 34">
            <a:extLst>
              <a:ext uri="{FF2B5EF4-FFF2-40B4-BE49-F238E27FC236}">
                <a16:creationId xmlns:a16="http://schemas.microsoft.com/office/drawing/2014/main" id="{C86A481D-5B8D-4957-9270-C7EF93C1981A}"/>
              </a:ext>
            </a:extLst>
          </p:cNvPr>
          <p:cNvSpPr>
            <a:spLocks noChangeShapeType="1"/>
          </p:cNvSpPr>
          <p:nvPr/>
        </p:nvSpPr>
        <p:spPr bwMode="auto">
          <a:xfrm>
            <a:off x="5106988" y="4659314"/>
            <a:ext cx="0" cy="1235075"/>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9733" name="Line 35">
            <a:extLst>
              <a:ext uri="{FF2B5EF4-FFF2-40B4-BE49-F238E27FC236}">
                <a16:creationId xmlns:a16="http://schemas.microsoft.com/office/drawing/2014/main" id="{D2EA5D9C-EE09-4FC6-9D43-88D5DE9517F8}"/>
              </a:ext>
            </a:extLst>
          </p:cNvPr>
          <p:cNvSpPr>
            <a:spLocks noChangeShapeType="1"/>
          </p:cNvSpPr>
          <p:nvPr/>
        </p:nvSpPr>
        <p:spPr bwMode="auto">
          <a:xfrm>
            <a:off x="5108576" y="4630738"/>
            <a:ext cx="720725" cy="1219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9734" name="Line 36">
            <a:extLst>
              <a:ext uri="{FF2B5EF4-FFF2-40B4-BE49-F238E27FC236}">
                <a16:creationId xmlns:a16="http://schemas.microsoft.com/office/drawing/2014/main" id="{20C5151E-40EC-4030-8D27-DD0F824C5031}"/>
              </a:ext>
            </a:extLst>
          </p:cNvPr>
          <p:cNvSpPr>
            <a:spLocks noChangeShapeType="1"/>
          </p:cNvSpPr>
          <p:nvPr/>
        </p:nvSpPr>
        <p:spPr bwMode="auto">
          <a:xfrm>
            <a:off x="5126038" y="4619625"/>
            <a:ext cx="12001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9735" name="Line 37">
            <a:extLst>
              <a:ext uri="{FF2B5EF4-FFF2-40B4-BE49-F238E27FC236}">
                <a16:creationId xmlns:a16="http://schemas.microsoft.com/office/drawing/2014/main" id="{A3078E2E-894E-4284-92C6-3B4BB3FA941C}"/>
              </a:ext>
            </a:extLst>
          </p:cNvPr>
          <p:cNvSpPr>
            <a:spLocks noChangeShapeType="1"/>
          </p:cNvSpPr>
          <p:nvPr/>
        </p:nvSpPr>
        <p:spPr bwMode="auto">
          <a:xfrm>
            <a:off x="7161213" y="6035675"/>
            <a:ext cx="914400" cy="0"/>
          </a:xfrm>
          <a:prstGeom prst="line">
            <a:avLst/>
          </a:prstGeom>
          <a:noFill/>
          <a:ln w="28575">
            <a:solidFill>
              <a:srgbClr val="FF0066"/>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9736" name="Text Box 38">
            <a:extLst>
              <a:ext uri="{FF2B5EF4-FFF2-40B4-BE49-F238E27FC236}">
                <a16:creationId xmlns:a16="http://schemas.microsoft.com/office/drawing/2014/main" id="{4E9C0DA5-61E8-4F37-AEA4-2F67302C4747}"/>
              </a:ext>
            </a:extLst>
          </p:cNvPr>
          <p:cNvSpPr txBox="1">
            <a:spLocks noChangeArrowheads="1"/>
          </p:cNvSpPr>
          <p:nvPr/>
        </p:nvSpPr>
        <p:spPr bwMode="auto">
          <a:xfrm>
            <a:off x="7494589" y="6076951"/>
            <a:ext cx="3952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spcBef>
                <a:spcPct val="50000"/>
              </a:spcBef>
            </a:pPr>
            <a:r>
              <a:rPr lang="es-ES_tradnl" altLang="en-US" sz="1800">
                <a:solidFill>
                  <a:srgbClr val="FF0066"/>
                </a:solidFill>
                <a:latin typeface="Times New Roman" panose="02020603050405020304" pitchFamily="18" charset="0"/>
              </a:rPr>
              <a:t>I</a:t>
            </a:r>
            <a:endParaRPr lang="es-ES" altLang="en-US" sz="1800">
              <a:solidFill>
                <a:srgbClr val="FF0066"/>
              </a:solidFill>
              <a:latin typeface="Times New Roman" panose="02020603050405020304" pitchFamily="18" charset="0"/>
            </a:endParaRPr>
          </a:p>
        </p:txBody>
      </p:sp>
      <p:sp>
        <p:nvSpPr>
          <p:cNvPr id="29737" name="Text Box 39">
            <a:extLst>
              <a:ext uri="{FF2B5EF4-FFF2-40B4-BE49-F238E27FC236}">
                <a16:creationId xmlns:a16="http://schemas.microsoft.com/office/drawing/2014/main" id="{26D2AC43-1804-41A1-B943-FB58C6D51D51}"/>
              </a:ext>
            </a:extLst>
          </p:cNvPr>
          <p:cNvSpPr txBox="1">
            <a:spLocks noChangeArrowheads="1"/>
          </p:cNvSpPr>
          <p:nvPr/>
        </p:nvSpPr>
        <p:spPr bwMode="auto">
          <a:xfrm>
            <a:off x="5067301" y="4862513"/>
            <a:ext cx="4810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spcBef>
                <a:spcPct val="50000"/>
              </a:spcBef>
            </a:pPr>
            <a:r>
              <a:rPr lang="es-ES" altLang="en-US" sz="1600">
                <a:sym typeface="Symbol" panose="05050102010706020507" pitchFamily="18" charset="2"/>
              </a:rPr>
              <a:t></a:t>
            </a:r>
            <a:r>
              <a:rPr lang="es-ES_tradnl" altLang="en-US" sz="1600" baseline="-25000">
                <a:sym typeface="Symbol" panose="05050102010706020507" pitchFamily="18" charset="2"/>
              </a:rPr>
              <a:t>2</a:t>
            </a:r>
            <a:endParaRPr lang="es-ES" altLang="en-US" sz="1600" baseline="-25000"/>
          </a:p>
        </p:txBody>
      </p:sp>
      <p:sp>
        <p:nvSpPr>
          <p:cNvPr id="29738" name="Line 40">
            <a:extLst>
              <a:ext uri="{FF2B5EF4-FFF2-40B4-BE49-F238E27FC236}">
                <a16:creationId xmlns:a16="http://schemas.microsoft.com/office/drawing/2014/main" id="{467582F7-436B-4675-8852-C63B5197E4CD}"/>
              </a:ext>
            </a:extLst>
          </p:cNvPr>
          <p:cNvSpPr>
            <a:spLocks noChangeShapeType="1"/>
          </p:cNvSpPr>
          <p:nvPr/>
        </p:nvSpPr>
        <p:spPr bwMode="auto">
          <a:xfrm>
            <a:off x="5194300" y="4760913"/>
            <a:ext cx="1714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9739" name="Line 41">
            <a:extLst>
              <a:ext uri="{FF2B5EF4-FFF2-40B4-BE49-F238E27FC236}">
                <a16:creationId xmlns:a16="http://schemas.microsoft.com/office/drawing/2014/main" id="{DDA447C6-0CEF-4067-95FD-619DCA43A231}"/>
              </a:ext>
            </a:extLst>
          </p:cNvPr>
          <p:cNvSpPr>
            <a:spLocks noChangeShapeType="1"/>
          </p:cNvSpPr>
          <p:nvPr/>
        </p:nvSpPr>
        <p:spPr bwMode="auto">
          <a:xfrm flipV="1">
            <a:off x="5365750" y="4614863"/>
            <a:ext cx="0" cy="1333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9740" name="Line 42">
            <a:extLst>
              <a:ext uri="{FF2B5EF4-FFF2-40B4-BE49-F238E27FC236}">
                <a16:creationId xmlns:a16="http://schemas.microsoft.com/office/drawing/2014/main" id="{563B73F9-2964-4D15-8FB9-6B0765EBF903}"/>
              </a:ext>
            </a:extLst>
          </p:cNvPr>
          <p:cNvSpPr>
            <a:spLocks noChangeShapeType="1"/>
          </p:cNvSpPr>
          <p:nvPr/>
        </p:nvSpPr>
        <p:spPr bwMode="auto">
          <a:xfrm flipH="1">
            <a:off x="5081588" y="5902325"/>
            <a:ext cx="742950" cy="0"/>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9741" name="Arc 43">
            <a:extLst>
              <a:ext uri="{FF2B5EF4-FFF2-40B4-BE49-F238E27FC236}">
                <a16:creationId xmlns:a16="http://schemas.microsoft.com/office/drawing/2014/main" id="{49135B08-ED00-4D68-BA70-010AFC5ED9F7}"/>
              </a:ext>
            </a:extLst>
          </p:cNvPr>
          <p:cNvSpPr>
            <a:spLocks/>
          </p:cNvSpPr>
          <p:nvPr/>
        </p:nvSpPr>
        <p:spPr bwMode="auto">
          <a:xfrm flipV="1">
            <a:off x="5113338" y="4860925"/>
            <a:ext cx="146050" cy="88900"/>
          </a:xfrm>
          <a:custGeom>
            <a:avLst/>
            <a:gdLst>
              <a:gd name="T0" fmla="*/ 0 w 21600"/>
              <a:gd name="T1" fmla="*/ 0 h 21600"/>
              <a:gd name="T2" fmla="*/ 146050 w 21600"/>
              <a:gd name="T3" fmla="*/ 88900 h 21600"/>
              <a:gd name="T4" fmla="*/ 0 w 21600"/>
              <a:gd name="T5" fmla="*/ 8890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sp>
        <p:nvSpPr>
          <p:cNvPr id="29742" name="Text Box 44">
            <a:extLst>
              <a:ext uri="{FF2B5EF4-FFF2-40B4-BE49-F238E27FC236}">
                <a16:creationId xmlns:a16="http://schemas.microsoft.com/office/drawing/2014/main" id="{43056F3A-5FD3-4924-859E-1A19782F9FD7}"/>
              </a:ext>
            </a:extLst>
          </p:cNvPr>
          <p:cNvSpPr txBox="1">
            <a:spLocks noChangeArrowheads="1"/>
          </p:cNvSpPr>
          <p:nvPr/>
        </p:nvSpPr>
        <p:spPr bwMode="auto">
          <a:xfrm rot="16206223">
            <a:off x="-601662" y="4265614"/>
            <a:ext cx="4727575"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spcBef>
                <a:spcPct val="50000"/>
              </a:spcBef>
            </a:pPr>
            <a:r>
              <a:rPr lang="es-ES" altLang="en-US" sz="1000">
                <a:solidFill>
                  <a:schemeClr val="bg1"/>
                </a:solidFill>
                <a:latin typeface="Times New Roman" panose="02020603050405020304" pitchFamily="18" charset="0"/>
              </a:rPr>
              <a:t>Autores Mar Artigao Castillo, Manuel Sánchez Martínez</a:t>
            </a:r>
          </a:p>
          <a:p>
            <a:pPr eaLnBrk="1" hangingPunct="1">
              <a:spcBef>
                <a:spcPct val="50000"/>
              </a:spcBef>
            </a:pPr>
            <a:r>
              <a:rPr lang="es-ES" altLang="en-US" sz="1000">
                <a:solidFill>
                  <a:schemeClr val="bg1"/>
                </a:solidFill>
                <a:latin typeface="Times New Roman" panose="02020603050405020304" pitchFamily="18" charset="0"/>
              </a:rPr>
              <a:t>Dpto de Física Aplicada, Escuela Politécnica Superior de Albacete (UCLM)</a:t>
            </a:r>
          </a:p>
        </p:txBody>
      </p:sp>
      <p:graphicFrame>
        <p:nvGraphicFramePr>
          <p:cNvPr id="29701" name="Object 45">
            <a:extLst>
              <a:ext uri="{FF2B5EF4-FFF2-40B4-BE49-F238E27FC236}">
                <a16:creationId xmlns:a16="http://schemas.microsoft.com/office/drawing/2014/main" id="{3CC8C6CE-5080-45FB-97D4-A6D7AB3340FC}"/>
              </a:ext>
            </a:extLst>
          </p:cNvPr>
          <p:cNvGraphicFramePr>
            <a:graphicFrameLocks noChangeAspect="1"/>
          </p:cNvGraphicFramePr>
          <p:nvPr/>
        </p:nvGraphicFramePr>
        <p:xfrm>
          <a:off x="4165600" y="2127250"/>
          <a:ext cx="609600" cy="546100"/>
        </p:xfrm>
        <a:graphic>
          <a:graphicData uri="http://schemas.openxmlformats.org/presentationml/2006/ole">
            <mc:AlternateContent xmlns:mc="http://schemas.openxmlformats.org/markup-compatibility/2006">
              <mc:Choice xmlns:v="urn:schemas-microsoft-com:vml" Requires="v">
                <p:oleObj spid="_x0000_s16439" name="Ecuación" r:id="rId12" imgW="609480" imgH="545760" progId="Equation.3">
                  <p:embed/>
                </p:oleObj>
              </mc:Choice>
              <mc:Fallback>
                <p:oleObj name="Ecuación" r:id="rId12" imgW="609480" imgH="545760" progId="Equation.3">
                  <p:embed/>
                  <p:pic>
                    <p:nvPicPr>
                      <p:cNvPr id="29701" name="Object 45">
                        <a:extLst>
                          <a:ext uri="{FF2B5EF4-FFF2-40B4-BE49-F238E27FC236}">
                            <a16:creationId xmlns:a16="http://schemas.microsoft.com/office/drawing/2014/main" id="{3CC8C6CE-5080-45FB-97D4-A6D7AB3340FC}"/>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165600" y="2127250"/>
                        <a:ext cx="609600" cy="546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702" name="Object 46">
            <a:extLst>
              <a:ext uri="{FF2B5EF4-FFF2-40B4-BE49-F238E27FC236}">
                <a16:creationId xmlns:a16="http://schemas.microsoft.com/office/drawing/2014/main" id="{4A9B994D-732D-4E8A-9532-9700508D878E}"/>
              </a:ext>
            </a:extLst>
          </p:cNvPr>
          <p:cNvGraphicFramePr>
            <a:graphicFrameLocks noChangeAspect="1"/>
          </p:cNvGraphicFramePr>
          <p:nvPr/>
        </p:nvGraphicFramePr>
        <p:xfrm>
          <a:off x="7493000" y="2038350"/>
          <a:ext cx="609600" cy="546100"/>
        </p:xfrm>
        <a:graphic>
          <a:graphicData uri="http://schemas.openxmlformats.org/presentationml/2006/ole">
            <mc:AlternateContent xmlns:mc="http://schemas.openxmlformats.org/markup-compatibility/2006">
              <mc:Choice xmlns:v="urn:schemas-microsoft-com:vml" Requires="v">
                <p:oleObj spid="_x0000_s16440" name="Ecuación" r:id="rId14" imgW="609480" imgH="545760" progId="Equation.3">
                  <p:embed/>
                </p:oleObj>
              </mc:Choice>
              <mc:Fallback>
                <p:oleObj name="Ecuación" r:id="rId14" imgW="609480" imgH="545760" progId="Equation.3">
                  <p:embed/>
                  <p:pic>
                    <p:nvPicPr>
                      <p:cNvPr id="29702" name="Object 46">
                        <a:extLst>
                          <a:ext uri="{FF2B5EF4-FFF2-40B4-BE49-F238E27FC236}">
                            <a16:creationId xmlns:a16="http://schemas.microsoft.com/office/drawing/2014/main" id="{4A9B994D-732D-4E8A-9532-9700508D878E}"/>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493000" y="2038350"/>
                        <a:ext cx="609600" cy="546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703" name="Object 47">
            <a:extLst>
              <a:ext uri="{FF2B5EF4-FFF2-40B4-BE49-F238E27FC236}">
                <a16:creationId xmlns:a16="http://schemas.microsoft.com/office/drawing/2014/main" id="{2A7A972F-4DCB-4D68-B81C-90F9C3CD82DD}"/>
              </a:ext>
            </a:extLst>
          </p:cNvPr>
          <p:cNvGraphicFramePr>
            <a:graphicFrameLocks noChangeAspect="1"/>
          </p:cNvGraphicFramePr>
          <p:nvPr/>
        </p:nvGraphicFramePr>
        <p:xfrm>
          <a:off x="5397500" y="4552950"/>
          <a:ext cx="609600" cy="546100"/>
        </p:xfrm>
        <a:graphic>
          <a:graphicData uri="http://schemas.openxmlformats.org/presentationml/2006/ole">
            <mc:AlternateContent xmlns:mc="http://schemas.openxmlformats.org/markup-compatibility/2006">
              <mc:Choice xmlns:v="urn:schemas-microsoft-com:vml" Requires="v">
                <p:oleObj spid="_x0000_s16441" name="Ecuación" r:id="rId15" imgW="609480" imgH="545760" progId="Equation.3">
                  <p:embed/>
                </p:oleObj>
              </mc:Choice>
              <mc:Fallback>
                <p:oleObj name="Ecuación" r:id="rId15" imgW="609480" imgH="545760" progId="Equation.3">
                  <p:embed/>
                  <p:pic>
                    <p:nvPicPr>
                      <p:cNvPr id="29703" name="Object 47">
                        <a:extLst>
                          <a:ext uri="{FF2B5EF4-FFF2-40B4-BE49-F238E27FC236}">
                            <a16:creationId xmlns:a16="http://schemas.microsoft.com/office/drawing/2014/main" id="{2A7A972F-4DCB-4D68-B81C-90F9C3CD82DD}"/>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397500" y="4552950"/>
                        <a:ext cx="609600" cy="546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79890"/>
                                        </p:tgtEl>
                                        <p:attrNameLst>
                                          <p:attrName>style.visibility</p:attrName>
                                        </p:attrNameLst>
                                      </p:cBhvr>
                                      <p:to>
                                        <p:strVal val="visible"/>
                                      </p:to>
                                    </p:set>
                                    <p:anim calcmode="lin" valueType="num">
                                      <p:cBhvr additive="base">
                                        <p:cTn id="12" dur="500" fill="hold"/>
                                        <p:tgtEl>
                                          <p:spTgt spid="79890"/>
                                        </p:tgtEl>
                                        <p:attrNameLst>
                                          <p:attrName>ppt_x</p:attrName>
                                        </p:attrNameLst>
                                      </p:cBhvr>
                                      <p:tavLst>
                                        <p:tav tm="0">
                                          <p:val>
                                            <p:strVal val="#ppt_x"/>
                                          </p:val>
                                        </p:tav>
                                        <p:tav tm="100000">
                                          <p:val>
                                            <p:strVal val="#ppt_x"/>
                                          </p:val>
                                        </p:tav>
                                      </p:tavLst>
                                    </p:anim>
                                    <p:anim calcmode="lin" valueType="num">
                                      <p:cBhvr additive="base">
                                        <p:cTn id="13" dur="500" fill="hold"/>
                                        <p:tgtEl>
                                          <p:spTgt spid="79890"/>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1" fill="hold" nodeType="clickEffect">
                                  <p:stCondLst>
                                    <p:cond delay="0"/>
                                  </p:stCondLst>
                                  <p:childTnLst>
                                    <p:set>
                                      <p:cBhvr>
                                        <p:cTn id="17" dur="1" fill="hold">
                                          <p:stCondLst>
                                            <p:cond delay="0"/>
                                          </p:stCondLst>
                                        </p:cTn>
                                        <p:tgtEl>
                                          <p:spTgt spid="79901"/>
                                        </p:tgtEl>
                                        <p:attrNameLst>
                                          <p:attrName>style.visibility</p:attrName>
                                        </p:attrNameLst>
                                      </p:cBhvr>
                                      <p:to>
                                        <p:strVal val="visible"/>
                                      </p:to>
                                    </p:set>
                                    <p:anim calcmode="lin" valueType="num">
                                      <p:cBhvr additive="base">
                                        <p:cTn id="18" dur="500" fill="hold"/>
                                        <p:tgtEl>
                                          <p:spTgt spid="79901"/>
                                        </p:tgtEl>
                                        <p:attrNameLst>
                                          <p:attrName>ppt_x</p:attrName>
                                        </p:attrNameLst>
                                      </p:cBhvr>
                                      <p:tavLst>
                                        <p:tav tm="0">
                                          <p:val>
                                            <p:strVal val="#ppt_x"/>
                                          </p:val>
                                        </p:tav>
                                        <p:tav tm="100000">
                                          <p:val>
                                            <p:strVal val="#ppt_x"/>
                                          </p:val>
                                        </p:tav>
                                      </p:tavLst>
                                    </p:anim>
                                    <p:anim calcmode="lin" valueType="num">
                                      <p:cBhvr additive="base">
                                        <p:cTn id="19" dur="500" fill="hold"/>
                                        <p:tgtEl>
                                          <p:spTgt spid="79901"/>
                                        </p:tgtEl>
                                        <p:attrNameLst>
                                          <p:attrName>ppt_y</p:attrName>
                                        </p:attrNameLst>
                                      </p:cBhvr>
                                      <p:tavLst>
                                        <p:tav tm="0">
                                          <p:val>
                                            <p:strVal val="0-#ppt_h/2"/>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9" fill="hold" nodeType="clickEffect">
                                  <p:stCondLst>
                                    <p:cond delay="0"/>
                                  </p:stCondLst>
                                  <p:childTnLst>
                                    <p:set>
                                      <p:cBhvr>
                                        <p:cTn id="23" dur="1" fill="hold">
                                          <p:stCondLst>
                                            <p:cond delay="0"/>
                                          </p:stCondLst>
                                        </p:cTn>
                                        <p:tgtEl>
                                          <p:spTgt spid="79902"/>
                                        </p:tgtEl>
                                        <p:attrNameLst>
                                          <p:attrName>style.visibility</p:attrName>
                                        </p:attrNameLst>
                                      </p:cBhvr>
                                      <p:to>
                                        <p:strVal val="visible"/>
                                      </p:to>
                                    </p:set>
                                    <p:anim calcmode="lin" valueType="num">
                                      <p:cBhvr additive="base">
                                        <p:cTn id="24" dur="500" fill="hold"/>
                                        <p:tgtEl>
                                          <p:spTgt spid="79902"/>
                                        </p:tgtEl>
                                        <p:attrNameLst>
                                          <p:attrName>ppt_x</p:attrName>
                                        </p:attrNameLst>
                                      </p:cBhvr>
                                      <p:tavLst>
                                        <p:tav tm="0">
                                          <p:val>
                                            <p:strVal val="0-#ppt_w/2"/>
                                          </p:val>
                                        </p:tav>
                                        <p:tav tm="100000">
                                          <p:val>
                                            <p:strVal val="#ppt_x"/>
                                          </p:val>
                                        </p:tav>
                                      </p:tavLst>
                                    </p:anim>
                                    <p:anim calcmode="lin" valueType="num">
                                      <p:cBhvr additive="base">
                                        <p:cTn id="25" dur="500" fill="hold"/>
                                        <p:tgtEl>
                                          <p:spTgt spid="7990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750" name="Group 2">
            <a:extLst>
              <a:ext uri="{FF2B5EF4-FFF2-40B4-BE49-F238E27FC236}">
                <a16:creationId xmlns:a16="http://schemas.microsoft.com/office/drawing/2014/main" id="{B7DDDE32-2343-41F7-9AA7-7225C92BDF27}"/>
              </a:ext>
            </a:extLst>
          </p:cNvPr>
          <p:cNvGrpSpPr>
            <a:grpSpLocks/>
          </p:cNvGrpSpPr>
          <p:nvPr/>
        </p:nvGrpSpPr>
        <p:grpSpPr bwMode="auto">
          <a:xfrm>
            <a:off x="2362200" y="468313"/>
            <a:ext cx="8305800" cy="557212"/>
            <a:chOff x="528" y="295"/>
            <a:chExt cx="5232" cy="351"/>
          </a:xfrm>
        </p:grpSpPr>
        <p:sp>
          <p:nvSpPr>
            <p:cNvPr id="31767" name="Text Box 3">
              <a:extLst>
                <a:ext uri="{FF2B5EF4-FFF2-40B4-BE49-F238E27FC236}">
                  <a16:creationId xmlns:a16="http://schemas.microsoft.com/office/drawing/2014/main" id="{B7A2357E-BB0E-4760-BBC0-5BF9418C328E}"/>
                </a:ext>
              </a:extLst>
            </p:cNvPr>
            <p:cNvSpPr txBox="1">
              <a:spLocks noChangeArrowheads="1"/>
            </p:cNvSpPr>
            <p:nvPr/>
          </p:nvSpPr>
          <p:spPr bwMode="auto">
            <a:xfrm>
              <a:off x="648" y="295"/>
              <a:ext cx="431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spcBef>
                  <a:spcPct val="50000"/>
                </a:spcBef>
              </a:pPr>
              <a:r>
                <a:rPr lang="es-ES_tradnl" altLang="en-US" b="1">
                  <a:solidFill>
                    <a:srgbClr val="008000"/>
                  </a:solidFill>
                  <a:latin typeface="Comic Sans MS" panose="030F0702030302020204" pitchFamily="66" charset="0"/>
                </a:rPr>
                <a:t>9.4	Ley de Ampère</a:t>
              </a:r>
              <a:endParaRPr lang="es-ES" altLang="en-US" b="1">
                <a:solidFill>
                  <a:srgbClr val="008000"/>
                </a:solidFill>
                <a:latin typeface="Comic Sans MS" panose="030F0702030302020204" pitchFamily="66" charset="0"/>
              </a:endParaRPr>
            </a:p>
          </p:txBody>
        </p:sp>
        <p:pic>
          <p:nvPicPr>
            <p:cNvPr id="31768" name="Picture 4" descr="BD14710_">
              <a:extLst>
                <a:ext uri="{FF2B5EF4-FFF2-40B4-BE49-F238E27FC236}">
                  <a16:creationId xmlns:a16="http://schemas.microsoft.com/office/drawing/2014/main" id="{2779872B-DA56-481A-B4CC-F9D28F88DC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8" y="559"/>
              <a:ext cx="5232"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82949" name="Text Box 5">
            <a:extLst>
              <a:ext uri="{FF2B5EF4-FFF2-40B4-BE49-F238E27FC236}">
                <a16:creationId xmlns:a16="http://schemas.microsoft.com/office/drawing/2014/main" id="{AE9183D0-5F35-42B2-BEEA-D87F77750083}"/>
              </a:ext>
            </a:extLst>
          </p:cNvPr>
          <p:cNvSpPr txBox="1">
            <a:spLocks noChangeArrowheads="1"/>
          </p:cNvSpPr>
          <p:nvPr/>
        </p:nvSpPr>
        <p:spPr bwMode="auto">
          <a:xfrm>
            <a:off x="2552700" y="1238251"/>
            <a:ext cx="77724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just" eaLnBrk="1" hangingPunct="1">
              <a:spcBef>
                <a:spcPct val="50000"/>
              </a:spcBef>
            </a:pPr>
            <a:r>
              <a:rPr lang="es-ES_tradnl" altLang="en-US" sz="2000">
                <a:solidFill>
                  <a:srgbClr val="800080"/>
                </a:solidFill>
              </a:rPr>
              <a:t>La ley de Ampère, relaciona la componente tangencial del campo magnético, alrededor de una curva cerrada C, con la corriente </a:t>
            </a:r>
            <a:r>
              <a:rPr lang="es-ES_tradnl" altLang="en-US" sz="2000">
                <a:solidFill>
                  <a:srgbClr val="800080"/>
                </a:solidFill>
                <a:latin typeface="Times New Roman" panose="02020603050405020304" pitchFamily="18" charset="0"/>
              </a:rPr>
              <a:t>I</a:t>
            </a:r>
            <a:r>
              <a:rPr lang="es-ES_tradnl" altLang="en-US" sz="2000" baseline="-25000">
                <a:solidFill>
                  <a:srgbClr val="800080"/>
                </a:solidFill>
              </a:rPr>
              <a:t>c</a:t>
            </a:r>
            <a:r>
              <a:rPr lang="es-ES_tradnl" altLang="en-US" sz="2000">
                <a:solidFill>
                  <a:srgbClr val="800080"/>
                </a:solidFill>
              </a:rPr>
              <a:t> que atraviesa dicha curva.</a:t>
            </a:r>
            <a:endParaRPr lang="es-ES" altLang="en-US" sz="2000">
              <a:solidFill>
                <a:srgbClr val="800080"/>
              </a:solidFill>
            </a:endParaRPr>
          </a:p>
        </p:txBody>
      </p:sp>
      <p:grpSp>
        <p:nvGrpSpPr>
          <p:cNvPr id="3" name="Group 6">
            <a:extLst>
              <a:ext uri="{FF2B5EF4-FFF2-40B4-BE49-F238E27FC236}">
                <a16:creationId xmlns:a16="http://schemas.microsoft.com/office/drawing/2014/main" id="{2CEC00F5-607E-43B2-A649-E7D428E03C54}"/>
              </a:ext>
            </a:extLst>
          </p:cNvPr>
          <p:cNvGrpSpPr>
            <a:grpSpLocks/>
          </p:cNvGrpSpPr>
          <p:nvPr/>
        </p:nvGrpSpPr>
        <p:grpSpPr bwMode="auto">
          <a:xfrm>
            <a:off x="5384800" y="2355850"/>
            <a:ext cx="5035550" cy="698500"/>
            <a:chOff x="2432" y="1484"/>
            <a:chExt cx="3172" cy="440"/>
          </a:xfrm>
        </p:grpSpPr>
        <p:graphicFrame>
          <p:nvGraphicFramePr>
            <p:cNvPr id="31749" name="Object 7">
              <a:extLst>
                <a:ext uri="{FF2B5EF4-FFF2-40B4-BE49-F238E27FC236}">
                  <a16:creationId xmlns:a16="http://schemas.microsoft.com/office/drawing/2014/main" id="{B3D7A949-6B6E-40B0-909E-AFD77B27543C}"/>
                </a:ext>
              </a:extLst>
            </p:cNvPr>
            <p:cNvGraphicFramePr>
              <a:graphicFrameLocks noChangeAspect="1"/>
            </p:cNvGraphicFramePr>
            <p:nvPr/>
          </p:nvGraphicFramePr>
          <p:xfrm>
            <a:off x="2432" y="1484"/>
            <a:ext cx="904" cy="440"/>
          </p:xfrm>
          <a:graphic>
            <a:graphicData uri="http://schemas.openxmlformats.org/presentationml/2006/ole">
              <mc:AlternateContent xmlns:mc="http://schemas.openxmlformats.org/markup-compatibility/2006">
                <mc:Choice xmlns:v="urn:schemas-microsoft-com:vml" Requires="v">
                  <p:oleObj spid="_x0000_s18462" name="Ecuación" r:id="rId4" imgW="1434960" imgH="698400" progId="Equation.3">
                    <p:embed/>
                  </p:oleObj>
                </mc:Choice>
                <mc:Fallback>
                  <p:oleObj name="Ecuación" r:id="rId4" imgW="1434960" imgH="698400" progId="Equation.3">
                    <p:embed/>
                    <p:pic>
                      <p:nvPicPr>
                        <p:cNvPr id="31749" name="Object 7">
                          <a:extLst>
                            <a:ext uri="{FF2B5EF4-FFF2-40B4-BE49-F238E27FC236}">
                              <a16:creationId xmlns:a16="http://schemas.microsoft.com/office/drawing/2014/main" id="{B3D7A949-6B6E-40B0-909E-AFD77B27543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32" y="1484"/>
                          <a:ext cx="904" cy="4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766" name="Text Box 8">
              <a:extLst>
                <a:ext uri="{FF2B5EF4-FFF2-40B4-BE49-F238E27FC236}">
                  <a16:creationId xmlns:a16="http://schemas.microsoft.com/office/drawing/2014/main" id="{FC188FFC-A690-453A-9F1E-86FA5DA08A53}"/>
                </a:ext>
              </a:extLst>
            </p:cNvPr>
            <p:cNvSpPr txBox="1">
              <a:spLocks noChangeArrowheads="1"/>
            </p:cNvSpPr>
            <p:nvPr/>
          </p:nvSpPr>
          <p:spPr bwMode="auto">
            <a:xfrm>
              <a:off x="3552" y="1512"/>
              <a:ext cx="205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spcBef>
                  <a:spcPct val="50000"/>
                </a:spcBef>
              </a:pPr>
              <a:r>
                <a:rPr lang="es-ES_tradnl" altLang="en-US" sz="2000">
                  <a:solidFill>
                    <a:srgbClr val="800080"/>
                  </a:solidFill>
                </a:rPr>
                <a:t>C: cualquier curva cerrada</a:t>
              </a:r>
              <a:endParaRPr lang="es-ES" altLang="en-US" sz="2000">
                <a:solidFill>
                  <a:srgbClr val="800080"/>
                </a:solidFill>
              </a:endParaRPr>
            </a:p>
          </p:txBody>
        </p:sp>
      </p:grpSp>
      <p:sp>
        <p:nvSpPr>
          <p:cNvPr id="82953" name="Text Box 9">
            <a:extLst>
              <a:ext uri="{FF2B5EF4-FFF2-40B4-BE49-F238E27FC236}">
                <a16:creationId xmlns:a16="http://schemas.microsoft.com/office/drawing/2014/main" id="{D5BBC2D1-2AC1-46F7-9D46-87FECF1B811E}"/>
              </a:ext>
            </a:extLst>
          </p:cNvPr>
          <p:cNvSpPr txBox="1">
            <a:spLocks noChangeArrowheads="1"/>
          </p:cNvSpPr>
          <p:nvPr/>
        </p:nvSpPr>
        <p:spPr bwMode="auto">
          <a:xfrm>
            <a:off x="2647950" y="3429001"/>
            <a:ext cx="7505700" cy="701675"/>
          </a:xfrm>
          <a:prstGeom prst="rect">
            <a:avLst/>
          </a:prstGeom>
          <a:noFill/>
          <a:ln w="9525">
            <a:noFill/>
            <a:miter lim="800000"/>
            <a:headEnd/>
            <a:tailEnd/>
          </a:ln>
          <a:effectLst/>
        </p:spPr>
        <p:txBody>
          <a:bodyPr>
            <a:spAutoFit/>
          </a:bodyPr>
          <a:lstStyle/>
          <a:p>
            <a:pPr marL="1428750" indent="-1428750" algn="just">
              <a:spcBef>
                <a:spcPct val="50000"/>
              </a:spcBef>
              <a:defRPr/>
            </a:pPr>
            <a:r>
              <a:rPr lang="es-ES_tradnl" sz="2000">
                <a:solidFill>
                  <a:srgbClr val="CC0000"/>
                </a:solidFill>
                <a:effectLst>
                  <a:outerShdw blurRad="38100" dist="38100" dir="2700000" algn="tl">
                    <a:srgbClr val="C0C0C0"/>
                  </a:outerShdw>
                </a:effectLst>
                <a:latin typeface="Arial" charset="0"/>
              </a:rPr>
              <a:t>Ejemplo 1</a:t>
            </a:r>
            <a:r>
              <a:rPr lang="es-ES_tradnl" sz="2000">
                <a:solidFill>
                  <a:schemeClr val="hlink"/>
                </a:solidFill>
                <a:latin typeface="Arial" charset="0"/>
              </a:rPr>
              <a:t>:</a:t>
            </a:r>
            <a:r>
              <a:rPr lang="es-ES_tradnl" sz="2000">
                <a:latin typeface="Arial" charset="0"/>
              </a:rPr>
              <a:t> </a:t>
            </a:r>
            <a:r>
              <a:rPr lang="es-ES_tradnl" sz="2000">
                <a:solidFill>
                  <a:srgbClr val="008000"/>
                </a:solidFill>
                <a:latin typeface="Arial" charset="0"/>
              </a:rPr>
              <a:t>Campo magnético creado por un hilo infinitamente largo y rectilíneo por el que circula una corriente.</a:t>
            </a:r>
            <a:r>
              <a:rPr lang="es-ES_tradnl" sz="2000">
                <a:latin typeface="Arial" charset="0"/>
              </a:rPr>
              <a:t> </a:t>
            </a:r>
            <a:endParaRPr lang="es-ES" sz="2000">
              <a:latin typeface="Arial" charset="0"/>
            </a:endParaRPr>
          </a:p>
        </p:txBody>
      </p:sp>
      <p:grpSp>
        <p:nvGrpSpPr>
          <p:cNvPr id="4" name="Group 10">
            <a:extLst>
              <a:ext uri="{FF2B5EF4-FFF2-40B4-BE49-F238E27FC236}">
                <a16:creationId xmlns:a16="http://schemas.microsoft.com/office/drawing/2014/main" id="{2630FE27-0D9F-4175-B712-936AD009ED9F}"/>
              </a:ext>
            </a:extLst>
          </p:cNvPr>
          <p:cNvGrpSpPr>
            <a:grpSpLocks/>
          </p:cNvGrpSpPr>
          <p:nvPr/>
        </p:nvGrpSpPr>
        <p:grpSpPr bwMode="auto">
          <a:xfrm>
            <a:off x="2514600" y="3962400"/>
            <a:ext cx="2667000" cy="2667000"/>
            <a:chOff x="624" y="2496"/>
            <a:chExt cx="1680" cy="1680"/>
          </a:xfrm>
        </p:grpSpPr>
        <p:pic>
          <p:nvPicPr>
            <p:cNvPr id="31763" name="Picture 11" descr="F29-21">
              <a:extLst>
                <a:ext uri="{FF2B5EF4-FFF2-40B4-BE49-F238E27FC236}">
                  <a16:creationId xmlns:a16="http://schemas.microsoft.com/office/drawing/2014/main" id="{A3AC9DD6-B8D6-4ED2-A9FF-800CCFCD7AC8}"/>
                </a:ext>
              </a:extLst>
            </p:cNvPr>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24" y="2496"/>
              <a:ext cx="1680" cy="1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64" name="Line 12">
              <a:extLst>
                <a:ext uri="{FF2B5EF4-FFF2-40B4-BE49-F238E27FC236}">
                  <a16:creationId xmlns:a16="http://schemas.microsoft.com/office/drawing/2014/main" id="{45CEA178-47B4-49B1-96C7-897481217CBD}"/>
                </a:ext>
              </a:extLst>
            </p:cNvPr>
            <p:cNvSpPr>
              <a:spLocks noChangeShapeType="1"/>
            </p:cNvSpPr>
            <p:nvPr/>
          </p:nvSpPr>
          <p:spPr bwMode="auto">
            <a:xfrm flipV="1">
              <a:off x="1080" y="3388"/>
              <a:ext cx="362" cy="54"/>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1765" name="Line 13">
              <a:extLst>
                <a:ext uri="{FF2B5EF4-FFF2-40B4-BE49-F238E27FC236}">
                  <a16:creationId xmlns:a16="http://schemas.microsoft.com/office/drawing/2014/main" id="{220923FB-126E-40D9-A7DB-9C1177170AC5}"/>
                </a:ext>
              </a:extLst>
            </p:cNvPr>
            <p:cNvSpPr>
              <a:spLocks noChangeShapeType="1"/>
            </p:cNvSpPr>
            <p:nvPr/>
          </p:nvSpPr>
          <p:spPr bwMode="auto">
            <a:xfrm>
              <a:off x="1452" y="3490"/>
              <a:ext cx="500" cy="118"/>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grpSp>
        <p:nvGrpSpPr>
          <p:cNvPr id="5" name="Group 14">
            <a:extLst>
              <a:ext uri="{FF2B5EF4-FFF2-40B4-BE49-F238E27FC236}">
                <a16:creationId xmlns:a16="http://schemas.microsoft.com/office/drawing/2014/main" id="{AA7258C6-F366-4BC2-851F-6E92A86B70A9}"/>
              </a:ext>
            </a:extLst>
          </p:cNvPr>
          <p:cNvGrpSpPr>
            <a:grpSpLocks/>
          </p:cNvGrpSpPr>
          <p:nvPr/>
        </p:nvGrpSpPr>
        <p:grpSpPr bwMode="auto">
          <a:xfrm>
            <a:off x="5514975" y="4340226"/>
            <a:ext cx="4789488" cy="396875"/>
            <a:chOff x="2514" y="2734"/>
            <a:chExt cx="3017" cy="250"/>
          </a:xfrm>
        </p:grpSpPr>
        <p:grpSp>
          <p:nvGrpSpPr>
            <p:cNvPr id="31759" name="Group 15">
              <a:extLst>
                <a:ext uri="{FF2B5EF4-FFF2-40B4-BE49-F238E27FC236}">
                  <a16:creationId xmlns:a16="http://schemas.microsoft.com/office/drawing/2014/main" id="{00490125-838E-4E47-B7F2-9E686F601AAF}"/>
                </a:ext>
              </a:extLst>
            </p:cNvPr>
            <p:cNvGrpSpPr>
              <a:grpSpLocks/>
            </p:cNvGrpSpPr>
            <p:nvPr/>
          </p:nvGrpSpPr>
          <p:grpSpPr bwMode="auto">
            <a:xfrm>
              <a:off x="2514" y="2734"/>
              <a:ext cx="3017" cy="250"/>
              <a:chOff x="2514" y="2734"/>
              <a:chExt cx="3017" cy="250"/>
            </a:xfrm>
          </p:grpSpPr>
          <p:sp>
            <p:nvSpPr>
              <p:cNvPr id="31762" name="Text Box 16">
                <a:extLst>
                  <a:ext uri="{FF2B5EF4-FFF2-40B4-BE49-F238E27FC236}">
                    <a16:creationId xmlns:a16="http://schemas.microsoft.com/office/drawing/2014/main" id="{E88B4337-A664-4AE4-AB3A-041682545E2D}"/>
                  </a:ext>
                </a:extLst>
              </p:cNvPr>
              <p:cNvSpPr txBox="1">
                <a:spLocks noChangeArrowheads="1"/>
              </p:cNvSpPr>
              <p:nvPr/>
            </p:nvSpPr>
            <p:spPr bwMode="auto">
              <a:xfrm>
                <a:off x="2514" y="2734"/>
                <a:ext cx="301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spcBef>
                    <a:spcPct val="50000"/>
                  </a:spcBef>
                </a:pPr>
                <a:r>
                  <a:rPr lang="es-ES_tradnl" altLang="en-US" sz="2000">
                    <a:solidFill>
                      <a:srgbClr val="CC6600"/>
                    </a:solidFill>
                  </a:rPr>
                  <a:t>Si la curva es una circunferencia </a:t>
                </a:r>
                <a:endParaRPr lang="es-ES" altLang="en-US" sz="2000">
                  <a:solidFill>
                    <a:srgbClr val="CC6600"/>
                  </a:solidFill>
                </a:endParaRPr>
              </a:p>
            </p:txBody>
          </p:sp>
          <p:graphicFrame>
            <p:nvGraphicFramePr>
              <p:cNvPr id="31748" name="Object 17">
                <a:extLst>
                  <a:ext uri="{FF2B5EF4-FFF2-40B4-BE49-F238E27FC236}">
                    <a16:creationId xmlns:a16="http://schemas.microsoft.com/office/drawing/2014/main" id="{22129A23-2B6A-455A-9835-2840F1964E03}"/>
                  </a:ext>
                </a:extLst>
              </p:cNvPr>
              <p:cNvGraphicFramePr>
                <a:graphicFrameLocks noChangeAspect="1"/>
              </p:cNvGraphicFramePr>
              <p:nvPr/>
            </p:nvGraphicFramePr>
            <p:xfrm>
              <a:off x="4935" y="2758"/>
              <a:ext cx="352" cy="176"/>
            </p:xfrm>
            <a:graphic>
              <a:graphicData uri="http://schemas.openxmlformats.org/presentationml/2006/ole">
                <mc:AlternateContent xmlns:mc="http://schemas.openxmlformats.org/markup-compatibility/2006">
                  <mc:Choice xmlns:v="urn:schemas-microsoft-com:vml" Requires="v">
                    <p:oleObj spid="_x0000_s18463" name="Ecuación" r:id="rId7" imgW="558720" imgH="279360" progId="Equation.3">
                      <p:embed/>
                    </p:oleObj>
                  </mc:Choice>
                  <mc:Fallback>
                    <p:oleObj name="Ecuación" r:id="rId7" imgW="558720" imgH="279360" progId="Equation.3">
                      <p:embed/>
                      <p:pic>
                        <p:nvPicPr>
                          <p:cNvPr id="31748" name="Object 17">
                            <a:extLst>
                              <a:ext uri="{FF2B5EF4-FFF2-40B4-BE49-F238E27FC236}">
                                <a16:creationId xmlns:a16="http://schemas.microsoft.com/office/drawing/2014/main" id="{22129A23-2B6A-455A-9835-2840F1964E0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35" y="2758"/>
                            <a:ext cx="352" cy="1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31760" name="Line 18">
              <a:extLst>
                <a:ext uri="{FF2B5EF4-FFF2-40B4-BE49-F238E27FC236}">
                  <a16:creationId xmlns:a16="http://schemas.microsoft.com/office/drawing/2014/main" id="{390112D7-3528-428A-A752-61391C17A4FF}"/>
                </a:ext>
              </a:extLst>
            </p:cNvPr>
            <p:cNvSpPr>
              <a:spLocks noChangeShapeType="1"/>
            </p:cNvSpPr>
            <p:nvPr/>
          </p:nvSpPr>
          <p:spPr bwMode="auto">
            <a:xfrm>
              <a:off x="5067" y="2781"/>
              <a:ext cx="0" cy="156"/>
            </a:xfrm>
            <a:prstGeom prst="line">
              <a:avLst/>
            </a:prstGeom>
            <a:noFill/>
            <a:ln w="19050">
              <a:solidFill>
                <a:srgbClr val="CC66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31761" name="Line 19">
              <a:extLst>
                <a:ext uri="{FF2B5EF4-FFF2-40B4-BE49-F238E27FC236}">
                  <a16:creationId xmlns:a16="http://schemas.microsoft.com/office/drawing/2014/main" id="{F56835D5-4C29-4478-B219-A1069E2FCFA4}"/>
                </a:ext>
              </a:extLst>
            </p:cNvPr>
            <p:cNvSpPr>
              <a:spLocks noChangeShapeType="1"/>
            </p:cNvSpPr>
            <p:nvPr/>
          </p:nvSpPr>
          <p:spPr bwMode="auto">
            <a:xfrm>
              <a:off x="5103" y="2781"/>
              <a:ext cx="0" cy="156"/>
            </a:xfrm>
            <a:prstGeom prst="line">
              <a:avLst/>
            </a:prstGeom>
            <a:noFill/>
            <a:ln w="19050">
              <a:solidFill>
                <a:srgbClr val="CC6600"/>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graphicFrame>
        <p:nvGraphicFramePr>
          <p:cNvPr id="82964" name="Object 20">
            <a:extLst>
              <a:ext uri="{FF2B5EF4-FFF2-40B4-BE49-F238E27FC236}">
                <a16:creationId xmlns:a16="http://schemas.microsoft.com/office/drawing/2014/main" id="{2288D118-91DB-407B-BC60-F702BC24216E}"/>
              </a:ext>
            </a:extLst>
          </p:cNvPr>
          <p:cNvGraphicFramePr>
            <a:graphicFrameLocks noChangeAspect="1"/>
          </p:cNvGraphicFramePr>
          <p:nvPr/>
        </p:nvGraphicFramePr>
        <p:xfrm>
          <a:off x="5784850" y="4802188"/>
          <a:ext cx="3886200" cy="698500"/>
        </p:xfrm>
        <a:graphic>
          <a:graphicData uri="http://schemas.openxmlformats.org/presentationml/2006/ole">
            <mc:AlternateContent xmlns:mc="http://schemas.openxmlformats.org/markup-compatibility/2006">
              <mc:Choice xmlns:v="urn:schemas-microsoft-com:vml" Requires="v">
                <p:oleObj spid="_x0000_s18464" name="Ecuación" r:id="rId9" imgW="3886200" imgH="698400" progId="Equation.3">
                  <p:embed/>
                </p:oleObj>
              </mc:Choice>
              <mc:Fallback>
                <p:oleObj name="Ecuación" r:id="rId9" imgW="3886200" imgH="698400" progId="Equation.3">
                  <p:embed/>
                  <p:pic>
                    <p:nvPicPr>
                      <p:cNvPr id="82964" name="Object 20">
                        <a:extLst>
                          <a:ext uri="{FF2B5EF4-FFF2-40B4-BE49-F238E27FC236}">
                            <a16:creationId xmlns:a16="http://schemas.microsoft.com/office/drawing/2014/main" id="{2288D118-91DB-407B-BC60-F702BC24216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784850" y="4802188"/>
                        <a:ext cx="3886200" cy="698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756" name="Text Box 21">
            <a:extLst>
              <a:ext uri="{FF2B5EF4-FFF2-40B4-BE49-F238E27FC236}">
                <a16:creationId xmlns:a16="http://schemas.microsoft.com/office/drawing/2014/main" id="{DB469C84-2D1D-4A6A-8B69-F8D829F99807}"/>
              </a:ext>
            </a:extLst>
          </p:cNvPr>
          <p:cNvSpPr txBox="1">
            <a:spLocks noChangeArrowheads="1"/>
          </p:cNvSpPr>
          <p:nvPr/>
        </p:nvSpPr>
        <p:spPr bwMode="auto">
          <a:xfrm rot="16206223">
            <a:off x="-601662" y="4265614"/>
            <a:ext cx="4727575"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spcBef>
                <a:spcPct val="50000"/>
              </a:spcBef>
            </a:pPr>
            <a:r>
              <a:rPr lang="es-ES" altLang="en-US" sz="1000">
                <a:solidFill>
                  <a:schemeClr val="bg1"/>
                </a:solidFill>
                <a:latin typeface="Times New Roman" panose="02020603050405020304" pitchFamily="18" charset="0"/>
              </a:rPr>
              <a:t>Autores Mar Artigao Castillo, Manuel Sánchez Martínez</a:t>
            </a:r>
          </a:p>
          <a:p>
            <a:pPr eaLnBrk="1" hangingPunct="1">
              <a:spcBef>
                <a:spcPct val="50000"/>
              </a:spcBef>
            </a:pPr>
            <a:r>
              <a:rPr lang="es-ES" altLang="en-US" sz="1000">
                <a:solidFill>
                  <a:schemeClr val="bg1"/>
                </a:solidFill>
                <a:latin typeface="Times New Roman" panose="02020603050405020304" pitchFamily="18" charset="0"/>
              </a:rPr>
              <a:t>Dpto de Física Aplicada, Escuela Politécnica Superior de Albacete (UCLM)</a:t>
            </a:r>
          </a:p>
        </p:txBody>
      </p:sp>
      <p:grpSp>
        <p:nvGrpSpPr>
          <p:cNvPr id="7" name="Group 22">
            <a:extLst>
              <a:ext uri="{FF2B5EF4-FFF2-40B4-BE49-F238E27FC236}">
                <a16:creationId xmlns:a16="http://schemas.microsoft.com/office/drawing/2014/main" id="{28D83409-7990-4FDA-89DB-59DE580CA444}"/>
              </a:ext>
            </a:extLst>
          </p:cNvPr>
          <p:cNvGrpSpPr>
            <a:grpSpLocks/>
          </p:cNvGrpSpPr>
          <p:nvPr/>
        </p:nvGrpSpPr>
        <p:grpSpPr bwMode="auto">
          <a:xfrm>
            <a:off x="7073900" y="5613400"/>
            <a:ext cx="1524000" cy="838200"/>
            <a:chOff x="3496" y="3440"/>
            <a:chExt cx="960" cy="528"/>
          </a:xfrm>
        </p:grpSpPr>
        <p:graphicFrame>
          <p:nvGraphicFramePr>
            <p:cNvPr id="31747" name="Object 23">
              <a:extLst>
                <a:ext uri="{FF2B5EF4-FFF2-40B4-BE49-F238E27FC236}">
                  <a16:creationId xmlns:a16="http://schemas.microsoft.com/office/drawing/2014/main" id="{219B234E-2418-411F-B9DE-0CDA25A043DE}"/>
                </a:ext>
              </a:extLst>
            </p:cNvPr>
            <p:cNvGraphicFramePr>
              <a:graphicFrameLocks noChangeAspect="1"/>
            </p:cNvGraphicFramePr>
            <p:nvPr/>
          </p:nvGraphicFramePr>
          <p:xfrm>
            <a:off x="3574" y="3479"/>
            <a:ext cx="824" cy="384"/>
          </p:xfrm>
          <a:graphic>
            <a:graphicData uri="http://schemas.openxmlformats.org/presentationml/2006/ole">
              <mc:AlternateContent xmlns:mc="http://schemas.openxmlformats.org/markup-compatibility/2006">
                <mc:Choice xmlns:v="urn:schemas-microsoft-com:vml" Requires="v">
                  <p:oleObj spid="_x0000_s18465" name="Ecuación" r:id="rId11" imgW="1307880" imgH="609480" progId="Equation.3">
                    <p:embed/>
                  </p:oleObj>
                </mc:Choice>
                <mc:Fallback>
                  <p:oleObj name="Ecuación" r:id="rId11" imgW="1307880" imgH="609480" progId="Equation.3">
                    <p:embed/>
                    <p:pic>
                      <p:nvPicPr>
                        <p:cNvPr id="31747" name="Object 23">
                          <a:extLst>
                            <a:ext uri="{FF2B5EF4-FFF2-40B4-BE49-F238E27FC236}">
                              <a16:creationId xmlns:a16="http://schemas.microsoft.com/office/drawing/2014/main" id="{219B234E-2418-411F-B9DE-0CDA25A043DE}"/>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574" y="3479"/>
                          <a:ext cx="824"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758" name="Rectangle 24">
              <a:extLst>
                <a:ext uri="{FF2B5EF4-FFF2-40B4-BE49-F238E27FC236}">
                  <a16:creationId xmlns:a16="http://schemas.microsoft.com/office/drawing/2014/main" id="{E97DDFAE-9A32-404A-AED1-B8A2B897E86B}"/>
                </a:ext>
              </a:extLst>
            </p:cNvPr>
            <p:cNvSpPr>
              <a:spLocks noChangeArrowheads="1"/>
            </p:cNvSpPr>
            <p:nvPr/>
          </p:nvSpPr>
          <p:spPr bwMode="auto">
            <a:xfrm>
              <a:off x="3496" y="3440"/>
              <a:ext cx="960" cy="528"/>
            </a:xfrm>
            <a:prstGeom prst="rect">
              <a:avLst/>
            </a:prstGeom>
            <a:noFill/>
            <a:ln w="28575">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2949"/>
                                        </p:tgtEl>
                                        <p:attrNameLst>
                                          <p:attrName>style.visibility</p:attrName>
                                        </p:attrNameLst>
                                      </p:cBhvr>
                                      <p:to>
                                        <p:strVal val="visible"/>
                                      </p:to>
                                    </p:set>
                                    <p:anim calcmode="lin" valueType="num">
                                      <p:cBhvr additive="base">
                                        <p:cTn id="7" dur="500" fill="hold"/>
                                        <p:tgtEl>
                                          <p:spTgt spid="82949"/>
                                        </p:tgtEl>
                                        <p:attrNameLst>
                                          <p:attrName>ppt_x</p:attrName>
                                        </p:attrNameLst>
                                      </p:cBhvr>
                                      <p:tavLst>
                                        <p:tav tm="0">
                                          <p:val>
                                            <p:strVal val="#ppt_x"/>
                                          </p:val>
                                        </p:tav>
                                        <p:tav tm="100000">
                                          <p:val>
                                            <p:strVal val="#ppt_x"/>
                                          </p:val>
                                        </p:tav>
                                      </p:tavLst>
                                    </p:anim>
                                    <p:anim calcmode="lin" valueType="num">
                                      <p:cBhvr additive="base">
                                        <p:cTn id="8" dur="500" fill="hold"/>
                                        <p:tgtEl>
                                          <p:spTgt spid="82949"/>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5"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blinds(vertical)">
                                      <p:cBhvr>
                                        <p:cTn id="13" dur="500"/>
                                        <p:tgtEl>
                                          <p:spTgt spid="3"/>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9" fill="hold" grpId="0" nodeType="clickEffect">
                                  <p:stCondLst>
                                    <p:cond delay="0"/>
                                  </p:stCondLst>
                                  <p:childTnLst>
                                    <p:set>
                                      <p:cBhvr>
                                        <p:cTn id="17" dur="1" fill="hold">
                                          <p:stCondLst>
                                            <p:cond delay="0"/>
                                          </p:stCondLst>
                                        </p:cTn>
                                        <p:tgtEl>
                                          <p:spTgt spid="82953"/>
                                        </p:tgtEl>
                                        <p:attrNameLst>
                                          <p:attrName>style.visibility</p:attrName>
                                        </p:attrNameLst>
                                      </p:cBhvr>
                                      <p:to>
                                        <p:strVal val="visible"/>
                                      </p:to>
                                    </p:set>
                                    <p:anim calcmode="lin" valueType="num">
                                      <p:cBhvr additive="base">
                                        <p:cTn id="18" dur="500" fill="hold"/>
                                        <p:tgtEl>
                                          <p:spTgt spid="82953"/>
                                        </p:tgtEl>
                                        <p:attrNameLst>
                                          <p:attrName>ppt_x</p:attrName>
                                        </p:attrNameLst>
                                      </p:cBhvr>
                                      <p:tavLst>
                                        <p:tav tm="0">
                                          <p:val>
                                            <p:strVal val="0-#ppt_w/2"/>
                                          </p:val>
                                        </p:tav>
                                        <p:tav tm="100000">
                                          <p:val>
                                            <p:strVal val="#ppt_x"/>
                                          </p:val>
                                        </p:tav>
                                      </p:tavLst>
                                    </p:anim>
                                    <p:anim calcmode="lin" valueType="num">
                                      <p:cBhvr additive="base">
                                        <p:cTn id="19" dur="500" fill="hold"/>
                                        <p:tgtEl>
                                          <p:spTgt spid="82953"/>
                                        </p:tgtEl>
                                        <p:attrNameLst>
                                          <p:attrName>ppt_y</p:attrName>
                                        </p:attrNameLst>
                                      </p:cBhvr>
                                      <p:tavLst>
                                        <p:tav tm="0">
                                          <p:val>
                                            <p:strVal val="0-#ppt_h/2"/>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15" presetClass="entr" presetSubtype="0" fill="hold" nodeType="clickEffect">
                                  <p:stCondLst>
                                    <p:cond delay="0"/>
                                  </p:stCondLst>
                                  <p:childTnLst>
                                    <p:set>
                                      <p:cBhvr>
                                        <p:cTn id="23" dur="1" fill="hold">
                                          <p:stCondLst>
                                            <p:cond delay="0"/>
                                          </p:stCondLst>
                                        </p:cTn>
                                        <p:tgtEl>
                                          <p:spTgt spid="4"/>
                                        </p:tgtEl>
                                        <p:attrNameLst>
                                          <p:attrName>style.visibility</p:attrName>
                                        </p:attrNameLst>
                                      </p:cBhvr>
                                      <p:to>
                                        <p:strVal val="visible"/>
                                      </p:to>
                                    </p:set>
                                    <p:anim calcmode="lin" valueType="num">
                                      <p:cBhvr>
                                        <p:cTn id="24" dur="1000" fill="hold"/>
                                        <p:tgtEl>
                                          <p:spTgt spid="4"/>
                                        </p:tgtEl>
                                        <p:attrNameLst>
                                          <p:attrName>ppt_w</p:attrName>
                                        </p:attrNameLst>
                                      </p:cBhvr>
                                      <p:tavLst>
                                        <p:tav tm="0">
                                          <p:val>
                                            <p:fltVal val="0"/>
                                          </p:val>
                                        </p:tav>
                                        <p:tav tm="100000">
                                          <p:val>
                                            <p:strVal val="#ppt_w"/>
                                          </p:val>
                                        </p:tav>
                                      </p:tavLst>
                                    </p:anim>
                                    <p:anim calcmode="lin" valueType="num">
                                      <p:cBhvr>
                                        <p:cTn id="25" dur="1000" fill="hold"/>
                                        <p:tgtEl>
                                          <p:spTgt spid="4"/>
                                        </p:tgtEl>
                                        <p:attrNameLst>
                                          <p:attrName>ppt_h</p:attrName>
                                        </p:attrNameLst>
                                      </p:cBhvr>
                                      <p:tavLst>
                                        <p:tav tm="0">
                                          <p:val>
                                            <p:fltVal val="0"/>
                                          </p:val>
                                        </p:tav>
                                        <p:tav tm="100000">
                                          <p:val>
                                            <p:strVal val="#ppt_h"/>
                                          </p:val>
                                        </p:tav>
                                      </p:tavLst>
                                    </p:anim>
                                    <p:anim calcmode="lin" valueType="num">
                                      <p:cBhvr>
                                        <p:cTn id="26" dur="1000" fill="hold"/>
                                        <p:tgtEl>
                                          <p:spTgt spid="4"/>
                                        </p:tgtEl>
                                        <p:attrNameLst>
                                          <p:attrName>ppt_x</p:attrName>
                                        </p:attrNameLst>
                                      </p:cBhvr>
                                      <p:tavLst>
                                        <p:tav tm="0" fmla="#ppt_x+(cos(-2*pi*(1-$))*-#ppt_x-sin(-2*pi*(1-$))*(1-#ppt_y))*(1-$)">
                                          <p:val>
                                            <p:fltVal val="0"/>
                                          </p:val>
                                        </p:tav>
                                        <p:tav tm="100000">
                                          <p:val>
                                            <p:fltVal val="1"/>
                                          </p:val>
                                        </p:tav>
                                      </p:tavLst>
                                    </p:anim>
                                    <p:anim calcmode="lin" valueType="num">
                                      <p:cBhvr>
                                        <p:cTn id="27" dur="1000" fill="hold"/>
                                        <p:tgtEl>
                                          <p:spTgt spid="4"/>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blinds(horizontal)">
                                      <p:cBhvr>
                                        <p:cTn id="32" dur="500"/>
                                        <p:tgtEl>
                                          <p:spTgt spid="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7" presetClass="entr" presetSubtype="10" fill="hold" nodeType="clickEffect">
                                  <p:stCondLst>
                                    <p:cond delay="0"/>
                                  </p:stCondLst>
                                  <p:childTnLst>
                                    <p:set>
                                      <p:cBhvr>
                                        <p:cTn id="36" dur="1" fill="hold">
                                          <p:stCondLst>
                                            <p:cond delay="0"/>
                                          </p:stCondLst>
                                        </p:cTn>
                                        <p:tgtEl>
                                          <p:spTgt spid="82964"/>
                                        </p:tgtEl>
                                        <p:attrNameLst>
                                          <p:attrName>style.visibility</p:attrName>
                                        </p:attrNameLst>
                                      </p:cBhvr>
                                      <p:to>
                                        <p:strVal val="visible"/>
                                      </p:to>
                                    </p:set>
                                    <p:anim calcmode="lin" valueType="num">
                                      <p:cBhvr>
                                        <p:cTn id="37" dur="500" fill="hold"/>
                                        <p:tgtEl>
                                          <p:spTgt spid="82964"/>
                                        </p:tgtEl>
                                        <p:attrNameLst>
                                          <p:attrName>ppt_w</p:attrName>
                                        </p:attrNameLst>
                                      </p:cBhvr>
                                      <p:tavLst>
                                        <p:tav tm="0">
                                          <p:val>
                                            <p:fltVal val="0"/>
                                          </p:val>
                                        </p:tav>
                                        <p:tav tm="100000">
                                          <p:val>
                                            <p:strVal val="#ppt_w"/>
                                          </p:val>
                                        </p:tav>
                                      </p:tavLst>
                                    </p:anim>
                                    <p:anim calcmode="lin" valueType="num">
                                      <p:cBhvr>
                                        <p:cTn id="38" dur="500" fill="hold"/>
                                        <p:tgtEl>
                                          <p:spTgt spid="82964"/>
                                        </p:tgtEl>
                                        <p:attrNameLst>
                                          <p:attrName>ppt_h</p:attrName>
                                        </p:attrNameLst>
                                      </p:cBhvr>
                                      <p:tavLst>
                                        <p:tav tm="0">
                                          <p:val>
                                            <p:strVal val="#ppt_h"/>
                                          </p:val>
                                        </p:tav>
                                        <p:tav tm="100000">
                                          <p:val>
                                            <p:strVal val="#ppt_h"/>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499"/>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9" grpId="0" autoUpdateAnimBg="0"/>
      <p:bldP spid="82953"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6" name="Text Box 2">
            <a:extLst>
              <a:ext uri="{FF2B5EF4-FFF2-40B4-BE49-F238E27FC236}">
                <a16:creationId xmlns:a16="http://schemas.microsoft.com/office/drawing/2014/main" id="{AE9DE8A9-EAA2-40ED-9519-69F4086A041A}"/>
              </a:ext>
            </a:extLst>
          </p:cNvPr>
          <p:cNvSpPr txBox="1">
            <a:spLocks noChangeArrowheads="1"/>
          </p:cNvSpPr>
          <p:nvPr/>
        </p:nvSpPr>
        <p:spPr bwMode="auto">
          <a:xfrm>
            <a:off x="2552701" y="468313"/>
            <a:ext cx="6848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spcBef>
                <a:spcPct val="50000"/>
              </a:spcBef>
            </a:pPr>
            <a:r>
              <a:rPr lang="es-ES_tradnl" altLang="en-US" b="1">
                <a:solidFill>
                  <a:srgbClr val="008000"/>
                </a:solidFill>
                <a:latin typeface="Comic Sans MS" panose="030F0702030302020204" pitchFamily="66" charset="0"/>
              </a:rPr>
              <a:t>9.3	Fuerza entre corrientes paralelas</a:t>
            </a:r>
            <a:endParaRPr lang="es-ES" altLang="en-US" b="1">
              <a:solidFill>
                <a:srgbClr val="008000"/>
              </a:solidFill>
              <a:latin typeface="Comic Sans MS" panose="030F0702030302020204" pitchFamily="66" charset="0"/>
            </a:endParaRPr>
          </a:p>
        </p:txBody>
      </p:sp>
      <p:pic>
        <p:nvPicPr>
          <p:cNvPr id="30727" name="Picture 3" descr="BD14710_">
            <a:extLst>
              <a:ext uri="{FF2B5EF4-FFF2-40B4-BE49-F238E27FC236}">
                <a16:creationId xmlns:a16="http://schemas.microsoft.com/office/drawing/2014/main" id="{51CB3ACA-E475-4E36-B00D-DB60646F98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887413"/>
            <a:ext cx="8305800" cy="138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Group 4">
            <a:extLst>
              <a:ext uri="{FF2B5EF4-FFF2-40B4-BE49-F238E27FC236}">
                <a16:creationId xmlns:a16="http://schemas.microsoft.com/office/drawing/2014/main" id="{3E4986A1-BF11-429D-AC96-553498646FC5}"/>
              </a:ext>
            </a:extLst>
          </p:cNvPr>
          <p:cNvGrpSpPr>
            <a:grpSpLocks/>
          </p:cNvGrpSpPr>
          <p:nvPr/>
        </p:nvGrpSpPr>
        <p:grpSpPr bwMode="auto">
          <a:xfrm>
            <a:off x="2344738" y="1420813"/>
            <a:ext cx="3414712" cy="2868612"/>
            <a:chOff x="517" y="895"/>
            <a:chExt cx="2151" cy="1807"/>
          </a:xfrm>
        </p:grpSpPr>
        <p:grpSp>
          <p:nvGrpSpPr>
            <p:cNvPr id="30735" name="Group 5">
              <a:extLst>
                <a:ext uri="{FF2B5EF4-FFF2-40B4-BE49-F238E27FC236}">
                  <a16:creationId xmlns:a16="http://schemas.microsoft.com/office/drawing/2014/main" id="{6E3D24C3-0CA7-40DE-90D7-672C4D5F34D3}"/>
                </a:ext>
              </a:extLst>
            </p:cNvPr>
            <p:cNvGrpSpPr>
              <a:grpSpLocks/>
            </p:cNvGrpSpPr>
            <p:nvPr/>
          </p:nvGrpSpPr>
          <p:grpSpPr bwMode="auto">
            <a:xfrm>
              <a:off x="517" y="895"/>
              <a:ext cx="2151" cy="1807"/>
              <a:chOff x="517" y="895"/>
              <a:chExt cx="2151" cy="1807"/>
            </a:xfrm>
          </p:grpSpPr>
          <p:pic>
            <p:nvPicPr>
              <p:cNvPr id="30744" name="Picture 6">
                <a:extLst>
                  <a:ext uri="{FF2B5EF4-FFF2-40B4-BE49-F238E27FC236}">
                    <a16:creationId xmlns:a16="http://schemas.microsoft.com/office/drawing/2014/main" id="{405F18AA-BC3A-47C4-B3FD-0BE2A70DBD4D}"/>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17" y="895"/>
                <a:ext cx="2151" cy="18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45" name="Line 7">
                <a:extLst>
                  <a:ext uri="{FF2B5EF4-FFF2-40B4-BE49-F238E27FC236}">
                    <a16:creationId xmlns:a16="http://schemas.microsoft.com/office/drawing/2014/main" id="{7007FBD5-9BAC-4827-973F-7E63AD5746DF}"/>
                  </a:ext>
                </a:extLst>
              </p:cNvPr>
              <p:cNvSpPr>
                <a:spLocks noChangeShapeType="1"/>
              </p:cNvSpPr>
              <p:nvPr/>
            </p:nvSpPr>
            <p:spPr bwMode="auto">
              <a:xfrm flipH="1">
                <a:off x="1564" y="1756"/>
                <a:ext cx="424" cy="88"/>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wrap="none"/>
              <a:lstStyle/>
              <a:p>
                <a:endParaRPr lang="en-US"/>
              </a:p>
            </p:txBody>
          </p:sp>
        </p:grpSp>
        <p:grpSp>
          <p:nvGrpSpPr>
            <p:cNvPr id="30736" name="Group 8">
              <a:extLst>
                <a:ext uri="{FF2B5EF4-FFF2-40B4-BE49-F238E27FC236}">
                  <a16:creationId xmlns:a16="http://schemas.microsoft.com/office/drawing/2014/main" id="{A1B0BA00-2719-488F-B736-4ACBA968511D}"/>
                </a:ext>
              </a:extLst>
            </p:cNvPr>
            <p:cNvGrpSpPr>
              <a:grpSpLocks/>
            </p:cNvGrpSpPr>
            <p:nvPr/>
          </p:nvGrpSpPr>
          <p:grpSpPr bwMode="auto">
            <a:xfrm>
              <a:off x="608" y="1240"/>
              <a:ext cx="1852" cy="1196"/>
              <a:chOff x="608" y="1240"/>
              <a:chExt cx="1852" cy="1196"/>
            </a:xfrm>
          </p:grpSpPr>
          <p:grpSp>
            <p:nvGrpSpPr>
              <p:cNvPr id="30737" name="Group 9">
                <a:extLst>
                  <a:ext uri="{FF2B5EF4-FFF2-40B4-BE49-F238E27FC236}">
                    <a16:creationId xmlns:a16="http://schemas.microsoft.com/office/drawing/2014/main" id="{2EFEA46B-AFC2-4E51-B934-158984B80D97}"/>
                  </a:ext>
                </a:extLst>
              </p:cNvPr>
              <p:cNvGrpSpPr>
                <a:grpSpLocks/>
              </p:cNvGrpSpPr>
              <p:nvPr/>
            </p:nvGrpSpPr>
            <p:grpSpPr bwMode="auto">
              <a:xfrm>
                <a:off x="608" y="1240"/>
                <a:ext cx="1852" cy="1196"/>
                <a:chOff x="608" y="1240"/>
                <a:chExt cx="1852" cy="1196"/>
              </a:xfrm>
            </p:grpSpPr>
            <p:sp>
              <p:nvSpPr>
                <p:cNvPr id="30739" name="Oval 10">
                  <a:extLst>
                    <a:ext uri="{FF2B5EF4-FFF2-40B4-BE49-F238E27FC236}">
                      <a16:creationId xmlns:a16="http://schemas.microsoft.com/office/drawing/2014/main" id="{A20C67F1-6AA8-4EDE-A2BC-D661492AA3DF}"/>
                    </a:ext>
                  </a:extLst>
                </p:cNvPr>
                <p:cNvSpPr>
                  <a:spLocks noChangeArrowheads="1"/>
                </p:cNvSpPr>
                <p:nvPr/>
              </p:nvSpPr>
              <p:spPr bwMode="auto">
                <a:xfrm>
                  <a:off x="608" y="1640"/>
                  <a:ext cx="1852" cy="420"/>
                </a:xfrm>
                <a:prstGeom prst="ellipse">
                  <a:avLst/>
                </a:prstGeom>
                <a:noFill/>
                <a:ln w="28575">
                  <a:solidFill>
                    <a:srgbClr val="0066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sp>
              <p:nvSpPr>
                <p:cNvPr id="30740" name="Line 11">
                  <a:extLst>
                    <a:ext uri="{FF2B5EF4-FFF2-40B4-BE49-F238E27FC236}">
                      <a16:creationId xmlns:a16="http://schemas.microsoft.com/office/drawing/2014/main" id="{C632953D-12E8-4E3E-9555-8D70C572EEBF}"/>
                    </a:ext>
                  </a:extLst>
                </p:cNvPr>
                <p:cNvSpPr>
                  <a:spLocks noChangeShapeType="1"/>
                </p:cNvSpPr>
                <p:nvPr/>
              </p:nvSpPr>
              <p:spPr bwMode="auto">
                <a:xfrm flipV="1">
                  <a:off x="1468" y="1432"/>
                  <a:ext cx="0" cy="364"/>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0741" name="Line 12">
                  <a:extLst>
                    <a:ext uri="{FF2B5EF4-FFF2-40B4-BE49-F238E27FC236}">
                      <a16:creationId xmlns:a16="http://schemas.microsoft.com/office/drawing/2014/main" id="{9EA4B7BC-87B2-4B3A-A879-1EAABCFB899F}"/>
                    </a:ext>
                  </a:extLst>
                </p:cNvPr>
                <p:cNvSpPr>
                  <a:spLocks noChangeShapeType="1"/>
                </p:cNvSpPr>
                <p:nvPr/>
              </p:nvSpPr>
              <p:spPr bwMode="auto">
                <a:xfrm flipV="1">
                  <a:off x="2412" y="1240"/>
                  <a:ext cx="0" cy="228"/>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0742" name="Line 13">
                  <a:extLst>
                    <a:ext uri="{FF2B5EF4-FFF2-40B4-BE49-F238E27FC236}">
                      <a16:creationId xmlns:a16="http://schemas.microsoft.com/office/drawing/2014/main" id="{F9F8E231-DBBA-4C29-BC6B-6C52B12615F2}"/>
                    </a:ext>
                  </a:extLst>
                </p:cNvPr>
                <p:cNvSpPr>
                  <a:spLocks noChangeShapeType="1"/>
                </p:cNvSpPr>
                <p:nvPr/>
              </p:nvSpPr>
              <p:spPr bwMode="auto">
                <a:xfrm flipH="1">
                  <a:off x="1544" y="2340"/>
                  <a:ext cx="364" cy="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0743" name="Line 14">
                  <a:extLst>
                    <a:ext uri="{FF2B5EF4-FFF2-40B4-BE49-F238E27FC236}">
                      <a16:creationId xmlns:a16="http://schemas.microsoft.com/office/drawing/2014/main" id="{759B574A-8640-4341-B590-23159AE27464}"/>
                    </a:ext>
                  </a:extLst>
                </p:cNvPr>
                <p:cNvSpPr>
                  <a:spLocks noChangeShapeType="1"/>
                </p:cNvSpPr>
                <p:nvPr/>
              </p:nvSpPr>
              <p:spPr bwMode="auto">
                <a:xfrm flipV="1">
                  <a:off x="1968" y="2244"/>
                  <a:ext cx="288" cy="7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pic>
            <p:nvPicPr>
              <p:cNvPr id="30738" name="Picture 15">
                <a:extLst>
                  <a:ext uri="{FF2B5EF4-FFF2-40B4-BE49-F238E27FC236}">
                    <a16:creationId xmlns:a16="http://schemas.microsoft.com/office/drawing/2014/main" id="{FB982D45-250A-4A67-B8B0-2CCA3134DD3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11" y="1586"/>
                <a:ext cx="52" cy="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
        <p:nvSpPr>
          <p:cNvPr id="80912" name="Text Box 16">
            <a:extLst>
              <a:ext uri="{FF2B5EF4-FFF2-40B4-BE49-F238E27FC236}">
                <a16:creationId xmlns:a16="http://schemas.microsoft.com/office/drawing/2014/main" id="{FD6D5625-74B8-4858-8D65-5FF43D3C04CC}"/>
              </a:ext>
            </a:extLst>
          </p:cNvPr>
          <p:cNvSpPr txBox="1">
            <a:spLocks noChangeArrowheads="1"/>
          </p:cNvSpPr>
          <p:nvPr/>
        </p:nvSpPr>
        <p:spPr bwMode="auto">
          <a:xfrm>
            <a:off x="6064250" y="1295401"/>
            <a:ext cx="4165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spcBef>
                <a:spcPct val="50000"/>
              </a:spcBef>
            </a:pPr>
            <a:r>
              <a:rPr lang="es-ES_tradnl" altLang="en-US" sz="2000">
                <a:solidFill>
                  <a:srgbClr val="996633"/>
                </a:solidFill>
              </a:rPr>
              <a:t>Tomando el sistema de referencia habitual</a:t>
            </a:r>
            <a:endParaRPr lang="es-ES" altLang="en-US" sz="2000">
              <a:solidFill>
                <a:srgbClr val="996633"/>
              </a:solidFill>
            </a:endParaRPr>
          </a:p>
        </p:txBody>
      </p:sp>
      <p:graphicFrame>
        <p:nvGraphicFramePr>
          <p:cNvPr id="80913" name="Object 17">
            <a:extLst>
              <a:ext uri="{FF2B5EF4-FFF2-40B4-BE49-F238E27FC236}">
                <a16:creationId xmlns:a16="http://schemas.microsoft.com/office/drawing/2014/main" id="{73CA0F29-BA3F-448D-9A94-E556E12E5F17}"/>
              </a:ext>
            </a:extLst>
          </p:cNvPr>
          <p:cNvGraphicFramePr>
            <a:graphicFrameLocks noChangeAspect="1"/>
          </p:cNvGraphicFramePr>
          <p:nvPr/>
        </p:nvGraphicFramePr>
        <p:xfrm>
          <a:off x="6975475" y="2173288"/>
          <a:ext cx="1562100" cy="609600"/>
        </p:xfrm>
        <a:graphic>
          <a:graphicData uri="http://schemas.openxmlformats.org/presentationml/2006/ole">
            <mc:AlternateContent xmlns:mc="http://schemas.openxmlformats.org/markup-compatibility/2006">
              <mc:Choice xmlns:v="urn:schemas-microsoft-com:vml" Requires="v">
                <p:oleObj spid="_x0000_s17438" name="Ecuación" r:id="rId6" imgW="1562040" imgH="609480" progId="Equation.3">
                  <p:embed/>
                </p:oleObj>
              </mc:Choice>
              <mc:Fallback>
                <p:oleObj name="Ecuación" r:id="rId6" imgW="1562040" imgH="609480" progId="Equation.3">
                  <p:embed/>
                  <p:pic>
                    <p:nvPicPr>
                      <p:cNvPr id="80913" name="Object 17">
                        <a:extLst>
                          <a:ext uri="{FF2B5EF4-FFF2-40B4-BE49-F238E27FC236}">
                            <a16:creationId xmlns:a16="http://schemas.microsoft.com/office/drawing/2014/main" id="{73CA0F29-BA3F-448D-9A94-E556E12E5F1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975475" y="2173288"/>
                        <a:ext cx="1562100"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0914" name="Object 18">
            <a:extLst>
              <a:ext uri="{FF2B5EF4-FFF2-40B4-BE49-F238E27FC236}">
                <a16:creationId xmlns:a16="http://schemas.microsoft.com/office/drawing/2014/main" id="{6F02EDCD-6306-4050-A419-1BF621AC7FB3}"/>
              </a:ext>
            </a:extLst>
          </p:cNvPr>
          <p:cNvGraphicFramePr>
            <a:graphicFrameLocks noChangeAspect="1"/>
          </p:cNvGraphicFramePr>
          <p:nvPr/>
        </p:nvGraphicFramePr>
        <p:xfrm>
          <a:off x="6994525" y="2781300"/>
          <a:ext cx="1485900" cy="609600"/>
        </p:xfrm>
        <a:graphic>
          <a:graphicData uri="http://schemas.openxmlformats.org/presentationml/2006/ole">
            <mc:AlternateContent xmlns:mc="http://schemas.openxmlformats.org/markup-compatibility/2006">
              <mc:Choice xmlns:v="urn:schemas-microsoft-com:vml" Requires="v">
                <p:oleObj spid="_x0000_s17439" name="Ecuación" r:id="rId8" imgW="1485720" imgH="609480" progId="Equation.3">
                  <p:embed/>
                </p:oleObj>
              </mc:Choice>
              <mc:Fallback>
                <p:oleObj name="Ecuación" r:id="rId8" imgW="1485720" imgH="609480" progId="Equation.3">
                  <p:embed/>
                  <p:pic>
                    <p:nvPicPr>
                      <p:cNvPr id="80914" name="Object 18">
                        <a:extLst>
                          <a:ext uri="{FF2B5EF4-FFF2-40B4-BE49-F238E27FC236}">
                            <a16:creationId xmlns:a16="http://schemas.microsoft.com/office/drawing/2014/main" id="{6F02EDCD-6306-4050-A419-1BF621AC7FB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994525" y="2781300"/>
                        <a:ext cx="1485900"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0915" name="Text Box 19">
            <a:extLst>
              <a:ext uri="{FF2B5EF4-FFF2-40B4-BE49-F238E27FC236}">
                <a16:creationId xmlns:a16="http://schemas.microsoft.com/office/drawing/2014/main" id="{9A9B1BEC-7F5A-4344-B3A3-6C0B5E3F9F09}"/>
              </a:ext>
            </a:extLst>
          </p:cNvPr>
          <p:cNvSpPr txBox="1">
            <a:spLocks noChangeArrowheads="1"/>
          </p:cNvSpPr>
          <p:nvPr/>
        </p:nvSpPr>
        <p:spPr bwMode="auto">
          <a:xfrm>
            <a:off x="2647950" y="4343401"/>
            <a:ext cx="7391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spcBef>
                <a:spcPct val="50000"/>
              </a:spcBef>
            </a:pPr>
            <a:r>
              <a:rPr lang="es-ES_tradnl" altLang="en-US" sz="2000">
                <a:solidFill>
                  <a:srgbClr val="CC0000"/>
                </a:solidFill>
              </a:rPr>
              <a:t>Veamos cuál es la fuerza que ejerce una corriente sobre la otra</a:t>
            </a:r>
            <a:endParaRPr lang="es-ES" altLang="en-US" sz="2000">
              <a:solidFill>
                <a:srgbClr val="CC0000"/>
              </a:solidFill>
            </a:endParaRPr>
          </a:p>
        </p:txBody>
      </p:sp>
      <p:graphicFrame>
        <p:nvGraphicFramePr>
          <p:cNvPr id="80916" name="Object 20">
            <a:extLst>
              <a:ext uri="{FF2B5EF4-FFF2-40B4-BE49-F238E27FC236}">
                <a16:creationId xmlns:a16="http://schemas.microsoft.com/office/drawing/2014/main" id="{E8BA817B-A4CC-4EB0-B5AA-6E8AC788CFA5}"/>
              </a:ext>
            </a:extLst>
          </p:cNvPr>
          <p:cNvGraphicFramePr>
            <a:graphicFrameLocks noChangeAspect="1"/>
          </p:cNvGraphicFramePr>
          <p:nvPr/>
        </p:nvGraphicFramePr>
        <p:xfrm>
          <a:off x="2892425" y="4802188"/>
          <a:ext cx="4241800" cy="609600"/>
        </p:xfrm>
        <a:graphic>
          <a:graphicData uri="http://schemas.openxmlformats.org/presentationml/2006/ole">
            <mc:AlternateContent xmlns:mc="http://schemas.openxmlformats.org/markup-compatibility/2006">
              <mc:Choice xmlns:v="urn:schemas-microsoft-com:vml" Requires="v">
                <p:oleObj spid="_x0000_s17440" name="Ecuación" r:id="rId10" imgW="4241520" imgH="609480" progId="Equation.3">
                  <p:embed/>
                </p:oleObj>
              </mc:Choice>
              <mc:Fallback>
                <p:oleObj name="Ecuación" r:id="rId10" imgW="4241520" imgH="609480" progId="Equation.3">
                  <p:embed/>
                  <p:pic>
                    <p:nvPicPr>
                      <p:cNvPr id="80916" name="Object 20">
                        <a:extLst>
                          <a:ext uri="{FF2B5EF4-FFF2-40B4-BE49-F238E27FC236}">
                            <a16:creationId xmlns:a16="http://schemas.microsoft.com/office/drawing/2014/main" id="{E8BA817B-A4CC-4EB0-B5AA-6E8AC788CFA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892425" y="4802188"/>
                        <a:ext cx="4241800"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0917" name="Object 21">
            <a:extLst>
              <a:ext uri="{FF2B5EF4-FFF2-40B4-BE49-F238E27FC236}">
                <a16:creationId xmlns:a16="http://schemas.microsoft.com/office/drawing/2014/main" id="{C32A77E4-3916-4B50-B21B-B366B1A2399C}"/>
              </a:ext>
            </a:extLst>
          </p:cNvPr>
          <p:cNvGraphicFramePr>
            <a:graphicFrameLocks noChangeAspect="1"/>
          </p:cNvGraphicFramePr>
          <p:nvPr/>
        </p:nvGraphicFramePr>
        <p:xfrm>
          <a:off x="2892425" y="5507038"/>
          <a:ext cx="3886200" cy="609600"/>
        </p:xfrm>
        <a:graphic>
          <a:graphicData uri="http://schemas.openxmlformats.org/presentationml/2006/ole">
            <mc:AlternateContent xmlns:mc="http://schemas.openxmlformats.org/markup-compatibility/2006">
              <mc:Choice xmlns:v="urn:schemas-microsoft-com:vml" Requires="v">
                <p:oleObj spid="_x0000_s17441" name="Ecuación" r:id="rId12" imgW="3886200" imgH="609480" progId="Equation.3">
                  <p:embed/>
                </p:oleObj>
              </mc:Choice>
              <mc:Fallback>
                <p:oleObj name="Ecuación" r:id="rId12" imgW="3886200" imgH="609480" progId="Equation.3">
                  <p:embed/>
                  <p:pic>
                    <p:nvPicPr>
                      <p:cNvPr id="80917" name="Object 21">
                        <a:extLst>
                          <a:ext uri="{FF2B5EF4-FFF2-40B4-BE49-F238E27FC236}">
                            <a16:creationId xmlns:a16="http://schemas.microsoft.com/office/drawing/2014/main" id="{C32A77E4-3916-4B50-B21B-B366B1A2399C}"/>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92425" y="5507038"/>
                        <a:ext cx="3886200"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 name="Group 22">
            <a:extLst>
              <a:ext uri="{FF2B5EF4-FFF2-40B4-BE49-F238E27FC236}">
                <a16:creationId xmlns:a16="http://schemas.microsoft.com/office/drawing/2014/main" id="{8A1507EC-D198-4003-94F9-735A0AD84009}"/>
              </a:ext>
            </a:extLst>
          </p:cNvPr>
          <p:cNvGrpSpPr>
            <a:grpSpLocks/>
          </p:cNvGrpSpPr>
          <p:nvPr/>
        </p:nvGrpSpPr>
        <p:grpSpPr bwMode="auto">
          <a:xfrm>
            <a:off x="7467600" y="4819650"/>
            <a:ext cx="2514600" cy="1524000"/>
            <a:chOff x="3744" y="3036"/>
            <a:chExt cx="1584" cy="960"/>
          </a:xfrm>
        </p:grpSpPr>
        <p:sp>
          <p:nvSpPr>
            <p:cNvPr id="30733" name="AutoShape 23">
              <a:extLst>
                <a:ext uri="{FF2B5EF4-FFF2-40B4-BE49-F238E27FC236}">
                  <a16:creationId xmlns:a16="http://schemas.microsoft.com/office/drawing/2014/main" id="{AFA4CDC5-8DA8-47A1-9D13-5F021CC8DF01}"/>
                </a:ext>
              </a:extLst>
            </p:cNvPr>
            <p:cNvSpPr>
              <a:spLocks/>
            </p:cNvSpPr>
            <p:nvPr/>
          </p:nvSpPr>
          <p:spPr bwMode="auto">
            <a:xfrm>
              <a:off x="3744" y="3036"/>
              <a:ext cx="56" cy="960"/>
            </a:xfrm>
            <a:prstGeom prst="rightBracket">
              <a:avLst>
                <a:gd name="adj" fmla="val 142857"/>
              </a:avLst>
            </a:prstGeom>
            <a:noFill/>
            <a:ln w="19050">
              <a:solidFill>
                <a:srgbClr val="6600CC"/>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sp>
          <p:nvSpPr>
            <p:cNvPr id="30734" name="Text Box 24">
              <a:extLst>
                <a:ext uri="{FF2B5EF4-FFF2-40B4-BE49-F238E27FC236}">
                  <a16:creationId xmlns:a16="http://schemas.microsoft.com/office/drawing/2014/main" id="{FFD1D91E-B55F-488A-95E1-D78C3DDF8AD7}"/>
                </a:ext>
              </a:extLst>
            </p:cNvPr>
            <p:cNvSpPr txBox="1">
              <a:spLocks noChangeArrowheads="1"/>
            </p:cNvSpPr>
            <p:nvPr/>
          </p:nvSpPr>
          <p:spPr bwMode="auto">
            <a:xfrm>
              <a:off x="4008" y="3228"/>
              <a:ext cx="1320" cy="442"/>
            </a:xfrm>
            <a:prstGeom prst="rect">
              <a:avLst/>
            </a:prstGeom>
            <a:solidFill>
              <a:srgbClr val="D6D172">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spcBef>
                  <a:spcPct val="50000"/>
                </a:spcBef>
              </a:pPr>
              <a:r>
                <a:rPr lang="es-ES_tradnl" altLang="en-US" sz="2000"/>
                <a:t>Iguales y de sentido contrario</a:t>
              </a:r>
              <a:endParaRPr lang="es-ES" altLang="en-US" sz="2000"/>
            </a:p>
          </p:txBody>
        </p:sp>
      </p:grpSp>
      <p:sp>
        <p:nvSpPr>
          <p:cNvPr id="30732" name="Text Box 25">
            <a:extLst>
              <a:ext uri="{FF2B5EF4-FFF2-40B4-BE49-F238E27FC236}">
                <a16:creationId xmlns:a16="http://schemas.microsoft.com/office/drawing/2014/main" id="{6B24C4B4-A66C-4DCB-B53C-5778C439434B}"/>
              </a:ext>
            </a:extLst>
          </p:cNvPr>
          <p:cNvSpPr txBox="1">
            <a:spLocks noChangeArrowheads="1"/>
          </p:cNvSpPr>
          <p:nvPr/>
        </p:nvSpPr>
        <p:spPr bwMode="auto">
          <a:xfrm rot="16206223">
            <a:off x="-601662" y="4265614"/>
            <a:ext cx="4727575"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spcBef>
                <a:spcPct val="50000"/>
              </a:spcBef>
            </a:pPr>
            <a:r>
              <a:rPr lang="es-ES" altLang="en-US" sz="1000">
                <a:solidFill>
                  <a:schemeClr val="bg1"/>
                </a:solidFill>
                <a:latin typeface="Times New Roman" panose="02020603050405020304" pitchFamily="18" charset="0"/>
              </a:rPr>
              <a:t>Autores Mar Artigao Castillo, Manuel Sánchez Martínez</a:t>
            </a:r>
          </a:p>
          <a:p>
            <a:pPr eaLnBrk="1" hangingPunct="1">
              <a:spcBef>
                <a:spcPct val="50000"/>
              </a:spcBef>
            </a:pPr>
            <a:r>
              <a:rPr lang="es-ES" altLang="en-US" sz="1000">
                <a:solidFill>
                  <a:schemeClr val="bg1"/>
                </a:solidFill>
                <a:latin typeface="Times New Roman" panose="02020603050405020304" pitchFamily="18" charset="0"/>
              </a:rPr>
              <a:t>Dpto de Física Aplicada, Escuela Politécnica Superior de Albacete (UCLM)</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80912"/>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7" presetClass="entr" presetSubtype="8" fill="hold" nodeType="clickEffect">
                                  <p:stCondLst>
                                    <p:cond delay="0"/>
                                  </p:stCondLst>
                                  <p:childTnLst>
                                    <p:set>
                                      <p:cBhvr>
                                        <p:cTn id="16" dur="1" fill="hold">
                                          <p:stCondLst>
                                            <p:cond delay="0"/>
                                          </p:stCondLst>
                                        </p:cTn>
                                        <p:tgtEl>
                                          <p:spTgt spid="80913"/>
                                        </p:tgtEl>
                                        <p:attrNameLst>
                                          <p:attrName>style.visibility</p:attrName>
                                        </p:attrNameLst>
                                      </p:cBhvr>
                                      <p:to>
                                        <p:strVal val="visible"/>
                                      </p:to>
                                    </p:set>
                                    <p:anim calcmode="lin" valueType="num">
                                      <p:cBhvr>
                                        <p:cTn id="17" dur="500" fill="hold"/>
                                        <p:tgtEl>
                                          <p:spTgt spid="80913"/>
                                        </p:tgtEl>
                                        <p:attrNameLst>
                                          <p:attrName>ppt_x</p:attrName>
                                        </p:attrNameLst>
                                      </p:cBhvr>
                                      <p:tavLst>
                                        <p:tav tm="0">
                                          <p:val>
                                            <p:strVal val="#ppt_x-#ppt_w/2"/>
                                          </p:val>
                                        </p:tav>
                                        <p:tav tm="100000">
                                          <p:val>
                                            <p:strVal val="#ppt_x"/>
                                          </p:val>
                                        </p:tav>
                                      </p:tavLst>
                                    </p:anim>
                                    <p:anim calcmode="lin" valueType="num">
                                      <p:cBhvr>
                                        <p:cTn id="18" dur="500" fill="hold"/>
                                        <p:tgtEl>
                                          <p:spTgt spid="80913"/>
                                        </p:tgtEl>
                                        <p:attrNameLst>
                                          <p:attrName>ppt_y</p:attrName>
                                        </p:attrNameLst>
                                      </p:cBhvr>
                                      <p:tavLst>
                                        <p:tav tm="0">
                                          <p:val>
                                            <p:strVal val="#ppt_y"/>
                                          </p:val>
                                        </p:tav>
                                        <p:tav tm="100000">
                                          <p:val>
                                            <p:strVal val="#ppt_y"/>
                                          </p:val>
                                        </p:tav>
                                      </p:tavLst>
                                    </p:anim>
                                    <p:anim calcmode="lin" valueType="num">
                                      <p:cBhvr>
                                        <p:cTn id="19" dur="500" fill="hold"/>
                                        <p:tgtEl>
                                          <p:spTgt spid="80913"/>
                                        </p:tgtEl>
                                        <p:attrNameLst>
                                          <p:attrName>ppt_w</p:attrName>
                                        </p:attrNameLst>
                                      </p:cBhvr>
                                      <p:tavLst>
                                        <p:tav tm="0">
                                          <p:val>
                                            <p:fltVal val="0"/>
                                          </p:val>
                                        </p:tav>
                                        <p:tav tm="100000">
                                          <p:val>
                                            <p:strVal val="#ppt_w"/>
                                          </p:val>
                                        </p:tav>
                                      </p:tavLst>
                                    </p:anim>
                                    <p:anim calcmode="lin" valueType="num">
                                      <p:cBhvr>
                                        <p:cTn id="20" dur="500" fill="hold"/>
                                        <p:tgtEl>
                                          <p:spTgt spid="80913"/>
                                        </p:tgtEl>
                                        <p:attrNameLst>
                                          <p:attrName>ppt_h</p:attrName>
                                        </p:attrNameLst>
                                      </p:cBhvr>
                                      <p:tavLst>
                                        <p:tav tm="0">
                                          <p:val>
                                            <p:strVal val="#ppt_h"/>
                                          </p:val>
                                        </p:tav>
                                        <p:tav tm="100000">
                                          <p:val>
                                            <p:strVal val="#ppt_h"/>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17" presetClass="entr" presetSubtype="8" fill="hold" nodeType="clickEffect">
                                  <p:stCondLst>
                                    <p:cond delay="0"/>
                                  </p:stCondLst>
                                  <p:childTnLst>
                                    <p:set>
                                      <p:cBhvr>
                                        <p:cTn id="24" dur="1" fill="hold">
                                          <p:stCondLst>
                                            <p:cond delay="0"/>
                                          </p:stCondLst>
                                        </p:cTn>
                                        <p:tgtEl>
                                          <p:spTgt spid="80914"/>
                                        </p:tgtEl>
                                        <p:attrNameLst>
                                          <p:attrName>style.visibility</p:attrName>
                                        </p:attrNameLst>
                                      </p:cBhvr>
                                      <p:to>
                                        <p:strVal val="visible"/>
                                      </p:to>
                                    </p:set>
                                    <p:anim calcmode="lin" valueType="num">
                                      <p:cBhvr>
                                        <p:cTn id="25" dur="500" fill="hold"/>
                                        <p:tgtEl>
                                          <p:spTgt spid="80914"/>
                                        </p:tgtEl>
                                        <p:attrNameLst>
                                          <p:attrName>ppt_x</p:attrName>
                                        </p:attrNameLst>
                                      </p:cBhvr>
                                      <p:tavLst>
                                        <p:tav tm="0">
                                          <p:val>
                                            <p:strVal val="#ppt_x-#ppt_w/2"/>
                                          </p:val>
                                        </p:tav>
                                        <p:tav tm="100000">
                                          <p:val>
                                            <p:strVal val="#ppt_x"/>
                                          </p:val>
                                        </p:tav>
                                      </p:tavLst>
                                    </p:anim>
                                    <p:anim calcmode="lin" valueType="num">
                                      <p:cBhvr>
                                        <p:cTn id="26" dur="500" fill="hold"/>
                                        <p:tgtEl>
                                          <p:spTgt spid="80914"/>
                                        </p:tgtEl>
                                        <p:attrNameLst>
                                          <p:attrName>ppt_y</p:attrName>
                                        </p:attrNameLst>
                                      </p:cBhvr>
                                      <p:tavLst>
                                        <p:tav tm="0">
                                          <p:val>
                                            <p:strVal val="#ppt_y"/>
                                          </p:val>
                                        </p:tav>
                                        <p:tav tm="100000">
                                          <p:val>
                                            <p:strVal val="#ppt_y"/>
                                          </p:val>
                                        </p:tav>
                                      </p:tavLst>
                                    </p:anim>
                                    <p:anim calcmode="lin" valueType="num">
                                      <p:cBhvr>
                                        <p:cTn id="27" dur="500" fill="hold"/>
                                        <p:tgtEl>
                                          <p:spTgt spid="80914"/>
                                        </p:tgtEl>
                                        <p:attrNameLst>
                                          <p:attrName>ppt_w</p:attrName>
                                        </p:attrNameLst>
                                      </p:cBhvr>
                                      <p:tavLst>
                                        <p:tav tm="0">
                                          <p:val>
                                            <p:fltVal val="0"/>
                                          </p:val>
                                        </p:tav>
                                        <p:tav tm="100000">
                                          <p:val>
                                            <p:strVal val="#ppt_w"/>
                                          </p:val>
                                        </p:tav>
                                      </p:tavLst>
                                    </p:anim>
                                    <p:anim calcmode="lin" valueType="num">
                                      <p:cBhvr>
                                        <p:cTn id="28" dur="500" fill="hold"/>
                                        <p:tgtEl>
                                          <p:spTgt spid="80914"/>
                                        </p:tgtEl>
                                        <p:attrNameLst>
                                          <p:attrName>ppt_h</p:attrName>
                                        </p:attrNameLst>
                                      </p:cBhvr>
                                      <p:tavLst>
                                        <p:tav tm="0">
                                          <p:val>
                                            <p:strVal val="#ppt_h"/>
                                          </p:val>
                                        </p:tav>
                                        <p:tav tm="100000">
                                          <p:val>
                                            <p:strVal val="#ppt_h"/>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80915"/>
                                        </p:tgtEl>
                                        <p:attrNameLst>
                                          <p:attrName>style.visibility</p:attrName>
                                        </p:attrNameLst>
                                      </p:cBhvr>
                                      <p:to>
                                        <p:strVal val="visible"/>
                                      </p:to>
                                    </p:set>
                                    <p:animEffect transition="in" filter="blinds(horizontal)">
                                      <p:cBhvr>
                                        <p:cTn id="33" dur="500"/>
                                        <p:tgtEl>
                                          <p:spTgt spid="80915"/>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5" presetClass="entr" presetSubtype="10" fill="hold" nodeType="clickEffect">
                                  <p:stCondLst>
                                    <p:cond delay="0"/>
                                  </p:stCondLst>
                                  <p:childTnLst>
                                    <p:set>
                                      <p:cBhvr>
                                        <p:cTn id="37" dur="1" fill="hold">
                                          <p:stCondLst>
                                            <p:cond delay="0"/>
                                          </p:stCondLst>
                                        </p:cTn>
                                        <p:tgtEl>
                                          <p:spTgt spid="80916"/>
                                        </p:tgtEl>
                                        <p:attrNameLst>
                                          <p:attrName>style.visibility</p:attrName>
                                        </p:attrNameLst>
                                      </p:cBhvr>
                                      <p:to>
                                        <p:strVal val="visible"/>
                                      </p:to>
                                    </p:set>
                                    <p:animEffect transition="in" filter="checkerboard(across)">
                                      <p:cBhvr>
                                        <p:cTn id="38" dur="500"/>
                                        <p:tgtEl>
                                          <p:spTgt spid="80916"/>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5" presetClass="entr" presetSubtype="10" fill="hold" nodeType="clickEffect">
                                  <p:stCondLst>
                                    <p:cond delay="0"/>
                                  </p:stCondLst>
                                  <p:childTnLst>
                                    <p:set>
                                      <p:cBhvr>
                                        <p:cTn id="42" dur="1" fill="hold">
                                          <p:stCondLst>
                                            <p:cond delay="0"/>
                                          </p:stCondLst>
                                        </p:cTn>
                                        <p:tgtEl>
                                          <p:spTgt spid="80917"/>
                                        </p:tgtEl>
                                        <p:attrNameLst>
                                          <p:attrName>style.visibility</p:attrName>
                                        </p:attrNameLst>
                                      </p:cBhvr>
                                      <p:to>
                                        <p:strVal val="visible"/>
                                      </p:to>
                                    </p:set>
                                    <p:animEffect transition="in" filter="checkerboard(across)">
                                      <p:cBhvr>
                                        <p:cTn id="43" dur="500"/>
                                        <p:tgtEl>
                                          <p:spTgt spid="80917"/>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 presetClass="entr" presetSubtype="9" fill="hold" nodeType="clickEffect">
                                  <p:stCondLst>
                                    <p:cond delay="0"/>
                                  </p:stCondLst>
                                  <p:childTnLst>
                                    <p:set>
                                      <p:cBhvr>
                                        <p:cTn id="47" dur="1" fill="hold">
                                          <p:stCondLst>
                                            <p:cond delay="0"/>
                                          </p:stCondLst>
                                        </p:cTn>
                                        <p:tgtEl>
                                          <p:spTgt spid="6"/>
                                        </p:tgtEl>
                                        <p:attrNameLst>
                                          <p:attrName>style.visibility</p:attrName>
                                        </p:attrNameLst>
                                      </p:cBhvr>
                                      <p:to>
                                        <p:strVal val="visible"/>
                                      </p:to>
                                    </p:set>
                                    <p:anim calcmode="lin" valueType="num">
                                      <p:cBhvr additive="base">
                                        <p:cTn id="48" dur="500" fill="hold"/>
                                        <p:tgtEl>
                                          <p:spTgt spid="6"/>
                                        </p:tgtEl>
                                        <p:attrNameLst>
                                          <p:attrName>ppt_x</p:attrName>
                                        </p:attrNameLst>
                                      </p:cBhvr>
                                      <p:tavLst>
                                        <p:tav tm="0">
                                          <p:val>
                                            <p:strVal val="0-#ppt_w/2"/>
                                          </p:val>
                                        </p:tav>
                                        <p:tav tm="100000">
                                          <p:val>
                                            <p:strVal val="#ppt_x"/>
                                          </p:val>
                                        </p:tav>
                                      </p:tavLst>
                                    </p:anim>
                                    <p:anim calcmode="lin" valueType="num">
                                      <p:cBhvr additive="base">
                                        <p:cTn id="49" dur="500" fill="hold"/>
                                        <p:tgtEl>
                                          <p:spTgt spid="6"/>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912" grpId="0" autoUpdateAnimBg="0"/>
      <p:bldP spid="80915"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4F79F341-29F4-430D-8656-BEB9DAFA940B}"/>
              </a:ext>
            </a:extLst>
          </p:cNvPr>
          <p:cNvGrpSpPr>
            <a:grpSpLocks/>
          </p:cNvGrpSpPr>
          <p:nvPr/>
        </p:nvGrpSpPr>
        <p:grpSpPr bwMode="auto">
          <a:xfrm>
            <a:off x="2533650" y="571501"/>
            <a:ext cx="7753350" cy="1882775"/>
            <a:chOff x="636" y="360"/>
            <a:chExt cx="4884" cy="1186"/>
          </a:xfrm>
        </p:grpSpPr>
        <p:sp>
          <p:nvSpPr>
            <p:cNvPr id="81923" name="Text Box 3">
              <a:extLst>
                <a:ext uri="{FF2B5EF4-FFF2-40B4-BE49-F238E27FC236}">
                  <a16:creationId xmlns:a16="http://schemas.microsoft.com/office/drawing/2014/main" id="{02416E47-CF39-4F29-ABAE-A7BCE4959183}"/>
                </a:ext>
              </a:extLst>
            </p:cNvPr>
            <p:cNvSpPr txBox="1">
              <a:spLocks noChangeArrowheads="1"/>
            </p:cNvSpPr>
            <p:nvPr/>
          </p:nvSpPr>
          <p:spPr bwMode="auto">
            <a:xfrm>
              <a:off x="636" y="768"/>
              <a:ext cx="1020" cy="250"/>
            </a:xfrm>
            <a:prstGeom prst="rect">
              <a:avLst/>
            </a:prstGeom>
            <a:noFill/>
            <a:ln w="9525">
              <a:noFill/>
              <a:miter lim="800000"/>
              <a:headEnd/>
              <a:tailEnd/>
            </a:ln>
            <a:effectLst/>
          </p:spPr>
          <p:txBody>
            <a:bodyPr>
              <a:spAutoFit/>
            </a:bodyPr>
            <a:lstStyle/>
            <a:p>
              <a:pPr>
                <a:spcBef>
                  <a:spcPct val="50000"/>
                </a:spcBef>
                <a:defRPr/>
              </a:pPr>
              <a:r>
                <a:rPr lang="es-ES_tradnl" sz="2000">
                  <a:solidFill>
                    <a:srgbClr val="CC0000"/>
                  </a:solidFill>
                  <a:effectLst>
                    <a:outerShdw blurRad="38100" dist="38100" dir="2700000" algn="tl">
                      <a:srgbClr val="C0C0C0"/>
                    </a:outerShdw>
                  </a:effectLst>
                  <a:latin typeface="Arial" charset="0"/>
                </a:rPr>
                <a:t>Conclusión</a:t>
              </a:r>
              <a:endParaRPr lang="es-ES" sz="2000">
                <a:solidFill>
                  <a:srgbClr val="CC0000"/>
                </a:solidFill>
                <a:effectLst>
                  <a:outerShdw blurRad="38100" dist="38100" dir="2700000" algn="tl">
                    <a:srgbClr val="C0C0C0"/>
                  </a:outerShdw>
                </a:effectLst>
                <a:latin typeface="Arial" charset="0"/>
              </a:endParaRPr>
            </a:p>
          </p:txBody>
        </p:sp>
        <p:sp>
          <p:nvSpPr>
            <p:cNvPr id="47112" name="AutoShape 4">
              <a:extLst>
                <a:ext uri="{FF2B5EF4-FFF2-40B4-BE49-F238E27FC236}">
                  <a16:creationId xmlns:a16="http://schemas.microsoft.com/office/drawing/2014/main" id="{D7FB0F14-19B5-4639-9285-C3E0674EF04D}"/>
                </a:ext>
              </a:extLst>
            </p:cNvPr>
            <p:cNvSpPr>
              <a:spLocks noChangeArrowheads="1"/>
            </p:cNvSpPr>
            <p:nvPr/>
          </p:nvSpPr>
          <p:spPr bwMode="auto">
            <a:xfrm>
              <a:off x="1584" y="360"/>
              <a:ext cx="456" cy="384"/>
            </a:xfrm>
            <a:prstGeom prst="curvedDownArrow">
              <a:avLst>
                <a:gd name="adj1" fmla="val 23750"/>
                <a:gd name="adj2" fmla="val 47500"/>
                <a:gd name="adj3" fmla="val 33333"/>
              </a:avLst>
            </a:prstGeom>
            <a:gradFill rotWithShape="0">
              <a:gsLst>
                <a:gs pos="0">
                  <a:schemeClr val="accent2"/>
                </a:gs>
                <a:gs pos="100000">
                  <a:schemeClr val="accent1"/>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sp>
          <p:nvSpPr>
            <p:cNvPr id="47113" name="Text Box 5">
              <a:extLst>
                <a:ext uri="{FF2B5EF4-FFF2-40B4-BE49-F238E27FC236}">
                  <a16:creationId xmlns:a16="http://schemas.microsoft.com/office/drawing/2014/main" id="{C043000C-C1C7-4F73-881B-AA35E067659A}"/>
                </a:ext>
              </a:extLst>
            </p:cNvPr>
            <p:cNvSpPr txBox="1">
              <a:spLocks noChangeArrowheads="1"/>
            </p:cNvSpPr>
            <p:nvPr/>
          </p:nvSpPr>
          <p:spPr bwMode="auto">
            <a:xfrm>
              <a:off x="2136" y="528"/>
              <a:ext cx="3384" cy="1018"/>
            </a:xfrm>
            <a:prstGeom prst="rect">
              <a:avLst/>
            </a:prstGeom>
            <a:solidFill>
              <a:srgbClr val="0033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just" eaLnBrk="1" hangingPunct="1">
                <a:spcBef>
                  <a:spcPct val="50000"/>
                </a:spcBef>
              </a:pPr>
              <a:r>
                <a:rPr lang="es-ES_tradnl" altLang="en-US" sz="2000">
                  <a:solidFill>
                    <a:schemeClr val="accent1"/>
                  </a:solidFill>
                </a:rPr>
                <a:t>Dos corrientes paralelas por las que circula una corriente se atraerán si las corrientes circulan en el mismo sentido, mientras que si las corrientes circulan en sentidos opuestos se repelen.</a:t>
              </a:r>
              <a:endParaRPr lang="es-ES" altLang="en-US" sz="2000">
                <a:solidFill>
                  <a:schemeClr val="accent1"/>
                </a:solidFill>
              </a:endParaRPr>
            </a:p>
          </p:txBody>
        </p:sp>
      </p:grpSp>
      <p:grpSp>
        <p:nvGrpSpPr>
          <p:cNvPr id="3" name="Group 6">
            <a:extLst>
              <a:ext uri="{FF2B5EF4-FFF2-40B4-BE49-F238E27FC236}">
                <a16:creationId xmlns:a16="http://schemas.microsoft.com/office/drawing/2014/main" id="{24F678C6-DFC3-4094-92EE-BE5321120F9A}"/>
              </a:ext>
            </a:extLst>
          </p:cNvPr>
          <p:cNvGrpSpPr>
            <a:grpSpLocks/>
          </p:cNvGrpSpPr>
          <p:nvPr/>
        </p:nvGrpSpPr>
        <p:grpSpPr bwMode="auto">
          <a:xfrm>
            <a:off x="2667000" y="2857501"/>
            <a:ext cx="7410450" cy="1882775"/>
            <a:chOff x="720" y="1800"/>
            <a:chExt cx="4668" cy="1186"/>
          </a:xfrm>
        </p:grpSpPr>
        <p:sp>
          <p:nvSpPr>
            <p:cNvPr id="81927" name="Text Box 7">
              <a:extLst>
                <a:ext uri="{FF2B5EF4-FFF2-40B4-BE49-F238E27FC236}">
                  <a16:creationId xmlns:a16="http://schemas.microsoft.com/office/drawing/2014/main" id="{FA1380A1-3A46-41A2-BFB9-909B2D97AC96}"/>
                </a:ext>
              </a:extLst>
            </p:cNvPr>
            <p:cNvSpPr txBox="1">
              <a:spLocks noChangeArrowheads="1"/>
            </p:cNvSpPr>
            <p:nvPr/>
          </p:nvSpPr>
          <p:spPr bwMode="auto">
            <a:xfrm>
              <a:off x="1560" y="1800"/>
              <a:ext cx="2604" cy="250"/>
            </a:xfrm>
            <a:prstGeom prst="rect">
              <a:avLst/>
            </a:prstGeom>
            <a:noFill/>
            <a:ln w="9525">
              <a:noFill/>
              <a:miter lim="800000"/>
              <a:headEnd/>
              <a:tailEnd/>
            </a:ln>
            <a:effectLst/>
          </p:spPr>
          <p:txBody>
            <a:bodyPr>
              <a:spAutoFit/>
            </a:bodyPr>
            <a:lstStyle/>
            <a:p>
              <a:pPr algn="ctr">
                <a:spcBef>
                  <a:spcPct val="50000"/>
                </a:spcBef>
                <a:defRPr/>
              </a:pPr>
              <a:r>
                <a:rPr lang="es-ES_tradnl" sz="2000" u="sng">
                  <a:solidFill>
                    <a:srgbClr val="008000"/>
                  </a:solidFill>
                  <a:effectLst>
                    <a:outerShdw blurRad="38100" dist="38100" dir="2700000" algn="tl">
                      <a:srgbClr val="C0C0C0"/>
                    </a:outerShdw>
                  </a:effectLst>
                  <a:latin typeface="Arial" charset="0"/>
                </a:rPr>
                <a:t>Definición de amperio</a:t>
              </a:r>
              <a:endParaRPr lang="es-ES" sz="2000" u="sng">
                <a:solidFill>
                  <a:srgbClr val="008000"/>
                </a:solidFill>
                <a:effectLst>
                  <a:outerShdw blurRad="38100" dist="38100" dir="2700000" algn="tl">
                    <a:srgbClr val="C0C0C0"/>
                  </a:outerShdw>
                </a:effectLst>
                <a:latin typeface="Arial" charset="0"/>
              </a:endParaRPr>
            </a:p>
          </p:txBody>
        </p:sp>
        <p:sp>
          <p:nvSpPr>
            <p:cNvPr id="47110" name="Text Box 8">
              <a:extLst>
                <a:ext uri="{FF2B5EF4-FFF2-40B4-BE49-F238E27FC236}">
                  <a16:creationId xmlns:a16="http://schemas.microsoft.com/office/drawing/2014/main" id="{3C40190F-4819-4477-8C8B-3BFF79EB8D39}"/>
                </a:ext>
              </a:extLst>
            </p:cNvPr>
            <p:cNvSpPr txBox="1">
              <a:spLocks noChangeArrowheads="1"/>
            </p:cNvSpPr>
            <p:nvPr/>
          </p:nvSpPr>
          <p:spPr bwMode="auto">
            <a:xfrm>
              <a:off x="720" y="2160"/>
              <a:ext cx="4668" cy="826"/>
            </a:xfrm>
            <a:prstGeom prst="rect">
              <a:avLst/>
            </a:prstGeom>
            <a:solidFill>
              <a:srgbClr val="80008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just" eaLnBrk="1" hangingPunct="1">
                <a:spcBef>
                  <a:spcPct val="50000"/>
                </a:spcBef>
              </a:pPr>
              <a:r>
                <a:rPr lang="es-ES_tradnl" altLang="en-US" sz="2000">
                  <a:solidFill>
                    <a:schemeClr val="accent1"/>
                  </a:solidFill>
                </a:rPr>
                <a:t>Un amperio es la intensidad de corriente que, circulando en el mismo sentido por dos conductores paralelos muy largos separados por un metro (R=1 m), producen una fuerza atractiva mutua de 2·10</a:t>
              </a:r>
              <a:r>
                <a:rPr lang="es-ES_tradnl" altLang="en-US" sz="2000" baseline="30000">
                  <a:solidFill>
                    <a:schemeClr val="accent1"/>
                  </a:solidFill>
                </a:rPr>
                <a:t>-7</a:t>
              </a:r>
              <a:r>
                <a:rPr lang="es-ES_tradnl" altLang="en-US" sz="2000">
                  <a:solidFill>
                    <a:schemeClr val="accent1"/>
                  </a:solidFill>
                </a:rPr>
                <a:t> N por cada metro de conductor.</a:t>
              </a:r>
              <a:endParaRPr lang="es-ES" altLang="en-US" sz="2000">
                <a:solidFill>
                  <a:schemeClr val="accent1"/>
                </a:solidFill>
              </a:endParaRPr>
            </a:p>
          </p:txBody>
        </p:sp>
      </p:grpSp>
      <p:sp>
        <p:nvSpPr>
          <p:cNvPr id="47108" name="Text Box 9">
            <a:extLst>
              <a:ext uri="{FF2B5EF4-FFF2-40B4-BE49-F238E27FC236}">
                <a16:creationId xmlns:a16="http://schemas.microsoft.com/office/drawing/2014/main" id="{85FC23E0-14A9-44EC-A3C7-381ADBA7324D}"/>
              </a:ext>
            </a:extLst>
          </p:cNvPr>
          <p:cNvSpPr txBox="1">
            <a:spLocks noChangeArrowheads="1"/>
          </p:cNvSpPr>
          <p:nvPr/>
        </p:nvSpPr>
        <p:spPr bwMode="auto">
          <a:xfrm rot="16206223">
            <a:off x="-601662" y="4265614"/>
            <a:ext cx="4727575"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spcBef>
                <a:spcPct val="50000"/>
              </a:spcBef>
            </a:pPr>
            <a:r>
              <a:rPr lang="es-ES" altLang="en-US" sz="1000">
                <a:solidFill>
                  <a:schemeClr val="bg1"/>
                </a:solidFill>
                <a:latin typeface="Times New Roman" panose="02020603050405020304" pitchFamily="18" charset="0"/>
              </a:rPr>
              <a:t>Autores Mar Artigao Castillo, Manuel Sánchez Martínez</a:t>
            </a:r>
          </a:p>
          <a:p>
            <a:pPr eaLnBrk="1" hangingPunct="1">
              <a:spcBef>
                <a:spcPct val="50000"/>
              </a:spcBef>
            </a:pPr>
            <a:r>
              <a:rPr lang="es-ES" altLang="en-US" sz="1000">
                <a:solidFill>
                  <a:schemeClr val="bg1"/>
                </a:solidFill>
                <a:latin typeface="Times New Roman" panose="02020603050405020304" pitchFamily="18" charset="0"/>
              </a:rPr>
              <a:t>Dpto de Física Aplicada, Escuela Politécnica Superior de Albacete (UCLM)</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1026">
            <a:extLst>
              <a:ext uri="{FF2B5EF4-FFF2-40B4-BE49-F238E27FC236}">
                <a16:creationId xmlns:a16="http://schemas.microsoft.com/office/drawing/2014/main" id="{9BC8CC8A-59B4-476C-8315-C3DCF564F5E4}"/>
              </a:ext>
            </a:extLst>
          </p:cNvPr>
          <p:cNvSpPr>
            <a:spLocks noGrp="1" noChangeArrowheads="1"/>
          </p:cNvSpPr>
          <p:nvPr>
            <p:ph type="title" idx="4294967295"/>
          </p:nvPr>
        </p:nvSpPr>
        <p:spPr>
          <a:xfrm>
            <a:off x="2197100" y="0"/>
            <a:ext cx="7772400" cy="1143000"/>
          </a:xfrm>
        </p:spPr>
        <p:txBody>
          <a:bodyPr/>
          <a:lstStyle/>
          <a:p>
            <a:pPr eaLnBrk="1" hangingPunct="1"/>
            <a:r>
              <a:rPr lang="en-US" altLang="en-US" sz="4000"/>
              <a:t>Campo Magnético de un Solenoide</a:t>
            </a:r>
          </a:p>
        </p:txBody>
      </p:sp>
      <p:pic>
        <p:nvPicPr>
          <p:cNvPr id="5124" name="Picture 1028" descr="FG28_022">
            <a:extLst>
              <a:ext uri="{FF2B5EF4-FFF2-40B4-BE49-F238E27FC236}">
                <a16:creationId xmlns:a16="http://schemas.microsoft.com/office/drawing/2014/main" id="{FE024C8E-B54C-4E25-8A01-CBC65FD5E1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9900" y="998538"/>
            <a:ext cx="4254500" cy="3192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122" name="Object 28">
            <a:extLst>
              <a:ext uri="{FF2B5EF4-FFF2-40B4-BE49-F238E27FC236}">
                <a16:creationId xmlns:a16="http://schemas.microsoft.com/office/drawing/2014/main" id="{6E000742-8518-49AB-9EF3-E4F5270DA6EB}"/>
              </a:ext>
            </a:extLst>
          </p:cNvPr>
          <p:cNvGraphicFramePr>
            <a:graphicFrameLocks noChangeAspect="1"/>
          </p:cNvGraphicFramePr>
          <p:nvPr/>
        </p:nvGraphicFramePr>
        <p:xfrm>
          <a:off x="4048126" y="4638675"/>
          <a:ext cx="1724025" cy="941388"/>
        </p:xfrm>
        <a:graphic>
          <a:graphicData uri="http://schemas.openxmlformats.org/presentationml/2006/ole">
            <mc:AlternateContent xmlns:mc="http://schemas.openxmlformats.org/markup-compatibility/2006">
              <mc:Choice xmlns:v="urn:schemas-microsoft-com:vml" Requires="v">
                <p:oleObj spid="_x0000_s20484" name="Ecuación" r:id="rId4" imgW="723600" imgH="393480" progId="Equation.3">
                  <p:embed/>
                </p:oleObj>
              </mc:Choice>
              <mc:Fallback>
                <p:oleObj name="Ecuación" r:id="rId4" imgW="723600" imgH="393480" progId="Equation.3">
                  <p:embed/>
                  <p:pic>
                    <p:nvPicPr>
                      <p:cNvPr id="5122" name="Object 28">
                        <a:extLst>
                          <a:ext uri="{FF2B5EF4-FFF2-40B4-BE49-F238E27FC236}">
                            <a16:creationId xmlns:a16="http://schemas.microsoft.com/office/drawing/2014/main" id="{6E000742-8518-49AB-9EF3-E4F5270DA6E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48126" y="4638675"/>
                        <a:ext cx="1724025" cy="941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25" name="Rectangle 29">
            <a:extLst>
              <a:ext uri="{FF2B5EF4-FFF2-40B4-BE49-F238E27FC236}">
                <a16:creationId xmlns:a16="http://schemas.microsoft.com/office/drawing/2014/main" id="{87296B98-2A25-4350-B0A5-E5ACCF8FF310}"/>
              </a:ext>
            </a:extLst>
          </p:cNvPr>
          <p:cNvSpPr>
            <a:spLocks noChangeArrowheads="1"/>
          </p:cNvSpPr>
          <p:nvPr/>
        </p:nvSpPr>
        <p:spPr bwMode="auto">
          <a:xfrm>
            <a:off x="3897314" y="4567239"/>
            <a:ext cx="2060575" cy="1044575"/>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pic>
        <p:nvPicPr>
          <p:cNvPr id="75780" name="Picture 4" descr="F29-20b">
            <a:extLst>
              <a:ext uri="{FF2B5EF4-FFF2-40B4-BE49-F238E27FC236}">
                <a16:creationId xmlns:a16="http://schemas.microsoft.com/office/drawing/2014/main" id="{D234A227-FC55-474D-8F53-541FAFC9D269}"/>
              </a:ext>
            </a:extLst>
          </p:cNvPr>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739901" y="4073526"/>
            <a:ext cx="1997075" cy="2619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4" name="Picture 6" descr="nw0350-n">
            <a:extLst>
              <a:ext uri="{FF2B5EF4-FFF2-40B4-BE49-F238E27FC236}">
                <a16:creationId xmlns:a16="http://schemas.microsoft.com/office/drawing/2014/main" id="{F02FD671-DEBF-47D7-8A25-EE2708DEDF8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62700" y="4926014"/>
            <a:ext cx="2852738" cy="174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8" name="Picture 3" descr="E:\Art\CH26-30\F28-08A.JPG">
            <a:extLst>
              <a:ext uri="{FF2B5EF4-FFF2-40B4-BE49-F238E27FC236}">
                <a16:creationId xmlns:a16="http://schemas.microsoft.com/office/drawing/2014/main" id="{DC7B8CF1-BBBE-4B1B-A31C-989195ECCEC7}"/>
              </a:ext>
            </a:extLst>
          </p:cNvPr>
          <p:cNvPicPr>
            <a:picLocks noChangeAspect="1" noChangeArrowheads="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223000" y="933451"/>
            <a:ext cx="4241800" cy="3649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75780"/>
                                        </p:tgtEl>
                                        <p:attrNameLst>
                                          <p:attrName>style.visibility</p:attrName>
                                        </p:attrNameLst>
                                      </p:cBhvr>
                                      <p:to>
                                        <p:strVal val="visible"/>
                                      </p:to>
                                    </p:set>
                                    <p:anim calcmode="lin" valueType="num">
                                      <p:cBhvr additive="base">
                                        <p:cTn id="7" dur="500" fill="hold"/>
                                        <p:tgtEl>
                                          <p:spTgt spid="75780"/>
                                        </p:tgtEl>
                                        <p:attrNameLst>
                                          <p:attrName>ppt_x</p:attrName>
                                        </p:attrNameLst>
                                      </p:cBhvr>
                                      <p:tavLst>
                                        <p:tav tm="0">
                                          <p:val>
                                            <p:strVal val="#ppt_x"/>
                                          </p:val>
                                        </p:tav>
                                        <p:tav tm="100000">
                                          <p:val>
                                            <p:strVal val="#ppt_x"/>
                                          </p:val>
                                        </p:tav>
                                      </p:tavLst>
                                    </p:anim>
                                    <p:anim calcmode="lin" valueType="num">
                                      <p:cBhvr additive="base">
                                        <p:cTn id="8" dur="500" fill="hold"/>
                                        <p:tgtEl>
                                          <p:spTgt spid="75780"/>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10" fill="hold" nodeType="clickEffect">
                                  <p:stCondLst>
                                    <p:cond delay="0"/>
                                  </p:stCondLst>
                                  <p:childTnLst>
                                    <p:set>
                                      <p:cBhvr>
                                        <p:cTn id="12" dur="1" fill="hold">
                                          <p:stCondLst>
                                            <p:cond delay="0"/>
                                          </p:stCondLst>
                                        </p:cTn>
                                        <p:tgtEl>
                                          <p:spTgt spid="53254"/>
                                        </p:tgtEl>
                                        <p:attrNameLst>
                                          <p:attrName>style.visibility</p:attrName>
                                        </p:attrNameLst>
                                      </p:cBhvr>
                                      <p:to>
                                        <p:strVal val="visible"/>
                                      </p:to>
                                    </p:set>
                                    <p:animEffect transition="in" filter="blinds(horizontal)">
                                      <p:cBhvr>
                                        <p:cTn id="13" dur="500"/>
                                        <p:tgtEl>
                                          <p:spTgt spid="532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3" name="Rectangle 2">
            <a:extLst>
              <a:ext uri="{FF2B5EF4-FFF2-40B4-BE49-F238E27FC236}">
                <a16:creationId xmlns:a16="http://schemas.microsoft.com/office/drawing/2014/main" id="{93D83E9B-D2FF-4D4A-9025-DE8952D337E0}"/>
              </a:ext>
            </a:extLst>
          </p:cNvPr>
          <p:cNvSpPr>
            <a:spLocks noGrp="1" noChangeArrowheads="1"/>
          </p:cNvSpPr>
          <p:nvPr>
            <p:ph type="title"/>
          </p:nvPr>
        </p:nvSpPr>
        <p:spPr>
          <a:xfrm>
            <a:off x="2159000" y="215900"/>
            <a:ext cx="7772400" cy="1143000"/>
          </a:xfrm>
        </p:spPr>
        <p:txBody>
          <a:bodyPr>
            <a:normAutofit fontScale="90000"/>
          </a:bodyPr>
          <a:lstStyle/>
          <a:p>
            <a:r>
              <a:rPr lang="en-US" altLang="en-US" sz="4000"/>
              <a:t>Magnetic Field Inside a Long Straight Wire with Current</a:t>
            </a:r>
          </a:p>
        </p:txBody>
      </p:sp>
      <p:sp>
        <p:nvSpPr>
          <p:cNvPr id="7174" name="Rectangle 3">
            <a:extLst>
              <a:ext uri="{FF2B5EF4-FFF2-40B4-BE49-F238E27FC236}">
                <a16:creationId xmlns:a16="http://schemas.microsoft.com/office/drawing/2014/main" id="{6C5278D4-3903-4227-A093-EC797FD30CFA}"/>
              </a:ext>
            </a:extLst>
          </p:cNvPr>
          <p:cNvSpPr>
            <a:spLocks noGrp="1" noChangeArrowheads="1"/>
          </p:cNvSpPr>
          <p:nvPr>
            <p:ph type="body" sz="half" idx="1"/>
          </p:nvPr>
        </p:nvSpPr>
        <p:spPr>
          <a:xfrm>
            <a:off x="1981200" y="1473200"/>
            <a:ext cx="3810000" cy="4114800"/>
          </a:xfrm>
        </p:spPr>
        <p:txBody>
          <a:bodyPr/>
          <a:lstStyle/>
          <a:p>
            <a:r>
              <a:rPr lang="en-US" altLang="en-US" sz="1600"/>
              <a:t>Because the current is evenly distributed over the cross-section of the wire, it must be cylindrically symmetric.</a:t>
            </a:r>
          </a:p>
          <a:p>
            <a:r>
              <a:rPr lang="en-US" altLang="en-US" sz="1600"/>
              <a:t>So we again draw a circular Amperian loop around the axis, of radius </a:t>
            </a:r>
            <a:r>
              <a:rPr lang="en-US" altLang="en-US" sz="1600" i="1"/>
              <a:t>r &lt; R</a:t>
            </a:r>
            <a:r>
              <a:rPr lang="en-US" altLang="en-US" sz="1600"/>
              <a:t>.</a:t>
            </a:r>
          </a:p>
          <a:p>
            <a:r>
              <a:rPr lang="en-US" altLang="en-US" sz="1600"/>
              <a:t>The enclosed current is less than the total current, because some is outside the Amperian loop.  The amount enclosed is</a:t>
            </a:r>
          </a:p>
          <a:p>
            <a:endParaRPr lang="en-US" altLang="en-US" sz="1600"/>
          </a:p>
          <a:p>
            <a:endParaRPr lang="en-US" altLang="en-US" sz="1600"/>
          </a:p>
          <a:p>
            <a:r>
              <a:rPr lang="en-US" altLang="en-US" sz="1600"/>
              <a:t>so</a:t>
            </a:r>
          </a:p>
        </p:txBody>
      </p:sp>
      <p:graphicFrame>
        <p:nvGraphicFramePr>
          <p:cNvPr id="92164" name="Object 4">
            <a:extLst>
              <a:ext uri="{FF2B5EF4-FFF2-40B4-BE49-F238E27FC236}">
                <a16:creationId xmlns:a16="http://schemas.microsoft.com/office/drawing/2014/main" id="{30292930-2C55-4102-92F2-46D7F8402A9F}"/>
              </a:ext>
            </a:extLst>
          </p:cNvPr>
          <p:cNvGraphicFramePr>
            <a:graphicFrameLocks noChangeAspect="1"/>
          </p:cNvGraphicFramePr>
          <p:nvPr/>
        </p:nvGraphicFramePr>
        <p:xfrm>
          <a:off x="3476625" y="3908425"/>
          <a:ext cx="1360488" cy="744538"/>
        </p:xfrm>
        <a:graphic>
          <a:graphicData uri="http://schemas.openxmlformats.org/presentationml/2006/ole">
            <mc:AlternateContent xmlns:mc="http://schemas.openxmlformats.org/markup-compatibility/2006">
              <mc:Choice xmlns:v="urn:schemas-microsoft-com:vml" Requires="v">
                <p:oleObj spid="_x0000_s22536" name="Equation" r:id="rId3" imgW="698400" imgH="419040" progId="Equation.3">
                  <p:embed/>
                </p:oleObj>
              </mc:Choice>
              <mc:Fallback>
                <p:oleObj name="Equation" r:id="rId3" imgW="698400" imgH="419040" progId="Equation.3">
                  <p:embed/>
                  <p:pic>
                    <p:nvPicPr>
                      <p:cNvPr id="92164" name="Object 4">
                        <a:extLst>
                          <a:ext uri="{FF2B5EF4-FFF2-40B4-BE49-F238E27FC236}">
                            <a16:creationId xmlns:a16="http://schemas.microsoft.com/office/drawing/2014/main" id="{30292930-2C55-4102-92F2-46D7F8402A9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76625" y="3908425"/>
                        <a:ext cx="1360488" cy="744538"/>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165" name="Text Box 5">
            <a:extLst>
              <a:ext uri="{FF2B5EF4-FFF2-40B4-BE49-F238E27FC236}">
                <a16:creationId xmlns:a16="http://schemas.microsoft.com/office/drawing/2014/main" id="{F65FF7D4-1186-4FBB-ABDF-291F8BC0110C}"/>
              </a:ext>
            </a:extLst>
          </p:cNvPr>
          <p:cNvSpPr txBox="1">
            <a:spLocks noChangeArrowheads="1"/>
          </p:cNvSpPr>
          <p:nvPr/>
        </p:nvSpPr>
        <p:spPr bwMode="auto">
          <a:xfrm>
            <a:off x="5365750" y="5789613"/>
            <a:ext cx="2058988" cy="322262"/>
          </a:xfrm>
          <a:prstGeom prst="rect">
            <a:avLst/>
          </a:prstGeom>
          <a:solidFill>
            <a:srgbClr val="FFCC99"/>
          </a:solidFill>
          <a:ln w="9525" algn="ctr">
            <a:solidFill>
              <a:srgbClr val="D02518"/>
            </a:solidFill>
            <a:miter lim="800000"/>
            <a:headEnd/>
            <a:tailEnd/>
          </a:ln>
        </p:spPr>
        <p:txBody>
          <a:bodyPr wrap="none">
            <a:spAutoFit/>
          </a:bodyPr>
          <a:lstStyle>
            <a:lvl1pPr marL="342900" indent="-342900"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lnSpc>
                <a:spcPct val="90000"/>
              </a:lnSpc>
              <a:spcBef>
                <a:spcPct val="20000"/>
              </a:spcBef>
              <a:buClr>
                <a:srgbClr val="9999FF"/>
              </a:buClr>
              <a:buSzPct val="80000"/>
              <a:buFont typeface="Wingdings" panose="05000000000000000000" pitchFamily="2" charset="2"/>
              <a:buNone/>
            </a:pPr>
            <a:r>
              <a:rPr lang="en-US" altLang="en-US" sz="1600">
                <a:solidFill>
                  <a:schemeClr val="bg2"/>
                </a:solidFill>
                <a:latin typeface="Tahoma" panose="020B0604030504040204" pitchFamily="34" charset="0"/>
                <a:ea typeface="SimSun" panose="02010600030101010101" pitchFamily="2" charset="-122"/>
              </a:rPr>
              <a:t>inside a straight wire</a:t>
            </a:r>
          </a:p>
        </p:txBody>
      </p:sp>
      <p:graphicFrame>
        <p:nvGraphicFramePr>
          <p:cNvPr id="92166" name="Object 6">
            <a:extLst>
              <a:ext uri="{FF2B5EF4-FFF2-40B4-BE49-F238E27FC236}">
                <a16:creationId xmlns:a16="http://schemas.microsoft.com/office/drawing/2014/main" id="{022F13F4-B2F9-40A0-A818-BB0FCBEA3C5D}"/>
              </a:ext>
            </a:extLst>
          </p:cNvPr>
          <p:cNvGraphicFramePr>
            <a:graphicFrameLocks noChangeAspect="1"/>
          </p:cNvGraphicFramePr>
          <p:nvPr/>
        </p:nvGraphicFramePr>
        <p:xfrm>
          <a:off x="2759076" y="4802189"/>
          <a:ext cx="3209925" cy="681037"/>
        </p:xfrm>
        <a:graphic>
          <a:graphicData uri="http://schemas.openxmlformats.org/presentationml/2006/ole">
            <mc:AlternateContent xmlns:mc="http://schemas.openxmlformats.org/markup-compatibility/2006">
              <mc:Choice xmlns:v="urn:schemas-microsoft-com:vml" Requires="v">
                <p:oleObj spid="_x0000_s22537" name="Equation" r:id="rId5" imgW="1968480" imgH="419040" progId="Equation.3">
                  <p:embed/>
                </p:oleObj>
              </mc:Choice>
              <mc:Fallback>
                <p:oleObj name="Equation" r:id="rId5" imgW="1968480" imgH="419040" progId="Equation.3">
                  <p:embed/>
                  <p:pic>
                    <p:nvPicPr>
                      <p:cNvPr id="92166" name="Object 6">
                        <a:extLst>
                          <a:ext uri="{FF2B5EF4-FFF2-40B4-BE49-F238E27FC236}">
                            <a16:creationId xmlns:a16="http://schemas.microsoft.com/office/drawing/2014/main" id="{022F13F4-B2F9-40A0-A818-BB0FCBEA3C5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59076" y="4802189"/>
                        <a:ext cx="3209925" cy="681037"/>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167" name="Object 7">
            <a:extLst>
              <a:ext uri="{FF2B5EF4-FFF2-40B4-BE49-F238E27FC236}">
                <a16:creationId xmlns:a16="http://schemas.microsoft.com/office/drawing/2014/main" id="{CAF91D6C-0EFC-4970-AA06-625B37926A25}"/>
              </a:ext>
            </a:extLst>
          </p:cNvPr>
          <p:cNvGraphicFramePr>
            <a:graphicFrameLocks noChangeAspect="1"/>
          </p:cNvGraphicFramePr>
          <p:nvPr/>
        </p:nvGraphicFramePr>
        <p:xfrm>
          <a:off x="3262313" y="5626101"/>
          <a:ext cx="1733550" cy="879475"/>
        </p:xfrm>
        <a:graphic>
          <a:graphicData uri="http://schemas.openxmlformats.org/presentationml/2006/ole">
            <mc:AlternateContent xmlns:mc="http://schemas.openxmlformats.org/markup-compatibility/2006">
              <mc:Choice xmlns:v="urn:schemas-microsoft-com:vml" Requires="v">
                <p:oleObj spid="_x0000_s22538" name="Equation" r:id="rId7" imgW="850680" imgH="431640" progId="Equation.3">
                  <p:embed/>
                </p:oleObj>
              </mc:Choice>
              <mc:Fallback>
                <p:oleObj name="Equation" r:id="rId7" imgW="850680" imgH="431640" progId="Equation.3">
                  <p:embed/>
                  <p:pic>
                    <p:nvPicPr>
                      <p:cNvPr id="92167" name="Object 7">
                        <a:extLst>
                          <a:ext uri="{FF2B5EF4-FFF2-40B4-BE49-F238E27FC236}">
                            <a16:creationId xmlns:a16="http://schemas.microsoft.com/office/drawing/2014/main" id="{CAF91D6C-0EFC-4970-AA06-625B37926A2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62313" y="5626101"/>
                        <a:ext cx="1733550" cy="879475"/>
                      </a:xfrm>
                      <a:prstGeom prst="rect">
                        <a:avLst/>
                      </a:prstGeom>
                      <a:solidFill>
                        <a:srgbClr val="FFCC99"/>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7176" name="Picture 8" descr="F30_14">
            <a:extLst>
              <a:ext uri="{FF2B5EF4-FFF2-40B4-BE49-F238E27FC236}">
                <a16:creationId xmlns:a16="http://schemas.microsoft.com/office/drawing/2014/main" id="{84B2AE78-3157-465C-ADBE-6ABCB13D4FE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956301" y="1371601"/>
            <a:ext cx="2898775" cy="22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Group 9">
            <a:extLst>
              <a:ext uri="{FF2B5EF4-FFF2-40B4-BE49-F238E27FC236}">
                <a16:creationId xmlns:a16="http://schemas.microsoft.com/office/drawing/2014/main" id="{CBCB3FE2-32E4-43E5-8027-10A882C51328}"/>
              </a:ext>
            </a:extLst>
          </p:cNvPr>
          <p:cNvGrpSpPr>
            <a:grpSpLocks/>
          </p:cNvGrpSpPr>
          <p:nvPr/>
        </p:nvGrpSpPr>
        <p:grpSpPr bwMode="auto">
          <a:xfrm>
            <a:off x="5851526" y="3657600"/>
            <a:ext cx="2746375" cy="1651000"/>
            <a:chOff x="3822" y="2656"/>
            <a:chExt cx="1730" cy="1040"/>
          </a:xfrm>
        </p:grpSpPr>
        <p:sp>
          <p:nvSpPr>
            <p:cNvPr id="7179" name="Freeform 10">
              <a:extLst>
                <a:ext uri="{FF2B5EF4-FFF2-40B4-BE49-F238E27FC236}">
                  <a16:creationId xmlns:a16="http://schemas.microsoft.com/office/drawing/2014/main" id="{EA6C69B9-3977-4467-978E-FE4EFC0C240C}"/>
                </a:ext>
              </a:extLst>
            </p:cNvPr>
            <p:cNvSpPr>
              <a:spLocks/>
            </p:cNvSpPr>
            <p:nvPr/>
          </p:nvSpPr>
          <p:spPr bwMode="auto">
            <a:xfrm>
              <a:off x="4048" y="2912"/>
              <a:ext cx="1400" cy="528"/>
            </a:xfrm>
            <a:custGeom>
              <a:avLst/>
              <a:gdLst>
                <a:gd name="T0" fmla="*/ 0 w 1400"/>
                <a:gd name="T1" fmla="*/ 512 h 528"/>
                <a:gd name="T2" fmla="*/ 520 w 1400"/>
                <a:gd name="T3" fmla="*/ 0 h 528"/>
                <a:gd name="T4" fmla="*/ 600 w 1400"/>
                <a:gd name="T5" fmla="*/ 200 h 528"/>
                <a:gd name="T6" fmla="*/ 704 w 1400"/>
                <a:gd name="T7" fmla="*/ 328 h 528"/>
                <a:gd name="T8" fmla="*/ 880 w 1400"/>
                <a:gd name="T9" fmla="*/ 448 h 528"/>
                <a:gd name="T10" fmla="*/ 1104 w 1400"/>
                <a:gd name="T11" fmla="*/ 504 h 528"/>
                <a:gd name="T12" fmla="*/ 1400 w 1400"/>
                <a:gd name="T13" fmla="*/ 528 h 528"/>
                <a:gd name="T14" fmla="*/ 0 60000 65536"/>
                <a:gd name="T15" fmla="*/ 0 60000 65536"/>
                <a:gd name="T16" fmla="*/ 0 60000 65536"/>
                <a:gd name="T17" fmla="*/ 0 60000 65536"/>
                <a:gd name="T18" fmla="*/ 0 60000 65536"/>
                <a:gd name="T19" fmla="*/ 0 60000 65536"/>
                <a:gd name="T20" fmla="*/ 0 60000 65536"/>
                <a:gd name="T21" fmla="*/ 0 w 1400"/>
                <a:gd name="T22" fmla="*/ 0 h 528"/>
                <a:gd name="T23" fmla="*/ 1400 w 1400"/>
                <a:gd name="T24" fmla="*/ 528 h 5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00" h="528">
                  <a:moveTo>
                    <a:pt x="0" y="512"/>
                  </a:moveTo>
                  <a:cubicBezTo>
                    <a:pt x="87" y="428"/>
                    <a:pt x="432" y="88"/>
                    <a:pt x="520" y="0"/>
                  </a:cubicBezTo>
                  <a:cubicBezTo>
                    <a:pt x="552" y="64"/>
                    <a:pt x="569" y="145"/>
                    <a:pt x="600" y="200"/>
                  </a:cubicBezTo>
                  <a:cubicBezTo>
                    <a:pt x="631" y="255"/>
                    <a:pt x="657" y="287"/>
                    <a:pt x="704" y="328"/>
                  </a:cubicBezTo>
                  <a:cubicBezTo>
                    <a:pt x="751" y="369"/>
                    <a:pt x="813" y="419"/>
                    <a:pt x="880" y="448"/>
                  </a:cubicBezTo>
                  <a:cubicBezTo>
                    <a:pt x="947" y="477"/>
                    <a:pt x="1017" y="491"/>
                    <a:pt x="1104" y="504"/>
                  </a:cubicBezTo>
                  <a:cubicBezTo>
                    <a:pt x="1191" y="517"/>
                    <a:pt x="1349" y="524"/>
                    <a:pt x="1400" y="528"/>
                  </a:cubicBezTo>
                </a:path>
              </a:pathLst>
            </a:custGeom>
            <a:noFill/>
            <a:ln w="9525">
              <a:solidFill>
                <a:schemeClr val="bg2"/>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sp>
          <p:nvSpPr>
            <p:cNvPr id="7180" name="Line 11">
              <a:extLst>
                <a:ext uri="{FF2B5EF4-FFF2-40B4-BE49-F238E27FC236}">
                  <a16:creationId xmlns:a16="http://schemas.microsoft.com/office/drawing/2014/main" id="{48806803-09BE-42DB-8466-8C1EDE43AE07}"/>
                </a:ext>
              </a:extLst>
            </p:cNvPr>
            <p:cNvSpPr>
              <a:spLocks noChangeShapeType="1"/>
            </p:cNvSpPr>
            <p:nvPr/>
          </p:nvSpPr>
          <p:spPr bwMode="auto">
            <a:xfrm flipV="1">
              <a:off x="4016" y="2656"/>
              <a:ext cx="0" cy="800"/>
            </a:xfrm>
            <a:prstGeom prst="line">
              <a:avLst/>
            </a:prstGeom>
            <a:noFill/>
            <a:ln w="28575">
              <a:solidFill>
                <a:schemeClr val="bg2"/>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181" name="Line 12">
              <a:extLst>
                <a:ext uri="{FF2B5EF4-FFF2-40B4-BE49-F238E27FC236}">
                  <a16:creationId xmlns:a16="http://schemas.microsoft.com/office/drawing/2014/main" id="{93985E04-0DE2-4D54-A1D5-A0E3A6E3DE36}"/>
                </a:ext>
              </a:extLst>
            </p:cNvPr>
            <p:cNvSpPr>
              <a:spLocks noChangeShapeType="1"/>
            </p:cNvSpPr>
            <p:nvPr/>
          </p:nvSpPr>
          <p:spPr bwMode="auto">
            <a:xfrm>
              <a:off x="4016" y="3456"/>
              <a:ext cx="1536" cy="0"/>
            </a:xfrm>
            <a:prstGeom prst="line">
              <a:avLst/>
            </a:prstGeom>
            <a:noFill/>
            <a:ln w="28575">
              <a:solidFill>
                <a:schemeClr val="bg2"/>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182" name="Text Box 13">
              <a:extLst>
                <a:ext uri="{FF2B5EF4-FFF2-40B4-BE49-F238E27FC236}">
                  <a16:creationId xmlns:a16="http://schemas.microsoft.com/office/drawing/2014/main" id="{57BDE398-2031-4256-AFDB-D40354C47FDB}"/>
                </a:ext>
              </a:extLst>
            </p:cNvPr>
            <p:cNvSpPr txBox="1">
              <a:spLocks noChangeArrowheads="1"/>
            </p:cNvSpPr>
            <p:nvPr/>
          </p:nvSpPr>
          <p:spPr bwMode="auto">
            <a:xfrm>
              <a:off x="5294" y="3459"/>
              <a:ext cx="166"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lnSpc>
                  <a:spcPct val="90000"/>
                </a:lnSpc>
                <a:spcBef>
                  <a:spcPct val="20000"/>
                </a:spcBef>
                <a:buClr>
                  <a:srgbClr val="9999FF"/>
                </a:buClr>
                <a:buSzPct val="80000"/>
                <a:buFont typeface="Wingdings" panose="05000000000000000000" pitchFamily="2" charset="2"/>
                <a:buNone/>
              </a:pPr>
              <a:r>
                <a:rPr lang="en-US" altLang="en-US" sz="1600" i="1">
                  <a:solidFill>
                    <a:schemeClr val="bg2"/>
                  </a:solidFill>
                  <a:latin typeface="Times New Roman" panose="02020603050405020304" pitchFamily="18" charset="0"/>
                  <a:ea typeface="SimSun" panose="02010600030101010101" pitchFamily="2" charset="-122"/>
                </a:rPr>
                <a:t>r</a:t>
              </a:r>
            </a:p>
          </p:txBody>
        </p:sp>
        <p:sp>
          <p:nvSpPr>
            <p:cNvPr id="7183" name="Text Box 14">
              <a:extLst>
                <a:ext uri="{FF2B5EF4-FFF2-40B4-BE49-F238E27FC236}">
                  <a16:creationId xmlns:a16="http://schemas.microsoft.com/office/drawing/2014/main" id="{8C4D0D93-D9BA-454B-8E1C-C1FB65086395}"/>
                </a:ext>
              </a:extLst>
            </p:cNvPr>
            <p:cNvSpPr txBox="1">
              <a:spLocks noChangeArrowheads="1"/>
            </p:cNvSpPr>
            <p:nvPr/>
          </p:nvSpPr>
          <p:spPr bwMode="auto">
            <a:xfrm>
              <a:off x="4486" y="3499"/>
              <a:ext cx="194"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lnSpc>
                  <a:spcPct val="90000"/>
                </a:lnSpc>
                <a:spcBef>
                  <a:spcPct val="20000"/>
                </a:spcBef>
                <a:buClr>
                  <a:srgbClr val="9999FF"/>
                </a:buClr>
                <a:buSzPct val="80000"/>
                <a:buFont typeface="Wingdings" panose="05000000000000000000" pitchFamily="2" charset="2"/>
                <a:buNone/>
              </a:pPr>
              <a:r>
                <a:rPr lang="en-US" altLang="en-US" sz="1600" i="1">
                  <a:solidFill>
                    <a:schemeClr val="bg2"/>
                  </a:solidFill>
                  <a:latin typeface="Times New Roman" panose="02020603050405020304" pitchFamily="18" charset="0"/>
                  <a:ea typeface="SimSun" panose="02010600030101010101" pitchFamily="2" charset="-122"/>
                </a:rPr>
                <a:t>R</a:t>
              </a:r>
            </a:p>
          </p:txBody>
        </p:sp>
        <p:sp>
          <p:nvSpPr>
            <p:cNvPr id="7184" name="Line 15">
              <a:extLst>
                <a:ext uri="{FF2B5EF4-FFF2-40B4-BE49-F238E27FC236}">
                  <a16:creationId xmlns:a16="http://schemas.microsoft.com/office/drawing/2014/main" id="{05A901B3-33E5-468C-8140-59DBA5B2BA9B}"/>
                </a:ext>
              </a:extLst>
            </p:cNvPr>
            <p:cNvSpPr>
              <a:spLocks noChangeShapeType="1"/>
            </p:cNvSpPr>
            <p:nvPr/>
          </p:nvSpPr>
          <p:spPr bwMode="auto">
            <a:xfrm flipV="1">
              <a:off x="4560" y="2760"/>
              <a:ext cx="0" cy="696"/>
            </a:xfrm>
            <a:prstGeom prst="line">
              <a:avLst/>
            </a:prstGeom>
            <a:noFill/>
            <a:ln w="9525">
              <a:solidFill>
                <a:schemeClr val="bg2"/>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7185" name="Text Box 16">
              <a:extLst>
                <a:ext uri="{FF2B5EF4-FFF2-40B4-BE49-F238E27FC236}">
                  <a16:creationId xmlns:a16="http://schemas.microsoft.com/office/drawing/2014/main" id="{69AD0AC7-D725-45DB-9560-BDEA8B371D1B}"/>
                </a:ext>
              </a:extLst>
            </p:cNvPr>
            <p:cNvSpPr txBox="1">
              <a:spLocks noChangeArrowheads="1"/>
            </p:cNvSpPr>
            <p:nvPr/>
          </p:nvSpPr>
          <p:spPr bwMode="auto">
            <a:xfrm>
              <a:off x="4726" y="3083"/>
              <a:ext cx="335"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lnSpc>
                  <a:spcPct val="90000"/>
                </a:lnSpc>
                <a:spcBef>
                  <a:spcPct val="20000"/>
                </a:spcBef>
                <a:buClr>
                  <a:srgbClr val="9999FF"/>
                </a:buClr>
                <a:buSzPct val="80000"/>
                <a:buFont typeface="Wingdings" panose="05000000000000000000" pitchFamily="2" charset="2"/>
                <a:buNone/>
              </a:pPr>
              <a:r>
                <a:rPr lang="en-US" altLang="en-US" sz="1600">
                  <a:solidFill>
                    <a:schemeClr val="bg2"/>
                  </a:solidFill>
                  <a:latin typeface="Times New Roman" panose="02020603050405020304" pitchFamily="18" charset="0"/>
                  <a:ea typeface="SimSun" panose="02010600030101010101" pitchFamily="2" charset="-122"/>
                </a:rPr>
                <a:t>~1/</a:t>
              </a:r>
              <a:r>
                <a:rPr lang="en-US" altLang="en-US" sz="1600" i="1">
                  <a:solidFill>
                    <a:schemeClr val="bg2"/>
                  </a:solidFill>
                  <a:latin typeface="Times New Roman" panose="02020603050405020304" pitchFamily="18" charset="0"/>
                  <a:ea typeface="SimSun" panose="02010600030101010101" pitchFamily="2" charset="-122"/>
                </a:rPr>
                <a:t>r</a:t>
              </a:r>
            </a:p>
          </p:txBody>
        </p:sp>
        <p:sp>
          <p:nvSpPr>
            <p:cNvPr id="7186" name="Text Box 17">
              <a:extLst>
                <a:ext uri="{FF2B5EF4-FFF2-40B4-BE49-F238E27FC236}">
                  <a16:creationId xmlns:a16="http://schemas.microsoft.com/office/drawing/2014/main" id="{988503BA-761B-4702-8FC6-CD2B47BB3640}"/>
                </a:ext>
              </a:extLst>
            </p:cNvPr>
            <p:cNvSpPr txBox="1">
              <a:spLocks noChangeArrowheads="1"/>
            </p:cNvSpPr>
            <p:nvPr/>
          </p:nvSpPr>
          <p:spPr bwMode="auto">
            <a:xfrm>
              <a:off x="4158" y="2971"/>
              <a:ext cx="235"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lnSpc>
                  <a:spcPct val="90000"/>
                </a:lnSpc>
                <a:spcBef>
                  <a:spcPct val="20000"/>
                </a:spcBef>
                <a:buClr>
                  <a:srgbClr val="9999FF"/>
                </a:buClr>
                <a:buSzPct val="80000"/>
                <a:buFont typeface="Wingdings" panose="05000000000000000000" pitchFamily="2" charset="2"/>
                <a:buNone/>
              </a:pPr>
              <a:r>
                <a:rPr lang="en-US" altLang="en-US" sz="1600" i="1">
                  <a:solidFill>
                    <a:schemeClr val="bg2"/>
                  </a:solidFill>
                  <a:latin typeface="Times New Roman" panose="02020603050405020304" pitchFamily="18" charset="0"/>
                  <a:ea typeface="SimSun" panose="02010600030101010101" pitchFamily="2" charset="-122"/>
                </a:rPr>
                <a:t>~r</a:t>
              </a:r>
            </a:p>
          </p:txBody>
        </p:sp>
        <p:sp>
          <p:nvSpPr>
            <p:cNvPr id="7187" name="Text Box 18">
              <a:extLst>
                <a:ext uri="{FF2B5EF4-FFF2-40B4-BE49-F238E27FC236}">
                  <a16:creationId xmlns:a16="http://schemas.microsoft.com/office/drawing/2014/main" id="{12818BA7-FCD5-4F12-8E9A-29D389426C7E}"/>
                </a:ext>
              </a:extLst>
            </p:cNvPr>
            <p:cNvSpPr txBox="1">
              <a:spLocks noChangeArrowheads="1"/>
            </p:cNvSpPr>
            <p:nvPr/>
          </p:nvSpPr>
          <p:spPr bwMode="auto">
            <a:xfrm>
              <a:off x="3822" y="2699"/>
              <a:ext cx="194"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lnSpc>
                  <a:spcPct val="90000"/>
                </a:lnSpc>
                <a:spcBef>
                  <a:spcPct val="20000"/>
                </a:spcBef>
                <a:buClr>
                  <a:srgbClr val="9999FF"/>
                </a:buClr>
                <a:buSzPct val="80000"/>
                <a:buFont typeface="Wingdings" panose="05000000000000000000" pitchFamily="2" charset="2"/>
                <a:buNone/>
              </a:pPr>
              <a:r>
                <a:rPr lang="en-US" altLang="en-US" sz="1600" i="1">
                  <a:solidFill>
                    <a:schemeClr val="bg2"/>
                  </a:solidFill>
                  <a:latin typeface="Times New Roman" panose="02020603050405020304" pitchFamily="18" charset="0"/>
                  <a:ea typeface="SimSun" panose="02010600030101010101" pitchFamily="2" charset="-122"/>
                </a:rPr>
                <a:t>B</a:t>
              </a:r>
            </a:p>
          </p:txBody>
        </p:sp>
      </p:grpSp>
      <p:pic>
        <p:nvPicPr>
          <p:cNvPr id="7178" name="Picture 3" descr="FG28_009">
            <a:extLst>
              <a:ext uri="{FF2B5EF4-FFF2-40B4-BE49-F238E27FC236}">
                <a16:creationId xmlns:a16="http://schemas.microsoft.com/office/drawing/2014/main" id="{62A77DBD-313A-4645-A960-4716E31887ED}"/>
              </a:ext>
            </a:extLst>
          </p:cNvPr>
          <p:cNvPicPr>
            <a:picLocks noGrp="1" noChangeAspect="1" noChangeArrowheads="1"/>
          </p:cNvPicPr>
          <p:nvPr>
            <p:ph sz="half" idx="2"/>
          </p:nvPr>
        </p:nvPicPr>
        <p:blipFill>
          <a:blip r:embed="rId10">
            <a:extLst>
              <a:ext uri="{28A0092B-C50C-407E-A947-70E740481C1C}">
                <a14:useLocalDpi xmlns:a14="http://schemas.microsoft.com/office/drawing/2010/main" val="0"/>
              </a:ext>
            </a:extLst>
          </a:blip>
          <a:srcRect t="14174" r="46063" b="15590"/>
          <a:stretch>
            <a:fillRect/>
          </a:stretch>
        </p:blipFill>
        <p:spPr>
          <a:xfrm>
            <a:off x="8613776" y="4852988"/>
            <a:ext cx="2054225" cy="2005012"/>
          </a:xfrm>
          <a:noFill/>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9216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9216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9216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2165"/>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5"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a:extLst>
              <a:ext uri="{FF2B5EF4-FFF2-40B4-BE49-F238E27FC236}">
                <a16:creationId xmlns:a16="http://schemas.microsoft.com/office/drawing/2014/main" id="{BBD19929-7443-4CD0-9CE8-5D3A01E2B5EA}"/>
              </a:ext>
            </a:extLst>
          </p:cNvPr>
          <p:cNvSpPr>
            <a:spLocks noGrp="1" noChangeArrowheads="1"/>
          </p:cNvSpPr>
          <p:nvPr>
            <p:ph type="title"/>
          </p:nvPr>
        </p:nvSpPr>
        <p:spPr>
          <a:xfrm>
            <a:off x="2171700" y="317500"/>
            <a:ext cx="7772400" cy="1143000"/>
          </a:xfrm>
        </p:spPr>
        <p:txBody>
          <a:bodyPr/>
          <a:lstStyle/>
          <a:p>
            <a:r>
              <a:rPr lang="en-US" altLang="en-US"/>
              <a:t>Solenoids</a:t>
            </a:r>
          </a:p>
        </p:txBody>
      </p:sp>
      <p:sp>
        <p:nvSpPr>
          <p:cNvPr id="8196" name="Rectangle 3">
            <a:extLst>
              <a:ext uri="{FF2B5EF4-FFF2-40B4-BE49-F238E27FC236}">
                <a16:creationId xmlns:a16="http://schemas.microsoft.com/office/drawing/2014/main" id="{8AA490C5-E326-4416-A96B-05DC258F348B}"/>
              </a:ext>
            </a:extLst>
          </p:cNvPr>
          <p:cNvSpPr>
            <a:spLocks noGrp="1" noChangeArrowheads="1"/>
          </p:cNvSpPr>
          <p:nvPr>
            <p:ph type="body" idx="1"/>
          </p:nvPr>
        </p:nvSpPr>
        <p:spPr>
          <a:xfrm>
            <a:off x="2222500" y="1422400"/>
            <a:ext cx="4281488" cy="2787650"/>
          </a:xfrm>
        </p:spPr>
        <p:txBody>
          <a:bodyPr>
            <a:normAutofit lnSpcReduction="10000"/>
          </a:bodyPr>
          <a:lstStyle/>
          <a:p>
            <a:r>
              <a:rPr lang="en-US" altLang="en-US" sz="1800"/>
              <a:t>We saw earlier that a complete loop of wire has a magnetic field at its center:</a:t>
            </a:r>
          </a:p>
          <a:p>
            <a:endParaRPr lang="en-US" altLang="en-US" sz="1800"/>
          </a:p>
          <a:p>
            <a:endParaRPr lang="en-US" altLang="en-US" sz="1800"/>
          </a:p>
          <a:p>
            <a:r>
              <a:rPr lang="en-US" altLang="en-US" sz="1800"/>
              <a:t>We can make the field stronger by simply adding more loops.  A many turn coil of wire with current is called a solenoid.</a:t>
            </a:r>
          </a:p>
          <a:p>
            <a:r>
              <a:rPr lang="en-US" altLang="en-US" sz="1800"/>
              <a:t>We can use Ampere’s Law to calculate B inside the solenoid.</a:t>
            </a:r>
          </a:p>
        </p:txBody>
      </p:sp>
      <p:pic>
        <p:nvPicPr>
          <p:cNvPr id="8197" name="Picture 4" descr="F30_16">
            <a:extLst>
              <a:ext uri="{FF2B5EF4-FFF2-40B4-BE49-F238E27FC236}">
                <a16:creationId xmlns:a16="http://schemas.microsoft.com/office/drawing/2014/main" id="{2EA16633-E95A-4B9F-97A7-3E29F80EE4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18363" y="1295400"/>
            <a:ext cx="2824162" cy="1931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8194" name="Object 5">
            <a:extLst>
              <a:ext uri="{FF2B5EF4-FFF2-40B4-BE49-F238E27FC236}">
                <a16:creationId xmlns:a16="http://schemas.microsoft.com/office/drawing/2014/main" id="{D84B941F-FCDE-42C5-8D15-FF2437A0DFE9}"/>
              </a:ext>
            </a:extLst>
          </p:cNvPr>
          <p:cNvGraphicFramePr>
            <a:graphicFrameLocks noChangeAspect="1"/>
          </p:cNvGraphicFramePr>
          <p:nvPr/>
        </p:nvGraphicFramePr>
        <p:xfrm>
          <a:off x="3065463" y="2124076"/>
          <a:ext cx="785812" cy="593725"/>
        </p:xfrm>
        <a:graphic>
          <a:graphicData uri="http://schemas.openxmlformats.org/presentationml/2006/ole">
            <mc:AlternateContent xmlns:mc="http://schemas.openxmlformats.org/markup-compatibility/2006">
              <mc:Choice xmlns:v="urn:schemas-microsoft-com:vml" Requires="v">
                <p:oleObj spid="_x0000_s23556" name="Equation" r:id="rId4" imgW="520560" imgH="393480" progId="Equation.3">
                  <p:embed/>
                </p:oleObj>
              </mc:Choice>
              <mc:Fallback>
                <p:oleObj name="Equation" r:id="rId4" imgW="520560" imgH="393480" progId="Equation.3">
                  <p:embed/>
                  <p:pic>
                    <p:nvPicPr>
                      <p:cNvPr id="8194" name="Object 5">
                        <a:extLst>
                          <a:ext uri="{FF2B5EF4-FFF2-40B4-BE49-F238E27FC236}">
                            <a16:creationId xmlns:a16="http://schemas.microsoft.com/office/drawing/2014/main" id="{D84B941F-FCDE-42C5-8D15-FF2437A0DFE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65463" y="2124076"/>
                        <a:ext cx="785812" cy="593725"/>
                      </a:xfrm>
                      <a:prstGeom prst="rect">
                        <a:avLst/>
                      </a:prstGeom>
                      <a:solidFill>
                        <a:srgbClr val="FFCC99"/>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93190" name="Picture 6" descr="F30_17">
            <a:extLst>
              <a:ext uri="{FF2B5EF4-FFF2-40B4-BE49-F238E27FC236}">
                <a16:creationId xmlns:a16="http://schemas.microsoft.com/office/drawing/2014/main" id="{5613CB0B-98D1-4FB2-A8E7-3DEF1E34A0E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35738" y="3606800"/>
            <a:ext cx="3916362" cy="242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3191" name="Rectangle 7">
            <a:extLst>
              <a:ext uri="{FF2B5EF4-FFF2-40B4-BE49-F238E27FC236}">
                <a16:creationId xmlns:a16="http://schemas.microsoft.com/office/drawing/2014/main" id="{51003D1B-DB48-451A-8381-2690BD4C339D}"/>
              </a:ext>
            </a:extLst>
          </p:cNvPr>
          <p:cNvSpPr>
            <a:spLocks noChangeArrowheads="1"/>
          </p:cNvSpPr>
          <p:nvPr/>
        </p:nvSpPr>
        <p:spPr bwMode="auto">
          <a:xfrm>
            <a:off x="1981200" y="4648200"/>
            <a:ext cx="4533900"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20000"/>
              </a:spcBef>
              <a:buFontTx/>
              <a:buChar char="•"/>
            </a:pPr>
            <a:r>
              <a:rPr lang="en-US" altLang="en-US" sz="1800">
                <a:latin typeface="Times New Roman" panose="02020603050405020304" pitchFamily="18" charset="0"/>
              </a:rPr>
              <a:t>The field near the wires is still circular, but farther away the fields blend into a nearly constant field down the axis.</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9319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31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91"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20" name="Picture 2" descr="F30_18">
            <a:extLst>
              <a:ext uri="{FF2B5EF4-FFF2-40B4-BE49-F238E27FC236}">
                <a16:creationId xmlns:a16="http://schemas.microsoft.com/office/drawing/2014/main" id="{7E979CF1-BA62-4524-AA23-20A8D5651E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88201" y="787400"/>
            <a:ext cx="3165475" cy="2749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1" name="Rectangle 3">
            <a:extLst>
              <a:ext uri="{FF2B5EF4-FFF2-40B4-BE49-F238E27FC236}">
                <a16:creationId xmlns:a16="http://schemas.microsoft.com/office/drawing/2014/main" id="{2ED21786-01B9-4172-9FE7-30E43241DD47}"/>
              </a:ext>
            </a:extLst>
          </p:cNvPr>
          <p:cNvSpPr>
            <a:spLocks noGrp="1" noChangeArrowheads="1"/>
          </p:cNvSpPr>
          <p:nvPr>
            <p:ph type="title"/>
          </p:nvPr>
        </p:nvSpPr>
        <p:spPr>
          <a:xfrm>
            <a:off x="2082800" y="241300"/>
            <a:ext cx="7772400" cy="1143000"/>
          </a:xfrm>
        </p:spPr>
        <p:txBody>
          <a:bodyPr/>
          <a:lstStyle/>
          <a:p>
            <a:r>
              <a:rPr lang="en-US" altLang="en-US"/>
              <a:t>Solenoids</a:t>
            </a:r>
          </a:p>
        </p:txBody>
      </p:sp>
      <p:sp>
        <p:nvSpPr>
          <p:cNvPr id="9222" name="Rectangle 4">
            <a:extLst>
              <a:ext uri="{FF2B5EF4-FFF2-40B4-BE49-F238E27FC236}">
                <a16:creationId xmlns:a16="http://schemas.microsoft.com/office/drawing/2014/main" id="{B48F56B5-E682-40C5-998D-2D1857CCA4DF}"/>
              </a:ext>
            </a:extLst>
          </p:cNvPr>
          <p:cNvSpPr>
            <a:spLocks noGrp="1" noChangeArrowheads="1"/>
          </p:cNvSpPr>
          <p:nvPr>
            <p:ph type="body" idx="1"/>
          </p:nvPr>
        </p:nvSpPr>
        <p:spPr>
          <a:xfrm>
            <a:off x="2463800" y="2590800"/>
            <a:ext cx="4281488" cy="325438"/>
          </a:xfrm>
        </p:spPr>
        <p:txBody>
          <a:bodyPr>
            <a:normAutofit lnSpcReduction="10000"/>
          </a:bodyPr>
          <a:lstStyle/>
          <a:p>
            <a:r>
              <a:rPr lang="en-US" altLang="en-US" sz="1800"/>
              <a:t>The actual field looks more like this:</a:t>
            </a:r>
          </a:p>
        </p:txBody>
      </p:sp>
      <p:sp>
        <p:nvSpPr>
          <p:cNvPr id="94213" name="Rectangle 5">
            <a:extLst>
              <a:ext uri="{FF2B5EF4-FFF2-40B4-BE49-F238E27FC236}">
                <a16:creationId xmlns:a16="http://schemas.microsoft.com/office/drawing/2014/main" id="{FBC01B96-D609-451C-83D8-A42BDB58DC58}"/>
              </a:ext>
            </a:extLst>
          </p:cNvPr>
          <p:cNvSpPr>
            <a:spLocks noChangeArrowheads="1"/>
          </p:cNvSpPr>
          <p:nvPr/>
        </p:nvSpPr>
        <p:spPr bwMode="auto">
          <a:xfrm>
            <a:off x="1981200" y="3200400"/>
            <a:ext cx="5029200" cy="186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20000"/>
              </a:spcBef>
              <a:buFontTx/>
              <a:buChar char="•"/>
            </a:pPr>
            <a:r>
              <a:rPr lang="en-US" altLang="en-US" sz="1800">
                <a:latin typeface="Times New Roman" panose="02020603050405020304" pitchFamily="18" charset="0"/>
              </a:rPr>
              <a:t>Approximate that the field is constant inside and zero outside (just like capacitor).</a:t>
            </a:r>
          </a:p>
          <a:p>
            <a:pPr>
              <a:spcBef>
                <a:spcPct val="20000"/>
              </a:spcBef>
              <a:buFontTx/>
              <a:buChar char="•"/>
            </a:pPr>
            <a:r>
              <a:rPr lang="en-US" altLang="en-US" sz="1800">
                <a:latin typeface="Times New Roman" panose="02020603050405020304" pitchFamily="18" charset="0"/>
              </a:rPr>
              <a:t>Characterize the windings in terms of number of turns per unit length, </a:t>
            </a:r>
            <a:r>
              <a:rPr lang="en-US" altLang="en-US" sz="1800" i="1">
                <a:latin typeface="Times New Roman" panose="02020603050405020304" pitchFamily="18" charset="0"/>
              </a:rPr>
              <a:t>n</a:t>
            </a:r>
            <a:r>
              <a:rPr lang="en-US" altLang="en-US" sz="1800">
                <a:latin typeface="Times New Roman" panose="02020603050405020304" pitchFamily="18" charset="0"/>
              </a:rPr>
              <a:t>.  Each turn carries current </a:t>
            </a:r>
            <a:r>
              <a:rPr lang="en-US" altLang="en-US" sz="1800" i="1">
                <a:latin typeface="Times New Roman" panose="02020603050405020304" pitchFamily="18" charset="0"/>
              </a:rPr>
              <a:t>i</a:t>
            </a:r>
            <a:r>
              <a:rPr lang="en-US" altLang="en-US" sz="1800">
                <a:latin typeface="Times New Roman" panose="02020603050405020304" pitchFamily="18" charset="0"/>
              </a:rPr>
              <a:t>, so total current over length </a:t>
            </a:r>
            <a:r>
              <a:rPr lang="en-US" altLang="en-US" sz="1800" i="1">
                <a:latin typeface="Times New Roman" panose="02020603050405020304" pitchFamily="18" charset="0"/>
              </a:rPr>
              <a:t>h</a:t>
            </a:r>
            <a:r>
              <a:rPr lang="en-US" altLang="en-US" sz="1800">
                <a:latin typeface="Times New Roman" panose="02020603050405020304" pitchFamily="18" charset="0"/>
              </a:rPr>
              <a:t> is </a:t>
            </a:r>
            <a:r>
              <a:rPr lang="en-US" altLang="en-US" sz="1800" i="1">
                <a:latin typeface="Times New Roman" panose="02020603050405020304" pitchFamily="18" charset="0"/>
              </a:rPr>
              <a:t>inh</a:t>
            </a:r>
            <a:r>
              <a:rPr lang="en-US" altLang="en-US" sz="1800">
                <a:latin typeface="Times New Roman" panose="02020603050405020304" pitchFamily="18" charset="0"/>
              </a:rPr>
              <a:t>.</a:t>
            </a:r>
          </a:p>
        </p:txBody>
      </p:sp>
      <p:pic>
        <p:nvPicPr>
          <p:cNvPr id="94214" name="Picture 6" descr="F30_19">
            <a:extLst>
              <a:ext uri="{FF2B5EF4-FFF2-40B4-BE49-F238E27FC236}">
                <a16:creationId xmlns:a16="http://schemas.microsoft.com/office/drawing/2014/main" id="{A39E940A-0EF3-459E-9B03-EBA64387A1D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85001" y="3733800"/>
            <a:ext cx="3363913" cy="158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4215" name="Rectangle 7">
            <a:extLst>
              <a:ext uri="{FF2B5EF4-FFF2-40B4-BE49-F238E27FC236}">
                <a16:creationId xmlns:a16="http://schemas.microsoft.com/office/drawing/2014/main" id="{5E070F06-5268-4972-A9AE-8DE0067E8AF4}"/>
              </a:ext>
            </a:extLst>
          </p:cNvPr>
          <p:cNvSpPr>
            <a:spLocks noChangeArrowheads="1"/>
          </p:cNvSpPr>
          <p:nvPr/>
        </p:nvSpPr>
        <p:spPr bwMode="auto">
          <a:xfrm>
            <a:off x="2057400" y="1117600"/>
            <a:ext cx="4826000" cy="132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20000"/>
              </a:spcBef>
              <a:buFontTx/>
              <a:buChar char="•"/>
            </a:pPr>
            <a:r>
              <a:rPr lang="en-US" altLang="en-US" sz="1800">
                <a:latin typeface="Times New Roman" panose="02020603050405020304" pitchFamily="18" charset="0"/>
              </a:rPr>
              <a:t>Compare with electric field in a capacitor.</a:t>
            </a:r>
          </a:p>
          <a:p>
            <a:pPr>
              <a:spcBef>
                <a:spcPct val="20000"/>
              </a:spcBef>
              <a:buFontTx/>
              <a:buChar char="•"/>
            </a:pPr>
            <a:r>
              <a:rPr lang="en-US" altLang="en-US" sz="1800">
                <a:latin typeface="Times New Roman" panose="02020603050405020304" pitchFamily="18" charset="0"/>
              </a:rPr>
              <a:t>Like a capacitor, the field is uniform inside (except near the ends), but the direction of the field is different.</a:t>
            </a:r>
          </a:p>
        </p:txBody>
      </p:sp>
      <p:graphicFrame>
        <p:nvGraphicFramePr>
          <p:cNvPr id="94216" name="Object 8">
            <a:extLst>
              <a:ext uri="{FF2B5EF4-FFF2-40B4-BE49-F238E27FC236}">
                <a16:creationId xmlns:a16="http://schemas.microsoft.com/office/drawing/2014/main" id="{2ED12ACC-75BF-43B5-B222-5E6BEB7DB4AA}"/>
              </a:ext>
            </a:extLst>
          </p:cNvPr>
          <p:cNvGraphicFramePr>
            <a:graphicFrameLocks noChangeAspect="1"/>
          </p:cNvGraphicFramePr>
          <p:nvPr/>
        </p:nvGraphicFramePr>
        <p:xfrm>
          <a:off x="2949576" y="5046663"/>
          <a:ext cx="2663825" cy="419100"/>
        </p:xfrm>
        <a:graphic>
          <a:graphicData uri="http://schemas.openxmlformats.org/presentationml/2006/ole">
            <mc:AlternateContent xmlns:mc="http://schemas.openxmlformats.org/markup-compatibility/2006">
              <mc:Choice xmlns:v="urn:schemas-microsoft-com:vml" Requires="v">
                <p:oleObj spid="_x0000_s24582" name="Equation" r:id="rId5" imgW="1765080" imgH="279360" progId="Equation.3">
                  <p:embed/>
                </p:oleObj>
              </mc:Choice>
              <mc:Fallback>
                <p:oleObj name="Equation" r:id="rId5" imgW="1765080" imgH="279360" progId="Equation.3">
                  <p:embed/>
                  <p:pic>
                    <p:nvPicPr>
                      <p:cNvPr id="94216" name="Object 8">
                        <a:extLst>
                          <a:ext uri="{FF2B5EF4-FFF2-40B4-BE49-F238E27FC236}">
                            <a16:creationId xmlns:a16="http://schemas.microsoft.com/office/drawing/2014/main" id="{2ED12ACC-75BF-43B5-B222-5E6BEB7DB4A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49576" y="5046663"/>
                        <a:ext cx="2663825" cy="419100"/>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9">
            <a:extLst>
              <a:ext uri="{FF2B5EF4-FFF2-40B4-BE49-F238E27FC236}">
                <a16:creationId xmlns:a16="http://schemas.microsoft.com/office/drawing/2014/main" id="{4B29D472-E122-4685-BA46-FBF641A22A05}"/>
              </a:ext>
            </a:extLst>
          </p:cNvPr>
          <p:cNvGrpSpPr>
            <a:grpSpLocks/>
          </p:cNvGrpSpPr>
          <p:nvPr/>
        </p:nvGrpSpPr>
        <p:grpSpPr bwMode="auto">
          <a:xfrm>
            <a:off x="7375526" y="4737101"/>
            <a:ext cx="2974975" cy="1357313"/>
            <a:chOff x="3686" y="2984"/>
            <a:chExt cx="1874" cy="855"/>
          </a:xfrm>
        </p:grpSpPr>
        <p:sp>
          <p:nvSpPr>
            <p:cNvPr id="9228" name="Freeform 10">
              <a:extLst>
                <a:ext uri="{FF2B5EF4-FFF2-40B4-BE49-F238E27FC236}">
                  <a16:creationId xmlns:a16="http://schemas.microsoft.com/office/drawing/2014/main" id="{5D1C0199-D488-4D80-890E-C47241083CFF}"/>
                </a:ext>
              </a:extLst>
            </p:cNvPr>
            <p:cNvSpPr>
              <a:spLocks/>
            </p:cNvSpPr>
            <p:nvPr/>
          </p:nvSpPr>
          <p:spPr bwMode="auto">
            <a:xfrm>
              <a:off x="4208" y="2984"/>
              <a:ext cx="272" cy="520"/>
            </a:xfrm>
            <a:custGeom>
              <a:avLst/>
              <a:gdLst>
                <a:gd name="T0" fmla="*/ 0 w 272"/>
                <a:gd name="T1" fmla="*/ 520 h 520"/>
                <a:gd name="T2" fmla="*/ 152 w 272"/>
                <a:gd name="T3" fmla="*/ 360 h 520"/>
                <a:gd name="T4" fmla="*/ 224 w 272"/>
                <a:gd name="T5" fmla="*/ 144 h 520"/>
                <a:gd name="T6" fmla="*/ 272 w 272"/>
                <a:gd name="T7" fmla="*/ 0 h 520"/>
                <a:gd name="T8" fmla="*/ 0 60000 65536"/>
                <a:gd name="T9" fmla="*/ 0 60000 65536"/>
                <a:gd name="T10" fmla="*/ 0 60000 65536"/>
                <a:gd name="T11" fmla="*/ 0 60000 65536"/>
                <a:gd name="T12" fmla="*/ 0 w 272"/>
                <a:gd name="T13" fmla="*/ 0 h 520"/>
                <a:gd name="T14" fmla="*/ 272 w 272"/>
                <a:gd name="T15" fmla="*/ 520 h 520"/>
              </a:gdLst>
              <a:ahLst/>
              <a:cxnLst>
                <a:cxn ang="T8">
                  <a:pos x="T0" y="T1"/>
                </a:cxn>
                <a:cxn ang="T9">
                  <a:pos x="T2" y="T3"/>
                </a:cxn>
                <a:cxn ang="T10">
                  <a:pos x="T4" y="T5"/>
                </a:cxn>
                <a:cxn ang="T11">
                  <a:pos x="T6" y="T7"/>
                </a:cxn>
              </a:cxnLst>
              <a:rect l="T12" t="T13" r="T14" b="T15"/>
              <a:pathLst>
                <a:path w="272" h="520">
                  <a:moveTo>
                    <a:pt x="0" y="520"/>
                  </a:moveTo>
                  <a:cubicBezTo>
                    <a:pt x="25" y="493"/>
                    <a:pt x="115" y="423"/>
                    <a:pt x="152" y="360"/>
                  </a:cubicBezTo>
                  <a:cubicBezTo>
                    <a:pt x="189" y="297"/>
                    <a:pt x="204" y="204"/>
                    <a:pt x="224" y="144"/>
                  </a:cubicBezTo>
                  <a:cubicBezTo>
                    <a:pt x="244" y="84"/>
                    <a:pt x="250" y="39"/>
                    <a:pt x="272" y="0"/>
                  </a:cubicBezTo>
                </a:path>
              </a:pathLst>
            </a:custGeom>
            <a:noFill/>
            <a:ln w="9525">
              <a:solidFill>
                <a:schemeClr val="bg2"/>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sp>
          <p:nvSpPr>
            <p:cNvPr id="9229" name="Text Box 11">
              <a:extLst>
                <a:ext uri="{FF2B5EF4-FFF2-40B4-BE49-F238E27FC236}">
                  <a16:creationId xmlns:a16="http://schemas.microsoft.com/office/drawing/2014/main" id="{E9A9E04A-015C-4EE0-AE58-CE847D746F3E}"/>
                </a:ext>
              </a:extLst>
            </p:cNvPr>
            <p:cNvSpPr txBox="1">
              <a:spLocks noChangeArrowheads="1"/>
            </p:cNvSpPr>
            <p:nvPr/>
          </p:nvSpPr>
          <p:spPr bwMode="auto">
            <a:xfrm>
              <a:off x="3686" y="3503"/>
              <a:ext cx="1874"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marL="342900" indent="-342900"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eaLnBrk="1" hangingPunct="1">
                <a:lnSpc>
                  <a:spcPct val="90000"/>
                </a:lnSpc>
                <a:spcBef>
                  <a:spcPct val="20000"/>
                </a:spcBef>
                <a:buClr>
                  <a:srgbClr val="9999FF"/>
                </a:buClr>
                <a:buSzPct val="80000"/>
                <a:buFont typeface="Wingdings" panose="05000000000000000000" pitchFamily="2" charset="2"/>
                <a:buNone/>
              </a:pPr>
              <a:r>
                <a:rPr lang="en-US" altLang="en-US" sz="1600">
                  <a:solidFill>
                    <a:schemeClr val="bg2"/>
                  </a:solidFill>
                  <a:latin typeface="Tahoma" panose="020B0604030504040204" pitchFamily="34" charset="0"/>
                  <a:ea typeface="SimSun" panose="02010600030101010101" pitchFamily="2" charset="-122"/>
                </a:rPr>
                <a:t>only section that has non-zero contribution</a:t>
              </a:r>
            </a:p>
          </p:txBody>
        </p:sp>
      </p:grpSp>
      <p:graphicFrame>
        <p:nvGraphicFramePr>
          <p:cNvPr id="94220" name="Object 12">
            <a:extLst>
              <a:ext uri="{FF2B5EF4-FFF2-40B4-BE49-F238E27FC236}">
                <a16:creationId xmlns:a16="http://schemas.microsoft.com/office/drawing/2014/main" id="{7538C978-8BBB-4BEE-9793-56BBA964B9F8}"/>
              </a:ext>
            </a:extLst>
          </p:cNvPr>
          <p:cNvGraphicFramePr>
            <a:graphicFrameLocks noChangeAspect="1"/>
          </p:cNvGraphicFramePr>
          <p:nvPr/>
        </p:nvGraphicFramePr>
        <p:xfrm>
          <a:off x="3040063" y="5588000"/>
          <a:ext cx="862012" cy="344488"/>
        </p:xfrm>
        <a:graphic>
          <a:graphicData uri="http://schemas.openxmlformats.org/presentationml/2006/ole">
            <mc:AlternateContent xmlns:mc="http://schemas.openxmlformats.org/markup-compatibility/2006">
              <mc:Choice xmlns:v="urn:schemas-microsoft-com:vml" Requires="v">
                <p:oleObj spid="_x0000_s24583" name="Equation" r:id="rId7" imgW="571320" imgH="228600" progId="Equation.3">
                  <p:embed/>
                </p:oleObj>
              </mc:Choice>
              <mc:Fallback>
                <p:oleObj name="Equation" r:id="rId7" imgW="571320" imgH="228600" progId="Equation.3">
                  <p:embed/>
                  <p:pic>
                    <p:nvPicPr>
                      <p:cNvPr id="94220" name="Object 12">
                        <a:extLst>
                          <a:ext uri="{FF2B5EF4-FFF2-40B4-BE49-F238E27FC236}">
                            <a16:creationId xmlns:a16="http://schemas.microsoft.com/office/drawing/2014/main" id="{7538C978-8BBB-4BEE-9793-56BBA964B9F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40063" y="5588000"/>
                        <a:ext cx="862012" cy="344488"/>
                      </a:xfrm>
                      <a:prstGeom prst="rect">
                        <a:avLst/>
                      </a:prstGeom>
                      <a:solidFill>
                        <a:srgbClr val="FFCC99"/>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4221" name="Text Box 13">
            <a:extLst>
              <a:ext uri="{FF2B5EF4-FFF2-40B4-BE49-F238E27FC236}">
                <a16:creationId xmlns:a16="http://schemas.microsoft.com/office/drawing/2014/main" id="{22096121-9B50-4580-B2B6-DEB451DAF34D}"/>
              </a:ext>
            </a:extLst>
          </p:cNvPr>
          <p:cNvSpPr txBox="1">
            <a:spLocks noChangeArrowheads="1"/>
          </p:cNvSpPr>
          <p:nvPr/>
        </p:nvSpPr>
        <p:spPr bwMode="auto">
          <a:xfrm>
            <a:off x="4108450" y="5599113"/>
            <a:ext cx="1411288" cy="322262"/>
          </a:xfrm>
          <a:prstGeom prst="rect">
            <a:avLst/>
          </a:prstGeom>
          <a:solidFill>
            <a:srgbClr val="FFCC99"/>
          </a:solidFill>
          <a:ln w="9525" algn="ctr">
            <a:solidFill>
              <a:srgbClr val="D02518"/>
            </a:solidFill>
            <a:miter lim="800000"/>
            <a:headEnd/>
            <a:tailEnd/>
          </a:ln>
        </p:spPr>
        <p:txBody>
          <a:bodyPr wrap="none">
            <a:spAutoFit/>
          </a:bodyPr>
          <a:lstStyle>
            <a:lvl1pPr marL="342900" indent="-342900"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lnSpc>
                <a:spcPct val="90000"/>
              </a:lnSpc>
              <a:spcBef>
                <a:spcPct val="20000"/>
              </a:spcBef>
              <a:buClr>
                <a:srgbClr val="9999FF"/>
              </a:buClr>
              <a:buSzPct val="80000"/>
              <a:buFont typeface="Wingdings" panose="05000000000000000000" pitchFamily="2" charset="2"/>
              <a:buNone/>
            </a:pPr>
            <a:r>
              <a:rPr lang="en-US" altLang="en-US" sz="1600">
                <a:solidFill>
                  <a:schemeClr val="bg2"/>
                </a:solidFill>
                <a:latin typeface="Tahoma" panose="020B0604030504040204" pitchFamily="34" charset="0"/>
                <a:ea typeface="SimSun" panose="02010600030101010101" pitchFamily="2" charset="-122"/>
              </a:rPr>
              <a:t>ideal solenoid</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421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9421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4213"/>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94216"/>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9422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942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13" grpId="0"/>
      <p:bldP spid="94215" grpId="0"/>
      <p:bldP spid="94221"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1 Título">
            <a:extLst>
              <a:ext uri="{FF2B5EF4-FFF2-40B4-BE49-F238E27FC236}">
                <a16:creationId xmlns:a16="http://schemas.microsoft.com/office/drawing/2014/main" id="{E33ECE44-DD6E-4390-BBC2-64C382F1F7C2}"/>
              </a:ext>
            </a:extLst>
          </p:cNvPr>
          <p:cNvSpPr>
            <a:spLocks noGrp="1"/>
          </p:cNvSpPr>
          <p:nvPr>
            <p:ph type="title"/>
          </p:nvPr>
        </p:nvSpPr>
        <p:spPr/>
        <p:txBody>
          <a:bodyPr/>
          <a:lstStyle/>
          <a:p>
            <a:r>
              <a:rPr lang="es-ES_tradnl" altLang="en-US"/>
              <a:t>Otra representación</a:t>
            </a:r>
            <a:endParaRPr lang="es-CL" altLang="en-US"/>
          </a:p>
        </p:txBody>
      </p:sp>
      <p:pic>
        <p:nvPicPr>
          <p:cNvPr id="4" name="Picture 9" descr="t10_184solenoide1">
            <a:extLst>
              <a:ext uri="{FF2B5EF4-FFF2-40B4-BE49-F238E27FC236}">
                <a16:creationId xmlns:a16="http://schemas.microsoft.com/office/drawing/2014/main" id="{7D397353-FD72-40E9-AA38-29E9036E7A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27400" y="2425701"/>
            <a:ext cx="4648200" cy="246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2"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righ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ext Box 2">
            <a:extLst>
              <a:ext uri="{FF2B5EF4-FFF2-40B4-BE49-F238E27FC236}">
                <a16:creationId xmlns:a16="http://schemas.microsoft.com/office/drawing/2014/main" id="{8C030030-14AE-4ABE-A585-F531C4E902C4}"/>
              </a:ext>
            </a:extLst>
          </p:cNvPr>
          <p:cNvSpPr txBox="1">
            <a:spLocks noChangeArrowheads="1"/>
          </p:cNvSpPr>
          <p:nvPr/>
        </p:nvSpPr>
        <p:spPr bwMode="auto">
          <a:xfrm>
            <a:off x="2763838" y="642939"/>
            <a:ext cx="7505700" cy="396875"/>
          </a:xfrm>
          <a:prstGeom prst="rect">
            <a:avLst/>
          </a:prstGeom>
          <a:noFill/>
          <a:ln w="9525">
            <a:noFill/>
            <a:miter lim="800000"/>
            <a:headEnd/>
            <a:tailEnd/>
          </a:ln>
          <a:effectLst/>
        </p:spPr>
        <p:txBody>
          <a:bodyPr>
            <a:spAutoFit/>
          </a:bodyPr>
          <a:lstStyle/>
          <a:p>
            <a:pPr marL="1428750" indent="-1428750" algn="just">
              <a:spcBef>
                <a:spcPct val="50000"/>
              </a:spcBef>
              <a:defRPr/>
            </a:pPr>
            <a:r>
              <a:rPr lang="es-ES_tradnl" sz="2000">
                <a:solidFill>
                  <a:schemeClr val="hlink"/>
                </a:solidFill>
                <a:effectLst>
                  <a:outerShdw blurRad="38100" dist="38100" dir="2700000" algn="tl">
                    <a:srgbClr val="C0C0C0"/>
                  </a:outerShdw>
                </a:effectLst>
                <a:latin typeface="Arial" charset="0"/>
              </a:rPr>
              <a:t>Ejemplo 2:</a:t>
            </a:r>
            <a:r>
              <a:rPr lang="es-ES_tradnl" sz="2000">
                <a:latin typeface="Arial" charset="0"/>
              </a:rPr>
              <a:t> </a:t>
            </a:r>
            <a:r>
              <a:rPr lang="es-ES_tradnl" sz="2000">
                <a:solidFill>
                  <a:srgbClr val="800080"/>
                </a:solidFill>
                <a:latin typeface="Arial" charset="0"/>
              </a:rPr>
              <a:t>Campo magnético creado por un toroide. </a:t>
            </a:r>
            <a:endParaRPr lang="es-ES" sz="2000">
              <a:solidFill>
                <a:srgbClr val="800080"/>
              </a:solidFill>
              <a:latin typeface="Arial" charset="0"/>
            </a:endParaRPr>
          </a:p>
        </p:txBody>
      </p:sp>
      <p:sp>
        <p:nvSpPr>
          <p:cNvPr id="83971" name="Text Box 3">
            <a:extLst>
              <a:ext uri="{FF2B5EF4-FFF2-40B4-BE49-F238E27FC236}">
                <a16:creationId xmlns:a16="http://schemas.microsoft.com/office/drawing/2014/main" id="{DAFC97F4-588F-44A4-940A-7327BC3B5BFA}"/>
              </a:ext>
            </a:extLst>
          </p:cNvPr>
          <p:cNvSpPr txBox="1">
            <a:spLocks noChangeArrowheads="1"/>
          </p:cNvSpPr>
          <p:nvPr/>
        </p:nvSpPr>
        <p:spPr bwMode="auto">
          <a:xfrm>
            <a:off x="5803900" y="1206501"/>
            <a:ext cx="4552950"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just" eaLnBrk="1" hangingPunct="1">
              <a:spcBef>
                <a:spcPct val="50000"/>
              </a:spcBef>
            </a:pPr>
            <a:r>
              <a:rPr lang="es-ES_tradnl" altLang="en-US" sz="2000">
                <a:solidFill>
                  <a:srgbClr val="008000"/>
                </a:solidFill>
              </a:rPr>
              <a:t>Como curva de integración tomamos una circunferencia de radio r centrada en el toroide. Como B es constante en todo el círculo:</a:t>
            </a:r>
            <a:endParaRPr lang="es-ES" altLang="en-US" sz="2000">
              <a:solidFill>
                <a:srgbClr val="008000"/>
              </a:solidFill>
            </a:endParaRPr>
          </a:p>
        </p:txBody>
      </p:sp>
      <p:graphicFrame>
        <p:nvGraphicFramePr>
          <p:cNvPr id="83972" name="Object 4">
            <a:extLst>
              <a:ext uri="{FF2B5EF4-FFF2-40B4-BE49-F238E27FC236}">
                <a16:creationId xmlns:a16="http://schemas.microsoft.com/office/drawing/2014/main" id="{9B2B0BD4-59E9-41F8-B606-1794B312FB9A}"/>
              </a:ext>
            </a:extLst>
          </p:cNvPr>
          <p:cNvGraphicFramePr>
            <a:graphicFrameLocks noChangeAspect="1"/>
          </p:cNvGraphicFramePr>
          <p:nvPr/>
        </p:nvGraphicFramePr>
        <p:xfrm>
          <a:off x="6102350" y="2730500"/>
          <a:ext cx="3886200" cy="698500"/>
        </p:xfrm>
        <a:graphic>
          <a:graphicData uri="http://schemas.openxmlformats.org/presentationml/2006/ole">
            <mc:AlternateContent xmlns:mc="http://schemas.openxmlformats.org/markup-compatibility/2006">
              <mc:Choice xmlns:v="urn:schemas-microsoft-com:vml" Requires="v">
                <p:oleObj spid="_x0000_s25612" name="Ecuación" r:id="rId3" imgW="3886200" imgH="698400" progId="Equation.3">
                  <p:embed/>
                </p:oleObj>
              </mc:Choice>
              <mc:Fallback>
                <p:oleObj name="Ecuación" r:id="rId3" imgW="3886200" imgH="698400" progId="Equation.3">
                  <p:embed/>
                  <p:pic>
                    <p:nvPicPr>
                      <p:cNvPr id="83972" name="Object 4">
                        <a:extLst>
                          <a:ext uri="{FF2B5EF4-FFF2-40B4-BE49-F238E27FC236}">
                            <a16:creationId xmlns:a16="http://schemas.microsoft.com/office/drawing/2014/main" id="{9B2B0BD4-59E9-41F8-B606-1794B312FB9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02350" y="2730500"/>
                        <a:ext cx="3886200" cy="698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5">
            <a:extLst>
              <a:ext uri="{FF2B5EF4-FFF2-40B4-BE49-F238E27FC236}">
                <a16:creationId xmlns:a16="http://schemas.microsoft.com/office/drawing/2014/main" id="{968351A6-ACBA-44B0-8DF6-438C773E8361}"/>
              </a:ext>
            </a:extLst>
          </p:cNvPr>
          <p:cNvGrpSpPr>
            <a:grpSpLocks/>
          </p:cNvGrpSpPr>
          <p:nvPr/>
        </p:nvGrpSpPr>
        <p:grpSpPr bwMode="auto">
          <a:xfrm>
            <a:off x="3797301" y="3670301"/>
            <a:ext cx="3586163" cy="434975"/>
            <a:chOff x="616" y="2328"/>
            <a:chExt cx="2259" cy="274"/>
          </a:xfrm>
        </p:grpSpPr>
        <p:sp>
          <p:nvSpPr>
            <p:cNvPr id="10275" name="Text Box 6">
              <a:extLst>
                <a:ext uri="{FF2B5EF4-FFF2-40B4-BE49-F238E27FC236}">
                  <a16:creationId xmlns:a16="http://schemas.microsoft.com/office/drawing/2014/main" id="{FD91E2D0-CBC0-4183-8036-D7A3F9BD324D}"/>
                </a:ext>
              </a:extLst>
            </p:cNvPr>
            <p:cNvSpPr txBox="1">
              <a:spLocks noChangeArrowheads="1"/>
            </p:cNvSpPr>
            <p:nvPr/>
          </p:nvSpPr>
          <p:spPr bwMode="auto">
            <a:xfrm>
              <a:off x="616" y="2328"/>
              <a:ext cx="115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spcBef>
                  <a:spcPct val="50000"/>
                </a:spcBef>
              </a:pPr>
              <a:r>
                <a:rPr lang="es-ES_tradnl" altLang="en-US" sz="2000">
                  <a:solidFill>
                    <a:srgbClr val="008000"/>
                  </a:solidFill>
                </a:rPr>
                <a:t>Para </a:t>
              </a:r>
              <a:r>
                <a:rPr lang="es-ES_tradnl" altLang="en-US" sz="2000">
                  <a:solidFill>
                    <a:srgbClr val="008000"/>
                  </a:solidFill>
                  <a:latin typeface="Times New Roman" panose="02020603050405020304" pitchFamily="18" charset="0"/>
                </a:rPr>
                <a:t>a &lt; r &lt; b</a:t>
              </a:r>
              <a:endParaRPr lang="es-ES" altLang="en-US" sz="2000">
                <a:solidFill>
                  <a:srgbClr val="008000"/>
                </a:solidFill>
                <a:latin typeface="Times New Roman" panose="02020603050405020304" pitchFamily="18" charset="0"/>
              </a:endParaRPr>
            </a:p>
          </p:txBody>
        </p:sp>
        <p:sp>
          <p:nvSpPr>
            <p:cNvPr id="10276" name="AutoShape 7">
              <a:extLst>
                <a:ext uri="{FF2B5EF4-FFF2-40B4-BE49-F238E27FC236}">
                  <a16:creationId xmlns:a16="http://schemas.microsoft.com/office/drawing/2014/main" id="{8B11B526-806C-49D2-A540-D944C65072C7}"/>
                </a:ext>
              </a:extLst>
            </p:cNvPr>
            <p:cNvSpPr>
              <a:spLocks noChangeArrowheads="1"/>
            </p:cNvSpPr>
            <p:nvPr/>
          </p:nvSpPr>
          <p:spPr bwMode="auto">
            <a:xfrm>
              <a:off x="1792" y="2384"/>
              <a:ext cx="289" cy="144"/>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11796480 60000 65536"/>
                <a:gd name="T10" fmla="*/ 5898240 60000 65536"/>
                <a:gd name="T11" fmla="*/ 0 60000 65536"/>
                <a:gd name="T12" fmla="*/ 3363 w 21600"/>
                <a:gd name="T13" fmla="*/ 5400 h 21600"/>
                <a:gd name="T14" fmla="*/ 18909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0">
              <a:gsLst>
                <a:gs pos="0">
                  <a:srgbClr val="0033CC"/>
                </a:gs>
                <a:gs pos="100000">
                  <a:schemeClr val="hlink"/>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sp>
          <p:nvSpPr>
            <p:cNvPr id="10277" name="Text Box 8">
              <a:extLst>
                <a:ext uri="{FF2B5EF4-FFF2-40B4-BE49-F238E27FC236}">
                  <a16:creationId xmlns:a16="http://schemas.microsoft.com/office/drawing/2014/main" id="{3CDB0798-5A4E-49EB-AEE6-3E57128671FC}"/>
                </a:ext>
              </a:extLst>
            </p:cNvPr>
            <p:cNvSpPr txBox="1">
              <a:spLocks noChangeArrowheads="1"/>
            </p:cNvSpPr>
            <p:nvPr/>
          </p:nvSpPr>
          <p:spPr bwMode="auto">
            <a:xfrm>
              <a:off x="2232" y="2352"/>
              <a:ext cx="64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spcBef>
                  <a:spcPct val="50000"/>
                </a:spcBef>
              </a:pPr>
              <a:r>
                <a:rPr lang="es-ES_tradnl" altLang="en-US" sz="2000">
                  <a:solidFill>
                    <a:srgbClr val="0033CC"/>
                  </a:solidFill>
                  <a:latin typeface="Times New Roman" panose="02020603050405020304" pitchFamily="18" charset="0"/>
                </a:rPr>
                <a:t>I</a:t>
              </a:r>
              <a:r>
                <a:rPr lang="es-ES_tradnl" altLang="en-US" sz="2000" baseline="-25000">
                  <a:solidFill>
                    <a:srgbClr val="0033CC"/>
                  </a:solidFill>
                  <a:latin typeface="Times New Roman" panose="02020603050405020304" pitchFamily="18" charset="0"/>
                </a:rPr>
                <a:t>c</a:t>
              </a:r>
              <a:r>
                <a:rPr lang="es-ES_tradnl" altLang="en-US" sz="2000">
                  <a:solidFill>
                    <a:srgbClr val="0033CC"/>
                  </a:solidFill>
                  <a:latin typeface="Times New Roman" panose="02020603050405020304" pitchFamily="18" charset="0"/>
                </a:rPr>
                <a:t> = NI</a:t>
              </a:r>
              <a:endParaRPr lang="es-ES" altLang="en-US" sz="2000">
                <a:solidFill>
                  <a:srgbClr val="0033CC"/>
                </a:solidFill>
                <a:latin typeface="Times New Roman" panose="02020603050405020304" pitchFamily="18" charset="0"/>
              </a:endParaRPr>
            </a:p>
          </p:txBody>
        </p:sp>
      </p:grpSp>
      <p:sp>
        <p:nvSpPr>
          <p:cNvPr id="83977" name="Text Box 9">
            <a:extLst>
              <a:ext uri="{FF2B5EF4-FFF2-40B4-BE49-F238E27FC236}">
                <a16:creationId xmlns:a16="http://schemas.microsoft.com/office/drawing/2014/main" id="{6845BBDE-6FB5-41E2-AEFB-74FDEA54FCE6}"/>
              </a:ext>
            </a:extLst>
          </p:cNvPr>
          <p:cNvSpPr txBox="1">
            <a:spLocks noChangeArrowheads="1"/>
          </p:cNvSpPr>
          <p:nvPr/>
        </p:nvSpPr>
        <p:spPr bwMode="auto">
          <a:xfrm>
            <a:off x="3251200" y="4851401"/>
            <a:ext cx="1536700"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spcBef>
                <a:spcPct val="50000"/>
              </a:spcBef>
            </a:pPr>
            <a:r>
              <a:rPr lang="es-ES_tradnl" altLang="en-US" sz="2000">
                <a:solidFill>
                  <a:srgbClr val="CC3399"/>
                </a:solidFill>
              </a:rPr>
              <a:t>        Casos </a:t>
            </a:r>
          </a:p>
          <a:p>
            <a:pPr eaLnBrk="1" hangingPunct="1">
              <a:spcBef>
                <a:spcPct val="50000"/>
              </a:spcBef>
            </a:pPr>
            <a:r>
              <a:rPr lang="es-ES_tradnl" altLang="en-US" sz="2000">
                <a:solidFill>
                  <a:srgbClr val="CC3399"/>
                </a:solidFill>
              </a:rPr>
              <a:t>particulares</a:t>
            </a:r>
            <a:endParaRPr lang="es-ES" altLang="en-US" sz="2000">
              <a:solidFill>
                <a:srgbClr val="CC3399"/>
              </a:solidFill>
            </a:endParaRPr>
          </a:p>
        </p:txBody>
      </p:sp>
      <p:grpSp>
        <p:nvGrpSpPr>
          <p:cNvPr id="3" name="Group 10">
            <a:extLst>
              <a:ext uri="{FF2B5EF4-FFF2-40B4-BE49-F238E27FC236}">
                <a16:creationId xmlns:a16="http://schemas.microsoft.com/office/drawing/2014/main" id="{E6258292-6124-401F-906E-CF1F1D07D63F}"/>
              </a:ext>
            </a:extLst>
          </p:cNvPr>
          <p:cNvGrpSpPr>
            <a:grpSpLocks/>
          </p:cNvGrpSpPr>
          <p:nvPr/>
        </p:nvGrpSpPr>
        <p:grpSpPr bwMode="auto">
          <a:xfrm>
            <a:off x="4800600" y="4406900"/>
            <a:ext cx="5867400" cy="1638300"/>
            <a:chOff x="2064" y="2776"/>
            <a:chExt cx="3696" cy="1032"/>
          </a:xfrm>
        </p:grpSpPr>
        <p:sp>
          <p:nvSpPr>
            <p:cNvPr id="10272" name="AutoShape 11">
              <a:extLst>
                <a:ext uri="{FF2B5EF4-FFF2-40B4-BE49-F238E27FC236}">
                  <a16:creationId xmlns:a16="http://schemas.microsoft.com/office/drawing/2014/main" id="{509F631B-CE23-4F65-A35C-DF4C4170C31B}"/>
                </a:ext>
              </a:extLst>
            </p:cNvPr>
            <p:cNvSpPr>
              <a:spLocks/>
            </p:cNvSpPr>
            <p:nvPr/>
          </p:nvSpPr>
          <p:spPr bwMode="auto">
            <a:xfrm>
              <a:off x="2064" y="2776"/>
              <a:ext cx="56" cy="1032"/>
            </a:xfrm>
            <a:prstGeom prst="leftBrace">
              <a:avLst>
                <a:gd name="adj1" fmla="val 153571"/>
                <a:gd name="adj2" fmla="val 50000"/>
              </a:avLst>
            </a:prstGeom>
            <a:noFill/>
            <a:ln w="28575">
              <a:solidFill>
                <a:srgbClr val="80008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sp>
          <p:nvSpPr>
            <p:cNvPr id="10273" name="AutoShape 12">
              <a:extLst>
                <a:ext uri="{FF2B5EF4-FFF2-40B4-BE49-F238E27FC236}">
                  <a16:creationId xmlns:a16="http://schemas.microsoft.com/office/drawing/2014/main" id="{A42A04BA-93A2-4A44-B6B6-09EFD129399F}"/>
                </a:ext>
              </a:extLst>
            </p:cNvPr>
            <p:cNvSpPr>
              <a:spLocks noChangeArrowheads="1"/>
            </p:cNvSpPr>
            <p:nvPr/>
          </p:nvSpPr>
          <p:spPr bwMode="auto">
            <a:xfrm>
              <a:off x="3156" y="2912"/>
              <a:ext cx="289" cy="144"/>
            </a:xfrm>
            <a:prstGeom prst="notchedRightArrow">
              <a:avLst>
                <a:gd name="adj1" fmla="val 50000"/>
                <a:gd name="adj2" fmla="val 50174"/>
              </a:avLst>
            </a:prstGeom>
            <a:gradFill rotWithShape="0">
              <a:gsLst>
                <a:gs pos="0">
                  <a:srgbClr val="D6D172"/>
                </a:gs>
                <a:gs pos="100000">
                  <a:schemeClr val="bg1"/>
                </a:gs>
              </a:gsLst>
              <a:lin ang="5400000" scaled="1"/>
            </a:gradFill>
            <a:ln w="9525">
              <a:solidFill>
                <a:srgbClr val="FF6600"/>
              </a:solidFill>
              <a:miter lim="800000"/>
              <a:headEnd/>
              <a:tailEnd/>
            </a:ln>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sp>
          <p:nvSpPr>
            <p:cNvPr id="10274" name="Text Box 13">
              <a:extLst>
                <a:ext uri="{FF2B5EF4-FFF2-40B4-BE49-F238E27FC236}">
                  <a16:creationId xmlns:a16="http://schemas.microsoft.com/office/drawing/2014/main" id="{A44730F4-2247-4FAE-8111-0A6BB7A6369A}"/>
                </a:ext>
              </a:extLst>
            </p:cNvPr>
            <p:cNvSpPr txBox="1">
              <a:spLocks noChangeArrowheads="1"/>
            </p:cNvSpPr>
            <p:nvPr/>
          </p:nvSpPr>
          <p:spPr bwMode="auto">
            <a:xfrm>
              <a:off x="3568" y="2816"/>
              <a:ext cx="2192"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just" eaLnBrk="1" hangingPunct="1">
                <a:spcBef>
                  <a:spcPct val="50000"/>
                </a:spcBef>
              </a:pPr>
              <a:r>
                <a:rPr lang="es-ES_tradnl" altLang="en-US" sz="2000">
                  <a:solidFill>
                    <a:srgbClr val="6666FF"/>
                  </a:solidFill>
                </a:rPr>
                <a:t>No existe corriente a través del circulo de radio r.</a:t>
              </a:r>
              <a:endParaRPr lang="es-ES" altLang="en-US" sz="2000">
                <a:solidFill>
                  <a:srgbClr val="6666FF"/>
                </a:solidFill>
              </a:endParaRPr>
            </a:p>
          </p:txBody>
        </p:sp>
        <p:graphicFrame>
          <p:nvGraphicFramePr>
            <p:cNvPr id="10246" name="Object 14">
              <a:extLst>
                <a:ext uri="{FF2B5EF4-FFF2-40B4-BE49-F238E27FC236}">
                  <a16:creationId xmlns:a16="http://schemas.microsoft.com/office/drawing/2014/main" id="{F4472942-73FC-466A-8545-8934DB2DE457}"/>
                </a:ext>
              </a:extLst>
            </p:cNvPr>
            <p:cNvGraphicFramePr>
              <a:graphicFrameLocks noChangeAspect="1"/>
            </p:cNvGraphicFramePr>
            <p:nvPr/>
          </p:nvGraphicFramePr>
          <p:xfrm>
            <a:off x="2116" y="2880"/>
            <a:ext cx="888" cy="176"/>
          </p:xfrm>
          <a:graphic>
            <a:graphicData uri="http://schemas.openxmlformats.org/presentationml/2006/ole">
              <mc:AlternateContent xmlns:mc="http://schemas.openxmlformats.org/markup-compatibility/2006">
                <mc:Choice xmlns:v="urn:schemas-microsoft-com:vml" Requires="v">
                  <p:oleObj spid="_x0000_s25613" name="Ecuación" r:id="rId5" imgW="1409400" imgH="279360" progId="Equation.3">
                    <p:embed/>
                  </p:oleObj>
                </mc:Choice>
                <mc:Fallback>
                  <p:oleObj name="Ecuación" r:id="rId5" imgW="1409400" imgH="279360" progId="Equation.3">
                    <p:embed/>
                    <p:pic>
                      <p:nvPicPr>
                        <p:cNvPr id="10246" name="Object 14">
                          <a:extLst>
                            <a:ext uri="{FF2B5EF4-FFF2-40B4-BE49-F238E27FC236}">
                              <a16:creationId xmlns:a16="http://schemas.microsoft.com/office/drawing/2014/main" id="{F4472942-73FC-466A-8545-8934DB2DE45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16" y="2880"/>
                          <a:ext cx="888" cy="1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4" name="Group 15">
            <a:extLst>
              <a:ext uri="{FF2B5EF4-FFF2-40B4-BE49-F238E27FC236}">
                <a16:creationId xmlns:a16="http://schemas.microsoft.com/office/drawing/2014/main" id="{1FC90B49-6B6C-4FC6-99A2-835EC96CFFB0}"/>
              </a:ext>
            </a:extLst>
          </p:cNvPr>
          <p:cNvGrpSpPr>
            <a:grpSpLocks/>
          </p:cNvGrpSpPr>
          <p:nvPr/>
        </p:nvGrpSpPr>
        <p:grpSpPr bwMode="auto">
          <a:xfrm>
            <a:off x="2730500" y="6032501"/>
            <a:ext cx="7658100" cy="422275"/>
            <a:chOff x="760" y="3800"/>
            <a:chExt cx="4824" cy="266"/>
          </a:xfrm>
        </p:grpSpPr>
        <p:sp>
          <p:nvSpPr>
            <p:cNvPr id="10268" name="Text Box 16">
              <a:extLst>
                <a:ext uri="{FF2B5EF4-FFF2-40B4-BE49-F238E27FC236}">
                  <a16:creationId xmlns:a16="http://schemas.microsoft.com/office/drawing/2014/main" id="{BF5CF9D9-9AA1-45F6-9F3A-922F8C8CC880}"/>
                </a:ext>
              </a:extLst>
            </p:cNvPr>
            <p:cNvSpPr txBox="1">
              <a:spLocks noChangeArrowheads="1"/>
            </p:cNvSpPr>
            <p:nvPr/>
          </p:nvSpPr>
          <p:spPr bwMode="auto">
            <a:xfrm>
              <a:off x="760" y="3816"/>
              <a:ext cx="17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spcBef>
                  <a:spcPct val="50000"/>
                </a:spcBef>
              </a:pPr>
              <a:r>
                <a:rPr lang="es-ES_tradnl" altLang="en-US" sz="2000"/>
                <a:t>Si (b-a)&lt;&lt; radio medio</a:t>
              </a:r>
              <a:endParaRPr lang="es-ES" altLang="en-US" sz="2000"/>
            </a:p>
          </p:txBody>
        </p:sp>
        <p:sp>
          <p:nvSpPr>
            <p:cNvPr id="10269" name="AutoShape 17">
              <a:extLst>
                <a:ext uri="{FF2B5EF4-FFF2-40B4-BE49-F238E27FC236}">
                  <a16:creationId xmlns:a16="http://schemas.microsoft.com/office/drawing/2014/main" id="{B8E57F51-C850-423F-B5D2-C2459A2778BF}"/>
                </a:ext>
              </a:extLst>
            </p:cNvPr>
            <p:cNvSpPr>
              <a:spLocks noChangeArrowheads="1"/>
            </p:cNvSpPr>
            <p:nvPr/>
          </p:nvSpPr>
          <p:spPr bwMode="auto">
            <a:xfrm>
              <a:off x="2560" y="3896"/>
              <a:ext cx="544" cy="128"/>
            </a:xfrm>
            <a:prstGeom prst="chevron">
              <a:avLst>
                <a:gd name="adj" fmla="val 106250"/>
              </a:avLst>
            </a:prstGeom>
            <a:gradFill rotWithShape="0">
              <a:gsLst>
                <a:gs pos="0">
                  <a:srgbClr val="800080"/>
                </a:gs>
                <a:gs pos="100000">
                  <a:schemeClr val="bg1"/>
                </a:gs>
              </a:gsLst>
              <a:lin ang="27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grpSp>
          <p:nvGrpSpPr>
            <p:cNvPr id="10270" name="Group 18">
              <a:extLst>
                <a:ext uri="{FF2B5EF4-FFF2-40B4-BE49-F238E27FC236}">
                  <a16:creationId xmlns:a16="http://schemas.microsoft.com/office/drawing/2014/main" id="{9AE5B815-45A3-468A-B1DC-68C5FCBF7686}"/>
                </a:ext>
              </a:extLst>
            </p:cNvPr>
            <p:cNvGrpSpPr>
              <a:grpSpLocks/>
            </p:cNvGrpSpPr>
            <p:nvPr/>
          </p:nvGrpSpPr>
          <p:grpSpPr bwMode="auto">
            <a:xfrm>
              <a:off x="3248" y="3800"/>
              <a:ext cx="2336" cy="250"/>
              <a:chOff x="3248" y="3800"/>
              <a:chExt cx="2336" cy="250"/>
            </a:xfrm>
          </p:grpSpPr>
          <p:sp>
            <p:nvSpPr>
              <p:cNvPr id="10271" name="Text Box 19">
                <a:extLst>
                  <a:ext uri="{FF2B5EF4-FFF2-40B4-BE49-F238E27FC236}">
                    <a16:creationId xmlns:a16="http://schemas.microsoft.com/office/drawing/2014/main" id="{74E165E7-96E8-4AA2-A45F-D530935A2197}"/>
                  </a:ext>
                </a:extLst>
              </p:cNvPr>
              <p:cNvSpPr txBox="1">
                <a:spLocks noChangeArrowheads="1"/>
              </p:cNvSpPr>
              <p:nvPr/>
            </p:nvSpPr>
            <p:spPr bwMode="auto">
              <a:xfrm>
                <a:off x="3248" y="3800"/>
                <a:ext cx="23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spcBef>
                    <a:spcPct val="50000"/>
                  </a:spcBef>
                </a:pPr>
                <a:r>
                  <a:rPr lang="es-ES_tradnl" altLang="en-US" sz="2000">
                    <a:solidFill>
                      <a:srgbClr val="0033CC"/>
                    </a:solidFill>
                  </a:rPr>
                  <a:t>   es uniforme en el interior.</a:t>
                </a:r>
                <a:endParaRPr lang="es-ES" altLang="en-US" sz="2000">
                  <a:solidFill>
                    <a:srgbClr val="0033CC"/>
                  </a:solidFill>
                </a:endParaRPr>
              </a:p>
            </p:txBody>
          </p:sp>
          <p:graphicFrame>
            <p:nvGraphicFramePr>
              <p:cNvPr id="10245" name="Object 20">
                <a:extLst>
                  <a:ext uri="{FF2B5EF4-FFF2-40B4-BE49-F238E27FC236}">
                    <a16:creationId xmlns:a16="http://schemas.microsoft.com/office/drawing/2014/main" id="{0E2DEA89-6BC7-496F-9B9D-222299B131FD}"/>
                  </a:ext>
                </a:extLst>
              </p:cNvPr>
              <p:cNvGraphicFramePr>
                <a:graphicFrameLocks noChangeAspect="1"/>
              </p:cNvGraphicFramePr>
              <p:nvPr/>
            </p:nvGraphicFramePr>
            <p:xfrm>
              <a:off x="3264" y="3836"/>
              <a:ext cx="128" cy="168"/>
            </p:xfrm>
            <a:graphic>
              <a:graphicData uri="http://schemas.openxmlformats.org/presentationml/2006/ole">
                <mc:AlternateContent xmlns:mc="http://schemas.openxmlformats.org/markup-compatibility/2006">
                  <mc:Choice xmlns:v="urn:schemas-microsoft-com:vml" Requires="v">
                    <p:oleObj spid="_x0000_s25614" name="Ecuación" r:id="rId7" imgW="203040" imgH="266400" progId="Equation.3">
                      <p:embed/>
                    </p:oleObj>
                  </mc:Choice>
                  <mc:Fallback>
                    <p:oleObj name="Ecuación" r:id="rId7" imgW="203040" imgH="266400" progId="Equation.3">
                      <p:embed/>
                      <p:pic>
                        <p:nvPicPr>
                          <p:cNvPr id="10245" name="Object 20">
                            <a:extLst>
                              <a:ext uri="{FF2B5EF4-FFF2-40B4-BE49-F238E27FC236}">
                                <a16:creationId xmlns:a16="http://schemas.microsoft.com/office/drawing/2014/main" id="{0E2DEA89-6BC7-496F-9B9D-222299B131F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64" y="3836"/>
                            <a:ext cx="128" cy="1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pSp>
        <p:nvGrpSpPr>
          <p:cNvPr id="6" name="Group 22">
            <a:extLst>
              <a:ext uri="{FF2B5EF4-FFF2-40B4-BE49-F238E27FC236}">
                <a16:creationId xmlns:a16="http://schemas.microsoft.com/office/drawing/2014/main" id="{55545B0B-FCEF-4D03-9C26-E003C331DD9E}"/>
              </a:ext>
            </a:extLst>
          </p:cNvPr>
          <p:cNvGrpSpPr>
            <a:grpSpLocks/>
          </p:cNvGrpSpPr>
          <p:nvPr/>
        </p:nvGrpSpPr>
        <p:grpSpPr bwMode="auto">
          <a:xfrm>
            <a:off x="7594600" y="3530600"/>
            <a:ext cx="2413000" cy="787400"/>
            <a:chOff x="2760" y="2288"/>
            <a:chExt cx="1520" cy="496"/>
          </a:xfrm>
        </p:grpSpPr>
        <p:sp>
          <p:nvSpPr>
            <p:cNvPr id="10265" name="AutoShape 23">
              <a:extLst>
                <a:ext uri="{FF2B5EF4-FFF2-40B4-BE49-F238E27FC236}">
                  <a16:creationId xmlns:a16="http://schemas.microsoft.com/office/drawing/2014/main" id="{C35B91BF-C493-4D70-A542-32A6F326DAB1}"/>
                </a:ext>
              </a:extLst>
            </p:cNvPr>
            <p:cNvSpPr>
              <a:spLocks noChangeArrowheads="1"/>
            </p:cNvSpPr>
            <p:nvPr/>
          </p:nvSpPr>
          <p:spPr bwMode="auto">
            <a:xfrm>
              <a:off x="2760" y="2600"/>
              <a:ext cx="496" cy="176"/>
            </a:xfrm>
            <a:prstGeom prst="curvedUpArrow">
              <a:avLst>
                <a:gd name="adj1" fmla="val 56364"/>
                <a:gd name="adj2" fmla="val 112727"/>
                <a:gd name="adj3" fmla="val 33333"/>
              </a:avLst>
            </a:prstGeom>
            <a:solidFill>
              <a:schemeClr val="accent1"/>
            </a:solidFill>
            <a:ln w="9525">
              <a:solidFill>
                <a:schemeClr val="tx1"/>
              </a:solidFill>
              <a:miter lim="800000"/>
              <a:headEnd/>
              <a:tailEnd/>
            </a:ln>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grpSp>
          <p:nvGrpSpPr>
            <p:cNvPr id="10266" name="Group 24">
              <a:extLst>
                <a:ext uri="{FF2B5EF4-FFF2-40B4-BE49-F238E27FC236}">
                  <a16:creationId xmlns:a16="http://schemas.microsoft.com/office/drawing/2014/main" id="{DF072685-9487-4892-8EBE-B83B48F142DA}"/>
                </a:ext>
              </a:extLst>
            </p:cNvPr>
            <p:cNvGrpSpPr>
              <a:grpSpLocks/>
            </p:cNvGrpSpPr>
            <p:nvPr/>
          </p:nvGrpSpPr>
          <p:grpSpPr bwMode="auto">
            <a:xfrm>
              <a:off x="3280" y="2288"/>
              <a:ext cx="1000" cy="496"/>
              <a:chOff x="3280" y="2288"/>
              <a:chExt cx="1000" cy="496"/>
            </a:xfrm>
          </p:grpSpPr>
          <p:graphicFrame>
            <p:nvGraphicFramePr>
              <p:cNvPr id="10244" name="Object 25">
                <a:extLst>
                  <a:ext uri="{FF2B5EF4-FFF2-40B4-BE49-F238E27FC236}">
                    <a16:creationId xmlns:a16="http://schemas.microsoft.com/office/drawing/2014/main" id="{123B5F85-75A9-4692-ACEB-3CEBD2C1D061}"/>
                  </a:ext>
                </a:extLst>
              </p:cNvPr>
              <p:cNvGraphicFramePr>
                <a:graphicFrameLocks noChangeAspect="1"/>
              </p:cNvGraphicFramePr>
              <p:nvPr/>
            </p:nvGraphicFramePr>
            <p:xfrm>
              <a:off x="3354" y="2335"/>
              <a:ext cx="864" cy="384"/>
            </p:xfrm>
            <a:graphic>
              <a:graphicData uri="http://schemas.openxmlformats.org/presentationml/2006/ole">
                <mc:AlternateContent xmlns:mc="http://schemas.openxmlformats.org/markup-compatibility/2006">
                  <mc:Choice xmlns:v="urn:schemas-microsoft-com:vml" Requires="v">
                    <p:oleObj spid="_x0000_s25615" name="Ecuación" r:id="rId9" imgW="1371600" imgH="609480" progId="Equation.3">
                      <p:embed/>
                    </p:oleObj>
                  </mc:Choice>
                  <mc:Fallback>
                    <p:oleObj name="Ecuación" r:id="rId9" imgW="1371600" imgH="609480" progId="Equation.3">
                      <p:embed/>
                      <p:pic>
                        <p:nvPicPr>
                          <p:cNvPr id="10244" name="Object 25">
                            <a:extLst>
                              <a:ext uri="{FF2B5EF4-FFF2-40B4-BE49-F238E27FC236}">
                                <a16:creationId xmlns:a16="http://schemas.microsoft.com/office/drawing/2014/main" id="{123B5F85-75A9-4692-ACEB-3CEBD2C1D061}"/>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54" y="2335"/>
                            <a:ext cx="864"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67" name="Rectangle 26">
                <a:extLst>
                  <a:ext uri="{FF2B5EF4-FFF2-40B4-BE49-F238E27FC236}">
                    <a16:creationId xmlns:a16="http://schemas.microsoft.com/office/drawing/2014/main" id="{920068E0-A541-42D6-A398-826DFE0B16C4}"/>
                  </a:ext>
                </a:extLst>
              </p:cNvPr>
              <p:cNvSpPr>
                <a:spLocks noChangeArrowheads="1"/>
              </p:cNvSpPr>
              <p:nvPr/>
            </p:nvSpPr>
            <p:spPr bwMode="auto">
              <a:xfrm>
                <a:off x="3280" y="2288"/>
                <a:ext cx="1000" cy="496"/>
              </a:xfrm>
              <a:prstGeom prst="rect">
                <a:avLst/>
              </a:prstGeom>
              <a:noFill/>
              <a:ln w="28575">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grpSp>
      </p:grpSp>
      <p:grpSp>
        <p:nvGrpSpPr>
          <p:cNvPr id="8" name="Group 27">
            <a:extLst>
              <a:ext uri="{FF2B5EF4-FFF2-40B4-BE49-F238E27FC236}">
                <a16:creationId xmlns:a16="http://schemas.microsoft.com/office/drawing/2014/main" id="{03E2FC9C-1692-4283-9F52-70DCDAE39454}"/>
              </a:ext>
            </a:extLst>
          </p:cNvPr>
          <p:cNvGrpSpPr>
            <a:grpSpLocks/>
          </p:cNvGrpSpPr>
          <p:nvPr/>
        </p:nvGrpSpPr>
        <p:grpSpPr bwMode="auto">
          <a:xfrm>
            <a:off x="4953000" y="5232401"/>
            <a:ext cx="5715000" cy="701675"/>
            <a:chOff x="2160" y="3296"/>
            <a:chExt cx="3600" cy="442"/>
          </a:xfrm>
        </p:grpSpPr>
        <p:graphicFrame>
          <p:nvGraphicFramePr>
            <p:cNvPr id="10243" name="Object 28">
              <a:extLst>
                <a:ext uri="{FF2B5EF4-FFF2-40B4-BE49-F238E27FC236}">
                  <a16:creationId xmlns:a16="http://schemas.microsoft.com/office/drawing/2014/main" id="{66D030CB-40CF-41FC-A638-9B0982FC2072}"/>
                </a:ext>
              </a:extLst>
            </p:cNvPr>
            <p:cNvGraphicFramePr>
              <a:graphicFrameLocks noChangeAspect="1"/>
            </p:cNvGraphicFramePr>
            <p:nvPr/>
          </p:nvGraphicFramePr>
          <p:xfrm>
            <a:off x="2160" y="3344"/>
            <a:ext cx="896" cy="176"/>
          </p:xfrm>
          <a:graphic>
            <a:graphicData uri="http://schemas.openxmlformats.org/presentationml/2006/ole">
              <mc:AlternateContent xmlns:mc="http://schemas.openxmlformats.org/markup-compatibility/2006">
                <mc:Choice xmlns:v="urn:schemas-microsoft-com:vml" Requires="v">
                  <p:oleObj spid="_x0000_s25616" name="Ecuación" r:id="rId11" imgW="1422360" imgH="279360" progId="Equation.3">
                    <p:embed/>
                  </p:oleObj>
                </mc:Choice>
                <mc:Fallback>
                  <p:oleObj name="Ecuación" r:id="rId11" imgW="1422360" imgH="279360" progId="Equation.3">
                    <p:embed/>
                    <p:pic>
                      <p:nvPicPr>
                        <p:cNvPr id="10243" name="Object 28">
                          <a:extLst>
                            <a:ext uri="{FF2B5EF4-FFF2-40B4-BE49-F238E27FC236}">
                              <a16:creationId xmlns:a16="http://schemas.microsoft.com/office/drawing/2014/main" id="{66D030CB-40CF-41FC-A638-9B0982FC2072}"/>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160" y="3344"/>
                          <a:ext cx="896" cy="1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63" name="Text Box 29">
              <a:extLst>
                <a:ext uri="{FF2B5EF4-FFF2-40B4-BE49-F238E27FC236}">
                  <a16:creationId xmlns:a16="http://schemas.microsoft.com/office/drawing/2014/main" id="{5196DD1C-C91D-4F8E-A105-0ADE7F80FCA1}"/>
                </a:ext>
              </a:extLst>
            </p:cNvPr>
            <p:cNvSpPr txBox="1">
              <a:spLocks noChangeArrowheads="1"/>
            </p:cNvSpPr>
            <p:nvPr/>
          </p:nvSpPr>
          <p:spPr bwMode="auto">
            <a:xfrm>
              <a:off x="3568" y="3296"/>
              <a:ext cx="2192"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just" eaLnBrk="1" hangingPunct="1">
                <a:spcBef>
                  <a:spcPct val="50000"/>
                </a:spcBef>
              </a:pPr>
              <a:r>
                <a:rPr lang="es-ES_tradnl" altLang="en-US" sz="2000">
                  <a:solidFill>
                    <a:srgbClr val="0000FF"/>
                  </a:solidFill>
                </a:rPr>
                <a:t>La corriente que entra es igual a la que sale.</a:t>
              </a:r>
              <a:endParaRPr lang="es-ES" altLang="en-US" sz="2000">
                <a:solidFill>
                  <a:srgbClr val="0000FF"/>
                </a:solidFill>
              </a:endParaRPr>
            </a:p>
          </p:txBody>
        </p:sp>
        <p:sp>
          <p:nvSpPr>
            <p:cNvPr id="10264" name="AutoShape 30">
              <a:extLst>
                <a:ext uri="{FF2B5EF4-FFF2-40B4-BE49-F238E27FC236}">
                  <a16:creationId xmlns:a16="http://schemas.microsoft.com/office/drawing/2014/main" id="{270087E0-21CB-4038-9865-42EA5CFFFB44}"/>
                </a:ext>
              </a:extLst>
            </p:cNvPr>
            <p:cNvSpPr>
              <a:spLocks noChangeArrowheads="1"/>
            </p:cNvSpPr>
            <p:nvPr/>
          </p:nvSpPr>
          <p:spPr bwMode="auto">
            <a:xfrm>
              <a:off x="3156" y="3368"/>
              <a:ext cx="289" cy="144"/>
            </a:xfrm>
            <a:prstGeom prst="notchedRightArrow">
              <a:avLst>
                <a:gd name="adj1" fmla="val 50000"/>
                <a:gd name="adj2" fmla="val 50174"/>
              </a:avLst>
            </a:prstGeom>
            <a:gradFill rotWithShape="0">
              <a:gsLst>
                <a:gs pos="0">
                  <a:srgbClr val="D6D172"/>
                </a:gs>
                <a:gs pos="100000">
                  <a:schemeClr val="bg1"/>
                </a:gs>
              </a:gsLst>
              <a:lin ang="5400000" scaled="1"/>
            </a:gradFill>
            <a:ln w="9525">
              <a:solidFill>
                <a:srgbClr val="FF6600"/>
              </a:solidFill>
              <a:miter lim="800000"/>
              <a:headEnd/>
              <a:tailEnd/>
            </a:ln>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grpSp>
      <p:grpSp>
        <p:nvGrpSpPr>
          <p:cNvPr id="9" name="Group 31">
            <a:extLst>
              <a:ext uri="{FF2B5EF4-FFF2-40B4-BE49-F238E27FC236}">
                <a16:creationId xmlns:a16="http://schemas.microsoft.com/office/drawing/2014/main" id="{D4656997-68A0-49EA-8B0D-B91BFD82700B}"/>
              </a:ext>
            </a:extLst>
          </p:cNvPr>
          <p:cNvGrpSpPr>
            <a:grpSpLocks/>
          </p:cNvGrpSpPr>
          <p:nvPr/>
        </p:nvGrpSpPr>
        <p:grpSpPr bwMode="auto">
          <a:xfrm>
            <a:off x="2782888" y="1062038"/>
            <a:ext cx="3181350" cy="2455862"/>
            <a:chOff x="577" y="701"/>
            <a:chExt cx="2004" cy="1547"/>
          </a:xfrm>
        </p:grpSpPr>
        <p:pic>
          <p:nvPicPr>
            <p:cNvPr id="10257" name="Picture 32">
              <a:extLst>
                <a:ext uri="{FF2B5EF4-FFF2-40B4-BE49-F238E27FC236}">
                  <a16:creationId xmlns:a16="http://schemas.microsoft.com/office/drawing/2014/main" id="{8B4D6EB8-9684-4D81-9D01-D1CE98907DA1}"/>
                </a:ext>
              </a:extLst>
            </p:cNvPr>
            <p:cNvPicPr>
              <a:picLocks noChangeAspect="1" noChangeArrowheads="1"/>
            </p:cNvPicPr>
            <p:nvPr/>
          </p:nvPicPr>
          <p:blipFill>
            <a:blip r:embed="rId1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77" y="701"/>
              <a:ext cx="2004" cy="15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58" name="Line 33">
              <a:extLst>
                <a:ext uri="{FF2B5EF4-FFF2-40B4-BE49-F238E27FC236}">
                  <a16:creationId xmlns:a16="http://schemas.microsoft.com/office/drawing/2014/main" id="{1714D38B-8B10-4169-80C9-0E0F35F57905}"/>
                </a:ext>
              </a:extLst>
            </p:cNvPr>
            <p:cNvSpPr>
              <a:spLocks noChangeShapeType="1"/>
            </p:cNvSpPr>
            <p:nvPr/>
          </p:nvSpPr>
          <p:spPr bwMode="auto">
            <a:xfrm flipV="1">
              <a:off x="1822" y="958"/>
              <a:ext cx="204" cy="4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0259" name="Line 34">
              <a:extLst>
                <a:ext uri="{FF2B5EF4-FFF2-40B4-BE49-F238E27FC236}">
                  <a16:creationId xmlns:a16="http://schemas.microsoft.com/office/drawing/2014/main" id="{700A16EE-3285-410E-B9C0-74741EE96437}"/>
                </a:ext>
              </a:extLst>
            </p:cNvPr>
            <p:cNvSpPr>
              <a:spLocks noChangeShapeType="1"/>
            </p:cNvSpPr>
            <p:nvPr/>
          </p:nvSpPr>
          <p:spPr bwMode="auto">
            <a:xfrm flipV="1">
              <a:off x="1814" y="1270"/>
              <a:ext cx="408" cy="19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0260" name="Line 35">
              <a:extLst>
                <a:ext uri="{FF2B5EF4-FFF2-40B4-BE49-F238E27FC236}">
                  <a16:creationId xmlns:a16="http://schemas.microsoft.com/office/drawing/2014/main" id="{F7942D25-AE84-4494-9FE8-89F66DBD5210}"/>
                </a:ext>
              </a:extLst>
            </p:cNvPr>
            <p:cNvSpPr>
              <a:spLocks noChangeShapeType="1"/>
            </p:cNvSpPr>
            <p:nvPr/>
          </p:nvSpPr>
          <p:spPr bwMode="auto">
            <a:xfrm>
              <a:off x="1814" y="1462"/>
              <a:ext cx="624" cy="129"/>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0261" name="Line 36">
              <a:extLst>
                <a:ext uri="{FF2B5EF4-FFF2-40B4-BE49-F238E27FC236}">
                  <a16:creationId xmlns:a16="http://schemas.microsoft.com/office/drawing/2014/main" id="{EF91ECF5-6637-4AC1-B75E-D53FA2131440}"/>
                </a:ext>
              </a:extLst>
            </p:cNvPr>
            <p:cNvSpPr>
              <a:spLocks noChangeShapeType="1"/>
            </p:cNvSpPr>
            <p:nvPr/>
          </p:nvSpPr>
          <p:spPr bwMode="auto">
            <a:xfrm flipH="1">
              <a:off x="816" y="1318"/>
              <a:ext cx="19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0262" name="Line 37">
              <a:extLst>
                <a:ext uri="{FF2B5EF4-FFF2-40B4-BE49-F238E27FC236}">
                  <a16:creationId xmlns:a16="http://schemas.microsoft.com/office/drawing/2014/main" id="{76775243-38A0-45C4-A407-BBF060097DCC}"/>
                </a:ext>
              </a:extLst>
            </p:cNvPr>
            <p:cNvSpPr>
              <a:spLocks noChangeShapeType="1"/>
            </p:cNvSpPr>
            <p:nvPr/>
          </p:nvSpPr>
          <p:spPr bwMode="auto">
            <a:xfrm>
              <a:off x="844" y="1551"/>
              <a:ext cx="21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pic>
        <p:nvPicPr>
          <p:cNvPr id="10256" name="Picture 39" descr="F30_20">
            <a:extLst>
              <a:ext uri="{FF2B5EF4-FFF2-40B4-BE49-F238E27FC236}">
                <a16:creationId xmlns:a16="http://schemas.microsoft.com/office/drawing/2014/main" id="{DFDC5B9B-1C67-41A7-9693-D8A89F6987A5}"/>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t="24039"/>
          <a:stretch>
            <a:fillRect/>
          </a:stretch>
        </p:blipFill>
        <p:spPr bwMode="auto">
          <a:xfrm>
            <a:off x="1524000" y="2738438"/>
            <a:ext cx="2197100" cy="264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5"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1000" fill="hold"/>
                                        <p:tgtEl>
                                          <p:spTgt spid="9"/>
                                        </p:tgtEl>
                                        <p:attrNameLst>
                                          <p:attrName>ppt_w</p:attrName>
                                        </p:attrNameLst>
                                      </p:cBhvr>
                                      <p:tavLst>
                                        <p:tav tm="0">
                                          <p:val>
                                            <p:fltVal val="0"/>
                                          </p:val>
                                        </p:tav>
                                        <p:tav tm="100000">
                                          <p:val>
                                            <p:strVal val="#ppt_w"/>
                                          </p:val>
                                        </p:tav>
                                      </p:tavLst>
                                    </p:anim>
                                    <p:anim calcmode="lin" valueType="num">
                                      <p:cBhvr>
                                        <p:cTn id="8" dur="1000" fill="hold"/>
                                        <p:tgtEl>
                                          <p:spTgt spid="9"/>
                                        </p:tgtEl>
                                        <p:attrNameLst>
                                          <p:attrName>ppt_h</p:attrName>
                                        </p:attrNameLst>
                                      </p:cBhvr>
                                      <p:tavLst>
                                        <p:tav tm="0">
                                          <p:val>
                                            <p:fltVal val="0"/>
                                          </p:val>
                                        </p:tav>
                                        <p:tav tm="100000">
                                          <p:val>
                                            <p:strVal val="#ppt_h"/>
                                          </p:val>
                                        </p:tav>
                                      </p:tavLst>
                                    </p:anim>
                                    <p:anim calcmode="lin" valueType="num">
                                      <p:cBhvr>
                                        <p:cTn id="9" dur="1000" fill="hold"/>
                                        <p:tgtEl>
                                          <p:spTgt spid="9"/>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9"/>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83971"/>
                                        </p:tgtEl>
                                        <p:attrNameLst>
                                          <p:attrName>style.visibility</p:attrName>
                                        </p:attrNameLst>
                                      </p:cBhvr>
                                      <p:to>
                                        <p:strVal val="visible"/>
                                      </p:to>
                                    </p:set>
                                    <p:anim calcmode="lin" valueType="num">
                                      <p:cBhvr additive="base">
                                        <p:cTn id="15" dur="500" fill="hold"/>
                                        <p:tgtEl>
                                          <p:spTgt spid="83971"/>
                                        </p:tgtEl>
                                        <p:attrNameLst>
                                          <p:attrName>ppt_x</p:attrName>
                                        </p:attrNameLst>
                                      </p:cBhvr>
                                      <p:tavLst>
                                        <p:tav tm="0">
                                          <p:val>
                                            <p:strVal val="#ppt_x"/>
                                          </p:val>
                                        </p:tav>
                                        <p:tav tm="100000">
                                          <p:val>
                                            <p:strVal val="#ppt_x"/>
                                          </p:val>
                                        </p:tav>
                                      </p:tavLst>
                                    </p:anim>
                                    <p:anim calcmode="lin" valueType="num">
                                      <p:cBhvr additive="base">
                                        <p:cTn id="16" dur="500" fill="hold"/>
                                        <p:tgtEl>
                                          <p:spTgt spid="83971"/>
                                        </p:tgtEl>
                                        <p:attrNameLst>
                                          <p:attrName>ppt_y</p:attrName>
                                        </p:attrNameLst>
                                      </p:cBhvr>
                                      <p:tavLst>
                                        <p:tav tm="0">
                                          <p:val>
                                            <p:strVal val="1+#ppt_h/2"/>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5" fill="hold" nodeType="clickEffect">
                                  <p:stCondLst>
                                    <p:cond delay="0"/>
                                  </p:stCondLst>
                                  <p:childTnLst>
                                    <p:set>
                                      <p:cBhvr>
                                        <p:cTn id="20" dur="1" fill="hold">
                                          <p:stCondLst>
                                            <p:cond delay="0"/>
                                          </p:stCondLst>
                                        </p:cTn>
                                        <p:tgtEl>
                                          <p:spTgt spid="83972"/>
                                        </p:tgtEl>
                                        <p:attrNameLst>
                                          <p:attrName>style.visibility</p:attrName>
                                        </p:attrNameLst>
                                      </p:cBhvr>
                                      <p:to>
                                        <p:strVal val="visible"/>
                                      </p:to>
                                    </p:set>
                                    <p:animEffect transition="in" filter="blinds(vertical)">
                                      <p:cBhvr>
                                        <p:cTn id="21" dur="500"/>
                                        <p:tgtEl>
                                          <p:spTgt spid="83972"/>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8" presetClass="entr" presetSubtype="3" fill="hold" nodeType="click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strips(upRight)">
                                      <p:cBhvr>
                                        <p:cTn id="26" dur="500"/>
                                        <p:tgtEl>
                                          <p:spTgt spid="2"/>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additive="base">
                                        <p:cTn id="31" dur="500" fill="hold"/>
                                        <p:tgtEl>
                                          <p:spTgt spid="6"/>
                                        </p:tgtEl>
                                        <p:attrNameLst>
                                          <p:attrName>ppt_x</p:attrName>
                                        </p:attrNameLst>
                                      </p:cBhvr>
                                      <p:tavLst>
                                        <p:tav tm="0">
                                          <p:val>
                                            <p:strVal val="0-#ppt_w/2"/>
                                          </p:val>
                                        </p:tav>
                                        <p:tav tm="100000">
                                          <p:val>
                                            <p:strVal val="#ppt_x"/>
                                          </p:val>
                                        </p:tav>
                                      </p:tavLst>
                                    </p:anim>
                                    <p:anim calcmode="lin" valueType="num">
                                      <p:cBhvr additive="base">
                                        <p:cTn id="32"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83977"/>
                                        </p:tgtEl>
                                        <p:attrNameLst>
                                          <p:attrName>style.visibility</p:attrName>
                                        </p:attrNameLst>
                                      </p:cBhvr>
                                      <p:to>
                                        <p:strVal val="visible"/>
                                      </p:to>
                                    </p:set>
                                    <p:animEffect transition="in" filter="box(in)">
                                      <p:cBhvr>
                                        <p:cTn id="37" dur="500"/>
                                        <p:tgtEl>
                                          <p:spTgt spid="8397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 presetClass="entr" presetSubtype="10" fill="hold" nodeType="click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checkerboard(across)">
                                      <p:cBhvr>
                                        <p:cTn id="42" dur="500"/>
                                        <p:tgtEl>
                                          <p:spTgt spid="3"/>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8"/>
                                        </p:tgtEl>
                                        <p:attrNameLst>
                                          <p:attrName>style.visibility</p:attrName>
                                        </p:attrNameLst>
                                      </p:cBhvr>
                                      <p:to>
                                        <p:strVal val="visible"/>
                                      </p:to>
                                    </p:set>
                                    <p:animEffect transition="in" filter="blinds(horizontal)">
                                      <p:cBhvr>
                                        <p:cTn id="47" dur="500"/>
                                        <p:tgtEl>
                                          <p:spTgt spid="8"/>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4" presetClass="entr" presetSubtype="16" fill="hold" nodeType="clickEffect">
                                  <p:stCondLst>
                                    <p:cond delay="0"/>
                                  </p:stCondLst>
                                  <p:childTnLst>
                                    <p:set>
                                      <p:cBhvr>
                                        <p:cTn id="51" dur="1" fill="hold">
                                          <p:stCondLst>
                                            <p:cond delay="0"/>
                                          </p:stCondLst>
                                        </p:cTn>
                                        <p:tgtEl>
                                          <p:spTgt spid="4"/>
                                        </p:tgtEl>
                                        <p:attrNameLst>
                                          <p:attrName>style.visibility</p:attrName>
                                        </p:attrNameLst>
                                      </p:cBhvr>
                                      <p:to>
                                        <p:strVal val="visible"/>
                                      </p:to>
                                    </p:set>
                                    <p:animEffect transition="in" filter="box(in)">
                                      <p:cBhvr>
                                        <p:cTn id="5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1" grpId="0" autoUpdateAnimBg="0"/>
      <p:bldP spid="83977" grpId="0"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87A1C899-D6D7-4E5E-817D-373527A3E712}"/>
              </a:ext>
            </a:extLst>
          </p:cNvPr>
          <p:cNvSpPr>
            <a:spLocks noGrp="1" noChangeArrowheads="1"/>
          </p:cNvSpPr>
          <p:nvPr>
            <p:ph type="title" idx="4294967295"/>
          </p:nvPr>
        </p:nvSpPr>
        <p:spPr>
          <a:xfrm>
            <a:off x="2209800" y="609600"/>
            <a:ext cx="7772400" cy="552450"/>
          </a:xfrm>
          <a:ln w="28575">
            <a:solidFill>
              <a:schemeClr val="tx1"/>
            </a:solidFill>
          </a:ln>
        </p:spPr>
        <p:txBody>
          <a:bodyPr>
            <a:normAutofit fontScale="90000"/>
          </a:bodyPr>
          <a:lstStyle/>
          <a:p>
            <a:pPr marL="762000" indent="-762000">
              <a:defRPr/>
            </a:pPr>
            <a:r>
              <a:rPr lang="es-ES" b="1">
                <a:solidFill>
                  <a:schemeClr val="tx1"/>
                </a:solidFill>
                <a:effectLst>
                  <a:outerShdw blurRad="38100" dist="38100" dir="2700000" algn="tl">
                    <a:srgbClr val="C0C0C0"/>
                  </a:outerShdw>
                </a:effectLst>
              </a:rPr>
              <a:t>INDUCCIÓN</a:t>
            </a:r>
          </a:p>
        </p:txBody>
      </p:sp>
      <p:sp>
        <p:nvSpPr>
          <p:cNvPr id="28675" name="Rectangle 76">
            <a:extLst>
              <a:ext uri="{FF2B5EF4-FFF2-40B4-BE49-F238E27FC236}">
                <a16:creationId xmlns:a16="http://schemas.microsoft.com/office/drawing/2014/main" id="{3EE3241A-6659-4E39-82BD-7CA39F0CDE23}"/>
              </a:ext>
            </a:extLst>
          </p:cNvPr>
          <p:cNvSpPr>
            <a:spLocks noChangeArrowheads="1"/>
          </p:cNvSpPr>
          <p:nvPr/>
        </p:nvSpPr>
        <p:spPr bwMode="auto">
          <a:xfrm>
            <a:off x="5611814" y="1127125"/>
            <a:ext cx="4344987" cy="173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87325" indent="-187325"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just" eaLnBrk="1" hangingPunct="1">
              <a:spcBef>
                <a:spcPct val="50000"/>
              </a:spcBef>
            </a:pPr>
            <a:r>
              <a:rPr lang="es-ES_tradnl" altLang="en-US" sz="1800"/>
              <a:t>   En torno 1830, Faraday en Inglaterra y J. Henry en U.S.A., descubrieron de forma independiente, que un campo magnético induce una corriente en un conductor, siempre que el campo magnético sea </a:t>
            </a:r>
            <a:r>
              <a:rPr lang="es-ES_tradnl" altLang="en-US" sz="1800" i="1" u="sng"/>
              <a:t>variable</a:t>
            </a:r>
            <a:r>
              <a:rPr lang="es-ES_tradnl" altLang="en-US" sz="1800"/>
              <a:t>.</a:t>
            </a:r>
            <a:endParaRPr lang="es-ES" altLang="en-US" sz="1600"/>
          </a:p>
        </p:txBody>
      </p:sp>
      <p:pic>
        <p:nvPicPr>
          <p:cNvPr id="28676" name="Picture 79" descr="mano">
            <a:extLst>
              <a:ext uri="{FF2B5EF4-FFF2-40B4-BE49-F238E27FC236}">
                <a16:creationId xmlns:a16="http://schemas.microsoft.com/office/drawing/2014/main" id="{9DD1E8CB-3AA9-421E-95C1-E0971BA17F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47951" y="1831976"/>
            <a:ext cx="2443163" cy="228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7" name="Text Box 81">
            <a:extLst>
              <a:ext uri="{FF2B5EF4-FFF2-40B4-BE49-F238E27FC236}">
                <a16:creationId xmlns:a16="http://schemas.microsoft.com/office/drawing/2014/main" id="{6F2DF107-3E99-496B-968E-7D84BF602939}"/>
              </a:ext>
            </a:extLst>
          </p:cNvPr>
          <p:cNvSpPr txBox="1">
            <a:spLocks noChangeArrowheads="1"/>
          </p:cNvSpPr>
          <p:nvPr/>
        </p:nvSpPr>
        <p:spPr bwMode="auto">
          <a:xfrm>
            <a:off x="6940550" y="3400426"/>
            <a:ext cx="1676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spcBef>
                <a:spcPct val="50000"/>
              </a:spcBef>
            </a:pPr>
            <a:r>
              <a:rPr lang="es-ES_tradnl" altLang="en-US" sz="2000" b="1" u="sng">
                <a:latin typeface="Arial Narrow" panose="020B0606020202030204" pitchFamily="34" charset="0"/>
              </a:rPr>
              <a:t>Experimento 2</a:t>
            </a:r>
            <a:endParaRPr lang="es-ES" altLang="en-US" sz="2000" b="1" u="sng">
              <a:latin typeface="Arial Narrow" panose="020B0606020202030204" pitchFamily="34" charset="0"/>
            </a:endParaRPr>
          </a:p>
        </p:txBody>
      </p:sp>
      <p:pic>
        <p:nvPicPr>
          <p:cNvPr id="28678" name="Picture 82" descr="F30-09">
            <a:extLst>
              <a:ext uri="{FF2B5EF4-FFF2-40B4-BE49-F238E27FC236}">
                <a16:creationId xmlns:a16="http://schemas.microsoft.com/office/drawing/2014/main" id="{FCD3A86A-FCF4-446B-9A15-F0FE4C06B911}"/>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978150" y="4648200"/>
            <a:ext cx="6019800" cy="209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8679" name="AutoShape 83">
            <a:extLst>
              <a:ext uri="{FF2B5EF4-FFF2-40B4-BE49-F238E27FC236}">
                <a16:creationId xmlns:a16="http://schemas.microsoft.com/office/drawing/2014/main" id="{0E9803E6-A1BF-4D2A-B89D-6B4264FC48C1}"/>
              </a:ext>
            </a:extLst>
          </p:cNvPr>
          <p:cNvCxnSpPr>
            <a:cxnSpLocks noChangeShapeType="1"/>
          </p:cNvCxnSpPr>
          <p:nvPr/>
        </p:nvCxnSpPr>
        <p:spPr bwMode="auto">
          <a:xfrm rot="-5400000">
            <a:off x="6159500" y="3994150"/>
            <a:ext cx="609600" cy="952500"/>
          </a:xfrm>
          <a:prstGeom prst="bentConnector2">
            <a:avLst/>
          </a:prstGeom>
          <a:noFill/>
          <a:ln w="19050">
            <a:solidFill>
              <a:srgbClr val="9900CC"/>
            </a:solidFill>
            <a:miter lim="800000"/>
            <a:headEnd/>
            <a:tailEnd type="triangle" w="med" len="med"/>
          </a:ln>
          <a:extLst>
            <a:ext uri="{909E8E84-426E-40DD-AFC4-6F175D3DCCD1}">
              <a14:hiddenFill xmlns:a14="http://schemas.microsoft.com/office/drawing/2010/main">
                <a:noFill/>
              </a14:hiddenFill>
            </a:ext>
          </a:extLst>
        </p:spPr>
      </p:cxnSp>
      <p:sp>
        <p:nvSpPr>
          <p:cNvPr id="28680" name="Text Box 84">
            <a:extLst>
              <a:ext uri="{FF2B5EF4-FFF2-40B4-BE49-F238E27FC236}">
                <a16:creationId xmlns:a16="http://schemas.microsoft.com/office/drawing/2014/main" id="{F14CD23A-2047-4A9C-93BB-01F6B0AA2924}"/>
              </a:ext>
            </a:extLst>
          </p:cNvPr>
          <p:cNvSpPr txBox="1">
            <a:spLocks noChangeArrowheads="1"/>
          </p:cNvSpPr>
          <p:nvPr/>
        </p:nvSpPr>
        <p:spPr bwMode="auto">
          <a:xfrm>
            <a:off x="6877050" y="3900488"/>
            <a:ext cx="2362200" cy="563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lnSpc>
                <a:spcPct val="70000"/>
              </a:lnSpc>
              <a:spcBef>
                <a:spcPct val="50000"/>
              </a:spcBef>
            </a:pPr>
            <a:r>
              <a:rPr lang="es-ES_tradnl" altLang="en-US" sz="1600">
                <a:solidFill>
                  <a:srgbClr val="660066"/>
                </a:solidFill>
              </a:rPr>
              <a:t>Variación de </a:t>
            </a:r>
          </a:p>
          <a:p>
            <a:pPr eaLnBrk="1" hangingPunct="1">
              <a:lnSpc>
                <a:spcPct val="70000"/>
              </a:lnSpc>
              <a:spcBef>
                <a:spcPct val="50000"/>
              </a:spcBef>
            </a:pPr>
            <a:r>
              <a:rPr lang="es-ES_tradnl" altLang="en-US" sz="1600">
                <a:solidFill>
                  <a:srgbClr val="660066"/>
                </a:solidFill>
              </a:rPr>
              <a:t>corriente </a:t>
            </a:r>
            <a:r>
              <a:rPr lang="es-ES_tradnl" altLang="en-US" sz="1600">
                <a:solidFill>
                  <a:srgbClr val="660066"/>
                </a:solidFill>
                <a:sym typeface="Symbol" panose="05050102010706020507" pitchFamily="18" charset="2"/>
              </a:rPr>
              <a:t> inducción</a:t>
            </a:r>
            <a:endParaRPr lang="es-ES" altLang="en-US" sz="1600">
              <a:solidFill>
                <a:srgbClr val="660066"/>
              </a:solidFill>
            </a:endParaRPr>
          </a:p>
        </p:txBody>
      </p:sp>
      <p:sp>
        <p:nvSpPr>
          <p:cNvPr id="28681" name="Text Box 85">
            <a:extLst>
              <a:ext uri="{FF2B5EF4-FFF2-40B4-BE49-F238E27FC236}">
                <a16:creationId xmlns:a16="http://schemas.microsoft.com/office/drawing/2014/main" id="{4147FBDE-CB6D-4E66-88A7-202E51C2710A}"/>
              </a:ext>
            </a:extLst>
          </p:cNvPr>
          <p:cNvSpPr txBox="1">
            <a:spLocks noChangeArrowheads="1"/>
          </p:cNvSpPr>
          <p:nvPr/>
        </p:nvSpPr>
        <p:spPr bwMode="auto">
          <a:xfrm>
            <a:off x="3054350" y="1262064"/>
            <a:ext cx="1676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spcBef>
                <a:spcPct val="50000"/>
              </a:spcBef>
            </a:pPr>
            <a:r>
              <a:rPr lang="es-ES_tradnl" altLang="en-US" sz="2000" b="1" u="sng">
                <a:latin typeface="Arial Narrow" panose="020B0606020202030204" pitchFamily="34" charset="0"/>
              </a:rPr>
              <a:t>Experimento 1</a:t>
            </a:r>
            <a:endParaRPr lang="es-ES" altLang="en-US" sz="2000" b="1" u="sng">
              <a:latin typeface="Arial Narrow" panose="020B0606020202030204" pitchFamily="3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71" name="Rectangle 35">
            <a:extLst>
              <a:ext uri="{FF2B5EF4-FFF2-40B4-BE49-F238E27FC236}">
                <a16:creationId xmlns:a16="http://schemas.microsoft.com/office/drawing/2014/main" id="{0F50FE0C-89E1-44F5-8660-4330C0356A74}"/>
              </a:ext>
            </a:extLst>
          </p:cNvPr>
          <p:cNvSpPr>
            <a:spLocks noGrp="1" noChangeArrowheads="1"/>
          </p:cNvSpPr>
          <p:nvPr>
            <p:ph type="title" idx="4294967295"/>
          </p:nvPr>
        </p:nvSpPr>
        <p:spPr>
          <a:xfrm>
            <a:off x="1927225" y="136525"/>
            <a:ext cx="8388350" cy="865188"/>
          </a:xfrm>
          <a:ln w="28575">
            <a:solidFill>
              <a:schemeClr val="tx1"/>
            </a:solidFill>
          </a:ln>
        </p:spPr>
        <p:txBody>
          <a:bodyPr>
            <a:normAutofit fontScale="90000"/>
          </a:bodyPr>
          <a:lstStyle/>
          <a:p>
            <a:pPr marL="762000" indent="-762000">
              <a:defRPr/>
            </a:pPr>
            <a:br>
              <a:rPr lang="es-ES_tradnl" sz="4000" b="1">
                <a:effectLst>
                  <a:outerShdw blurRad="38100" dist="38100" dir="2700000" algn="tl">
                    <a:srgbClr val="C0C0C0"/>
                  </a:outerShdw>
                </a:effectLst>
              </a:rPr>
            </a:br>
            <a:r>
              <a:rPr lang="es-ES_tradnl" sz="4000">
                <a:effectLst>
                  <a:outerShdw blurRad="38100" dist="38100" dir="2700000" algn="tl">
                    <a:srgbClr val="C0C0C0"/>
                  </a:outerShdw>
                </a:effectLst>
              </a:rPr>
              <a:t>LEY DE FARADAY-LENZ</a:t>
            </a:r>
            <a:br>
              <a:rPr lang="es-ES" sz="4000"/>
            </a:br>
            <a:r>
              <a:rPr lang="es-ES_tradnl" sz="3200" b="1">
                <a:effectLst>
                  <a:outerShdw blurRad="38100" dist="38100" dir="2700000" algn="tl">
                    <a:srgbClr val="C0C0C0"/>
                  </a:outerShdw>
                </a:effectLst>
              </a:rPr>
              <a:t> </a:t>
            </a:r>
            <a:endParaRPr lang="es-ES" sz="3200" b="1">
              <a:effectLst>
                <a:outerShdw blurRad="38100" dist="38100" dir="2700000" algn="tl">
                  <a:srgbClr val="C0C0C0"/>
                </a:outerShdw>
              </a:effectLst>
            </a:endParaRPr>
          </a:p>
        </p:txBody>
      </p:sp>
      <p:sp>
        <p:nvSpPr>
          <p:cNvPr id="91184" name="Rectangle 48">
            <a:extLst>
              <a:ext uri="{FF2B5EF4-FFF2-40B4-BE49-F238E27FC236}">
                <a16:creationId xmlns:a16="http://schemas.microsoft.com/office/drawing/2014/main" id="{E8E0EEEE-8459-4198-8ED1-05876AC9AC2D}"/>
              </a:ext>
            </a:extLst>
          </p:cNvPr>
          <p:cNvSpPr>
            <a:spLocks noChangeArrowheads="1"/>
          </p:cNvSpPr>
          <p:nvPr/>
        </p:nvSpPr>
        <p:spPr bwMode="auto">
          <a:xfrm>
            <a:off x="5273675" y="4356100"/>
            <a:ext cx="4838700"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38100" tIns="38100" rIns="38100" bIns="38100">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just"/>
            <a:r>
              <a:rPr lang="es-ES_tradnl" altLang="en-US" sz="2000" i="1">
                <a:latin typeface="Bookman Old Style" panose="02050604050505020204" pitchFamily="18" charset="0"/>
              </a:rPr>
              <a:t>	</a:t>
            </a:r>
            <a:r>
              <a:rPr lang="es-ES" altLang="en-US" sz="2000" i="1">
                <a:latin typeface="Bookman Old Style" panose="02050604050505020204" pitchFamily="18" charset="0"/>
              </a:rPr>
              <a:t>La fuerza electromotriz inducida en un circuito, es directamente proporcional a la rapidez con que varía el flujo magnético a través del circuito y de sentido contrario</a:t>
            </a:r>
            <a:r>
              <a:rPr lang="es-ES_tradnl" altLang="en-US" sz="2000" i="1">
                <a:latin typeface="Bookman Old Style" panose="02050604050505020204" pitchFamily="18" charset="0"/>
              </a:rPr>
              <a:t>.</a:t>
            </a:r>
          </a:p>
        </p:txBody>
      </p:sp>
      <p:graphicFrame>
        <p:nvGraphicFramePr>
          <p:cNvPr id="91185" name="Object 49">
            <a:extLst>
              <a:ext uri="{FF2B5EF4-FFF2-40B4-BE49-F238E27FC236}">
                <a16:creationId xmlns:a16="http://schemas.microsoft.com/office/drawing/2014/main" id="{EDDAE92A-E36C-4233-A8F0-4F6B51BE918A}"/>
              </a:ext>
            </a:extLst>
          </p:cNvPr>
          <p:cNvGraphicFramePr>
            <a:graphicFrameLocks noChangeAspect="1"/>
          </p:cNvGraphicFramePr>
          <p:nvPr/>
        </p:nvGraphicFramePr>
        <p:xfrm>
          <a:off x="2649539" y="4211638"/>
          <a:ext cx="2130425" cy="1344612"/>
        </p:xfrm>
        <a:graphic>
          <a:graphicData uri="http://schemas.openxmlformats.org/presentationml/2006/ole">
            <mc:AlternateContent xmlns:mc="http://schemas.openxmlformats.org/markup-compatibility/2006">
              <mc:Choice xmlns:v="urn:schemas-microsoft-com:vml" Requires="v">
                <p:oleObj spid="_x0000_s26628" name="Equation" r:id="rId4" imgW="622080" imgH="393480" progId="Equation.DSMT4">
                  <p:embed/>
                </p:oleObj>
              </mc:Choice>
              <mc:Fallback>
                <p:oleObj name="Equation" r:id="rId4" imgW="622080" imgH="393480" progId="Equation.DSMT4">
                  <p:embed/>
                  <p:pic>
                    <p:nvPicPr>
                      <p:cNvPr id="91185" name="Object 49">
                        <a:extLst>
                          <a:ext uri="{FF2B5EF4-FFF2-40B4-BE49-F238E27FC236}">
                            <a16:creationId xmlns:a16="http://schemas.microsoft.com/office/drawing/2014/main" id="{EDDAE92A-E36C-4233-A8F0-4F6B51BE918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49539" y="4211638"/>
                        <a:ext cx="2130425" cy="134461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pic>
                </p:oleObj>
              </mc:Fallback>
            </mc:AlternateContent>
          </a:graphicData>
        </a:graphic>
      </p:graphicFrame>
      <p:grpSp>
        <p:nvGrpSpPr>
          <p:cNvPr id="2" name="Group 50">
            <a:extLst>
              <a:ext uri="{FF2B5EF4-FFF2-40B4-BE49-F238E27FC236}">
                <a16:creationId xmlns:a16="http://schemas.microsoft.com/office/drawing/2014/main" id="{871B6D83-811F-45B6-BEA2-ED45EC99EA94}"/>
              </a:ext>
            </a:extLst>
          </p:cNvPr>
          <p:cNvGrpSpPr>
            <a:grpSpLocks/>
          </p:cNvGrpSpPr>
          <p:nvPr/>
        </p:nvGrpSpPr>
        <p:grpSpPr bwMode="auto">
          <a:xfrm>
            <a:off x="7629526" y="1781176"/>
            <a:ext cx="2822575" cy="1427163"/>
            <a:chOff x="3570" y="1872"/>
            <a:chExt cx="1778" cy="899"/>
          </a:xfrm>
        </p:grpSpPr>
        <p:sp>
          <p:nvSpPr>
            <p:cNvPr id="11305" name="Freeform 51">
              <a:extLst>
                <a:ext uri="{FF2B5EF4-FFF2-40B4-BE49-F238E27FC236}">
                  <a16:creationId xmlns:a16="http://schemas.microsoft.com/office/drawing/2014/main" id="{1D33FBFF-8C82-43B2-AC01-6C0DC178E0AF}"/>
                </a:ext>
              </a:extLst>
            </p:cNvPr>
            <p:cNvSpPr>
              <a:spLocks/>
            </p:cNvSpPr>
            <p:nvPr/>
          </p:nvSpPr>
          <p:spPr bwMode="auto">
            <a:xfrm>
              <a:off x="3570" y="2338"/>
              <a:ext cx="1778" cy="433"/>
            </a:xfrm>
            <a:custGeom>
              <a:avLst/>
              <a:gdLst>
                <a:gd name="T0" fmla="*/ 0 w 20000"/>
                <a:gd name="T1" fmla="*/ 9 h 20000"/>
                <a:gd name="T2" fmla="*/ 136 w 20000"/>
                <a:gd name="T3" fmla="*/ 9 h 20000"/>
                <a:gd name="T4" fmla="*/ 158 w 20000"/>
                <a:gd name="T5" fmla="*/ 0 h 20000"/>
                <a:gd name="T6" fmla="*/ 12 w 20000"/>
                <a:gd name="T7" fmla="*/ 0 h 20000"/>
                <a:gd name="T8" fmla="*/ 0 60000 65536"/>
                <a:gd name="T9" fmla="*/ 0 60000 65536"/>
                <a:gd name="T10" fmla="*/ 0 60000 65536"/>
                <a:gd name="T11" fmla="*/ 0 60000 65536"/>
                <a:gd name="T12" fmla="*/ 0 w 20000"/>
                <a:gd name="T13" fmla="*/ 0 h 20000"/>
                <a:gd name="T14" fmla="*/ 20000 w 20000"/>
                <a:gd name="T15" fmla="*/ 20000 h 20000"/>
              </a:gdLst>
              <a:ahLst/>
              <a:cxnLst>
                <a:cxn ang="T8">
                  <a:pos x="T0" y="T1"/>
                </a:cxn>
                <a:cxn ang="T9">
                  <a:pos x="T2" y="T3"/>
                </a:cxn>
                <a:cxn ang="T10">
                  <a:pos x="T4" y="T5"/>
                </a:cxn>
                <a:cxn ang="T11">
                  <a:pos x="T6" y="T7"/>
                </a:cxn>
              </a:cxnLst>
              <a:rect l="T12" t="T13" r="T14" b="T15"/>
              <a:pathLst>
                <a:path w="20000" h="20000">
                  <a:moveTo>
                    <a:pt x="0" y="19982"/>
                  </a:moveTo>
                  <a:lnTo>
                    <a:pt x="17183" y="19982"/>
                  </a:lnTo>
                  <a:lnTo>
                    <a:pt x="19996" y="0"/>
                  </a:lnTo>
                  <a:lnTo>
                    <a:pt x="1539" y="0"/>
                  </a:lnTo>
                </a:path>
              </a:pathLst>
            </a:custGeom>
            <a:noFill/>
            <a:ln w="28575">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11306" name="Line 52">
              <a:extLst>
                <a:ext uri="{FF2B5EF4-FFF2-40B4-BE49-F238E27FC236}">
                  <a16:creationId xmlns:a16="http://schemas.microsoft.com/office/drawing/2014/main" id="{2C5F2806-D4D2-49E7-8656-0229B5EFBD69}"/>
                </a:ext>
              </a:extLst>
            </p:cNvPr>
            <p:cNvSpPr>
              <a:spLocks noChangeShapeType="1"/>
            </p:cNvSpPr>
            <p:nvPr/>
          </p:nvSpPr>
          <p:spPr bwMode="auto">
            <a:xfrm flipV="1">
              <a:off x="3958" y="2201"/>
              <a:ext cx="0" cy="365"/>
            </a:xfrm>
            <a:prstGeom prst="line">
              <a:avLst/>
            </a:prstGeom>
            <a:noFill/>
            <a:ln w="38100">
              <a:solidFill>
                <a:srgbClr val="FF0000"/>
              </a:solidFill>
              <a:round/>
              <a:headEnd type="none" w="sm" len="lg"/>
              <a:tailEnd type="triangle" w="sm" len="lg"/>
            </a:ln>
            <a:extLst>
              <a:ext uri="{909E8E84-426E-40DD-AFC4-6F175D3DCCD1}">
                <a14:hiddenFill xmlns:a14="http://schemas.microsoft.com/office/drawing/2010/main">
                  <a:noFill/>
                </a14:hiddenFill>
              </a:ext>
            </a:extLst>
          </p:spPr>
          <p:txBody>
            <a:bodyPr/>
            <a:lstStyle/>
            <a:p>
              <a:endParaRPr lang="en-US"/>
            </a:p>
          </p:txBody>
        </p:sp>
        <p:sp>
          <p:nvSpPr>
            <p:cNvPr id="11307" name="Line 53">
              <a:extLst>
                <a:ext uri="{FF2B5EF4-FFF2-40B4-BE49-F238E27FC236}">
                  <a16:creationId xmlns:a16="http://schemas.microsoft.com/office/drawing/2014/main" id="{8B7A8F9B-B1B3-497F-A34A-653FB9FD09CF}"/>
                </a:ext>
              </a:extLst>
            </p:cNvPr>
            <p:cNvSpPr>
              <a:spLocks noChangeShapeType="1"/>
            </p:cNvSpPr>
            <p:nvPr/>
          </p:nvSpPr>
          <p:spPr bwMode="auto">
            <a:xfrm flipV="1">
              <a:off x="3707" y="2201"/>
              <a:ext cx="1" cy="365"/>
            </a:xfrm>
            <a:prstGeom prst="line">
              <a:avLst/>
            </a:prstGeom>
            <a:noFill/>
            <a:ln w="38100">
              <a:solidFill>
                <a:srgbClr val="FF0000"/>
              </a:solidFill>
              <a:round/>
              <a:headEnd type="none" w="sm" len="lg"/>
              <a:tailEnd type="triangle" w="sm" len="lg"/>
            </a:ln>
            <a:extLst>
              <a:ext uri="{909E8E84-426E-40DD-AFC4-6F175D3DCCD1}">
                <a14:hiddenFill xmlns:a14="http://schemas.microsoft.com/office/drawing/2010/main">
                  <a:noFill/>
                </a14:hiddenFill>
              </a:ext>
            </a:extLst>
          </p:spPr>
          <p:txBody>
            <a:bodyPr/>
            <a:lstStyle/>
            <a:p>
              <a:endParaRPr lang="en-US"/>
            </a:p>
          </p:txBody>
        </p:sp>
        <p:sp>
          <p:nvSpPr>
            <p:cNvPr id="11308" name="Line 54">
              <a:extLst>
                <a:ext uri="{FF2B5EF4-FFF2-40B4-BE49-F238E27FC236}">
                  <a16:creationId xmlns:a16="http://schemas.microsoft.com/office/drawing/2014/main" id="{DD2197FD-ABC0-4BD7-AB09-5BB6911C9E55}"/>
                </a:ext>
              </a:extLst>
            </p:cNvPr>
            <p:cNvSpPr>
              <a:spLocks noChangeShapeType="1"/>
            </p:cNvSpPr>
            <p:nvPr/>
          </p:nvSpPr>
          <p:spPr bwMode="auto">
            <a:xfrm flipV="1">
              <a:off x="4231" y="2201"/>
              <a:ext cx="0" cy="365"/>
            </a:xfrm>
            <a:prstGeom prst="line">
              <a:avLst/>
            </a:prstGeom>
            <a:noFill/>
            <a:ln w="38100">
              <a:solidFill>
                <a:srgbClr val="FF0000"/>
              </a:solidFill>
              <a:round/>
              <a:headEnd type="none" w="sm" len="lg"/>
              <a:tailEnd type="triangle" w="sm" len="lg"/>
            </a:ln>
            <a:extLst>
              <a:ext uri="{909E8E84-426E-40DD-AFC4-6F175D3DCCD1}">
                <a14:hiddenFill xmlns:a14="http://schemas.microsoft.com/office/drawing/2010/main">
                  <a:noFill/>
                </a14:hiddenFill>
              </a:ext>
            </a:extLst>
          </p:spPr>
          <p:txBody>
            <a:bodyPr/>
            <a:lstStyle/>
            <a:p>
              <a:endParaRPr lang="en-US"/>
            </a:p>
          </p:txBody>
        </p:sp>
        <p:sp>
          <p:nvSpPr>
            <p:cNvPr id="11309" name="Line 55">
              <a:extLst>
                <a:ext uri="{FF2B5EF4-FFF2-40B4-BE49-F238E27FC236}">
                  <a16:creationId xmlns:a16="http://schemas.microsoft.com/office/drawing/2014/main" id="{7C15B403-8936-4104-B7D6-449AC56E30E6}"/>
                </a:ext>
              </a:extLst>
            </p:cNvPr>
            <p:cNvSpPr>
              <a:spLocks noChangeShapeType="1"/>
            </p:cNvSpPr>
            <p:nvPr/>
          </p:nvSpPr>
          <p:spPr bwMode="auto">
            <a:xfrm flipV="1">
              <a:off x="4528" y="2201"/>
              <a:ext cx="0" cy="365"/>
            </a:xfrm>
            <a:prstGeom prst="line">
              <a:avLst/>
            </a:prstGeom>
            <a:noFill/>
            <a:ln w="38100">
              <a:solidFill>
                <a:srgbClr val="FF0000"/>
              </a:solidFill>
              <a:round/>
              <a:headEnd type="none" w="sm" len="lg"/>
              <a:tailEnd type="triangle" w="sm" len="lg"/>
            </a:ln>
            <a:extLst>
              <a:ext uri="{909E8E84-426E-40DD-AFC4-6F175D3DCCD1}">
                <a14:hiddenFill xmlns:a14="http://schemas.microsoft.com/office/drawing/2010/main">
                  <a:noFill/>
                </a14:hiddenFill>
              </a:ext>
            </a:extLst>
          </p:spPr>
          <p:txBody>
            <a:bodyPr/>
            <a:lstStyle/>
            <a:p>
              <a:endParaRPr lang="en-US"/>
            </a:p>
          </p:txBody>
        </p:sp>
        <p:sp>
          <p:nvSpPr>
            <p:cNvPr id="11310" name="Line 56">
              <a:extLst>
                <a:ext uri="{FF2B5EF4-FFF2-40B4-BE49-F238E27FC236}">
                  <a16:creationId xmlns:a16="http://schemas.microsoft.com/office/drawing/2014/main" id="{EF1E2AEE-5882-431B-9A6E-FF9C6FE702B6}"/>
                </a:ext>
              </a:extLst>
            </p:cNvPr>
            <p:cNvSpPr>
              <a:spLocks noChangeShapeType="1"/>
            </p:cNvSpPr>
            <p:nvPr/>
          </p:nvSpPr>
          <p:spPr bwMode="auto">
            <a:xfrm flipV="1">
              <a:off x="4824" y="2201"/>
              <a:ext cx="1" cy="365"/>
            </a:xfrm>
            <a:prstGeom prst="line">
              <a:avLst/>
            </a:prstGeom>
            <a:noFill/>
            <a:ln w="38100">
              <a:solidFill>
                <a:srgbClr val="FF0000"/>
              </a:solidFill>
              <a:round/>
              <a:headEnd type="none" w="sm" len="lg"/>
              <a:tailEnd type="triangle" w="sm" len="lg"/>
            </a:ln>
            <a:extLst>
              <a:ext uri="{909E8E84-426E-40DD-AFC4-6F175D3DCCD1}">
                <a14:hiddenFill xmlns:a14="http://schemas.microsoft.com/office/drawing/2010/main">
                  <a:noFill/>
                </a14:hiddenFill>
              </a:ext>
            </a:extLst>
          </p:spPr>
          <p:txBody>
            <a:bodyPr/>
            <a:lstStyle/>
            <a:p>
              <a:endParaRPr lang="en-US"/>
            </a:p>
          </p:txBody>
        </p:sp>
        <p:sp>
          <p:nvSpPr>
            <p:cNvPr id="11311" name="Line 57">
              <a:extLst>
                <a:ext uri="{FF2B5EF4-FFF2-40B4-BE49-F238E27FC236}">
                  <a16:creationId xmlns:a16="http://schemas.microsoft.com/office/drawing/2014/main" id="{87DEB448-119D-47F9-8D2E-4B45DE56A8A4}"/>
                </a:ext>
              </a:extLst>
            </p:cNvPr>
            <p:cNvSpPr>
              <a:spLocks noChangeShapeType="1"/>
            </p:cNvSpPr>
            <p:nvPr/>
          </p:nvSpPr>
          <p:spPr bwMode="auto">
            <a:xfrm flipV="1">
              <a:off x="4140" y="2384"/>
              <a:ext cx="1" cy="366"/>
            </a:xfrm>
            <a:prstGeom prst="line">
              <a:avLst/>
            </a:prstGeom>
            <a:noFill/>
            <a:ln w="38100">
              <a:solidFill>
                <a:srgbClr val="FF0000"/>
              </a:solidFill>
              <a:round/>
              <a:headEnd type="none" w="sm" len="lg"/>
              <a:tailEnd type="triangle" w="sm" len="lg"/>
            </a:ln>
            <a:extLst>
              <a:ext uri="{909E8E84-426E-40DD-AFC4-6F175D3DCCD1}">
                <a14:hiddenFill xmlns:a14="http://schemas.microsoft.com/office/drawing/2010/main">
                  <a:noFill/>
                </a14:hiddenFill>
              </a:ext>
            </a:extLst>
          </p:spPr>
          <p:txBody>
            <a:bodyPr/>
            <a:lstStyle/>
            <a:p>
              <a:endParaRPr lang="en-US"/>
            </a:p>
          </p:txBody>
        </p:sp>
        <p:sp>
          <p:nvSpPr>
            <p:cNvPr id="11312" name="Line 58">
              <a:extLst>
                <a:ext uri="{FF2B5EF4-FFF2-40B4-BE49-F238E27FC236}">
                  <a16:creationId xmlns:a16="http://schemas.microsoft.com/office/drawing/2014/main" id="{6B8D7027-996C-45DE-B2B3-7A745F9ED731}"/>
                </a:ext>
              </a:extLst>
            </p:cNvPr>
            <p:cNvSpPr>
              <a:spLocks noChangeShapeType="1"/>
            </p:cNvSpPr>
            <p:nvPr/>
          </p:nvSpPr>
          <p:spPr bwMode="auto">
            <a:xfrm flipV="1">
              <a:off x="4436" y="2384"/>
              <a:ext cx="0" cy="366"/>
            </a:xfrm>
            <a:prstGeom prst="line">
              <a:avLst/>
            </a:prstGeom>
            <a:noFill/>
            <a:ln w="38100">
              <a:solidFill>
                <a:srgbClr val="FF0000"/>
              </a:solidFill>
              <a:round/>
              <a:headEnd type="none" w="sm" len="lg"/>
              <a:tailEnd type="triangle" w="sm" len="lg"/>
            </a:ln>
            <a:extLst>
              <a:ext uri="{909E8E84-426E-40DD-AFC4-6F175D3DCCD1}">
                <a14:hiddenFill xmlns:a14="http://schemas.microsoft.com/office/drawing/2010/main">
                  <a:noFill/>
                </a14:hiddenFill>
              </a:ext>
            </a:extLst>
          </p:spPr>
          <p:txBody>
            <a:bodyPr/>
            <a:lstStyle/>
            <a:p>
              <a:endParaRPr lang="en-US"/>
            </a:p>
          </p:txBody>
        </p:sp>
        <p:sp>
          <p:nvSpPr>
            <p:cNvPr id="11313" name="Line 59">
              <a:extLst>
                <a:ext uri="{FF2B5EF4-FFF2-40B4-BE49-F238E27FC236}">
                  <a16:creationId xmlns:a16="http://schemas.microsoft.com/office/drawing/2014/main" id="{1CD10AAA-3171-44E2-84E1-BE2AF9BACD40}"/>
                </a:ext>
              </a:extLst>
            </p:cNvPr>
            <p:cNvSpPr>
              <a:spLocks noChangeShapeType="1"/>
            </p:cNvSpPr>
            <p:nvPr/>
          </p:nvSpPr>
          <p:spPr bwMode="auto">
            <a:xfrm flipV="1">
              <a:off x="4733" y="2384"/>
              <a:ext cx="1" cy="366"/>
            </a:xfrm>
            <a:prstGeom prst="line">
              <a:avLst/>
            </a:prstGeom>
            <a:noFill/>
            <a:ln w="38100">
              <a:solidFill>
                <a:srgbClr val="FF0000"/>
              </a:solidFill>
              <a:round/>
              <a:headEnd type="none" w="sm" len="lg"/>
              <a:tailEnd type="triangle" w="sm" len="lg"/>
            </a:ln>
            <a:extLst>
              <a:ext uri="{909E8E84-426E-40DD-AFC4-6F175D3DCCD1}">
                <a14:hiddenFill xmlns:a14="http://schemas.microsoft.com/office/drawing/2010/main">
                  <a:noFill/>
                </a14:hiddenFill>
              </a:ext>
            </a:extLst>
          </p:spPr>
          <p:txBody>
            <a:bodyPr/>
            <a:lstStyle/>
            <a:p>
              <a:endParaRPr lang="en-US"/>
            </a:p>
          </p:txBody>
        </p:sp>
        <p:sp>
          <p:nvSpPr>
            <p:cNvPr id="11314" name="Text Box 60">
              <a:extLst>
                <a:ext uri="{FF2B5EF4-FFF2-40B4-BE49-F238E27FC236}">
                  <a16:creationId xmlns:a16="http://schemas.microsoft.com/office/drawing/2014/main" id="{D9381EC9-A049-4971-AC62-CA3C28FE6AB9}"/>
                </a:ext>
              </a:extLst>
            </p:cNvPr>
            <p:cNvSpPr txBox="1">
              <a:spLocks noChangeArrowheads="1"/>
            </p:cNvSpPr>
            <p:nvPr/>
          </p:nvSpPr>
          <p:spPr bwMode="auto">
            <a:xfrm>
              <a:off x="4896" y="1872"/>
              <a:ext cx="247" cy="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nSpc>
                  <a:spcPct val="50000"/>
                </a:lnSpc>
              </a:pPr>
              <a:r>
                <a:rPr lang="es-ES_tradnl" altLang="en-US" sz="4000">
                  <a:solidFill>
                    <a:srgbClr val="FF0000"/>
                  </a:solidFill>
                  <a:latin typeface="MT Extra" panose="05050102010205020202" pitchFamily="18" charset="2"/>
                </a:rPr>
                <a:t>r</a:t>
              </a:r>
              <a:endParaRPr lang="es-ES_tradnl" altLang="en-US">
                <a:solidFill>
                  <a:srgbClr val="FF0000"/>
                </a:solidFill>
              </a:endParaRPr>
            </a:p>
            <a:p>
              <a:pPr>
                <a:lnSpc>
                  <a:spcPct val="80000"/>
                </a:lnSpc>
              </a:pPr>
              <a:r>
                <a:rPr lang="es-ES_tradnl" altLang="en-US">
                  <a:solidFill>
                    <a:srgbClr val="FF0000"/>
                  </a:solidFill>
                </a:rPr>
                <a:t>B</a:t>
              </a:r>
            </a:p>
          </p:txBody>
        </p:sp>
      </p:grpSp>
      <p:grpSp>
        <p:nvGrpSpPr>
          <p:cNvPr id="3" name="Group 61">
            <a:extLst>
              <a:ext uri="{FF2B5EF4-FFF2-40B4-BE49-F238E27FC236}">
                <a16:creationId xmlns:a16="http://schemas.microsoft.com/office/drawing/2014/main" id="{2EB527C0-E5F9-4185-B3AB-96625BD23C8A}"/>
              </a:ext>
            </a:extLst>
          </p:cNvPr>
          <p:cNvGrpSpPr>
            <a:grpSpLocks/>
          </p:cNvGrpSpPr>
          <p:nvPr/>
        </p:nvGrpSpPr>
        <p:grpSpPr bwMode="auto">
          <a:xfrm>
            <a:off x="9658350" y="2619375"/>
            <a:ext cx="471488" cy="457200"/>
            <a:chOff x="4848" y="2400"/>
            <a:chExt cx="297" cy="288"/>
          </a:xfrm>
        </p:grpSpPr>
        <p:sp>
          <p:nvSpPr>
            <p:cNvPr id="11303" name="Rectangle 62">
              <a:extLst>
                <a:ext uri="{FF2B5EF4-FFF2-40B4-BE49-F238E27FC236}">
                  <a16:creationId xmlns:a16="http://schemas.microsoft.com/office/drawing/2014/main" id="{05501962-5E2B-42FA-B975-B4B81B490EC4}"/>
                </a:ext>
              </a:extLst>
            </p:cNvPr>
            <p:cNvSpPr>
              <a:spLocks noChangeArrowheads="1"/>
            </p:cNvSpPr>
            <p:nvPr/>
          </p:nvSpPr>
          <p:spPr bwMode="auto">
            <a:xfrm>
              <a:off x="4948" y="2429"/>
              <a:ext cx="105"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2700" tIns="12700" rIns="12700" bIns="12700"/>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just"/>
              <a:r>
                <a:rPr lang="es-ES_tradnl" altLang="en-US" sz="1800">
                  <a:solidFill>
                    <a:srgbClr val="000080"/>
                  </a:solidFill>
                </a:rPr>
                <a:t>I</a:t>
              </a:r>
            </a:p>
          </p:txBody>
        </p:sp>
        <p:sp>
          <p:nvSpPr>
            <p:cNvPr id="11304" name="Arc 63">
              <a:extLst>
                <a:ext uri="{FF2B5EF4-FFF2-40B4-BE49-F238E27FC236}">
                  <a16:creationId xmlns:a16="http://schemas.microsoft.com/office/drawing/2014/main" id="{86182340-54FD-4EB8-98D9-B57F9563E65D}"/>
                </a:ext>
              </a:extLst>
            </p:cNvPr>
            <p:cNvSpPr>
              <a:spLocks/>
            </p:cNvSpPr>
            <p:nvPr/>
          </p:nvSpPr>
          <p:spPr bwMode="auto">
            <a:xfrm>
              <a:off x="4848" y="2400"/>
              <a:ext cx="297" cy="288"/>
            </a:xfrm>
            <a:custGeom>
              <a:avLst/>
              <a:gdLst>
                <a:gd name="T0" fmla="*/ 0 w 21684"/>
                <a:gd name="T1" fmla="*/ 0 h 43200"/>
                <a:gd name="T2" fmla="*/ 0 w 21684"/>
                <a:gd name="T3" fmla="*/ 0 h 43200"/>
                <a:gd name="T4" fmla="*/ 0 w 21684"/>
                <a:gd name="T5" fmla="*/ 0 h 43200"/>
                <a:gd name="T6" fmla="*/ 0 60000 65536"/>
                <a:gd name="T7" fmla="*/ 0 60000 65536"/>
                <a:gd name="T8" fmla="*/ 0 60000 65536"/>
                <a:gd name="T9" fmla="*/ 0 w 21684"/>
                <a:gd name="T10" fmla="*/ 0 h 43200"/>
                <a:gd name="T11" fmla="*/ 21684 w 21684"/>
                <a:gd name="T12" fmla="*/ 43200 h 43200"/>
              </a:gdLst>
              <a:ahLst/>
              <a:cxnLst>
                <a:cxn ang="T6">
                  <a:pos x="T0" y="T1"/>
                </a:cxn>
                <a:cxn ang="T7">
                  <a:pos x="T2" y="T3"/>
                </a:cxn>
                <a:cxn ang="T8">
                  <a:pos x="T4" y="T5"/>
                </a:cxn>
              </a:cxnLst>
              <a:rect l="T9" t="T10" r="T11" b="T12"/>
              <a:pathLst>
                <a:path w="21684" h="43200" fill="none" extrusionOk="0">
                  <a:moveTo>
                    <a:pt x="83" y="0"/>
                  </a:moveTo>
                  <a:cubicBezTo>
                    <a:pt x="12013" y="0"/>
                    <a:pt x="21684" y="9670"/>
                    <a:pt x="21684" y="21600"/>
                  </a:cubicBezTo>
                  <a:cubicBezTo>
                    <a:pt x="21684" y="33529"/>
                    <a:pt x="12013" y="43200"/>
                    <a:pt x="84" y="43200"/>
                  </a:cubicBezTo>
                  <a:cubicBezTo>
                    <a:pt x="56" y="43200"/>
                    <a:pt x="28" y="43199"/>
                    <a:pt x="0" y="43199"/>
                  </a:cubicBezTo>
                </a:path>
                <a:path w="21684" h="43200" stroke="0" extrusionOk="0">
                  <a:moveTo>
                    <a:pt x="83" y="0"/>
                  </a:moveTo>
                  <a:cubicBezTo>
                    <a:pt x="12013" y="0"/>
                    <a:pt x="21684" y="9670"/>
                    <a:pt x="21684" y="21600"/>
                  </a:cubicBezTo>
                  <a:cubicBezTo>
                    <a:pt x="21684" y="33529"/>
                    <a:pt x="12013" y="43200"/>
                    <a:pt x="84" y="43200"/>
                  </a:cubicBezTo>
                  <a:cubicBezTo>
                    <a:pt x="56" y="43200"/>
                    <a:pt x="28" y="43199"/>
                    <a:pt x="0" y="43199"/>
                  </a:cubicBezTo>
                  <a:lnTo>
                    <a:pt x="84" y="21600"/>
                  </a:lnTo>
                  <a:close/>
                </a:path>
              </a:pathLst>
            </a:custGeom>
            <a:noFill/>
            <a:ln w="19050">
              <a:solidFill>
                <a:srgbClr val="000080"/>
              </a:solidFill>
              <a:round/>
              <a:headEnd type="none" w="sm" len="lg"/>
              <a:tailEnd type="triangle" w="sm" len="lg"/>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grpSp>
      <p:sp>
        <p:nvSpPr>
          <p:cNvPr id="11271" name="Freeform 64">
            <a:extLst>
              <a:ext uri="{FF2B5EF4-FFF2-40B4-BE49-F238E27FC236}">
                <a16:creationId xmlns:a16="http://schemas.microsoft.com/office/drawing/2014/main" id="{BA8C7CCE-E327-41EA-B021-4F348F1C7FA2}"/>
              </a:ext>
            </a:extLst>
          </p:cNvPr>
          <p:cNvSpPr>
            <a:spLocks/>
          </p:cNvSpPr>
          <p:nvPr/>
        </p:nvSpPr>
        <p:spPr bwMode="auto">
          <a:xfrm>
            <a:off x="2625726" y="2522538"/>
            <a:ext cx="957263" cy="69850"/>
          </a:xfrm>
          <a:custGeom>
            <a:avLst/>
            <a:gdLst>
              <a:gd name="T0" fmla="*/ 0 w 1204"/>
              <a:gd name="T1" fmla="*/ 54820483 h 89"/>
              <a:gd name="T2" fmla="*/ 142862749 w 1204"/>
              <a:gd name="T3" fmla="*/ 0 h 89"/>
              <a:gd name="T4" fmla="*/ 761089966 w 1204"/>
              <a:gd name="T5" fmla="*/ 0 h 89"/>
              <a:gd name="T6" fmla="*/ 618859346 w 1204"/>
              <a:gd name="T7" fmla="*/ 54820483 h 89"/>
              <a:gd name="T8" fmla="*/ 0 w 1204"/>
              <a:gd name="T9" fmla="*/ 54820483 h 89"/>
              <a:gd name="T10" fmla="*/ 0 60000 65536"/>
              <a:gd name="T11" fmla="*/ 0 60000 65536"/>
              <a:gd name="T12" fmla="*/ 0 60000 65536"/>
              <a:gd name="T13" fmla="*/ 0 60000 65536"/>
              <a:gd name="T14" fmla="*/ 0 60000 65536"/>
              <a:gd name="T15" fmla="*/ 0 w 1204"/>
              <a:gd name="T16" fmla="*/ 0 h 89"/>
              <a:gd name="T17" fmla="*/ 1204 w 1204"/>
              <a:gd name="T18" fmla="*/ 89 h 89"/>
            </a:gdLst>
            <a:ahLst/>
            <a:cxnLst>
              <a:cxn ang="T10">
                <a:pos x="T0" y="T1"/>
              </a:cxn>
              <a:cxn ang="T11">
                <a:pos x="T2" y="T3"/>
              </a:cxn>
              <a:cxn ang="T12">
                <a:pos x="T4" y="T5"/>
              </a:cxn>
              <a:cxn ang="T13">
                <a:pos x="T6" y="T7"/>
              </a:cxn>
              <a:cxn ang="T14">
                <a:pos x="T8" y="T9"/>
              </a:cxn>
            </a:cxnLst>
            <a:rect l="T15" t="T16" r="T17" b="T18"/>
            <a:pathLst>
              <a:path w="1204" h="89">
                <a:moveTo>
                  <a:pt x="0" y="89"/>
                </a:moveTo>
                <a:lnTo>
                  <a:pt x="226" y="0"/>
                </a:lnTo>
                <a:lnTo>
                  <a:pt x="1204" y="0"/>
                </a:lnTo>
                <a:lnTo>
                  <a:pt x="979" y="89"/>
                </a:lnTo>
                <a:lnTo>
                  <a:pt x="0" y="89"/>
                </a:lnTo>
                <a:close/>
              </a:path>
            </a:pathLst>
          </a:custGeom>
          <a:solidFill>
            <a:srgbClr val="3399FF"/>
          </a:solidFill>
          <a:ln w="3175">
            <a:solidFill>
              <a:schemeClr val="tx1"/>
            </a:solidFill>
            <a:round/>
            <a:headEnd/>
            <a:tailEnd/>
          </a:ln>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11272" name="Freeform 65">
            <a:extLst>
              <a:ext uri="{FF2B5EF4-FFF2-40B4-BE49-F238E27FC236}">
                <a16:creationId xmlns:a16="http://schemas.microsoft.com/office/drawing/2014/main" id="{AEA06D53-D17C-4EEC-ACC3-A140025A9B28}"/>
              </a:ext>
            </a:extLst>
          </p:cNvPr>
          <p:cNvSpPr>
            <a:spLocks/>
          </p:cNvSpPr>
          <p:nvPr/>
        </p:nvSpPr>
        <p:spPr bwMode="auto">
          <a:xfrm>
            <a:off x="3397251" y="2522538"/>
            <a:ext cx="955675" cy="69850"/>
          </a:xfrm>
          <a:custGeom>
            <a:avLst/>
            <a:gdLst>
              <a:gd name="T0" fmla="*/ 0 w 1203"/>
              <a:gd name="T1" fmla="*/ 54820483 h 89"/>
              <a:gd name="T2" fmla="*/ 141994390 w 1203"/>
              <a:gd name="T3" fmla="*/ 0 h 89"/>
              <a:gd name="T4" fmla="*/ 759197484 w 1203"/>
              <a:gd name="T5" fmla="*/ 0 h 89"/>
              <a:gd name="T6" fmla="*/ 617203144 w 1203"/>
              <a:gd name="T7" fmla="*/ 54820483 h 89"/>
              <a:gd name="T8" fmla="*/ 0 w 1203"/>
              <a:gd name="T9" fmla="*/ 54820483 h 89"/>
              <a:gd name="T10" fmla="*/ 0 60000 65536"/>
              <a:gd name="T11" fmla="*/ 0 60000 65536"/>
              <a:gd name="T12" fmla="*/ 0 60000 65536"/>
              <a:gd name="T13" fmla="*/ 0 60000 65536"/>
              <a:gd name="T14" fmla="*/ 0 60000 65536"/>
              <a:gd name="T15" fmla="*/ 0 w 1203"/>
              <a:gd name="T16" fmla="*/ 0 h 89"/>
              <a:gd name="T17" fmla="*/ 1203 w 1203"/>
              <a:gd name="T18" fmla="*/ 89 h 89"/>
            </a:gdLst>
            <a:ahLst/>
            <a:cxnLst>
              <a:cxn ang="T10">
                <a:pos x="T0" y="T1"/>
              </a:cxn>
              <a:cxn ang="T11">
                <a:pos x="T2" y="T3"/>
              </a:cxn>
              <a:cxn ang="T12">
                <a:pos x="T4" y="T5"/>
              </a:cxn>
              <a:cxn ang="T13">
                <a:pos x="T6" y="T7"/>
              </a:cxn>
              <a:cxn ang="T14">
                <a:pos x="T8" y="T9"/>
              </a:cxn>
            </a:cxnLst>
            <a:rect l="T15" t="T16" r="T17" b="T18"/>
            <a:pathLst>
              <a:path w="1203" h="89">
                <a:moveTo>
                  <a:pt x="0" y="89"/>
                </a:moveTo>
                <a:lnTo>
                  <a:pt x="225" y="0"/>
                </a:lnTo>
                <a:lnTo>
                  <a:pt x="1203" y="0"/>
                </a:lnTo>
                <a:lnTo>
                  <a:pt x="978" y="89"/>
                </a:lnTo>
                <a:lnTo>
                  <a:pt x="0" y="89"/>
                </a:lnTo>
              </a:path>
            </a:pathLst>
          </a:custGeom>
          <a:solidFill>
            <a:srgbClr val="FF5050"/>
          </a:solidFill>
          <a:ln w="0">
            <a:solidFill>
              <a:srgbClr val="1C1B1A"/>
            </a:solidFill>
            <a:round/>
            <a:headEnd/>
            <a:tailEnd/>
          </a:ln>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grpSp>
        <p:nvGrpSpPr>
          <p:cNvPr id="4" name="Group 66">
            <a:extLst>
              <a:ext uri="{FF2B5EF4-FFF2-40B4-BE49-F238E27FC236}">
                <a16:creationId xmlns:a16="http://schemas.microsoft.com/office/drawing/2014/main" id="{1FBA68BC-5376-4C84-9BB0-756B962B0039}"/>
              </a:ext>
            </a:extLst>
          </p:cNvPr>
          <p:cNvGrpSpPr>
            <a:grpSpLocks/>
          </p:cNvGrpSpPr>
          <p:nvPr/>
        </p:nvGrpSpPr>
        <p:grpSpPr bwMode="auto">
          <a:xfrm>
            <a:off x="2344739" y="1279526"/>
            <a:ext cx="3813175" cy="2900363"/>
            <a:chOff x="517" y="806"/>
            <a:chExt cx="2402" cy="1827"/>
          </a:xfrm>
        </p:grpSpPr>
        <p:sp>
          <p:nvSpPr>
            <p:cNvPr id="11298" name="Arc 67">
              <a:extLst>
                <a:ext uri="{FF2B5EF4-FFF2-40B4-BE49-F238E27FC236}">
                  <a16:creationId xmlns:a16="http://schemas.microsoft.com/office/drawing/2014/main" id="{7EBA2D90-A4EF-426A-9141-06993ED01126}"/>
                </a:ext>
              </a:extLst>
            </p:cNvPr>
            <p:cNvSpPr>
              <a:spLocks noChangeAspect="1"/>
            </p:cNvSpPr>
            <p:nvPr/>
          </p:nvSpPr>
          <p:spPr bwMode="auto">
            <a:xfrm>
              <a:off x="522" y="1765"/>
              <a:ext cx="2397" cy="868"/>
            </a:xfrm>
            <a:custGeom>
              <a:avLst/>
              <a:gdLst>
                <a:gd name="T0" fmla="*/ 0 w 28363"/>
                <a:gd name="T1" fmla="*/ 0 h 21600"/>
                <a:gd name="T2" fmla="*/ 17 w 28363"/>
                <a:gd name="T3" fmla="*/ 1 h 21600"/>
                <a:gd name="T4" fmla="*/ 4 w 28363"/>
                <a:gd name="T5" fmla="*/ 1 h 21600"/>
                <a:gd name="T6" fmla="*/ 0 60000 65536"/>
                <a:gd name="T7" fmla="*/ 0 60000 65536"/>
                <a:gd name="T8" fmla="*/ 0 60000 65536"/>
                <a:gd name="T9" fmla="*/ 0 w 28363"/>
                <a:gd name="T10" fmla="*/ 0 h 21600"/>
                <a:gd name="T11" fmla="*/ 28363 w 28363"/>
                <a:gd name="T12" fmla="*/ 21600 h 21600"/>
              </a:gdLst>
              <a:ahLst/>
              <a:cxnLst>
                <a:cxn ang="T6">
                  <a:pos x="T0" y="T1"/>
                </a:cxn>
                <a:cxn ang="T7">
                  <a:pos x="T2" y="T3"/>
                </a:cxn>
                <a:cxn ang="T8">
                  <a:pos x="T4" y="T5"/>
                </a:cxn>
              </a:cxnLst>
              <a:rect l="T9" t="T10" r="T11" b="T12"/>
              <a:pathLst>
                <a:path w="28363" h="21600" fill="none" extrusionOk="0">
                  <a:moveTo>
                    <a:pt x="-1" y="1333"/>
                  </a:moveTo>
                  <a:cubicBezTo>
                    <a:pt x="2392" y="451"/>
                    <a:pt x="4922" y="-1"/>
                    <a:pt x="7472" y="0"/>
                  </a:cubicBezTo>
                  <a:cubicBezTo>
                    <a:pt x="17287" y="0"/>
                    <a:pt x="25869" y="6618"/>
                    <a:pt x="28363" y="16111"/>
                  </a:cubicBezTo>
                </a:path>
                <a:path w="28363" h="21600" stroke="0" extrusionOk="0">
                  <a:moveTo>
                    <a:pt x="-1" y="1333"/>
                  </a:moveTo>
                  <a:cubicBezTo>
                    <a:pt x="2392" y="451"/>
                    <a:pt x="4922" y="-1"/>
                    <a:pt x="7472" y="0"/>
                  </a:cubicBezTo>
                  <a:cubicBezTo>
                    <a:pt x="17287" y="0"/>
                    <a:pt x="25869" y="6618"/>
                    <a:pt x="28363" y="16111"/>
                  </a:cubicBezTo>
                  <a:lnTo>
                    <a:pt x="7472" y="21600"/>
                  </a:lnTo>
                  <a:close/>
                </a:path>
              </a:pathLst>
            </a:custGeom>
            <a:noFill/>
            <a:ln w="38100">
              <a:solidFill>
                <a:srgbClr val="FF0000"/>
              </a:solidFill>
              <a:round/>
              <a:headEnd/>
              <a:tailEnd type="none" w="sm"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11299" name="Arc 68">
              <a:extLst>
                <a:ext uri="{FF2B5EF4-FFF2-40B4-BE49-F238E27FC236}">
                  <a16:creationId xmlns:a16="http://schemas.microsoft.com/office/drawing/2014/main" id="{310994B0-3A15-4C29-94F4-7F39BAAC6F86}"/>
                </a:ext>
              </a:extLst>
            </p:cNvPr>
            <p:cNvSpPr>
              <a:spLocks noChangeAspect="1"/>
            </p:cNvSpPr>
            <p:nvPr/>
          </p:nvSpPr>
          <p:spPr bwMode="auto">
            <a:xfrm>
              <a:off x="517" y="1740"/>
              <a:ext cx="2275" cy="868"/>
            </a:xfrm>
            <a:custGeom>
              <a:avLst/>
              <a:gdLst>
                <a:gd name="T0" fmla="*/ 0 w 19996"/>
                <a:gd name="T1" fmla="*/ 0 h 21600"/>
                <a:gd name="T2" fmla="*/ 29 w 19996"/>
                <a:gd name="T3" fmla="*/ 0 h 21600"/>
                <a:gd name="T4" fmla="*/ 9 w 19996"/>
                <a:gd name="T5" fmla="*/ 1 h 21600"/>
                <a:gd name="T6" fmla="*/ 0 60000 65536"/>
                <a:gd name="T7" fmla="*/ 0 60000 65536"/>
                <a:gd name="T8" fmla="*/ 0 60000 65536"/>
                <a:gd name="T9" fmla="*/ 0 w 19996"/>
                <a:gd name="T10" fmla="*/ 0 h 21600"/>
                <a:gd name="T11" fmla="*/ 19996 w 19996"/>
                <a:gd name="T12" fmla="*/ 21600 h 21600"/>
              </a:gdLst>
              <a:ahLst/>
              <a:cxnLst>
                <a:cxn ang="T6">
                  <a:pos x="T0" y="T1"/>
                </a:cxn>
                <a:cxn ang="T7">
                  <a:pos x="T2" y="T3"/>
                </a:cxn>
                <a:cxn ang="T8">
                  <a:pos x="T4" y="T5"/>
                </a:cxn>
              </a:cxnLst>
              <a:rect l="T9" t="T10" r="T11" b="T12"/>
              <a:pathLst>
                <a:path w="19996" h="21600" fill="none" extrusionOk="0">
                  <a:moveTo>
                    <a:pt x="-1" y="948"/>
                  </a:moveTo>
                  <a:cubicBezTo>
                    <a:pt x="2051" y="319"/>
                    <a:pt x="4185" y="-1"/>
                    <a:pt x="6331" y="0"/>
                  </a:cubicBezTo>
                  <a:cubicBezTo>
                    <a:pt x="11311" y="0"/>
                    <a:pt x="16138" y="1721"/>
                    <a:pt x="19996" y="4871"/>
                  </a:cubicBezTo>
                </a:path>
                <a:path w="19996" h="21600" stroke="0" extrusionOk="0">
                  <a:moveTo>
                    <a:pt x="-1" y="948"/>
                  </a:moveTo>
                  <a:cubicBezTo>
                    <a:pt x="2051" y="319"/>
                    <a:pt x="4185" y="-1"/>
                    <a:pt x="6331" y="0"/>
                  </a:cubicBezTo>
                  <a:cubicBezTo>
                    <a:pt x="11311" y="0"/>
                    <a:pt x="16138" y="1721"/>
                    <a:pt x="19996" y="4871"/>
                  </a:cubicBezTo>
                  <a:lnTo>
                    <a:pt x="6331" y="21600"/>
                  </a:lnTo>
                  <a:close/>
                </a:path>
              </a:pathLst>
            </a:custGeom>
            <a:noFill/>
            <a:ln w="38100">
              <a:solidFill>
                <a:srgbClr val="FF0000"/>
              </a:solidFill>
              <a:round/>
              <a:headEnd/>
              <a:tailEnd type="none" w="sm"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11300" name="Arc 69">
              <a:extLst>
                <a:ext uri="{FF2B5EF4-FFF2-40B4-BE49-F238E27FC236}">
                  <a16:creationId xmlns:a16="http://schemas.microsoft.com/office/drawing/2014/main" id="{32333365-1AB3-453A-AC43-1929CA41B2ED}"/>
                </a:ext>
              </a:extLst>
            </p:cNvPr>
            <p:cNvSpPr>
              <a:spLocks noChangeAspect="1"/>
            </p:cNvSpPr>
            <p:nvPr/>
          </p:nvSpPr>
          <p:spPr bwMode="auto">
            <a:xfrm flipV="1">
              <a:off x="517" y="834"/>
              <a:ext cx="2332" cy="868"/>
            </a:xfrm>
            <a:custGeom>
              <a:avLst/>
              <a:gdLst>
                <a:gd name="T0" fmla="*/ 0 w 20489"/>
                <a:gd name="T1" fmla="*/ 0 h 21600"/>
                <a:gd name="T2" fmla="*/ 30 w 20489"/>
                <a:gd name="T3" fmla="*/ 0 h 21600"/>
                <a:gd name="T4" fmla="*/ 9 w 20489"/>
                <a:gd name="T5" fmla="*/ 1 h 21600"/>
                <a:gd name="T6" fmla="*/ 0 60000 65536"/>
                <a:gd name="T7" fmla="*/ 0 60000 65536"/>
                <a:gd name="T8" fmla="*/ 0 60000 65536"/>
                <a:gd name="T9" fmla="*/ 0 w 20489"/>
                <a:gd name="T10" fmla="*/ 0 h 21600"/>
                <a:gd name="T11" fmla="*/ 20489 w 20489"/>
                <a:gd name="T12" fmla="*/ 21600 h 21600"/>
              </a:gdLst>
              <a:ahLst/>
              <a:cxnLst>
                <a:cxn ang="T6">
                  <a:pos x="T0" y="T1"/>
                </a:cxn>
                <a:cxn ang="T7">
                  <a:pos x="T2" y="T3"/>
                </a:cxn>
                <a:cxn ang="T8">
                  <a:pos x="T4" y="T5"/>
                </a:cxn>
              </a:cxnLst>
              <a:rect l="T9" t="T10" r="T11" b="T12"/>
              <a:pathLst>
                <a:path w="20489" h="21600" fill="none" extrusionOk="0">
                  <a:moveTo>
                    <a:pt x="-1" y="948"/>
                  </a:moveTo>
                  <a:cubicBezTo>
                    <a:pt x="2051" y="319"/>
                    <a:pt x="4185" y="-1"/>
                    <a:pt x="6331" y="0"/>
                  </a:cubicBezTo>
                  <a:cubicBezTo>
                    <a:pt x="11532" y="0"/>
                    <a:pt x="16560" y="1877"/>
                    <a:pt x="20488" y="5287"/>
                  </a:cubicBezTo>
                </a:path>
                <a:path w="20489" h="21600" stroke="0" extrusionOk="0">
                  <a:moveTo>
                    <a:pt x="-1" y="948"/>
                  </a:moveTo>
                  <a:cubicBezTo>
                    <a:pt x="2051" y="319"/>
                    <a:pt x="4185" y="-1"/>
                    <a:pt x="6331" y="0"/>
                  </a:cubicBezTo>
                  <a:cubicBezTo>
                    <a:pt x="11532" y="0"/>
                    <a:pt x="16560" y="1877"/>
                    <a:pt x="20488" y="5287"/>
                  </a:cubicBezTo>
                  <a:lnTo>
                    <a:pt x="6331" y="21600"/>
                  </a:lnTo>
                  <a:close/>
                </a:path>
              </a:pathLst>
            </a:custGeom>
            <a:noFill/>
            <a:ln w="38100">
              <a:solidFill>
                <a:srgbClr val="FF0000"/>
              </a:solidFill>
              <a:round/>
              <a:headEnd/>
              <a:tailEnd type="none" w="sm"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11301" name="Arc 70">
              <a:extLst>
                <a:ext uri="{FF2B5EF4-FFF2-40B4-BE49-F238E27FC236}">
                  <a16:creationId xmlns:a16="http://schemas.microsoft.com/office/drawing/2014/main" id="{396A76A6-43B4-410C-A966-C2CFBCBCA247}"/>
                </a:ext>
              </a:extLst>
            </p:cNvPr>
            <p:cNvSpPr>
              <a:spLocks noChangeAspect="1"/>
            </p:cNvSpPr>
            <p:nvPr/>
          </p:nvSpPr>
          <p:spPr bwMode="auto">
            <a:xfrm flipV="1">
              <a:off x="522" y="806"/>
              <a:ext cx="2222" cy="868"/>
            </a:xfrm>
            <a:custGeom>
              <a:avLst/>
              <a:gdLst>
                <a:gd name="T0" fmla="*/ 0 w 26236"/>
                <a:gd name="T1" fmla="*/ 0 h 21600"/>
                <a:gd name="T2" fmla="*/ 16 w 26236"/>
                <a:gd name="T3" fmla="*/ 1 h 21600"/>
                <a:gd name="T4" fmla="*/ 5 w 26236"/>
                <a:gd name="T5" fmla="*/ 1 h 21600"/>
                <a:gd name="T6" fmla="*/ 0 60000 65536"/>
                <a:gd name="T7" fmla="*/ 0 60000 65536"/>
                <a:gd name="T8" fmla="*/ 0 60000 65536"/>
                <a:gd name="T9" fmla="*/ 0 w 26236"/>
                <a:gd name="T10" fmla="*/ 0 h 21600"/>
                <a:gd name="T11" fmla="*/ 26236 w 26236"/>
                <a:gd name="T12" fmla="*/ 21600 h 21600"/>
              </a:gdLst>
              <a:ahLst/>
              <a:cxnLst>
                <a:cxn ang="T6">
                  <a:pos x="T0" y="T1"/>
                </a:cxn>
                <a:cxn ang="T7">
                  <a:pos x="T2" y="T3"/>
                </a:cxn>
                <a:cxn ang="T8">
                  <a:pos x="T4" y="T5"/>
                </a:cxn>
              </a:cxnLst>
              <a:rect l="T9" t="T10" r="T11" b="T12"/>
              <a:pathLst>
                <a:path w="26236" h="21600" fill="none" extrusionOk="0">
                  <a:moveTo>
                    <a:pt x="-1" y="1333"/>
                  </a:moveTo>
                  <a:cubicBezTo>
                    <a:pt x="2392" y="451"/>
                    <a:pt x="4922" y="-1"/>
                    <a:pt x="7472" y="0"/>
                  </a:cubicBezTo>
                  <a:cubicBezTo>
                    <a:pt x="15230" y="0"/>
                    <a:pt x="22392" y="4160"/>
                    <a:pt x="26235" y="10900"/>
                  </a:cubicBezTo>
                </a:path>
                <a:path w="26236" h="21600" stroke="0" extrusionOk="0">
                  <a:moveTo>
                    <a:pt x="-1" y="1333"/>
                  </a:moveTo>
                  <a:cubicBezTo>
                    <a:pt x="2392" y="451"/>
                    <a:pt x="4922" y="-1"/>
                    <a:pt x="7472" y="0"/>
                  </a:cubicBezTo>
                  <a:cubicBezTo>
                    <a:pt x="15230" y="0"/>
                    <a:pt x="22392" y="4160"/>
                    <a:pt x="26235" y="10900"/>
                  </a:cubicBezTo>
                  <a:lnTo>
                    <a:pt x="7472" y="21600"/>
                  </a:lnTo>
                  <a:close/>
                </a:path>
              </a:pathLst>
            </a:custGeom>
            <a:noFill/>
            <a:ln w="38100">
              <a:solidFill>
                <a:srgbClr val="FF0000"/>
              </a:solidFill>
              <a:round/>
              <a:headEnd/>
              <a:tailEnd type="none" w="sm"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11302" name="Line 71">
              <a:extLst>
                <a:ext uri="{FF2B5EF4-FFF2-40B4-BE49-F238E27FC236}">
                  <a16:creationId xmlns:a16="http://schemas.microsoft.com/office/drawing/2014/main" id="{CCE312E0-EBF7-49F1-A184-F5BFE015439E}"/>
                </a:ext>
              </a:extLst>
            </p:cNvPr>
            <p:cNvSpPr>
              <a:spLocks noChangeShapeType="1"/>
            </p:cNvSpPr>
            <p:nvPr/>
          </p:nvSpPr>
          <p:spPr bwMode="auto">
            <a:xfrm>
              <a:off x="522" y="1721"/>
              <a:ext cx="2328" cy="0"/>
            </a:xfrm>
            <a:prstGeom prst="line">
              <a:avLst/>
            </a:prstGeom>
            <a:noFill/>
            <a:ln w="38100">
              <a:solidFill>
                <a:srgbClr val="FF0000"/>
              </a:solidFill>
              <a:round/>
              <a:headEnd/>
              <a:tailEnd type="none" w="sm" len="med"/>
            </a:ln>
            <a:extLst>
              <a:ext uri="{909E8E84-426E-40DD-AFC4-6F175D3DCCD1}">
                <a14:hiddenFill xmlns:a14="http://schemas.microsoft.com/office/drawing/2010/main">
                  <a:noFill/>
                </a14:hiddenFill>
              </a:ext>
            </a:extLst>
          </p:spPr>
          <p:txBody>
            <a:bodyPr wrap="none" anchor="ctr"/>
            <a:lstStyle/>
            <a:p>
              <a:endParaRPr lang="en-US"/>
            </a:p>
          </p:txBody>
        </p:sp>
      </p:grpSp>
      <p:sp>
        <p:nvSpPr>
          <p:cNvPr id="11274" name="Rectangle 72">
            <a:extLst>
              <a:ext uri="{FF2B5EF4-FFF2-40B4-BE49-F238E27FC236}">
                <a16:creationId xmlns:a16="http://schemas.microsoft.com/office/drawing/2014/main" id="{D80708FE-27C7-4CAA-A387-0E3E0316C9F9}"/>
              </a:ext>
            </a:extLst>
          </p:cNvPr>
          <p:cNvSpPr>
            <a:spLocks noChangeArrowheads="1"/>
          </p:cNvSpPr>
          <p:nvPr/>
        </p:nvSpPr>
        <p:spPr bwMode="auto">
          <a:xfrm>
            <a:off x="3397250" y="2592388"/>
            <a:ext cx="776288" cy="290512"/>
          </a:xfrm>
          <a:prstGeom prst="rect">
            <a:avLst/>
          </a:prstGeom>
          <a:solidFill>
            <a:srgbClr val="FF5050"/>
          </a:solidFill>
          <a:ln w="0">
            <a:solidFill>
              <a:srgbClr val="1C1B1A"/>
            </a:solidFill>
            <a:miter lim="800000"/>
            <a:headEnd/>
            <a:tailEnd/>
          </a:ln>
        </p:spPr>
        <p:txBody>
          <a:bodyPr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r"/>
            <a:r>
              <a:rPr lang="es-ES_tradnl" altLang="en-US"/>
              <a:t>N</a:t>
            </a:r>
          </a:p>
        </p:txBody>
      </p:sp>
      <p:sp>
        <p:nvSpPr>
          <p:cNvPr id="11275" name="Freeform 73">
            <a:extLst>
              <a:ext uri="{FF2B5EF4-FFF2-40B4-BE49-F238E27FC236}">
                <a16:creationId xmlns:a16="http://schemas.microsoft.com/office/drawing/2014/main" id="{952A1BF2-7101-4DE4-9F0A-D79697547F3C}"/>
              </a:ext>
            </a:extLst>
          </p:cNvPr>
          <p:cNvSpPr>
            <a:spLocks/>
          </p:cNvSpPr>
          <p:nvPr/>
        </p:nvSpPr>
        <p:spPr bwMode="auto">
          <a:xfrm>
            <a:off x="4173539" y="2522538"/>
            <a:ext cx="179387" cy="360362"/>
          </a:xfrm>
          <a:custGeom>
            <a:avLst/>
            <a:gdLst>
              <a:gd name="T0" fmla="*/ 0 w 225"/>
              <a:gd name="T1" fmla="*/ 55582687 h 456"/>
              <a:gd name="T2" fmla="*/ 143020881 w 225"/>
              <a:gd name="T3" fmla="*/ 0 h 456"/>
              <a:gd name="T4" fmla="*/ 143020881 w 225"/>
              <a:gd name="T5" fmla="*/ 228575441 h 456"/>
              <a:gd name="T6" fmla="*/ 0 w 225"/>
              <a:gd name="T7" fmla="*/ 284782415 h 456"/>
              <a:gd name="T8" fmla="*/ 0 w 225"/>
              <a:gd name="T9" fmla="*/ 55582687 h 456"/>
              <a:gd name="T10" fmla="*/ 0 60000 65536"/>
              <a:gd name="T11" fmla="*/ 0 60000 65536"/>
              <a:gd name="T12" fmla="*/ 0 60000 65536"/>
              <a:gd name="T13" fmla="*/ 0 60000 65536"/>
              <a:gd name="T14" fmla="*/ 0 60000 65536"/>
              <a:gd name="T15" fmla="*/ 0 w 225"/>
              <a:gd name="T16" fmla="*/ 0 h 456"/>
              <a:gd name="T17" fmla="*/ 225 w 225"/>
              <a:gd name="T18" fmla="*/ 456 h 456"/>
            </a:gdLst>
            <a:ahLst/>
            <a:cxnLst>
              <a:cxn ang="T10">
                <a:pos x="T0" y="T1"/>
              </a:cxn>
              <a:cxn ang="T11">
                <a:pos x="T2" y="T3"/>
              </a:cxn>
              <a:cxn ang="T12">
                <a:pos x="T4" y="T5"/>
              </a:cxn>
              <a:cxn ang="T13">
                <a:pos x="T6" y="T7"/>
              </a:cxn>
              <a:cxn ang="T14">
                <a:pos x="T8" y="T9"/>
              </a:cxn>
            </a:cxnLst>
            <a:rect l="T15" t="T16" r="T17" b="T18"/>
            <a:pathLst>
              <a:path w="225" h="456">
                <a:moveTo>
                  <a:pt x="0" y="89"/>
                </a:moveTo>
                <a:lnTo>
                  <a:pt x="225" y="0"/>
                </a:lnTo>
                <a:lnTo>
                  <a:pt x="225" y="366"/>
                </a:lnTo>
                <a:lnTo>
                  <a:pt x="0" y="456"/>
                </a:lnTo>
                <a:lnTo>
                  <a:pt x="0" y="89"/>
                </a:lnTo>
              </a:path>
            </a:pathLst>
          </a:custGeom>
          <a:solidFill>
            <a:srgbClr val="FF5050"/>
          </a:solidFill>
          <a:ln w="0">
            <a:solidFill>
              <a:srgbClr val="1C1B1A"/>
            </a:solidFill>
            <a:round/>
            <a:headEnd/>
            <a:tailEnd/>
          </a:ln>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11276" name="Rectangle 74">
            <a:extLst>
              <a:ext uri="{FF2B5EF4-FFF2-40B4-BE49-F238E27FC236}">
                <a16:creationId xmlns:a16="http://schemas.microsoft.com/office/drawing/2014/main" id="{5800505C-7A67-4BBD-939A-99DE1EF95CCF}"/>
              </a:ext>
            </a:extLst>
          </p:cNvPr>
          <p:cNvSpPr>
            <a:spLocks noChangeArrowheads="1"/>
          </p:cNvSpPr>
          <p:nvPr/>
        </p:nvSpPr>
        <p:spPr bwMode="auto">
          <a:xfrm>
            <a:off x="2625725" y="2592388"/>
            <a:ext cx="776288" cy="290512"/>
          </a:xfrm>
          <a:prstGeom prst="rect">
            <a:avLst/>
          </a:prstGeom>
          <a:solidFill>
            <a:srgbClr val="3399FF"/>
          </a:solidFill>
          <a:ln w="3175">
            <a:solidFill>
              <a:schemeClr val="tx1"/>
            </a:solidFill>
            <a:miter lim="800000"/>
            <a:headEnd/>
            <a:tailEnd/>
          </a:ln>
        </p:spPr>
        <p:txBody>
          <a:bodyPr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s-ES_tradnl" altLang="en-US"/>
              <a:t>S</a:t>
            </a:r>
          </a:p>
        </p:txBody>
      </p:sp>
      <p:grpSp>
        <p:nvGrpSpPr>
          <p:cNvPr id="5" name="Group 75">
            <a:extLst>
              <a:ext uri="{FF2B5EF4-FFF2-40B4-BE49-F238E27FC236}">
                <a16:creationId xmlns:a16="http://schemas.microsoft.com/office/drawing/2014/main" id="{2962FDC6-379C-4528-954F-4407ED727034}"/>
              </a:ext>
            </a:extLst>
          </p:cNvPr>
          <p:cNvGrpSpPr>
            <a:grpSpLocks/>
          </p:cNvGrpSpPr>
          <p:nvPr/>
        </p:nvGrpSpPr>
        <p:grpSpPr bwMode="auto">
          <a:xfrm>
            <a:off x="3136900" y="1565275"/>
            <a:ext cx="1416050" cy="457200"/>
            <a:chOff x="1016" y="986"/>
            <a:chExt cx="892" cy="288"/>
          </a:xfrm>
        </p:grpSpPr>
        <p:sp>
          <p:nvSpPr>
            <p:cNvPr id="11296" name="Freeform 76">
              <a:extLst>
                <a:ext uri="{FF2B5EF4-FFF2-40B4-BE49-F238E27FC236}">
                  <a16:creationId xmlns:a16="http://schemas.microsoft.com/office/drawing/2014/main" id="{FD723DF7-3C61-45B3-935E-9E6D86CB4393}"/>
                </a:ext>
              </a:extLst>
            </p:cNvPr>
            <p:cNvSpPr>
              <a:spLocks/>
            </p:cNvSpPr>
            <p:nvPr/>
          </p:nvSpPr>
          <p:spPr bwMode="auto">
            <a:xfrm>
              <a:off x="1016" y="1097"/>
              <a:ext cx="668" cy="123"/>
            </a:xfrm>
            <a:custGeom>
              <a:avLst/>
              <a:gdLst>
                <a:gd name="T0" fmla="*/ 0 w 1338"/>
                <a:gd name="T1" fmla="*/ 30 h 247"/>
                <a:gd name="T2" fmla="*/ 197 w 1338"/>
                <a:gd name="T3" fmla="*/ 0 h 247"/>
                <a:gd name="T4" fmla="*/ 146 w 1338"/>
                <a:gd name="T5" fmla="*/ 21 h 247"/>
                <a:gd name="T6" fmla="*/ 334 w 1338"/>
                <a:gd name="T7" fmla="*/ 21 h 247"/>
                <a:gd name="T8" fmla="*/ 279 w 1338"/>
                <a:gd name="T9" fmla="*/ 41 h 247"/>
                <a:gd name="T10" fmla="*/ 91 w 1338"/>
                <a:gd name="T11" fmla="*/ 41 h 247"/>
                <a:gd name="T12" fmla="*/ 42 w 1338"/>
                <a:gd name="T13" fmla="*/ 61 h 247"/>
                <a:gd name="T14" fmla="*/ 0 w 1338"/>
                <a:gd name="T15" fmla="*/ 30 h 247"/>
                <a:gd name="T16" fmla="*/ 0 60000 65536"/>
                <a:gd name="T17" fmla="*/ 0 60000 65536"/>
                <a:gd name="T18" fmla="*/ 0 60000 65536"/>
                <a:gd name="T19" fmla="*/ 0 60000 65536"/>
                <a:gd name="T20" fmla="*/ 0 60000 65536"/>
                <a:gd name="T21" fmla="*/ 0 60000 65536"/>
                <a:gd name="T22" fmla="*/ 0 60000 65536"/>
                <a:gd name="T23" fmla="*/ 0 60000 65536"/>
                <a:gd name="T24" fmla="*/ 0 w 1338"/>
                <a:gd name="T25" fmla="*/ 0 h 247"/>
                <a:gd name="T26" fmla="*/ 1338 w 1338"/>
                <a:gd name="T27" fmla="*/ 247 h 24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338" h="247">
                  <a:moveTo>
                    <a:pt x="0" y="122"/>
                  </a:moveTo>
                  <a:lnTo>
                    <a:pt x="789" y="0"/>
                  </a:lnTo>
                  <a:lnTo>
                    <a:pt x="584" y="86"/>
                  </a:lnTo>
                  <a:lnTo>
                    <a:pt x="1338" y="86"/>
                  </a:lnTo>
                  <a:lnTo>
                    <a:pt x="1120" y="167"/>
                  </a:lnTo>
                  <a:lnTo>
                    <a:pt x="366" y="167"/>
                  </a:lnTo>
                  <a:lnTo>
                    <a:pt x="170" y="247"/>
                  </a:lnTo>
                  <a:lnTo>
                    <a:pt x="0" y="122"/>
                  </a:lnTo>
                </a:path>
              </a:pathLst>
            </a:custGeom>
            <a:solidFill>
              <a:srgbClr val="008000"/>
            </a:solidFill>
            <a:ln w="0">
              <a:solidFill>
                <a:srgbClr val="008000"/>
              </a:solidFill>
              <a:round/>
              <a:headEnd/>
              <a:tailEnd/>
            </a:ln>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11297" name="Text Box 77">
              <a:extLst>
                <a:ext uri="{FF2B5EF4-FFF2-40B4-BE49-F238E27FC236}">
                  <a16:creationId xmlns:a16="http://schemas.microsoft.com/office/drawing/2014/main" id="{8752663B-9676-42A1-8B32-2F98CC85E3DF}"/>
                </a:ext>
              </a:extLst>
            </p:cNvPr>
            <p:cNvSpPr txBox="1">
              <a:spLocks noChangeArrowheads="1"/>
            </p:cNvSpPr>
            <p:nvPr/>
          </p:nvSpPr>
          <p:spPr bwMode="auto">
            <a:xfrm>
              <a:off x="1696" y="98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s-ES_tradnl" altLang="en-US">
                  <a:solidFill>
                    <a:srgbClr val="008000"/>
                  </a:solidFill>
                </a:rPr>
                <a:t>v</a:t>
              </a:r>
            </a:p>
          </p:txBody>
        </p:sp>
      </p:grpSp>
      <p:grpSp>
        <p:nvGrpSpPr>
          <p:cNvPr id="6" name="Group 78">
            <a:extLst>
              <a:ext uri="{FF2B5EF4-FFF2-40B4-BE49-F238E27FC236}">
                <a16:creationId xmlns:a16="http://schemas.microsoft.com/office/drawing/2014/main" id="{4DAE6F01-3FB5-4C6F-8B39-FDE382F5F237}"/>
              </a:ext>
            </a:extLst>
          </p:cNvPr>
          <p:cNvGrpSpPr>
            <a:grpSpLocks/>
          </p:cNvGrpSpPr>
          <p:nvPr/>
        </p:nvGrpSpPr>
        <p:grpSpPr bwMode="auto">
          <a:xfrm>
            <a:off x="2540000" y="1946275"/>
            <a:ext cx="1441450" cy="457200"/>
            <a:chOff x="640" y="1226"/>
            <a:chExt cx="908" cy="288"/>
          </a:xfrm>
        </p:grpSpPr>
        <p:sp>
          <p:nvSpPr>
            <p:cNvPr id="11294" name="Freeform 79">
              <a:extLst>
                <a:ext uri="{FF2B5EF4-FFF2-40B4-BE49-F238E27FC236}">
                  <a16:creationId xmlns:a16="http://schemas.microsoft.com/office/drawing/2014/main" id="{1148D40A-BB9C-4448-815F-DD19EEBF650F}"/>
                </a:ext>
              </a:extLst>
            </p:cNvPr>
            <p:cNvSpPr>
              <a:spLocks/>
            </p:cNvSpPr>
            <p:nvPr/>
          </p:nvSpPr>
          <p:spPr bwMode="auto">
            <a:xfrm>
              <a:off x="880" y="1322"/>
              <a:ext cx="668" cy="123"/>
            </a:xfrm>
            <a:custGeom>
              <a:avLst/>
              <a:gdLst>
                <a:gd name="T0" fmla="*/ 334 w 1338"/>
                <a:gd name="T1" fmla="*/ 31 h 247"/>
                <a:gd name="T2" fmla="*/ 137 w 1338"/>
                <a:gd name="T3" fmla="*/ 61 h 247"/>
                <a:gd name="T4" fmla="*/ 187 w 1338"/>
                <a:gd name="T5" fmla="*/ 41 h 247"/>
                <a:gd name="T6" fmla="*/ 0 w 1338"/>
                <a:gd name="T7" fmla="*/ 41 h 247"/>
                <a:gd name="T8" fmla="*/ 57 w 1338"/>
                <a:gd name="T9" fmla="*/ 17 h 247"/>
                <a:gd name="T10" fmla="*/ 239 w 1338"/>
                <a:gd name="T11" fmla="*/ 17 h 247"/>
                <a:gd name="T12" fmla="*/ 291 w 1338"/>
                <a:gd name="T13" fmla="*/ 0 h 247"/>
                <a:gd name="T14" fmla="*/ 334 w 1338"/>
                <a:gd name="T15" fmla="*/ 31 h 247"/>
                <a:gd name="T16" fmla="*/ 0 60000 65536"/>
                <a:gd name="T17" fmla="*/ 0 60000 65536"/>
                <a:gd name="T18" fmla="*/ 0 60000 65536"/>
                <a:gd name="T19" fmla="*/ 0 60000 65536"/>
                <a:gd name="T20" fmla="*/ 0 60000 65536"/>
                <a:gd name="T21" fmla="*/ 0 60000 65536"/>
                <a:gd name="T22" fmla="*/ 0 60000 65536"/>
                <a:gd name="T23" fmla="*/ 0 60000 65536"/>
                <a:gd name="T24" fmla="*/ 0 w 1338"/>
                <a:gd name="T25" fmla="*/ 0 h 247"/>
                <a:gd name="T26" fmla="*/ 1338 w 1338"/>
                <a:gd name="T27" fmla="*/ 247 h 24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338" h="247">
                  <a:moveTo>
                    <a:pt x="1338" y="125"/>
                  </a:moveTo>
                  <a:lnTo>
                    <a:pt x="549" y="247"/>
                  </a:lnTo>
                  <a:lnTo>
                    <a:pt x="752" y="166"/>
                  </a:lnTo>
                  <a:lnTo>
                    <a:pt x="0" y="165"/>
                  </a:lnTo>
                  <a:lnTo>
                    <a:pt x="228" y="70"/>
                  </a:lnTo>
                  <a:lnTo>
                    <a:pt x="960" y="70"/>
                  </a:lnTo>
                  <a:lnTo>
                    <a:pt x="1168" y="0"/>
                  </a:lnTo>
                  <a:lnTo>
                    <a:pt x="1338" y="125"/>
                  </a:lnTo>
                </a:path>
              </a:pathLst>
            </a:custGeom>
            <a:solidFill>
              <a:srgbClr val="6699FF"/>
            </a:solidFill>
            <a:ln w="0">
              <a:solidFill>
                <a:srgbClr val="6699FF"/>
              </a:solidFill>
              <a:round/>
              <a:headEnd/>
              <a:tailEnd/>
            </a:ln>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11295" name="Text Box 80">
              <a:extLst>
                <a:ext uri="{FF2B5EF4-FFF2-40B4-BE49-F238E27FC236}">
                  <a16:creationId xmlns:a16="http://schemas.microsoft.com/office/drawing/2014/main" id="{EA567B7C-1272-4032-AB2E-0638B797520E}"/>
                </a:ext>
              </a:extLst>
            </p:cNvPr>
            <p:cNvSpPr txBox="1">
              <a:spLocks noChangeArrowheads="1"/>
            </p:cNvSpPr>
            <p:nvPr/>
          </p:nvSpPr>
          <p:spPr bwMode="auto">
            <a:xfrm>
              <a:off x="640" y="122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s-ES_tradnl" altLang="en-US">
                  <a:solidFill>
                    <a:srgbClr val="0000FF"/>
                  </a:solidFill>
                </a:rPr>
                <a:t>v</a:t>
              </a:r>
              <a:endParaRPr lang="es-ES_tradnl" altLang="en-US">
                <a:solidFill>
                  <a:srgbClr val="6699FF"/>
                </a:solidFill>
              </a:endParaRPr>
            </a:p>
          </p:txBody>
        </p:sp>
      </p:grpSp>
      <p:sp>
        <p:nvSpPr>
          <p:cNvPr id="11279" name="AutoShape 81">
            <a:extLst>
              <a:ext uri="{FF2B5EF4-FFF2-40B4-BE49-F238E27FC236}">
                <a16:creationId xmlns:a16="http://schemas.microsoft.com/office/drawing/2014/main" id="{2E3F6DD6-073D-48E4-B3FD-2D60DE294F1D}"/>
              </a:ext>
            </a:extLst>
          </p:cNvPr>
          <p:cNvSpPr>
            <a:spLocks noChangeArrowheads="1"/>
          </p:cNvSpPr>
          <p:nvPr/>
        </p:nvSpPr>
        <p:spPr bwMode="auto">
          <a:xfrm>
            <a:off x="5165726" y="1585914"/>
            <a:ext cx="1057275" cy="2314575"/>
          </a:xfrm>
          <a:custGeom>
            <a:avLst/>
            <a:gdLst>
              <a:gd name="T0" fmla="*/ 1266562911 w 21600"/>
              <a:gd name="T1" fmla="*/ 0 h 21600"/>
              <a:gd name="T2" fmla="*/ 370937653 w 21600"/>
              <a:gd name="T3" fmla="*/ 2147483647 h 21600"/>
              <a:gd name="T4" fmla="*/ 0 w 21600"/>
              <a:gd name="T5" fmla="*/ 2147483647 h 21600"/>
              <a:gd name="T6" fmla="*/ 370937653 w 21600"/>
              <a:gd name="T7" fmla="*/ 2147483647 h 21600"/>
              <a:gd name="T8" fmla="*/ 1266562911 w 21600"/>
              <a:gd name="T9" fmla="*/ 2147483647 h 21600"/>
              <a:gd name="T10" fmla="*/ 2147483647 w 21600"/>
              <a:gd name="T11" fmla="*/ 2147483647 h 21600"/>
              <a:gd name="T12" fmla="*/ 2147483647 w 21600"/>
              <a:gd name="T13" fmla="*/ 2147483647 h 21600"/>
              <a:gd name="T14" fmla="*/ 2147483647 w 21600"/>
              <a:gd name="T15" fmla="*/ 2147483647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816" y="10800"/>
                </a:moveTo>
                <a:cubicBezTo>
                  <a:pt x="1816" y="15762"/>
                  <a:pt x="5838" y="19784"/>
                  <a:pt x="10800" y="19784"/>
                </a:cubicBezTo>
                <a:cubicBezTo>
                  <a:pt x="15762" y="19784"/>
                  <a:pt x="19784" y="15762"/>
                  <a:pt x="19784" y="10800"/>
                </a:cubicBezTo>
                <a:cubicBezTo>
                  <a:pt x="19784" y="5838"/>
                  <a:pt x="15762" y="1816"/>
                  <a:pt x="10800" y="1816"/>
                </a:cubicBezTo>
                <a:cubicBezTo>
                  <a:pt x="5838" y="1816"/>
                  <a:pt x="1816" y="5838"/>
                  <a:pt x="1816" y="10800"/>
                </a:cubicBezTo>
                <a:close/>
              </a:path>
            </a:pathLst>
          </a:custGeom>
          <a:gradFill rotWithShape="0">
            <a:gsLst>
              <a:gs pos="0">
                <a:srgbClr val="FBE4AE"/>
              </a:gs>
              <a:gs pos="13000">
                <a:srgbClr val="BD922A"/>
              </a:gs>
              <a:gs pos="21001">
                <a:srgbClr val="BD922A"/>
              </a:gs>
              <a:gs pos="63000">
                <a:srgbClr val="FBE4AE"/>
              </a:gs>
              <a:gs pos="67000">
                <a:srgbClr val="BD922A"/>
              </a:gs>
              <a:gs pos="69000">
                <a:srgbClr val="835E17"/>
              </a:gs>
              <a:gs pos="82001">
                <a:srgbClr val="A28949"/>
              </a:gs>
              <a:gs pos="100000">
                <a:srgbClr val="FAE3B7"/>
              </a:gs>
            </a:gsLst>
            <a:lin ang="2700000" scaled="1"/>
          </a:gradFill>
          <a:ln w="9525">
            <a:miter lim="800000"/>
            <a:headEnd/>
            <a:tailEnd/>
          </a:ln>
          <a:scene3d>
            <a:camera prst="legacyObliqueLeft"/>
            <a:lightRig rig="legacyFlat3" dir="b"/>
          </a:scene3d>
          <a:sp3d extrusionH="430200" prstMaterial="legacyMatte">
            <a:bevelT w="13500" h="13500" prst="angle"/>
            <a:bevelB w="13500" h="13500" prst="angle"/>
            <a:extrusionClr>
              <a:srgbClr val="FBE4AE"/>
            </a:extrusionClr>
            <a:contourClr>
              <a:srgbClr val="FBE4AE"/>
            </a:contourClr>
          </a:sp3d>
        </p:spPr>
        <p:txBody>
          <a:bodyPr wrap="none" anchor="ctr">
            <a:flatTx/>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grpSp>
        <p:nvGrpSpPr>
          <p:cNvPr id="7" name="Group 82">
            <a:extLst>
              <a:ext uri="{FF2B5EF4-FFF2-40B4-BE49-F238E27FC236}">
                <a16:creationId xmlns:a16="http://schemas.microsoft.com/office/drawing/2014/main" id="{0B058B21-25BC-4B40-8072-237EEA82AB09}"/>
              </a:ext>
            </a:extLst>
          </p:cNvPr>
          <p:cNvGrpSpPr>
            <a:grpSpLocks/>
          </p:cNvGrpSpPr>
          <p:nvPr/>
        </p:nvGrpSpPr>
        <p:grpSpPr bwMode="auto">
          <a:xfrm>
            <a:off x="3354389" y="1287463"/>
            <a:ext cx="3298825" cy="2894012"/>
            <a:chOff x="1153" y="811"/>
            <a:chExt cx="2078" cy="1823"/>
          </a:xfrm>
        </p:grpSpPr>
        <p:sp>
          <p:nvSpPr>
            <p:cNvPr id="11289" name="Arc 83">
              <a:extLst>
                <a:ext uri="{FF2B5EF4-FFF2-40B4-BE49-F238E27FC236}">
                  <a16:creationId xmlns:a16="http://schemas.microsoft.com/office/drawing/2014/main" id="{34E2097D-6416-4AD7-98DB-45C037AD3DD6}"/>
                </a:ext>
              </a:extLst>
            </p:cNvPr>
            <p:cNvSpPr>
              <a:spLocks noChangeAspect="1"/>
            </p:cNvSpPr>
            <p:nvPr/>
          </p:nvSpPr>
          <p:spPr bwMode="auto">
            <a:xfrm>
              <a:off x="1153" y="2128"/>
              <a:ext cx="1826" cy="506"/>
            </a:xfrm>
            <a:custGeom>
              <a:avLst/>
              <a:gdLst>
                <a:gd name="T0" fmla="*/ 11 w 21600"/>
                <a:gd name="T1" fmla="*/ 0 h 12602"/>
                <a:gd name="T2" fmla="*/ 13 w 21600"/>
                <a:gd name="T3" fmla="*/ 1 h 12602"/>
                <a:gd name="T4" fmla="*/ 0 w 21600"/>
                <a:gd name="T5" fmla="*/ 1 h 12602"/>
                <a:gd name="T6" fmla="*/ 0 60000 65536"/>
                <a:gd name="T7" fmla="*/ 0 60000 65536"/>
                <a:gd name="T8" fmla="*/ 0 60000 65536"/>
                <a:gd name="T9" fmla="*/ 0 w 21600"/>
                <a:gd name="T10" fmla="*/ 0 h 12602"/>
                <a:gd name="T11" fmla="*/ 21600 w 21600"/>
                <a:gd name="T12" fmla="*/ 12602 h 12602"/>
              </a:gdLst>
              <a:ahLst/>
              <a:cxnLst>
                <a:cxn ang="T6">
                  <a:pos x="T0" y="T1"/>
                </a:cxn>
                <a:cxn ang="T7">
                  <a:pos x="T2" y="T3"/>
                </a:cxn>
                <a:cxn ang="T8">
                  <a:pos x="T4" y="T5"/>
                </a:cxn>
              </a:cxnLst>
              <a:rect l="T9" t="T10" r="T11" b="T12"/>
              <a:pathLst>
                <a:path w="21600" h="12602" fill="none" extrusionOk="0">
                  <a:moveTo>
                    <a:pt x="17542" y="-1"/>
                  </a:moveTo>
                  <a:cubicBezTo>
                    <a:pt x="20180" y="3672"/>
                    <a:pt x="21600" y="8080"/>
                    <a:pt x="21600" y="12602"/>
                  </a:cubicBezTo>
                </a:path>
                <a:path w="21600" h="12602" stroke="0" extrusionOk="0">
                  <a:moveTo>
                    <a:pt x="17542" y="-1"/>
                  </a:moveTo>
                  <a:cubicBezTo>
                    <a:pt x="20180" y="3672"/>
                    <a:pt x="21600" y="8080"/>
                    <a:pt x="21600" y="12602"/>
                  </a:cubicBezTo>
                  <a:lnTo>
                    <a:pt x="0" y="12602"/>
                  </a:lnTo>
                  <a:close/>
                </a:path>
              </a:pathLst>
            </a:custGeom>
            <a:noFill/>
            <a:ln w="38100">
              <a:solidFill>
                <a:srgbClr val="FF0000"/>
              </a:solidFill>
              <a:round/>
              <a:headEnd/>
              <a:tailEnd type="triangle" w="sm"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11290" name="Arc 84">
              <a:extLst>
                <a:ext uri="{FF2B5EF4-FFF2-40B4-BE49-F238E27FC236}">
                  <a16:creationId xmlns:a16="http://schemas.microsoft.com/office/drawing/2014/main" id="{4D164C55-D0FF-4C15-B746-BD184E01F0A3}"/>
                </a:ext>
              </a:extLst>
            </p:cNvPr>
            <p:cNvSpPr>
              <a:spLocks noChangeAspect="1"/>
            </p:cNvSpPr>
            <p:nvPr/>
          </p:nvSpPr>
          <p:spPr bwMode="auto">
            <a:xfrm>
              <a:off x="1237" y="1900"/>
              <a:ext cx="1988" cy="709"/>
            </a:xfrm>
            <a:custGeom>
              <a:avLst/>
              <a:gdLst>
                <a:gd name="T0" fmla="*/ 18 w 17468"/>
                <a:gd name="T1" fmla="*/ 0 h 17664"/>
                <a:gd name="T2" fmla="*/ 26 w 17468"/>
                <a:gd name="T3" fmla="*/ 0 h 17664"/>
                <a:gd name="T4" fmla="*/ 0 w 17468"/>
                <a:gd name="T5" fmla="*/ 1 h 17664"/>
                <a:gd name="T6" fmla="*/ 0 60000 65536"/>
                <a:gd name="T7" fmla="*/ 0 60000 65536"/>
                <a:gd name="T8" fmla="*/ 0 60000 65536"/>
                <a:gd name="T9" fmla="*/ 0 w 17468"/>
                <a:gd name="T10" fmla="*/ 0 h 17664"/>
                <a:gd name="T11" fmla="*/ 17468 w 17468"/>
                <a:gd name="T12" fmla="*/ 17664 h 17664"/>
              </a:gdLst>
              <a:ahLst/>
              <a:cxnLst>
                <a:cxn ang="T6">
                  <a:pos x="T0" y="T1"/>
                </a:cxn>
                <a:cxn ang="T7">
                  <a:pos x="T2" y="T3"/>
                </a:cxn>
                <a:cxn ang="T8">
                  <a:pos x="T4" y="T5"/>
                </a:cxn>
              </a:cxnLst>
              <a:rect l="T9" t="T10" r="T11" b="T12"/>
              <a:pathLst>
                <a:path w="17468" h="17664" fill="none" extrusionOk="0">
                  <a:moveTo>
                    <a:pt x="12431" y="0"/>
                  </a:moveTo>
                  <a:cubicBezTo>
                    <a:pt x="14371" y="1365"/>
                    <a:pt x="16072" y="3040"/>
                    <a:pt x="17467" y="4958"/>
                  </a:cubicBezTo>
                </a:path>
                <a:path w="17468" h="17664" stroke="0" extrusionOk="0">
                  <a:moveTo>
                    <a:pt x="12431" y="0"/>
                  </a:moveTo>
                  <a:cubicBezTo>
                    <a:pt x="14371" y="1365"/>
                    <a:pt x="16072" y="3040"/>
                    <a:pt x="17467" y="4958"/>
                  </a:cubicBezTo>
                  <a:lnTo>
                    <a:pt x="0" y="17664"/>
                  </a:lnTo>
                  <a:close/>
                </a:path>
              </a:pathLst>
            </a:custGeom>
            <a:noFill/>
            <a:ln w="38100">
              <a:solidFill>
                <a:srgbClr val="FF0000"/>
              </a:solidFill>
              <a:round/>
              <a:headEnd/>
              <a:tailEnd type="triangle" w="sm"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11291" name="Arc 85">
              <a:extLst>
                <a:ext uri="{FF2B5EF4-FFF2-40B4-BE49-F238E27FC236}">
                  <a16:creationId xmlns:a16="http://schemas.microsoft.com/office/drawing/2014/main" id="{9DD84A1C-D604-4A5C-9E70-1EE639695B56}"/>
                </a:ext>
              </a:extLst>
            </p:cNvPr>
            <p:cNvSpPr>
              <a:spLocks noChangeAspect="1"/>
            </p:cNvSpPr>
            <p:nvPr/>
          </p:nvSpPr>
          <p:spPr bwMode="auto">
            <a:xfrm flipV="1">
              <a:off x="1237" y="834"/>
              <a:ext cx="1994" cy="712"/>
            </a:xfrm>
            <a:custGeom>
              <a:avLst/>
              <a:gdLst>
                <a:gd name="T0" fmla="*/ 18 w 17522"/>
                <a:gd name="T1" fmla="*/ 0 h 17728"/>
                <a:gd name="T2" fmla="*/ 26 w 17522"/>
                <a:gd name="T3" fmla="*/ 0 h 17728"/>
                <a:gd name="T4" fmla="*/ 0 w 17522"/>
                <a:gd name="T5" fmla="*/ 1 h 17728"/>
                <a:gd name="T6" fmla="*/ 0 60000 65536"/>
                <a:gd name="T7" fmla="*/ 0 60000 65536"/>
                <a:gd name="T8" fmla="*/ 0 60000 65536"/>
                <a:gd name="T9" fmla="*/ 0 w 17522"/>
                <a:gd name="T10" fmla="*/ 0 h 17728"/>
                <a:gd name="T11" fmla="*/ 17522 w 17522"/>
                <a:gd name="T12" fmla="*/ 17728 h 17728"/>
              </a:gdLst>
              <a:ahLst/>
              <a:cxnLst>
                <a:cxn ang="T6">
                  <a:pos x="T0" y="T1"/>
                </a:cxn>
                <a:cxn ang="T7">
                  <a:pos x="T2" y="T3"/>
                </a:cxn>
                <a:cxn ang="T8">
                  <a:pos x="T4" y="T5"/>
                </a:cxn>
              </a:cxnLst>
              <a:rect l="T9" t="T10" r="T11" b="T12"/>
              <a:pathLst>
                <a:path w="17522" h="17728" fill="none" extrusionOk="0">
                  <a:moveTo>
                    <a:pt x="12340" y="-1"/>
                  </a:moveTo>
                  <a:cubicBezTo>
                    <a:pt x="14343" y="1394"/>
                    <a:pt x="16095" y="3117"/>
                    <a:pt x="17522" y="5097"/>
                  </a:cubicBezTo>
                </a:path>
                <a:path w="17522" h="17728" stroke="0" extrusionOk="0">
                  <a:moveTo>
                    <a:pt x="12340" y="-1"/>
                  </a:moveTo>
                  <a:cubicBezTo>
                    <a:pt x="14343" y="1394"/>
                    <a:pt x="16095" y="3117"/>
                    <a:pt x="17522" y="5097"/>
                  </a:cubicBezTo>
                  <a:lnTo>
                    <a:pt x="0" y="17728"/>
                  </a:lnTo>
                  <a:close/>
                </a:path>
              </a:pathLst>
            </a:custGeom>
            <a:noFill/>
            <a:ln w="38100">
              <a:solidFill>
                <a:srgbClr val="FF0000"/>
              </a:solidFill>
              <a:round/>
              <a:headEnd/>
              <a:tailEnd type="triangle" w="sm"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11292" name="Arc 86">
              <a:extLst>
                <a:ext uri="{FF2B5EF4-FFF2-40B4-BE49-F238E27FC236}">
                  <a16:creationId xmlns:a16="http://schemas.microsoft.com/office/drawing/2014/main" id="{5E3E2F33-7CA3-4A5B-877B-82B2ACF56CB5}"/>
                </a:ext>
              </a:extLst>
            </p:cNvPr>
            <p:cNvSpPr>
              <a:spLocks noChangeAspect="1"/>
            </p:cNvSpPr>
            <p:nvPr/>
          </p:nvSpPr>
          <p:spPr bwMode="auto">
            <a:xfrm flipV="1">
              <a:off x="1154" y="811"/>
              <a:ext cx="1829" cy="505"/>
            </a:xfrm>
            <a:custGeom>
              <a:avLst/>
              <a:gdLst>
                <a:gd name="T0" fmla="*/ 11 w 21600"/>
                <a:gd name="T1" fmla="*/ 0 h 12589"/>
                <a:gd name="T2" fmla="*/ 13 w 21600"/>
                <a:gd name="T3" fmla="*/ 1 h 12589"/>
                <a:gd name="T4" fmla="*/ 0 w 21600"/>
                <a:gd name="T5" fmla="*/ 1 h 12589"/>
                <a:gd name="T6" fmla="*/ 0 60000 65536"/>
                <a:gd name="T7" fmla="*/ 0 60000 65536"/>
                <a:gd name="T8" fmla="*/ 0 60000 65536"/>
                <a:gd name="T9" fmla="*/ 0 w 21600"/>
                <a:gd name="T10" fmla="*/ 0 h 12589"/>
                <a:gd name="T11" fmla="*/ 21600 w 21600"/>
                <a:gd name="T12" fmla="*/ 12589 h 12589"/>
              </a:gdLst>
              <a:ahLst/>
              <a:cxnLst>
                <a:cxn ang="T6">
                  <a:pos x="T0" y="T1"/>
                </a:cxn>
                <a:cxn ang="T7">
                  <a:pos x="T2" y="T3"/>
                </a:cxn>
                <a:cxn ang="T8">
                  <a:pos x="T4" y="T5"/>
                </a:cxn>
              </a:cxnLst>
              <a:rect l="T9" t="T10" r="T11" b="T12"/>
              <a:pathLst>
                <a:path w="21600" h="12589" fill="none" extrusionOk="0">
                  <a:moveTo>
                    <a:pt x="17552" y="-1"/>
                  </a:moveTo>
                  <a:cubicBezTo>
                    <a:pt x="20184" y="3669"/>
                    <a:pt x="21600" y="8072"/>
                    <a:pt x="21600" y="12589"/>
                  </a:cubicBezTo>
                </a:path>
                <a:path w="21600" h="12589" stroke="0" extrusionOk="0">
                  <a:moveTo>
                    <a:pt x="17552" y="-1"/>
                  </a:moveTo>
                  <a:cubicBezTo>
                    <a:pt x="20184" y="3669"/>
                    <a:pt x="21600" y="8072"/>
                    <a:pt x="21600" y="12589"/>
                  </a:cubicBezTo>
                  <a:lnTo>
                    <a:pt x="0" y="12589"/>
                  </a:lnTo>
                  <a:close/>
                </a:path>
              </a:pathLst>
            </a:custGeom>
            <a:noFill/>
            <a:ln w="38100">
              <a:solidFill>
                <a:srgbClr val="FF0000"/>
              </a:solidFill>
              <a:round/>
              <a:headEnd/>
              <a:tailEnd type="triangle" w="sm"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11293" name="Line 87">
              <a:extLst>
                <a:ext uri="{FF2B5EF4-FFF2-40B4-BE49-F238E27FC236}">
                  <a16:creationId xmlns:a16="http://schemas.microsoft.com/office/drawing/2014/main" id="{95CD72EA-3173-42E5-977C-B6A695EE2727}"/>
                </a:ext>
              </a:extLst>
            </p:cNvPr>
            <p:cNvSpPr>
              <a:spLocks noChangeShapeType="1"/>
            </p:cNvSpPr>
            <p:nvPr/>
          </p:nvSpPr>
          <p:spPr bwMode="auto">
            <a:xfrm>
              <a:off x="2628" y="1721"/>
              <a:ext cx="597" cy="0"/>
            </a:xfrm>
            <a:prstGeom prst="line">
              <a:avLst/>
            </a:prstGeom>
            <a:noFill/>
            <a:ln w="38100">
              <a:solidFill>
                <a:srgbClr val="FF0000"/>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en-US"/>
            </a:p>
          </p:txBody>
        </p:sp>
      </p:grpSp>
      <p:sp>
        <p:nvSpPr>
          <p:cNvPr id="91224" name="Arc 88">
            <a:extLst>
              <a:ext uri="{FF2B5EF4-FFF2-40B4-BE49-F238E27FC236}">
                <a16:creationId xmlns:a16="http://schemas.microsoft.com/office/drawing/2014/main" id="{3654AF9A-8DFF-4E19-AAD2-9B9E15FB8DE0}"/>
              </a:ext>
            </a:extLst>
          </p:cNvPr>
          <p:cNvSpPr>
            <a:spLocks/>
          </p:cNvSpPr>
          <p:nvPr/>
        </p:nvSpPr>
        <p:spPr bwMode="auto">
          <a:xfrm flipV="1">
            <a:off x="5056189" y="2592389"/>
            <a:ext cx="587375" cy="1233487"/>
          </a:xfrm>
          <a:custGeom>
            <a:avLst/>
            <a:gdLst>
              <a:gd name="T0" fmla="*/ 0 w 19959"/>
              <a:gd name="T1" fmla="*/ 2147483647 h 20078"/>
              <a:gd name="T2" fmla="*/ 305698683 w 19959"/>
              <a:gd name="T3" fmla="*/ 0 h 20078"/>
              <a:gd name="T4" fmla="*/ 508708281 w 19959"/>
              <a:gd name="T5" fmla="*/ 2147483647 h 20078"/>
              <a:gd name="T6" fmla="*/ 0 60000 65536"/>
              <a:gd name="T7" fmla="*/ 0 60000 65536"/>
              <a:gd name="T8" fmla="*/ 0 60000 65536"/>
              <a:gd name="T9" fmla="*/ 0 w 19959"/>
              <a:gd name="T10" fmla="*/ 0 h 20078"/>
              <a:gd name="T11" fmla="*/ 19959 w 19959"/>
              <a:gd name="T12" fmla="*/ 20078 h 20078"/>
            </a:gdLst>
            <a:ahLst/>
            <a:cxnLst>
              <a:cxn ang="T6">
                <a:pos x="T0" y="T1"/>
              </a:cxn>
              <a:cxn ang="T7">
                <a:pos x="T2" y="T3"/>
              </a:cxn>
              <a:cxn ang="T8">
                <a:pos x="T4" y="T5"/>
              </a:cxn>
            </a:cxnLst>
            <a:rect l="T9" t="T10" r="T11" b="T12"/>
            <a:pathLst>
              <a:path w="19959" h="20078" fill="none" extrusionOk="0">
                <a:moveTo>
                  <a:pt x="0" y="11819"/>
                </a:moveTo>
                <a:cubicBezTo>
                  <a:pt x="2234" y="6419"/>
                  <a:pt x="6561" y="2155"/>
                  <a:pt x="11994" y="0"/>
                </a:cubicBezTo>
              </a:path>
              <a:path w="19959" h="20078" stroke="0" extrusionOk="0">
                <a:moveTo>
                  <a:pt x="0" y="11819"/>
                </a:moveTo>
                <a:cubicBezTo>
                  <a:pt x="2234" y="6419"/>
                  <a:pt x="6561" y="2155"/>
                  <a:pt x="11994" y="0"/>
                </a:cubicBezTo>
                <a:lnTo>
                  <a:pt x="19959" y="20078"/>
                </a:lnTo>
                <a:close/>
              </a:path>
            </a:pathLst>
          </a:custGeom>
          <a:noFill/>
          <a:ln w="38100">
            <a:solidFill>
              <a:srgbClr val="008000"/>
            </a:solidFill>
            <a:round/>
            <a:headEnd/>
            <a:tailEnd type="stealth" w="med"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grpSp>
        <p:nvGrpSpPr>
          <p:cNvPr id="8" name="Group 89">
            <a:extLst>
              <a:ext uri="{FF2B5EF4-FFF2-40B4-BE49-F238E27FC236}">
                <a16:creationId xmlns:a16="http://schemas.microsoft.com/office/drawing/2014/main" id="{ABB4EA15-5C2B-44B3-A0F8-ECC81CFA69EB}"/>
              </a:ext>
            </a:extLst>
          </p:cNvPr>
          <p:cNvGrpSpPr>
            <a:grpSpLocks/>
          </p:cNvGrpSpPr>
          <p:nvPr/>
        </p:nvGrpSpPr>
        <p:grpSpPr bwMode="auto">
          <a:xfrm>
            <a:off x="4905375" y="1565276"/>
            <a:ext cx="738188" cy="1319213"/>
            <a:chOff x="2130" y="986"/>
            <a:chExt cx="465" cy="831"/>
          </a:xfrm>
        </p:grpSpPr>
        <p:sp>
          <p:nvSpPr>
            <p:cNvPr id="11287" name="Arc 90">
              <a:extLst>
                <a:ext uri="{FF2B5EF4-FFF2-40B4-BE49-F238E27FC236}">
                  <a16:creationId xmlns:a16="http://schemas.microsoft.com/office/drawing/2014/main" id="{A7C9AB3C-6872-4F3D-ADDC-A321AFA6DAEB}"/>
                </a:ext>
              </a:extLst>
            </p:cNvPr>
            <p:cNvSpPr>
              <a:spLocks/>
            </p:cNvSpPr>
            <p:nvPr/>
          </p:nvSpPr>
          <p:spPr bwMode="auto">
            <a:xfrm>
              <a:off x="2225" y="1040"/>
              <a:ext cx="370" cy="777"/>
            </a:xfrm>
            <a:custGeom>
              <a:avLst/>
              <a:gdLst>
                <a:gd name="T0" fmla="*/ 0 w 19959"/>
                <a:gd name="T1" fmla="*/ 1 h 20078"/>
                <a:gd name="T2" fmla="*/ 0 w 19959"/>
                <a:gd name="T3" fmla="*/ 0 h 20078"/>
                <a:gd name="T4" fmla="*/ 0 w 19959"/>
                <a:gd name="T5" fmla="*/ 1 h 20078"/>
                <a:gd name="T6" fmla="*/ 0 60000 65536"/>
                <a:gd name="T7" fmla="*/ 0 60000 65536"/>
                <a:gd name="T8" fmla="*/ 0 60000 65536"/>
                <a:gd name="T9" fmla="*/ 0 w 19959"/>
                <a:gd name="T10" fmla="*/ 0 h 20078"/>
                <a:gd name="T11" fmla="*/ 19959 w 19959"/>
                <a:gd name="T12" fmla="*/ 20078 h 20078"/>
              </a:gdLst>
              <a:ahLst/>
              <a:cxnLst>
                <a:cxn ang="T6">
                  <a:pos x="T0" y="T1"/>
                </a:cxn>
                <a:cxn ang="T7">
                  <a:pos x="T2" y="T3"/>
                </a:cxn>
                <a:cxn ang="T8">
                  <a:pos x="T4" y="T5"/>
                </a:cxn>
              </a:cxnLst>
              <a:rect l="T9" t="T10" r="T11" b="T12"/>
              <a:pathLst>
                <a:path w="19959" h="20078" fill="none" extrusionOk="0">
                  <a:moveTo>
                    <a:pt x="0" y="11819"/>
                  </a:moveTo>
                  <a:cubicBezTo>
                    <a:pt x="2234" y="6419"/>
                    <a:pt x="6561" y="2155"/>
                    <a:pt x="11994" y="0"/>
                  </a:cubicBezTo>
                </a:path>
                <a:path w="19959" h="20078" stroke="0" extrusionOk="0">
                  <a:moveTo>
                    <a:pt x="0" y="11819"/>
                  </a:moveTo>
                  <a:cubicBezTo>
                    <a:pt x="2234" y="6419"/>
                    <a:pt x="6561" y="2155"/>
                    <a:pt x="11994" y="0"/>
                  </a:cubicBezTo>
                  <a:lnTo>
                    <a:pt x="19959" y="20078"/>
                  </a:lnTo>
                  <a:close/>
                </a:path>
              </a:pathLst>
            </a:custGeom>
            <a:noFill/>
            <a:ln w="38100">
              <a:solidFill>
                <a:srgbClr val="0000FF"/>
              </a:solidFill>
              <a:round/>
              <a:headEnd/>
              <a:tailEnd type="stealth" w="med"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11288" name="Rectangle 91">
              <a:extLst>
                <a:ext uri="{FF2B5EF4-FFF2-40B4-BE49-F238E27FC236}">
                  <a16:creationId xmlns:a16="http://schemas.microsoft.com/office/drawing/2014/main" id="{33231A70-2B4B-402D-9263-21BED7D19A00}"/>
                </a:ext>
              </a:extLst>
            </p:cNvPr>
            <p:cNvSpPr>
              <a:spLocks noChangeArrowheads="1"/>
            </p:cNvSpPr>
            <p:nvPr/>
          </p:nvSpPr>
          <p:spPr bwMode="auto">
            <a:xfrm>
              <a:off x="2130" y="986"/>
              <a:ext cx="5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s-ES_tradnl" altLang="en-US">
                  <a:solidFill>
                    <a:srgbClr val="000000"/>
                  </a:solidFill>
                </a:rPr>
                <a:t>I</a:t>
              </a:r>
              <a:endParaRPr lang="es-ES_tradnl" altLang="en-US"/>
            </a:p>
          </p:txBody>
        </p:sp>
      </p:grpSp>
      <p:grpSp>
        <p:nvGrpSpPr>
          <p:cNvPr id="9" name="Group 92">
            <a:extLst>
              <a:ext uri="{FF2B5EF4-FFF2-40B4-BE49-F238E27FC236}">
                <a16:creationId xmlns:a16="http://schemas.microsoft.com/office/drawing/2014/main" id="{3FEAC515-31B4-419A-B750-B799DD8C25BA}"/>
              </a:ext>
            </a:extLst>
          </p:cNvPr>
          <p:cNvGrpSpPr>
            <a:grpSpLocks/>
          </p:cNvGrpSpPr>
          <p:nvPr/>
        </p:nvGrpSpPr>
        <p:grpSpPr bwMode="auto">
          <a:xfrm>
            <a:off x="7296150" y="2095501"/>
            <a:ext cx="1003300" cy="1520825"/>
            <a:chOff x="3246" y="2214"/>
            <a:chExt cx="632" cy="958"/>
          </a:xfrm>
        </p:grpSpPr>
        <p:sp>
          <p:nvSpPr>
            <p:cNvPr id="11284" name="Freeform 93">
              <a:extLst>
                <a:ext uri="{FF2B5EF4-FFF2-40B4-BE49-F238E27FC236}">
                  <a16:creationId xmlns:a16="http://schemas.microsoft.com/office/drawing/2014/main" id="{FA0CF1B0-1D3D-4606-B2FF-E191A6A05B7D}"/>
                </a:ext>
              </a:extLst>
            </p:cNvPr>
            <p:cNvSpPr>
              <a:spLocks/>
            </p:cNvSpPr>
            <p:nvPr/>
          </p:nvSpPr>
          <p:spPr bwMode="auto">
            <a:xfrm>
              <a:off x="3365" y="2664"/>
              <a:ext cx="434" cy="116"/>
            </a:xfrm>
            <a:custGeom>
              <a:avLst/>
              <a:gdLst>
                <a:gd name="T0" fmla="*/ 0 w 20000"/>
                <a:gd name="T1" fmla="*/ 0 h 20000"/>
                <a:gd name="T2" fmla="*/ 5 w 20000"/>
                <a:gd name="T3" fmla="*/ 0 h 20000"/>
                <a:gd name="T4" fmla="*/ 4 w 20000"/>
                <a:gd name="T5" fmla="*/ 0 h 20000"/>
                <a:gd name="T6" fmla="*/ 9 w 20000"/>
                <a:gd name="T7" fmla="*/ 0 h 20000"/>
                <a:gd name="T8" fmla="*/ 8 w 20000"/>
                <a:gd name="T9" fmla="*/ 0 h 20000"/>
                <a:gd name="T10" fmla="*/ 3 w 20000"/>
                <a:gd name="T11" fmla="*/ 0 h 20000"/>
                <a:gd name="T12" fmla="*/ 2 w 20000"/>
                <a:gd name="T13" fmla="*/ 1 h 20000"/>
                <a:gd name="T14" fmla="*/ 2 w 20000"/>
                <a:gd name="T15" fmla="*/ 1 h 20000"/>
                <a:gd name="T16" fmla="*/ 2 w 20000"/>
                <a:gd name="T17" fmla="*/ 1 h 20000"/>
                <a:gd name="T18" fmla="*/ 1 w 20000"/>
                <a:gd name="T19" fmla="*/ 1 h 20000"/>
                <a:gd name="T20" fmla="*/ 1 w 20000"/>
                <a:gd name="T21" fmla="*/ 1 h 20000"/>
                <a:gd name="T22" fmla="*/ 1 w 20000"/>
                <a:gd name="T23" fmla="*/ 0 h 20000"/>
                <a:gd name="T24" fmla="*/ 1 w 20000"/>
                <a:gd name="T25" fmla="*/ 0 h 20000"/>
                <a:gd name="T26" fmla="*/ 0 w 20000"/>
                <a:gd name="T27" fmla="*/ 0 h 20000"/>
                <a:gd name="T28" fmla="*/ 0 w 20000"/>
                <a:gd name="T29" fmla="*/ 0 h 20000"/>
                <a:gd name="T30" fmla="*/ 0 w 20000"/>
                <a:gd name="T31" fmla="*/ 0 h 2000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0000"/>
                <a:gd name="T49" fmla="*/ 0 h 20000"/>
                <a:gd name="T50" fmla="*/ 20000 w 20000"/>
                <a:gd name="T51" fmla="*/ 20000 h 2000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0000" h="20000">
                  <a:moveTo>
                    <a:pt x="0" y="9862"/>
                  </a:moveTo>
                  <a:lnTo>
                    <a:pt x="10747" y="0"/>
                  </a:lnTo>
                  <a:lnTo>
                    <a:pt x="8498" y="6483"/>
                  </a:lnTo>
                  <a:lnTo>
                    <a:pt x="19982" y="6552"/>
                  </a:lnTo>
                  <a:lnTo>
                    <a:pt x="17862" y="13241"/>
                  </a:lnTo>
                  <a:lnTo>
                    <a:pt x="6120" y="13379"/>
                  </a:lnTo>
                  <a:lnTo>
                    <a:pt x="3889" y="19931"/>
                  </a:lnTo>
                  <a:lnTo>
                    <a:pt x="3429" y="18759"/>
                  </a:lnTo>
                  <a:lnTo>
                    <a:pt x="2949" y="17517"/>
                  </a:lnTo>
                  <a:lnTo>
                    <a:pt x="2452" y="16207"/>
                  </a:lnTo>
                  <a:lnTo>
                    <a:pt x="1954" y="14897"/>
                  </a:lnTo>
                  <a:lnTo>
                    <a:pt x="1456" y="13655"/>
                  </a:lnTo>
                  <a:lnTo>
                    <a:pt x="959" y="12345"/>
                  </a:lnTo>
                  <a:lnTo>
                    <a:pt x="479" y="11103"/>
                  </a:lnTo>
                  <a:lnTo>
                    <a:pt x="0" y="9862"/>
                  </a:lnTo>
                  <a:close/>
                </a:path>
              </a:pathLst>
            </a:custGeom>
            <a:solidFill>
              <a:srgbClr val="6699FF"/>
            </a:solidFill>
            <a:ln>
              <a:noFill/>
            </a:ln>
            <a:extLst>
              <a:ext uri="{91240B29-F687-4F45-9708-019B960494DF}">
                <a14:hiddenLine xmlns:a14="http://schemas.microsoft.com/office/drawing/2010/main" w="3175">
                  <a:solidFill>
                    <a:srgbClr val="000000"/>
                  </a:solidFill>
                  <a:round/>
                  <a:headEnd/>
                  <a:tailEnd/>
                </a14:hiddenLine>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11285" name="Text Box 94">
              <a:extLst>
                <a:ext uri="{FF2B5EF4-FFF2-40B4-BE49-F238E27FC236}">
                  <a16:creationId xmlns:a16="http://schemas.microsoft.com/office/drawing/2014/main" id="{88331949-81A4-4B99-A421-A847EA840511}"/>
                </a:ext>
              </a:extLst>
            </p:cNvPr>
            <p:cNvSpPr txBox="1">
              <a:spLocks noChangeArrowheads="1"/>
            </p:cNvSpPr>
            <p:nvPr/>
          </p:nvSpPr>
          <p:spPr bwMode="auto">
            <a:xfrm>
              <a:off x="3246" y="2256"/>
              <a:ext cx="247" cy="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nSpc>
                  <a:spcPct val="40000"/>
                </a:lnSpc>
              </a:pPr>
              <a:r>
                <a:rPr lang="es-ES_tradnl" altLang="en-US" sz="4000">
                  <a:solidFill>
                    <a:srgbClr val="0000FF"/>
                  </a:solidFill>
                  <a:latin typeface="MT Extra" panose="05050102010205020202" pitchFamily="18" charset="2"/>
                </a:rPr>
                <a:t>r</a:t>
              </a:r>
              <a:endParaRPr lang="es-ES_tradnl" altLang="en-US">
                <a:solidFill>
                  <a:srgbClr val="0000FF"/>
                </a:solidFill>
              </a:endParaRPr>
            </a:p>
            <a:p>
              <a:pPr>
                <a:lnSpc>
                  <a:spcPct val="80000"/>
                </a:lnSpc>
              </a:pPr>
              <a:r>
                <a:rPr lang="es-ES_tradnl" altLang="en-US">
                  <a:solidFill>
                    <a:srgbClr val="0000FF"/>
                  </a:solidFill>
                </a:rPr>
                <a:t>v</a:t>
              </a:r>
              <a:endParaRPr lang="es-ES_tradnl" altLang="en-US">
                <a:solidFill>
                  <a:srgbClr val="3366FF"/>
                </a:solidFill>
              </a:endParaRPr>
            </a:p>
          </p:txBody>
        </p:sp>
        <p:sp>
          <p:nvSpPr>
            <p:cNvPr id="11286" name="AutoShape 95">
              <a:extLst>
                <a:ext uri="{FF2B5EF4-FFF2-40B4-BE49-F238E27FC236}">
                  <a16:creationId xmlns:a16="http://schemas.microsoft.com/office/drawing/2014/main" id="{4383BD7A-178E-4417-95D0-731CDF613214}"/>
                </a:ext>
              </a:extLst>
            </p:cNvPr>
            <p:cNvSpPr>
              <a:spLocks noChangeArrowheads="1"/>
            </p:cNvSpPr>
            <p:nvPr/>
          </p:nvSpPr>
          <p:spPr bwMode="auto">
            <a:xfrm rot="-8981736">
              <a:off x="3826" y="2214"/>
              <a:ext cx="52" cy="958"/>
            </a:xfrm>
            <a:prstGeom prst="can">
              <a:avLst>
                <a:gd name="adj" fmla="val 102095"/>
              </a:avLst>
            </a:prstGeom>
            <a:solidFill>
              <a:srgbClr val="6699FF"/>
            </a:solidFill>
            <a:ln w="3175">
              <a:solidFill>
                <a:srgbClr val="000000"/>
              </a:solidFill>
              <a:round/>
              <a:headEnd/>
              <a:tailEnd/>
            </a:ln>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nodeType="afterGroup">
                            <p:stCondLst>
                              <p:cond delay="500"/>
                            </p:stCondLst>
                            <p:childTnLst>
                              <p:par>
                                <p:cTn id="9" presetID="1" presetClass="entr" presetSubtype="0" fill="hold" nodeType="afterEffect">
                                  <p:stCondLst>
                                    <p:cond delay="0"/>
                                  </p:stCondLst>
                                  <p:childTnLst>
                                    <p:set>
                                      <p:cBhvr>
                                        <p:cTn id="10" dur="1" fill="hold">
                                          <p:stCondLst>
                                            <p:cond delay="499"/>
                                          </p:stCondLst>
                                        </p:cTn>
                                        <p:tgtEl>
                                          <p:spTgt spid="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7" presetClass="entr" presetSubtype="8"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p:cTn id="15" dur="500" fill="hold"/>
                                        <p:tgtEl>
                                          <p:spTgt spid="6"/>
                                        </p:tgtEl>
                                        <p:attrNameLst>
                                          <p:attrName>ppt_x</p:attrName>
                                        </p:attrNameLst>
                                      </p:cBhvr>
                                      <p:tavLst>
                                        <p:tav tm="0">
                                          <p:val>
                                            <p:strVal val="#ppt_x-#ppt_w/2"/>
                                          </p:val>
                                        </p:tav>
                                        <p:tav tm="100000">
                                          <p:val>
                                            <p:strVal val="#ppt_x"/>
                                          </p:val>
                                        </p:tav>
                                      </p:tavLst>
                                    </p:anim>
                                    <p:anim calcmode="lin" valueType="num">
                                      <p:cBhvr>
                                        <p:cTn id="16" dur="500" fill="hold"/>
                                        <p:tgtEl>
                                          <p:spTgt spid="6"/>
                                        </p:tgtEl>
                                        <p:attrNameLst>
                                          <p:attrName>ppt_y</p:attrName>
                                        </p:attrNameLst>
                                      </p:cBhvr>
                                      <p:tavLst>
                                        <p:tav tm="0">
                                          <p:val>
                                            <p:strVal val="#ppt_y"/>
                                          </p:val>
                                        </p:tav>
                                        <p:tav tm="100000">
                                          <p:val>
                                            <p:strVal val="#ppt_y"/>
                                          </p:val>
                                        </p:tav>
                                      </p:tavLst>
                                    </p:anim>
                                    <p:anim calcmode="lin" valueType="num">
                                      <p:cBhvr>
                                        <p:cTn id="17" dur="500" fill="hold"/>
                                        <p:tgtEl>
                                          <p:spTgt spid="6"/>
                                        </p:tgtEl>
                                        <p:attrNameLst>
                                          <p:attrName>ppt_w</p:attrName>
                                        </p:attrNameLst>
                                      </p:cBhvr>
                                      <p:tavLst>
                                        <p:tav tm="0">
                                          <p:val>
                                            <p:fltVal val="0"/>
                                          </p:val>
                                        </p:tav>
                                        <p:tav tm="100000">
                                          <p:val>
                                            <p:strVal val="#ppt_w"/>
                                          </p:val>
                                        </p:tav>
                                      </p:tavLst>
                                    </p:anim>
                                    <p:anim calcmode="lin" valueType="num">
                                      <p:cBhvr>
                                        <p:cTn id="18" dur="500" fill="hold"/>
                                        <p:tgtEl>
                                          <p:spTgt spid="6"/>
                                        </p:tgtEl>
                                        <p:attrNameLst>
                                          <p:attrName>ppt_h</p:attrName>
                                        </p:attrNameLst>
                                      </p:cBhvr>
                                      <p:tavLst>
                                        <p:tav tm="0">
                                          <p:val>
                                            <p:strVal val="#ppt_h"/>
                                          </p:val>
                                        </p:tav>
                                        <p:tav tm="100000">
                                          <p:val>
                                            <p:strVal val="#ppt_h"/>
                                          </p:val>
                                        </p:tav>
                                      </p:tavLst>
                                    </p:anim>
                                  </p:childTnLst>
                                </p:cTn>
                              </p:par>
                            </p:childTnLst>
                          </p:cTn>
                        </p:par>
                        <p:par>
                          <p:cTn id="19" fill="hold" nodeType="afterGroup">
                            <p:stCondLst>
                              <p:cond delay="500"/>
                            </p:stCondLst>
                            <p:childTnLst>
                              <p:par>
                                <p:cTn id="20" presetID="1" presetClass="entr" presetSubtype="0" fill="hold" nodeType="afterEffect">
                                  <p:stCondLst>
                                    <p:cond delay="0"/>
                                  </p:stCondLst>
                                  <p:childTnLst>
                                    <p:set>
                                      <p:cBhvr>
                                        <p:cTn id="21" dur="1" fill="hold">
                                          <p:stCondLst>
                                            <p:cond delay="499"/>
                                          </p:stCondLst>
                                        </p:cTn>
                                        <p:tgtEl>
                                          <p:spTgt spid="8"/>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17" presetClass="entr" presetSubtype="2" fill="hold" nodeType="clickEffect">
                                  <p:stCondLst>
                                    <p:cond delay="0"/>
                                  </p:stCondLst>
                                  <p:childTnLst>
                                    <p:set>
                                      <p:cBhvr>
                                        <p:cTn id="25" dur="1" fill="hold">
                                          <p:stCondLst>
                                            <p:cond delay="0"/>
                                          </p:stCondLst>
                                        </p:cTn>
                                        <p:tgtEl>
                                          <p:spTgt spid="5"/>
                                        </p:tgtEl>
                                        <p:attrNameLst>
                                          <p:attrName>style.visibility</p:attrName>
                                        </p:attrNameLst>
                                      </p:cBhvr>
                                      <p:to>
                                        <p:strVal val="visible"/>
                                      </p:to>
                                    </p:set>
                                    <p:anim calcmode="lin" valueType="num">
                                      <p:cBhvr>
                                        <p:cTn id="26" dur="500" fill="hold"/>
                                        <p:tgtEl>
                                          <p:spTgt spid="5"/>
                                        </p:tgtEl>
                                        <p:attrNameLst>
                                          <p:attrName>ppt_x</p:attrName>
                                        </p:attrNameLst>
                                      </p:cBhvr>
                                      <p:tavLst>
                                        <p:tav tm="0">
                                          <p:val>
                                            <p:strVal val="#ppt_x+#ppt_w/2"/>
                                          </p:val>
                                        </p:tav>
                                        <p:tav tm="100000">
                                          <p:val>
                                            <p:strVal val="#ppt_x"/>
                                          </p:val>
                                        </p:tav>
                                      </p:tavLst>
                                    </p:anim>
                                    <p:anim calcmode="lin" valueType="num">
                                      <p:cBhvr>
                                        <p:cTn id="27" dur="500" fill="hold"/>
                                        <p:tgtEl>
                                          <p:spTgt spid="5"/>
                                        </p:tgtEl>
                                        <p:attrNameLst>
                                          <p:attrName>ppt_y</p:attrName>
                                        </p:attrNameLst>
                                      </p:cBhvr>
                                      <p:tavLst>
                                        <p:tav tm="0">
                                          <p:val>
                                            <p:strVal val="#ppt_y"/>
                                          </p:val>
                                        </p:tav>
                                        <p:tav tm="100000">
                                          <p:val>
                                            <p:strVal val="#ppt_y"/>
                                          </p:val>
                                        </p:tav>
                                      </p:tavLst>
                                    </p:anim>
                                    <p:anim calcmode="lin" valueType="num">
                                      <p:cBhvr>
                                        <p:cTn id="28" dur="500" fill="hold"/>
                                        <p:tgtEl>
                                          <p:spTgt spid="5"/>
                                        </p:tgtEl>
                                        <p:attrNameLst>
                                          <p:attrName>ppt_w</p:attrName>
                                        </p:attrNameLst>
                                      </p:cBhvr>
                                      <p:tavLst>
                                        <p:tav tm="0">
                                          <p:val>
                                            <p:fltVal val="0"/>
                                          </p:val>
                                        </p:tav>
                                        <p:tav tm="100000">
                                          <p:val>
                                            <p:strVal val="#ppt_w"/>
                                          </p:val>
                                        </p:tav>
                                      </p:tavLst>
                                    </p:anim>
                                    <p:anim calcmode="lin" valueType="num">
                                      <p:cBhvr>
                                        <p:cTn id="29" dur="500" fill="hold"/>
                                        <p:tgtEl>
                                          <p:spTgt spid="5"/>
                                        </p:tgtEl>
                                        <p:attrNameLst>
                                          <p:attrName>ppt_h</p:attrName>
                                        </p:attrNameLst>
                                      </p:cBhvr>
                                      <p:tavLst>
                                        <p:tav tm="0">
                                          <p:val>
                                            <p:strVal val="#ppt_h"/>
                                          </p:val>
                                        </p:tav>
                                        <p:tav tm="100000">
                                          <p:val>
                                            <p:strVal val="#ppt_h"/>
                                          </p:val>
                                        </p:tav>
                                      </p:tavLst>
                                    </p:anim>
                                  </p:childTnLst>
                                </p:cTn>
                              </p:par>
                            </p:childTnLst>
                          </p:cTn>
                        </p:par>
                        <p:par>
                          <p:cTn id="30" fill="hold" nodeType="afterGroup">
                            <p:stCondLst>
                              <p:cond delay="500"/>
                            </p:stCondLst>
                            <p:childTnLst>
                              <p:par>
                                <p:cTn id="31" presetID="1" presetClass="entr" presetSubtype="0" fill="hold" grpId="0" nodeType="afterEffect">
                                  <p:stCondLst>
                                    <p:cond delay="0"/>
                                  </p:stCondLst>
                                  <p:childTnLst>
                                    <p:set>
                                      <p:cBhvr>
                                        <p:cTn id="32" dur="1" fill="hold">
                                          <p:stCondLst>
                                            <p:cond delay="499"/>
                                          </p:stCondLst>
                                        </p:cTn>
                                        <p:tgtEl>
                                          <p:spTgt spid="91224"/>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nodeType="clickEffect">
                                  <p:stCondLst>
                                    <p:cond delay="0"/>
                                  </p:stCondLst>
                                  <p:childTnLst>
                                    <p:set>
                                      <p:cBhvr>
                                        <p:cTn id="36" dur="1" fill="hold">
                                          <p:stCondLst>
                                            <p:cond delay="499"/>
                                          </p:stCondLst>
                                        </p:cTn>
                                        <p:tgtEl>
                                          <p:spTgt spid="2"/>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7" presetClass="entr" presetSubtype="2" fill="hold" nodeType="clickEffect">
                                  <p:stCondLst>
                                    <p:cond delay="0"/>
                                  </p:stCondLst>
                                  <p:childTnLst>
                                    <p:set>
                                      <p:cBhvr>
                                        <p:cTn id="40" dur="1" fill="hold">
                                          <p:stCondLst>
                                            <p:cond delay="0"/>
                                          </p:stCondLst>
                                        </p:cTn>
                                        <p:tgtEl>
                                          <p:spTgt spid="9"/>
                                        </p:tgtEl>
                                        <p:attrNameLst>
                                          <p:attrName>style.visibility</p:attrName>
                                        </p:attrNameLst>
                                      </p:cBhvr>
                                      <p:to>
                                        <p:strVal val="visible"/>
                                      </p:to>
                                    </p:set>
                                    <p:anim calcmode="lin" valueType="num">
                                      <p:cBhvr additive="base">
                                        <p:cTn id="41" dur="5000" fill="hold"/>
                                        <p:tgtEl>
                                          <p:spTgt spid="9"/>
                                        </p:tgtEl>
                                        <p:attrNameLst>
                                          <p:attrName>ppt_x</p:attrName>
                                        </p:attrNameLst>
                                      </p:cBhvr>
                                      <p:tavLst>
                                        <p:tav tm="0">
                                          <p:val>
                                            <p:strVal val="1+#ppt_w/2"/>
                                          </p:val>
                                        </p:tav>
                                        <p:tav tm="100000">
                                          <p:val>
                                            <p:strVal val="#ppt_x"/>
                                          </p:val>
                                        </p:tav>
                                      </p:tavLst>
                                    </p:anim>
                                    <p:anim calcmode="lin" valueType="num">
                                      <p:cBhvr additive="base">
                                        <p:cTn id="42" dur="5000" fill="hold"/>
                                        <p:tgtEl>
                                          <p:spTgt spid="9"/>
                                        </p:tgtEl>
                                        <p:attrNameLst>
                                          <p:attrName>ppt_y</p:attrName>
                                        </p:attrNameLst>
                                      </p:cBhvr>
                                      <p:tavLst>
                                        <p:tav tm="0">
                                          <p:val>
                                            <p:strVal val="#ppt_y"/>
                                          </p:val>
                                        </p:tav>
                                        <p:tav tm="100000">
                                          <p:val>
                                            <p:strVal val="#ppt_y"/>
                                          </p:val>
                                        </p:tav>
                                      </p:tavLst>
                                    </p:anim>
                                  </p:childTnLst>
                                </p:cTn>
                              </p:par>
                            </p:childTnLst>
                          </p:cTn>
                        </p:par>
                        <p:par>
                          <p:cTn id="43" fill="hold" nodeType="afterGroup">
                            <p:stCondLst>
                              <p:cond delay="5000"/>
                            </p:stCondLst>
                            <p:childTnLst>
                              <p:par>
                                <p:cTn id="44" presetID="1" presetClass="entr" presetSubtype="0" fill="hold" nodeType="afterEffect">
                                  <p:stCondLst>
                                    <p:cond delay="0"/>
                                  </p:stCondLst>
                                  <p:childTnLst>
                                    <p:set>
                                      <p:cBhvr>
                                        <p:cTn id="45" dur="1" fill="hold">
                                          <p:stCondLst>
                                            <p:cond delay="499"/>
                                          </p:stCondLst>
                                        </p:cTn>
                                        <p:tgtEl>
                                          <p:spTgt spid="3"/>
                                        </p:tgtEl>
                                        <p:attrNameLst>
                                          <p:attrName>style.visibility</p:attrName>
                                        </p:attrNameLst>
                                      </p:cBhvr>
                                      <p:to>
                                        <p:strVal val="visible"/>
                                      </p:to>
                                    </p:set>
                                  </p:childTnLst>
                                </p:cTn>
                              </p:par>
                            </p:childTnLst>
                          </p:cTn>
                        </p:par>
                        <p:par>
                          <p:cTn id="46" fill="hold" nodeType="afterGroup">
                            <p:stCondLst>
                              <p:cond delay="5500"/>
                            </p:stCondLst>
                            <p:childTnLst>
                              <p:par>
                                <p:cTn id="47" presetID="1" presetClass="entr" presetSubtype="0" fill="hold" grpId="0" nodeType="afterEffect">
                                  <p:stCondLst>
                                    <p:cond delay="0"/>
                                  </p:stCondLst>
                                  <p:childTnLst>
                                    <p:set>
                                      <p:cBhvr>
                                        <p:cTn id="48" dur="1" fill="hold">
                                          <p:stCondLst>
                                            <p:cond delay="499"/>
                                          </p:stCondLst>
                                        </p:cTn>
                                        <p:tgtEl>
                                          <p:spTgt spid="91184">
                                            <p:txEl>
                                              <p:pRg st="0" end="0"/>
                                            </p:txEl>
                                          </p:spTgt>
                                        </p:tgtEl>
                                        <p:attrNameLst>
                                          <p:attrName>style.visibility</p:attrName>
                                        </p:attrNameLst>
                                      </p:cBhvr>
                                      <p:to>
                                        <p:strVal val="visible"/>
                                      </p:to>
                                    </p:set>
                                  </p:childTnLst>
                                </p:cTn>
                              </p:par>
                            </p:childTnLst>
                          </p:cTn>
                        </p:par>
                        <p:par>
                          <p:cTn id="49" fill="hold" nodeType="afterGroup">
                            <p:stCondLst>
                              <p:cond delay="6000"/>
                            </p:stCondLst>
                            <p:childTnLst>
                              <p:par>
                                <p:cTn id="50" presetID="19" presetClass="entr" presetSubtype="10" fill="hold" nodeType="afterEffect">
                                  <p:stCondLst>
                                    <p:cond delay="0"/>
                                  </p:stCondLst>
                                  <p:childTnLst>
                                    <p:set>
                                      <p:cBhvr>
                                        <p:cTn id="51" dur="1" fill="hold">
                                          <p:stCondLst>
                                            <p:cond delay="0"/>
                                          </p:stCondLst>
                                        </p:cTn>
                                        <p:tgtEl>
                                          <p:spTgt spid="91185"/>
                                        </p:tgtEl>
                                        <p:attrNameLst>
                                          <p:attrName>style.visibility</p:attrName>
                                        </p:attrNameLst>
                                      </p:cBhvr>
                                      <p:to>
                                        <p:strVal val="visible"/>
                                      </p:to>
                                    </p:set>
                                    <p:anim calcmode="lin" valueType="num">
                                      <p:cBhvr>
                                        <p:cTn id="52" dur="5000" fill="hold"/>
                                        <p:tgtEl>
                                          <p:spTgt spid="91185"/>
                                        </p:tgtEl>
                                        <p:attrNameLst>
                                          <p:attrName>ppt_w</p:attrName>
                                        </p:attrNameLst>
                                      </p:cBhvr>
                                      <p:tavLst>
                                        <p:tav tm="0" fmla="#ppt_w*sin(2.5*pi*$)">
                                          <p:val>
                                            <p:fltVal val="0"/>
                                          </p:val>
                                        </p:tav>
                                        <p:tav tm="100000">
                                          <p:val>
                                            <p:fltVal val="1"/>
                                          </p:val>
                                        </p:tav>
                                      </p:tavLst>
                                    </p:anim>
                                    <p:anim calcmode="lin" valueType="num">
                                      <p:cBhvr>
                                        <p:cTn id="53" dur="5000" fill="hold"/>
                                        <p:tgtEl>
                                          <p:spTgt spid="9118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84" grpId="0" build="p" autoUpdateAnimBg="0" advAuto="0"/>
      <p:bldP spid="91224"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Text Box 3">
            <a:extLst>
              <a:ext uri="{FF2B5EF4-FFF2-40B4-BE49-F238E27FC236}">
                <a16:creationId xmlns:a16="http://schemas.microsoft.com/office/drawing/2014/main" id="{635D9FF0-55DF-402C-A3F6-1BD4357E6C7A}"/>
              </a:ext>
            </a:extLst>
          </p:cNvPr>
          <p:cNvSpPr txBox="1">
            <a:spLocks noChangeArrowheads="1"/>
          </p:cNvSpPr>
          <p:nvPr/>
        </p:nvSpPr>
        <p:spPr bwMode="auto">
          <a:xfrm>
            <a:off x="2139950" y="463551"/>
            <a:ext cx="7937500" cy="146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just" eaLnBrk="1" hangingPunct="1">
              <a:spcBef>
                <a:spcPct val="50000"/>
              </a:spcBef>
            </a:pPr>
            <a:r>
              <a:rPr lang="es-ES_tradnl" altLang="en-US" sz="1800"/>
              <a:t>Un flujo variable produce una fem inducida en una espira. Como esta fem es el trabajo realizado por unidad de carga, esta fuerza por unidad de carga es el campo eléctrico inducido por el flujo variable. La integral de línea de este campo eléctrico alrededor de un circuito completo será el trabajo realizado por unidad de carga, que coincide con la fem del circuito.</a:t>
            </a:r>
            <a:endParaRPr lang="es-ES" altLang="en-US" sz="1800"/>
          </a:p>
        </p:txBody>
      </p:sp>
      <p:graphicFrame>
        <p:nvGraphicFramePr>
          <p:cNvPr id="12290" name="Object 5">
            <a:extLst>
              <a:ext uri="{FF2B5EF4-FFF2-40B4-BE49-F238E27FC236}">
                <a16:creationId xmlns:a16="http://schemas.microsoft.com/office/drawing/2014/main" id="{7B0A2275-958C-45EF-9F63-E147CDCEFCCE}"/>
              </a:ext>
            </a:extLst>
          </p:cNvPr>
          <p:cNvGraphicFramePr>
            <a:graphicFrameLocks noChangeAspect="1"/>
          </p:cNvGraphicFramePr>
          <p:nvPr/>
        </p:nvGraphicFramePr>
        <p:xfrm>
          <a:off x="2970213" y="2254251"/>
          <a:ext cx="2366962" cy="828675"/>
        </p:xfrm>
        <a:graphic>
          <a:graphicData uri="http://schemas.openxmlformats.org/presentationml/2006/ole">
            <mc:AlternateContent xmlns:mc="http://schemas.openxmlformats.org/markup-compatibility/2006">
              <mc:Choice xmlns:v="urn:schemas-microsoft-com:vml" Requires="v">
                <p:oleObj spid="_x0000_s27654" name="Equation" r:id="rId3" imgW="1269720" imgH="444240" progId="Equation.DSMT4">
                  <p:embed/>
                </p:oleObj>
              </mc:Choice>
              <mc:Fallback>
                <p:oleObj name="Equation" r:id="rId3" imgW="1269720" imgH="444240" progId="Equation.DSMT4">
                  <p:embed/>
                  <p:pic>
                    <p:nvPicPr>
                      <p:cNvPr id="12290" name="Object 5">
                        <a:extLst>
                          <a:ext uri="{FF2B5EF4-FFF2-40B4-BE49-F238E27FC236}">
                            <a16:creationId xmlns:a16="http://schemas.microsoft.com/office/drawing/2014/main" id="{7B0A2275-958C-45EF-9F63-E147CDCEFCC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70213" y="2254251"/>
                        <a:ext cx="2366962" cy="828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293" name="Rectangle 6">
            <a:extLst>
              <a:ext uri="{FF2B5EF4-FFF2-40B4-BE49-F238E27FC236}">
                <a16:creationId xmlns:a16="http://schemas.microsoft.com/office/drawing/2014/main" id="{E1FA33E3-C3F0-4E03-BB71-84C81310AD31}"/>
              </a:ext>
            </a:extLst>
          </p:cNvPr>
          <p:cNvSpPr>
            <a:spLocks noChangeArrowheads="1"/>
          </p:cNvSpPr>
          <p:nvPr/>
        </p:nvSpPr>
        <p:spPr bwMode="auto">
          <a:xfrm>
            <a:off x="2208213" y="3332163"/>
            <a:ext cx="19812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graphicFrame>
        <p:nvGraphicFramePr>
          <p:cNvPr id="12291" name="Object 8">
            <a:extLst>
              <a:ext uri="{FF2B5EF4-FFF2-40B4-BE49-F238E27FC236}">
                <a16:creationId xmlns:a16="http://schemas.microsoft.com/office/drawing/2014/main" id="{B41851F7-AC53-42FA-960D-519C348DD7D2}"/>
              </a:ext>
            </a:extLst>
          </p:cNvPr>
          <p:cNvGraphicFramePr>
            <a:graphicFrameLocks noChangeAspect="1"/>
          </p:cNvGraphicFramePr>
          <p:nvPr/>
        </p:nvGraphicFramePr>
        <p:xfrm>
          <a:off x="7470775" y="2316163"/>
          <a:ext cx="1270000" cy="646112"/>
        </p:xfrm>
        <a:graphic>
          <a:graphicData uri="http://schemas.openxmlformats.org/presentationml/2006/ole">
            <mc:AlternateContent xmlns:mc="http://schemas.openxmlformats.org/markup-compatibility/2006">
              <mc:Choice xmlns:v="urn:schemas-microsoft-com:vml" Requires="v">
                <p:oleObj spid="_x0000_s27655" name="Equation" r:id="rId5" imgW="749160" imgH="380880" progId="Equation.DSMT4">
                  <p:embed/>
                </p:oleObj>
              </mc:Choice>
              <mc:Fallback>
                <p:oleObj name="Equation" r:id="rId5" imgW="749160" imgH="380880" progId="Equation.DSMT4">
                  <p:embed/>
                  <p:pic>
                    <p:nvPicPr>
                      <p:cNvPr id="12291" name="Object 8">
                        <a:extLst>
                          <a:ext uri="{FF2B5EF4-FFF2-40B4-BE49-F238E27FC236}">
                            <a16:creationId xmlns:a16="http://schemas.microsoft.com/office/drawing/2014/main" id="{B41851F7-AC53-42FA-960D-519C348DD7D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70775" y="2316163"/>
                        <a:ext cx="1270000" cy="64611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13500000" algn="ctr" rotWithShape="0">
                                <a:schemeClr val="bg2">
                                  <a:alpha val="50000"/>
                                </a:schemeClr>
                              </a:outerShdw>
                            </a:effectLst>
                          </a14:hiddenEffects>
                        </a:ext>
                      </a:extLst>
                    </p:spPr>
                  </p:pic>
                </p:oleObj>
              </mc:Fallback>
            </mc:AlternateContent>
          </a:graphicData>
        </a:graphic>
      </p:graphicFrame>
      <p:sp>
        <p:nvSpPr>
          <p:cNvPr id="98567" name="Rectangle 263">
            <a:extLst>
              <a:ext uri="{FF2B5EF4-FFF2-40B4-BE49-F238E27FC236}">
                <a16:creationId xmlns:a16="http://schemas.microsoft.com/office/drawing/2014/main" id="{C68BDDDB-403A-48F1-AD66-B469968B8B8A}"/>
              </a:ext>
            </a:extLst>
          </p:cNvPr>
          <p:cNvSpPr>
            <a:spLocks noChangeArrowheads="1"/>
          </p:cNvSpPr>
          <p:nvPr/>
        </p:nvSpPr>
        <p:spPr bwMode="auto">
          <a:xfrm>
            <a:off x="7572375" y="4424363"/>
            <a:ext cx="2787650" cy="1465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spcBef>
                <a:spcPct val="20000"/>
              </a:spcBef>
            </a:pPr>
            <a:r>
              <a:rPr lang="es-ES_tradnl" altLang="en-US" sz="1800" i="1">
                <a:latin typeface="Bookman Old Style" panose="02050604050505020204" pitchFamily="18" charset="0"/>
              </a:rPr>
              <a:t>La corriente inducida posee un sentido tal, que tiende a oponerse a la causa que la produce.</a:t>
            </a:r>
          </a:p>
        </p:txBody>
      </p:sp>
      <p:grpSp>
        <p:nvGrpSpPr>
          <p:cNvPr id="2" name="Group 264">
            <a:extLst>
              <a:ext uri="{FF2B5EF4-FFF2-40B4-BE49-F238E27FC236}">
                <a16:creationId xmlns:a16="http://schemas.microsoft.com/office/drawing/2014/main" id="{B2DB3169-FDEF-42DD-8D3F-0072928E0234}"/>
              </a:ext>
            </a:extLst>
          </p:cNvPr>
          <p:cNvGrpSpPr>
            <a:grpSpLocks/>
          </p:cNvGrpSpPr>
          <p:nvPr/>
        </p:nvGrpSpPr>
        <p:grpSpPr bwMode="auto">
          <a:xfrm>
            <a:off x="2449513" y="4711701"/>
            <a:ext cx="3810000" cy="1343025"/>
            <a:chOff x="1488" y="2640"/>
            <a:chExt cx="2400" cy="846"/>
          </a:xfrm>
        </p:grpSpPr>
        <p:sp>
          <p:nvSpPr>
            <p:cNvPr id="12417" name="Rectangle 265">
              <a:extLst>
                <a:ext uri="{FF2B5EF4-FFF2-40B4-BE49-F238E27FC236}">
                  <a16:creationId xmlns:a16="http://schemas.microsoft.com/office/drawing/2014/main" id="{355FD591-E23D-4251-9F68-EF3D83A5A6DE}"/>
                </a:ext>
              </a:extLst>
            </p:cNvPr>
            <p:cNvSpPr>
              <a:spLocks noChangeArrowheads="1"/>
            </p:cNvSpPr>
            <p:nvPr/>
          </p:nvSpPr>
          <p:spPr bwMode="auto">
            <a:xfrm>
              <a:off x="2020" y="3124"/>
              <a:ext cx="690" cy="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12700" tIns="12700" rIns="12700" bIns="12700"/>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just"/>
              <a:r>
                <a:rPr lang="es-ES_tradnl" altLang="en-US">
                  <a:solidFill>
                    <a:srgbClr val="FF0000"/>
                  </a:solidFill>
                </a:rPr>
                <a:t>I crece</a:t>
              </a:r>
            </a:p>
          </p:txBody>
        </p:sp>
        <p:sp>
          <p:nvSpPr>
            <p:cNvPr id="12418" name="AutoShape 266">
              <a:extLst>
                <a:ext uri="{FF2B5EF4-FFF2-40B4-BE49-F238E27FC236}">
                  <a16:creationId xmlns:a16="http://schemas.microsoft.com/office/drawing/2014/main" id="{1AE1DA37-C4F7-4E05-A6C1-BBC444D2812F}"/>
                </a:ext>
              </a:extLst>
            </p:cNvPr>
            <p:cNvSpPr>
              <a:spLocks noChangeArrowheads="1"/>
            </p:cNvSpPr>
            <p:nvPr/>
          </p:nvSpPr>
          <p:spPr bwMode="auto">
            <a:xfrm flipH="1">
              <a:off x="1488" y="3216"/>
              <a:ext cx="432" cy="144"/>
            </a:xfrm>
            <a:prstGeom prst="rightArrow">
              <a:avLst>
                <a:gd name="adj1" fmla="val 50000"/>
                <a:gd name="adj2" fmla="val 75000"/>
              </a:avLst>
            </a:prstGeom>
            <a:solidFill>
              <a:srgbClr val="FF7C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12419" name="AutoShape 267">
              <a:extLst>
                <a:ext uri="{FF2B5EF4-FFF2-40B4-BE49-F238E27FC236}">
                  <a16:creationId xmlns:a16="http://schemas.microsoft.com/office/drawing/2014/main" id="{E638675E-21A6-44B9-9A4E-FCCE4F17C8E3}"/>
                </a:ext>
              </a:extLst>
            </p:cNvPr>
            <p:cNvSpPr>
              <a:spLocks noChangeAspect="1" noChangeArrowheads="1"/>
            </p:cNvSpPr>
            <p:nvPr/>
          </p:nvSpPr>
          <p:spPr bwMode="auto">
            <a:xfrm rot="-5429043" flipH="1" flipV="1">
              <a:off x="2063" y="2641"/>
              <a:ext cx="215" cy="214"/>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5898240 60000 65536"/>
                <a:gd name="T10" fmla="*/ 5898240 60000 65536"/>
                <a:gd name="T11" fmla="*/ 0 60000 65536"/>
                <a:gd name="T12" fmla="*/ 12458 w 21600"/>
                <a:gd name="T13" fmla="*/ 2927 h 21600"/>
                <a:gd name="T14" fmla="*/ 18184 w 21600"/>
                <a:gd name="T15" fmla="*/ 928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rgbClr val="FF7C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12420" name="AutoShape 268">
              <a:extLst>
                <a:ext uri="{FF2B5EF4-FFF2-40B4-BE49-F238E27FC236}">
                  <a16:creationId xmlns:a16="http://schemas.microsoft.com/office/drawing/2014/main" id="{3829F257-5FA3-49C4-A3D0-CA0EF5F39ACA}"/>
                </a:ext>
              </a:extLst>
            </p:cNvPr>
            <p:cNvSpPr>
              <a:spLocks noChangeArrowheads="1"/>
            </p:cNvSpPr>
            <p:nvPr/>
          </p:nvSpPr>
          <p:spPr bwMode="auto">
            <a:xfrm>
              <a:off x="3456" y="3216"/>
              <a:ext cx="432" cy="144"/>
            </a:xfrm>
            <a:prstGeom prst="rightArrow">
              <a:avLst>
                <a:gd name="adj1" fmla="val 50000"/>
                <a:gd name="adj2" fmla="val 75000"/>
              </a:avLst>
            </a:prstGeom>
            <a:solidFill>
              <a:srgbClr val="FF7C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grpSp>
      <p:grpSp>
        <p:nvGrpSpPr>
          <p:cNvPr id="3" name="Group 269">
            <a:extLst>
              <a:ext uri="{FF2B5EF4-FFF2-40B4-BE49-F238E27FC236}">
                <a16:creationId xmlns:a16="http://schemas.microsoft.com/office/drawing/2014/main" id="{893A44D9-1A01-4153-A9E7-B216B165C03A}"/>
              </a:ext>
            </a:extLst>
          </p:cNvPr>
          <p:cNvGrpSpPr>
            <a:grpSpLocks/>
          </p:cNvGrpSpPr>
          <p:nvPr/>
        </p:nvGrpSpPr>
        <p:grpSpPr bwMode="auto">
          <a:xfrm>
            <a:off x="2449513" y="4683125"/>
            <a:ext cx="3733800" cy="1981200"/>
            <a:chOff x="1488" y="2592"/>
            <a:chExt cx="2352" cy="1248"/>
          </a:xfrm>
        </p:grpSpPr>
        <p:sp>
          <p:nvSpPr>
            <p:cNvPr id="12413" name="Rectangle 270">
              <a:extLst>
                <a:ext uri="{FF2B5EF4-FFF2-40B4-BE49-F238E27FC236}">
                  <a16:creationId xmlns:a16="http://schemas.microsoft.com/office/drawing/2014/main" id="{0B7B37E3-0E6C-4AA0-8E17-61203086A8E3}"/>
                </a:ext>
              </a:extLst>
            </p:cNvPr>
            <p:cNvSpPr>
              <a:spLocks noChangeArrowheads="1"/>
            </p:cNvSpPr>
            <p:nvPr/>
          </p:nvSpPr>
          <p:spPr bwMode="auto">
            <a:xfrm>
              <a:off x="2020" y="3478"/>
              <a:ext cx="985" cy="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12700" tIns="12700" rIns="12700" bIns="12700"/>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just"/>
              <a:r>
                <a:rPr lang="es-ES_tradnl" altLang="en-US">
                  <a:solidFill>
                    <a:srgbClr val="339933"/>
                  </a:solidFill>
                </a:rPr>
                <a:t>I decrece</a:t>
              </a:r>
            </a:p>
          </p:txBody>
        </p:sp>
        <p:sp>
          <p:nvSpPr>
            <p:cNvPr id="12414" name="AutoShape 271">
              <a:extLst>
                <a:ext uri="{FF2B5EF4-FFF2-40B4-BE49-F238E27FC236}">
                  <a16:creationId xmlns:a16="http://schemas.microsoft.com/office/drawing/2014/main" id="{F10DB07D-50E7-4951-A9A7-AC367C20E546}"/>
                </a:ext>
              </a:extLst>
            </p:cNvPr>
            <p:cNvSpPr>
              <a:spLocks noChangeAspect="1" noChangeArrowheads="1"/>
            </p:cNvSpPr>
            <p:nvPr/>
          </p:nvSpPr>
          <p:spPr bwMode="auto">
            <a:xfrm rot="13872328" flipV="1">
              <a:off x="2304" y="2592"/>
              <a:ext cx="218" cy="217"/>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5898240 60000 65536"/>
                <a:gd name="T10" fmla="*/ 5898240 60000 65536"/>
                <a:gd name="T11" fmla="*/ 0 60000 65536"/>
                <a:gd name="T12" fmla="*/ 12385 w 21600"/>
                <a:gd name="T13" fmla="*/ 2887 h 21600"/>
                <a:gd name="T14" fmla="*/ 18231 w 21600"/>
                <a:gd name="T15" fmla="*/ 9257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rgbClr val="3399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12415" name="AutoShape 272">
              <a:extLst>
                <a:ext uri="{FF2B5EF4-FFF2-40B4-BE49-F238E27FC236}">
                  <a16:creationId xmlns:a16="http://schemas.microsoft.com/office/drawing/2014/main" id="{D549DF7F-64DF-44E8-906A-A619D8D48B00}"/>
                </a:ext>
              </a:extLst>
            </p:cNvPr>
            <p:cNvSpPr>
              <a:spLocks noChangeArrowheads="1"/>
            </p:cNvSpPr>
            <p:nvPr/>
          </p:nvSpPr>
          <p:spPr bwMode="auto">
            <a:xfrm flipH="1">
              <a:off x="1488" y="3504"/>
              <a:ext cx="432" cy="144"/>
            </a:xfrm>
            <a:prstGeom prst="rightArrow">
              <a:avLst>
                <a:gd name="adj1" fmla="val 50000"/>
                <a:gd name="adj2" fmla="val 75000"/>
              </a:avLst>
            </a:prstGeom>
            <a:solidFill>
              <a:srgbClr val="3399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12416" name="AutoShape 273">
              <a:extLst>
                <a:ext uri="{FF2B5EF4-FFF2-40B4-BE49-F238E27FC236}">
                  <a16:creationId xmlns:a16="http://schemas.microsoft.com/office/drawing/2014/main" id="{635B27B6-D383-41CB-870A-CB59AAECBADB}"/>
                </a:ext>
              </a:extLst>
            </p:cNvPr>
            <p:cNvSpPr>
              <a:spLocks noChangeArrowheads="1"/>
            </p:cNvSpPr>
            <p:nvPr/>
          </p:nvSpPr>
          <p:spPr bwMode="auto">
            <a:xfrm flipH="1">
              <a:off x="3408" y="3504"/>
              <a:ext cx="432" cy="144"/>
            </a:xfrm>
            <a:prstGeom prst="rightArrow">
              <a:avLst>
                <a:gd name="adj1" fmla="val 50000"/>
                <a:gd name="adj2" fmla="val 75000"/>
              </a:avLst>
            </a:prstGeom>
            <a:solidFill>
              <a:srgbClr val="3399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grpSp>
      <p:grpSp>
        <p:nvGrpSpPr>
          <p:cNvPr id="4" name="Group 274">
            <a:extLst>
              <a:ext uri="{FF2B5EF4-FFF2-40B4-BE49-F238E27FC236}">
                <a16:creationId xmlns:a16="http://schemas.microsoft.com/office/drawing/2014/main" id="{85594B80-E525-4FC7-ADB3-2EEB536A5C7A}"/>
              </a:ext>
            </a:extLst>
          </p:cNvPr>
          <p:cNvGrpSpPr>
            <a:grpSpLocks/>
          </p:cNvGrpSpPr>
          <p:nvPr/>
        </p:nvGrpSpPr>
        <p:grpSpPr bwMode="auto">
          <a:xfrm>
            <a:off x="2143125" y="3248026"/>
            <a:ext cx="2109788" cy="1211263"/>
            <a:chOff x="1295" y="1688"/>
            <a:chExt cx="1329" cy="763"/>
          </a:xfrm>
        </p:grpSpPr>
        <p:grpSp>
          <p:nvGrpSpPr>
            <p:cNvPr id="12389" name="Group 275">
              <a:extLst>
                <a:ext uri="{FF2B5EF4-FFF2-40B4-BE49-F238E27FC236}">
                  <a16:creationId xmlns:a16="http://schemas.microsoft.com/office/drawing/2014/main" id="{8F777700-19CC-4551-91D9-96DCA51C8D66}"/>
                </a:ext>
              </a:extLst>
            </p:cNvPr>
            <p:cNvGrpSpPr>
              <a:grpSpLocks/>
            </p:cNvGrpSpPr>
            <p:nvPr/>
          </p:nvGrpSpPr>
          <p:grpSpPr bwMode="auto">
            <a:xfrm>
              <a:off x="1295" y="1688"/>
              <a:ext cx="216" cy="763"/>
              <a:chOff x="1295" y="1688"/>
              <a:chExt cx="216" cy="763"/>
            </a:xfrm>
          </p:grpSpPr>
          <p:sp>
            <p:nvSpPr>
              <p:cNvPr id="12411" name="Arc 276">
                <a:extLst>
                  <a:ext uri="{FF2B5EF4-FFF2-40B4-BE49-F238E27FC236}">
                    <a16:creationId xmlns:a16="http://schemas.microsoft.com/office/drawing/2014/main" id="{B002F1DF-D90D-487E-87C4-ECDBDE91E9A4}"/>
                  </a:ext>
                </a:extLst>
              </p:cNvPr>
              <p:cNvSpPr>
                <a:spLocks/>
              </p:cNvSpPr>
              <p:nvPr/>
            </p:nvSpPr>
            <p:spPr bwMode="auto">
              <a:xfrm flipH="1">
                <a:off x="1295" y="1688"/>
                <a:ext cx="126" cy="385"/>
              </a:xfrm>
              <a:custGeom>
                <a:avLst/>
                <a:gdLst>
                  <a:gd name="T0" fmla="*/ 0 w 21600"/>
                  <a:gd name="T1" fmla="*/ 0 h 21709"/>
                  <a:gd name="T2" fmla="*/ 0 w 21600"/>
                  <a:gd name="T3" fmla="*/ 0 h 21709"/>
                  <a:gd name="T4" fmla="*/ 0 w 21600"/>
                  <a:gd name="T5" fmla="*/ 0 h 21709"/>
                  <a:gd name="T6" fmla="*/ 0 60000 65536"/>
                  <a:gd name="T7" fmla="*/ 0 60000 65536"/>
                  <a:gd name="T8" fmla="*/ 0 60000 65536"/>
                  <a:gd name="T9" fmla="*/ 0 w 21600"/>
                  <a:gd name="T10" fmla="*/ 0 h 21709"/>
                  <a:gd name="T11" fmla="*/ 21600 w 21600"/>
                  <a:gd name="T12" fmla="*/ 21709 h 21709"/>
                </a:gdLst>
                <a:ahLst/>
                <a:cxnLst>
                  <a:cxn ang="T6">
                    <a:pos x="T0" y="T1"/>
                  </a:cxn>
                  <a:cxn ang="T7">
                    <a:pos x="T2" y="T3"/>
                  </a:cxn>
                  <a:cxn ang="T8">
                    <a:pos x="T4" y="T5"/>
                  </a:cxn>
                </a:cxnLst>
                <a:rect l="T9" t="T10" r="T11" b="T12"/>
                <a:pathLst>
                  <a:path w="21600" h="21709" fill="none" extrusionOk="0">
                    <a:moveTo>
                      <a:pt x="-1" y="0"/>
                    </a:moveTo>
                    <a:cubicBezTo>
                      <a:pt x="11929" y="0"/>
                      <a:pt x="21600" y="9670"/>
                      <a:pt x="21600" y="21600"/>
                    </a:cubicBezTo>
                    <a:cubicBezTo>
                      <a:pt x="21600" y="21636"/>
                      <a:pt x="21599" y="21672"/>
                      <a:pt x="21599" y="21708"/>
                    </a:cubicBezTo>
                  </a:path>
                  <a:path w="21600" h="21709" stroke="0" extrusionOk="0">
                    <a:moveTo>
                      <a:pt x="-1" y="0"/>
                    </a:moveTo>
                    <a:cubicBezTo>
                      <a:pt x="11929" y="0"/>
                      <a:pt x="21600" y="9670"/>
                      <a:pt x="21600" y="21600"/>
                    </a:cubicBezTo>
                    <a:cubicBezTo>
                      <a:pt x="21600" y="21636"/>
                      <a:pt x="21599" y="21672"/>
                      <a:pt x="21599" y="21708"/>
                    </a:cubicBezTo>
                    <a:lnTo>
                      <a:pt x="0" y="21600"/>
                    </a:lnTo>
                    <a:close/>
                  </a:path>
                </a:pathLst>
              </a:cu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12412" name="Arc 277">
                <a:extLst>
                  <a:ext uri="{FF2B5EF4-FFF2-40B4-BE49-F238E27FC236}">
                    <a16:creationId xmlns:a16="http://schemas.microsoft.com/office/drawing/2014/main" id="{DB4D2057-1AA1-4C75-9856-03A1E58E5AD0}"/>
                  </a:ext>
                </a:extLst>
              </p:cNvPr>
              <p:cNvSpPr>
                <a:spLocks/>
              </p:cNvSpPr>
              <p:nvPr/>
            </p:nvSpPr>
            <p:spPr bwMode="auto">
              <a:xfrm flipH="1" flipV="1">
                <a:off x="1295" y="2066"/>
                <a:ext cx="216" cy="385"/>
              </a:xfrm>
              <a:custGeom>
                <a:avLst/>
                <a:gdLst>
                  <a:gd name="T0" fmla="*/ 0 w 21600"/>
                  <a:gd name="T1" fmla="*/ 0 h 21709"/>
                  <a:gd name="T2" fmla="*/ 0 w 21600"/>
                  <a:gd name="T3" fmla="*/ 0 h 21709"/>
                  <a:gd name="T4" fmla="*/ 0 w 21600"/>
                  <a:gd name="T5" fmla="*/ 0 h 21709"/>
                  <a:gd name="T6" fmla="*/ 0 60000 65536"/>
                  <a:gd name="T7" fmla="*/ 0 60000 65536"/>
                  <a:gd name="T8" fmla="*/ 0 60000 65536"/>
                  <a:gd name="T9" fmla="*/ 0 w 21600"/>
                  <a:gd name="T10" fmla="*/ 0 h 21709"/>
                  <a:gd name="T11" fmla="*/ 21600 w 21600"/>
                  <a:gd name="T12" fmla="*/ 21709 h 21709"/>
                </a:gdLst>
                <a:ahLst/>
                <a:cxnLst>
                  <a:cxn ang="T6">
                    <a:pos x="T0" y="T1"/>
                  </a:cxn>
                  <a:cxn ang="T7">
                    <a:pos x="T2" y="T3"/>
                  </a:cxn>
                  <a:cxn ang="T8">
                    <a:pos x="T4" y="T5"/>
                  </a:cxn>
                </a:cxnLst>
                <a:rect l="T9" t="T10" r="T11" b="T12"/>
                <a:pathLst>
                  <a:path w="21600" h="21709" fill="none" extrusionOk="0">
                    <a:moveTo>
                      <a:pt x="-1" y="0"/>
                    </a:moveTo>
                    <a:cubicBezTo>
                      <a:pt x="11929" y="0"/>
                      <a:pt x="21600" y="9670"/>
                      <a:pt x="21600" y="21600"/>
                    </a:cubicBezTo>
                    <a:cubicBezTo>
                      <a:pt x="21600" y="21636"/>
                      <a:pt x="21599" y="21672"/>
                      <a:pt x="21599" y="21708"/>
                    </a:cubicBezTo>
                  </a:path>
                  <a:path w="21600" h="21709" stroke="0" extrusionOk="0">
                    <a:moveTo>
                      <a:pt x="-1" y="0"/>
                    </a:moveTo>
                    <a:cubicBezTo>
                      <a:pt x="11929" y="0"/>
                      <a:pt x="21600" y="9670"/>
                      <a:pt x="21600" y="21600"/>
                    </a:cubicBezTo>
                    <a:cubicBezTo>
                      <a:pt x="21600" y="21636"/>
                      <a:pt x="21599" y="21672"/>
                      <a:pt x="21599" y="21708"/>
                    </a:cubicBezTo>
                    <a:lnTo>
                      <a:pt x="0" y="21600"/>
                    </a:lnTo>
                    <a:close/>
                  </a:path>
                </a:pathLst>
              </a:cu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grpSp>
        <p:grpSp>
          <p:nvGrpSpPr>
            <p:cNvPr id="12390" name="Group 278">
              <a:extLst>
                <a:ext uri="{FF2B5EF4-FFF2-40B4-BE49-F238E27FC236}">
                  <a16:creationId xmlns:a16="http://schemas.microsoft.com/office/drawing/2014/main" id="{DA8069F5-B679-4348-B3FA-DA1F95C32C11}"/>
                </a:ext>
              </a:extLst>
            </p:cNvPr>
            <p:cNvGrpSpPr>
              <a:grpSpLocks/>
            </p:cNvGrpSpPr>
            <p:nvPr/>
          </p:nvGrpSpPr>
          <p:grpSpPr bwMode="auto">
            <a:xfrm>
              <a:off x="1452" y="1688"/>
              <a:ext cx="216" cy="763"/>
              <a:chOff x="1452" y="1688"/>
              <a:chExt cx="216" cy="763"/>
            </a:xfrm>
          </p:grpSpPr>
          <p:sp>
            <p:nvSpPr>
              <p:cNvPr id="12409" name="Arc 279">
                <a:extLst>
                  <a:ext uri="{FF2B5EF4-FFF2-40B4-BE49-F238E27FC236}">
                    <a16:creationId xmlns:a16="http://schemas.microsoft.com/office/drawing/2014/main" id="{1F0CCAFA-A5EA-41B3-825E-D3C92143F6A0}"/>
                  </a:ext>
                </a:extLst>
              </p:cNvPr>
              <p:cNvSpPr>
                <a:spLocks/>
              </p:cNvSpPr>
              <p:nvPr/>
            </p:nvSpPr>
            <p:spPr bwMode="auto">
              <a:xfrm flipH="1">
                <a:off x="1452" y="1688"/>
                <a:ext cx="126" cy="385"/>
              </a:xfrm>
              <a:custGeom>
                <a:avLst/>
                <a:gdLst>
                  <a:gd name="T0" fmla="*/ 0 w 21600"/>
                  <a:gd name="T1" fmla="*/ 0 h 21709"/>
                  <a:gd name="T2" fmla="*/ 0 w 21600"/>
                  <a:gd name="T3" fmla="*/ 0 h 21709"/>
                  <a:gd name="T4" fmla="*/ 0 w 21600"/>
                  <a:gd name="T5" fmla="*/ 0 h 21709"/>
                  <a:gd name="T6" fmla="*/ 0 60000 65536"/>
                  <a:gd name="T7" fmla="*/ 0 60000 65536"/>
                  <a:gd name="T8" fmla="*/ 0 60000 65536"/>
                  <a:gd name="T9" fmla="*/ 0 w 21600"/>
                  <a:gd name="T10" fmla="*/ 0 h 21709"/>
                  <a:gd name="T11" fmla="*/ 21600 w 21600"/>
                  <a:gd name="T12" fmla="*/ 21709 h 21709"/>
                </a:gdLst>
                <a:ahLst/>
                <a:cxnLst>
                  <a:cxn ang="T6">
                    <a:pos x="T0" y="T1"/>
                  </a:cxn>
                  <a:cxn ang="T7">
                    <a:pos x="T2" y="T3"/>
                  </a:cxn>
                  <a:cxn ang="T8">
                    <a:pos x="T4" y="T5"/>
                  </a:cxn>
                </a:cxnLst>
                <a:rect l="T9" t="T10" r="T11" b="T12"/>
                <a:pathLst>
                  <a:path w="21600" h="21709" fill="none" extrusionOk="0">
                    <a:moveTo>
                      <a:pt x="-1" y="0"/>
                    </a:moveTo>
                    <a:cubicBezTo>
                      <a:pt x="11929" y="0"/>
                      <a:pt x="21600" y="9670"/>
                      <a:pt x="21600" y="21600"/>
                    </a:cubicBezTo>
                    <a:cubicBezTo>
                      <a:pt x="21600" y="21636"/>
                      <a:pt x="21599" y="21672"/>
                      <a:pt x="21599" y="21708"/>
                    </a:cubicBezTo>
                  </a:path>
                  <a:path w="21600" h="21709" stroke="0" extrusionOk="0">
                    <a:moveTo>
                      <a:pt x="-1" y="0"/>
                    </a:moveTo>
                    <a:cubicBezTo>
                      <a:pt x="11929" y="0"/>
                      <a:pt x="21600" y="9670"/>
                      <a:pt x="21600" y="21600"/>
                    </a:cubicBezTo>
                    <a:cubicBezTo>
                      <a:pt x="21600" y="21636"/>
                      <a:pt x="21599" y="21672"/>
                      <a:pt x="21599" y="21708"/>
                    </a:cubicBezTo>
                    <a:lnTo>
                      <a:pt x="0" y="21600"/>
                    </a:lnTo>
                    <a:close/>
                  </a:path>
                </a:pathLst>
              </a:cu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12410" name="Arc 280">
                <a:extLst>
                  <a:ext uri="{FF2B5EF4-FFF2-40B4-BE49-F238E27FC236}">
                    <a16:creationId xmlns:a16="http://schemas.microsoft.com/office/drawing/2014/main" id="{FF7668FB-2182-40FA-8D4D-D1ACCE8199D7}"/>
                  </a:ext>
                </a:extLst>
              </p:cNvPr>
              <p:cNvSpPr>
                <a:spLocks/>
              </p:cNvSpPr>
              <p:nvPr/>
            </p:nvSpPr>
            <p:spPr bwMode="auto">
              <a:xfrm flipH="1" flipV="1">
                <a:off x="1452" y="2066"/>
                <a:ext cx="216" cy="385"/>
              </a:xfrm>
              <a:custGeom>
                <a:avLst/>
                <a:gdLst>
                  <a:gd name="T0" fmla="*/ 0 w 21600"/>
                  <a:gd name="T1" fmla="*/ 0 h 21709"/>
                  <a:gd name="T2" fmla="*/ 0 w 21600"/>
                  <a:gd name="T3" fmla="*/ 0 h 21709"/>
                  <a:gd name="T4" fmla="*/ 0 w 21600"/>
                  <a:gd name="T5" fmla="*/ 0 h 21709"/>
                  <a:gd name="T6" fmla="*/ 0 60000 65536"/>
                  <a:gd name="T7" fmla="*/ 0 60000 65536"/>
                  <a:gd name="T8" fmla="*/ 0 60000 65536"/>
                  <a:gd name="T9" fmla="*/ 0 w 21600"/>
                  <a:gd name="T10" fmla="*/ 0 h 21709"/>
                  <a:gd name="T11" fmla="*/ 21600 w 21600"/>
                  <a:gd name="T12" fmla="*/ 21709 h 21709"/>
                </a:gdLst>
                <a:ahLst/>
                <a:cxnLst>
                  <a:cxn ang="T6">
                    <a:pos x="T0" y="T1"/>
                  </a:cxn>
                  <a:cxn ang="T7">
                    <a:pos x="T2" y="T3"/>
                  </a:cxn>
                  <a:cxn ang="T8">
                    <a:pos x="T4" y="T5"/>
                  </a:cxn>
                </a:cxnLst>
                <a:rect l="T9" t="T10" r="T11" b="T12"/>
                <a:pathLst>
                  <a:path w="21600" h="21709" fill="none" extrusionOk="0">
                    <a:moveTo>
                      <a:pt x="-1" y="0"/>
                    </a:moveTo>
                    <a:cubicBezTo>
                      <a:pt x="11929" y="0"/>
                      <a:pt x="21600" y="9670"/>
                      <a:pt x="21600" y="21600"/>
                    </a:cubicBezTo>
                    <a:cubicBezTo>
                      <a:pt x="21600" y="21636"/>
                      <a:pt x="21599" y="21672"/>
                      <a:pt x="21599" y="21708"/>
                    </a:cubicBezTo>
                  </a:path>
                  <a:path w="21600" h="21709" stroke="0" extrusionOk="0">
                    <a:moveTo>
                      <a:pt x="-1" y="0"/>
                    </a:moveTo>
                    <a:cubicBezTo>
                      <a:pt x="11929" y="0"/>
                      <a:pt x="21600" y="9670"/>
                      <a:pt x="21600" y="21600"/>
                    </a:cubicBezTo>
                    <a:cubicBezTo>
                      <a:pt x="21600" y="21636"/>
                      <a:pt x="21599" y="21672"/>
                      <a:pt x="21599" y="21708"/>
                    </a:cubicBezTo>
                    <a:lnTo>
                      <a:pt x="0" y="21600"/>
                    </a:lnTo>
                    <a:close/>
                  </a:path>
                </a:pathLst>
              </a:cu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grpSp>
        <p:grpSp>
          <p:nvGrpSpPr>
            <p:cNvPr id="12391" name="Group 281">
              <a:extLst>
                <a:ext uri="{FF2B5EF4-FFF2-40B4-BE49-F238E27FC236}">
                  <a16:creationId xmlns:a16="http://schemas.microsoft.com/office/drawing/2014/main" id="{C4A1506D-8989-4B95-AC8E-DFA55D41CC74}"/>
                </a:ext>
              </a:extLst>
            </p:cNvPr>
            <p:cNvGrpSpPr>
              <a:grpSpLocks/>
            </p:cNvGrpSpPr>
            <p:nvPr/>
          </p:nvGrpSpPr>
          <p:grpSpPr bwMode="auto">
            <a:xfrm>
              <a:off x="1612" y="1688"/>
              <a:ext cx="216" cy="763"/>
              <a:chOff x="1612" y="1688"/>
              <a:chExt cx="216" cy="763"/>
            </a:xfrm>
          </p:grpSpPr>
          <p:sp>
            <p:nvSpPr>
              <p:cNvPr id="12407" name="Arc 282">
                <a:extLst>
                  <a:ext uri="{FF2B5EF4-FFF2-40B4-BE49-F238E27FC236}">
                    <a16:creationId xmlns:a16="http://schemas.microsoft.com/office/drawing/2014/main" id="{99E726C9-A343-42D3-868E-3E42F36FA5DE}"/>
                  </a:ext>
                </a:extLst>
              </p:cNvPr>
              <p:cNvSpPr>
                <a:spLocks/>
              </p:cNvSpPr>
              <p:nvPr/>
            </p:nvSpPr>
            <p:spPr bwMode="auto">
              <a:xfrm flipH="1">
                <a:off x="1612" y="1688"/>
                <a:ext cx="126" cy="385"/>
              </a:xfrm>
              <a:custGeom>
                <a:avLst/>
                <a:gdLst>
                  <a:gd name="T0" fmla="*/ 0 w 21600"/>
                  <a:gd name="T1" fmla="*/ 0 h 21709"/>
                  <a:gd name="T2" fmla="*/ 0 w 21600"/>
                  <a:gd name="T3" fmla="*/ 0 h 21709"/>
                  <a:gd name="T4" fmla="*/ 0 w 21600"/>
                  <a:gd name="T5" fmla="*/ 0 h 21709"/>
                  <a:gd name="T6" fmla="*/ 0 60000 65536"/>
                  <a:gd name="T7" fmla="*/ 0 60000 65536"/>
                  <a:gd name="T8" fmla="*/ 0 60000 65536"/>
                  <a:gd name="T9" fmla="*/ 0 w 21600"/>
                  <a:gd name="T10" fmla="*/ 0 h 21709"/>
                  <a:gd name="T11" fmla="*/ 21600 w 21600"/>
                  <a:gd name="T12" fmla="*/ 21709 h 21709"/>
                </a:gdLst>
                <a:ahLst/>
                <a:cxnLst>
                  <a:cxn ang="T6">
                    <a:pos x="T0" y="T1"/>
                  </a:cxn>
                  <a:cxn ang="T7">
                    <a:pos x="T2" y="T3"/>
                  </a:cxn>
                  <a:cxn ang="T8">
                    <a:pos x="T4" y="T5"/>
                  </a:cxn>
                </a:cxnLst>
                <a:rect l="T9" t="T10" r="T11" b="T12"/>
                <a:pathLst>
                  <a:path w="21600" h="21709" fill="none" extrusionOk="0">
                    <a:moveTo>
                      <a:pt x="-1" y="0"/>
                    </a:moveTo>
                    <a:cubicBezTo>
                      <a:pt x="11929" y="0"/>
                      <a:pt x="21600" y="9670"/>
                      <a:pt x="21600" y="21600"/>
                    </a:cubicBezTo>
                    <a:cubicBezTo>
                      <a:pt x="21600" y="21636"/>
                      <a:pt x="21599" y="21672"/>
                      <a:pt x="21599" y="21708"/>
                    </a:cubicBezTo>
                  </a:path>
                  <a:path w="21600" h="21709" stroke="0" extrusionOk="0">
                    <a:moveTo>
                      <a:pt x="-1" y="0"/>
                    </a:moveTo>
                    <a:cubicBezTo>
                      <a:pt x="11929" y="0"/>
                      <a:pt x="21600" y="9670"/>
                      <a:pt x="21600" y="21600"/>
                    </a:cubicBezTo>
                    <a:cubicBezTo>
                      <a:pt x="21600" y="21636"/>
                      <a:pt x="21599" y="21672"/>
                      <a:pt x="21599" y="21708"/>
                    </a:cubicBezTo>
                    <a:lnTo>
                      <a:pt x="0" y="21600"/>
                    </a:lnTo>
                    <a:close/>
                  </a:path>
                </a:pathLst>
              </a:cu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12408" name="Arc 283">
                <a:extLst>
                  <a:ext uri="{FF2B5EF4-FFF2-40B4-BE49-F238E27FC236}">
                    <a16:creationId xmlns:a16="http://schemas.microsoft.com/office/drawing/2014/main" id="{FD70C688-54E8-4A64-8DA1-9739411BB3AE}"/>
                  </a:ext>
                </a:extLst>
              </p:cNvPr>
              <p:cNvSpPr>
                <a:spLocks/>
              </p:cNvSpPr>
              <p:nvPr/>
            </p:nvSpPr>
            <p:spPr bwMode="auto">
              <a:xfrm flipH="1" flipV="1">
                <a:off x="1612" y="2066"/>
                <a:ext cx="216" cy="385"/>
              </a:xfrm>
              <a:custGeom>
                <a:avLst/>
                <a:gdLst>
                  <a:gd name="T0" fmla="*/ 0 w 21600"/>
                  <a:gd name="T1" fmla="*/ 0 h 21709"/>
                  <a:gd name="T2" fmla="*/ 0 w 21600"/>
                  <a:gd name="T3" fmla="*/ 0 h 21709"/>
                  <a:gd name="T4" fmla="*/ 0 w 21600"/>
                  <a:gd name="T5" fmla="*/ 0 h 21709"/>
                  <a:gd name="T6" fmla="*/ 0 60000 65536"/>
                  <a:gd name="T7" fmla="*/ 0 60000 65536"/>
                  <a:gd name="T8" fmla="*/ 0 60000 65536"/>
                  <a:gd name="T9" fmla="*/ 0 w 21600"/>
                  <a:gd name="T10" fmla="*/ 0 h 21709"/>
                  <a:gd name="T11" fmla="*/ 21600 w 21600"/>
                  <a:gd name="T12" fmla="*/ 21709 h 21709"/>
                </a:gdLst>
                <a:ahLst/>
                <a:cxnLst>
                  <a:cxn ang="T6">
                    <a:pos x="T0" y="T1"/>
                  </a:cxn>
                  <a:cxn ang="T7">
                    <a:pos x="T2" y="T3"/>
                  </a:cxn>
                  <a:cxn ang="T8">
                    <a:pos x="T4" y="T5"/>
                  </a:cxn>
                </a:cxnLst>
                <a:rect l="T9" t="T10" r="T11" b="T12"/>
                <a:pathLst>
                  <a:path w="21600" h="21709" fill="none" extrusionOk="0">
                    <a:moveTo>
                      <a:pt x="-1" y="0"/>
                    </a:moveTo>
                    <a:cubicBezTo>
                      <a:pt x="11929" y="0"/>
                      <a:pt x="21600" y="9670"/>
                      <a:pt x="21600" y="21600"/>
                    </a:cubicBezTo>
                    <a:cubicBezTo>
                      <a:pt x="21600" y="21636"/>
                      <a:pt x="21599" y="21672"/>
                      <a:pt x="21599" y="21708"/>
                    </a:cubicBezTo>
                  </a:path>
                  <a:path w="21600" h="21709" stroke="0" extrusionOk="0">
                    <a:moveTo>
                      <a:pt x="-1" y="0"/>
                    </a:moveTo>
                    <a:cubicBezTo>
                      <a:pt x="11929" y="0"/>
                      <a:pt x="21600" y="9670"/>
                      <a:pt x="21600" y="21600"/>
                    </a:cubicBezTo>
                    <a:cubicBezTo>
                      <a:pt x="21600" y="21636"/>
                      <a:pt x="21599" y="21672"/>
                      <a:pt x="21599" y="21708"/>
                    </a:cubicBezTo>
                    <a:lnTo>
                      <a:pt x="0" y="21600"/>
                    </a:lnTo>
                    <a:close/>
                  </a:path>
                </a:pathLst>
              </a:cu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grpSp>
        <p:grpSp>
          <p:nvGrpSpPr>
            <p:cNvPr id="12392" name="Group 284">
              <a:extLst>
                <a:ext uri="{FF2B5EF4-FFF2-40B4-BE49-F238E27FC236}">
                  <a16:creationId xmlns:a16="http://schemas.microsoft.com/office/drawing/2014/main" id="{14156E87-86B5-4A31-A7EA-3C3F7327479D}"/>
                </a:ext>
              </a:extLst>
            </p:cNvPr>
            <p:cNvGrpSpPr>
              <a:grpSpLocks/>
            </p:cNvGrpSpPr>
            <p:nvPr/>
          </p:nvGrpSpPr>
          <p:grpSpPr bwMode="auto">
            <a:xfrm>
              <a:off x="1773" y="1688"/>
              <a:ext cx="216" cy="763"/>
              <a:chOff x="1773" y="1688"/>
              <a:chExt cx="216" cy="763"/>
            </a:xfrm>
          </p:grpSpPr>
          <p:sp>
            <p:nvSpPr>
              <p:cNvPr id="12405" name="Arc 285">
                <a:extLst>
                  <a:ext uri="{FF2B5EF4-FFF2-40B4-BE49-F238E27FC236}">
                    <a16:creationId xmlns:a16="http://schemas.microsoft.com/office/drawing/2014/main" id="{81663134-B581-4676-B8EB-C2EC792F47FA}"/>
                  </a:ext>
                </a:extLst>
              </p:cNvPr>
              <p:cNvSpPr>
                <a:spLocks/>
              </p:cNvSpPr>
              <p:nvPr/>
            </p:nvSpPr>
            <p:spPr bwMode="auto">
              <a:xfrm flipH="1">
                <a:off x="1773" y="1688"/>
                <a:ext cx="126" cy="385"/>
              </a:xfrm>
              <a:custGeom>
                <a:avLst/>
                <a:gdLst>
                  <a:gd name="T0" fmla="*/ 0 w 21600"/>
                  <a:gd name="T1" fmla="*/ 0 h 21709"/>
                  <a:gd name="T2" fmla="*/ 0 w 21600"/>
                  <a:gd name="T3" fmla="*/ 0 h 21709"/>
                  <a:gd name="T4" fmla="*/ 0 w 21600"/>
                  <a:gd name="T5" fmla="*/ 0 h 21709"/>
                  <a:gd name="T6" fmla="*/ 0 60000 65536"/>
                  <a:gd name="T7" fmla="*/ 0 60000 65536"/>
                  <a:gd name="T8" fmla="*/ 0 60000 65536"/>
                  <a:gd name="T9" fmla="*/ 0 w 21600"/>
                  <a:gd name="T10" fmla="*/ 0 h 21709"/>
                  <a:gd name="T11" fmla="*/ 21600 w 21600"/>
                  <a:gd name="T12" fmla="*/ 21709 h 21709"/>
                </a:gdLst>
                <a:ahLst/>
                <a:cxnLst>
                  <a:cxn ang="T6">
                    <a:pos x="T0" y="T1"/>
                  </a:cxn>
                  <a:cxn ang="T7">
                    <a:pos x="T2" y="T3"/>
                  </a:cxn>
                  <a:cxn ang="T8">
                    <a:pos x="T4" y="T5"/>
                  </a:cxn>
                </a:cxnLst>
                <a:rect l="T9" t="T10" r="T11" b="T12"/>
                <a:pathLst>
                  <a:path w="21600" h="21709" fill="none" extrusionOk="0">
                    <a:moveTo>
                      <a:pt x="-1" y="0"/>
                    </a:moveTo>
                    <a:cubicBezTo>
                      <a:pt x="11929" y="0"/>
                      <a:pt x="21600" y="9670"/>
                      <a:pt x="21600" y="21600"/>
                    </a:cubicBezTo>
                    <a:cubicBezTo>
                      <a:pt x="21600" y="21636"/>
                      <a:pt x="21599" y="21672"/>
                      <a:pt x="21599" y="21708"/>
                    </a:cubicBezTo>
                  </a:path>
                  <a:path w="21600" h="21709" stroke="0" extrusionOk="0">
                    <a:moveTo>
                      <a:pt x="-1" y="0"/>
                    </a:moveTo>
                    <a:cubicBezTo>
                      <a:pt x="11929" y="0"/>
                      <a:pt x="21600" y="9670"/>
                      <a:pt x="21600" y="21600"/>
                    </a:cubicBezTo>
                    <a:cubicBezTo>
                      <a:pt x="21600" y="21636"/>
                      <a:pt x="21599" y="21672"/>
                      <a:pt x="21599" y="21708"/>
                    </a:cubicBezTo>
                    <a:lnTo>
                      <a:pt x="0" y="21600"/>
                    </a:lnTo>
                    <a:close/>
                  </a:path>
                </a:pathLst>
              </a:cu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12406" name="Arc 286">
                <a:extLst>
                  <a:ext uri="{FF2B5EF4-FFF2-40B4-BE49-F238E27FC236}">
                    <a16:creationId xmlns:a16="http://schemas.microsoft.com/office/drawing/2014/main" id="{38622868-BDB3-4E54-89A0-4AA54C685A32}"/>
                  </a:ext>
                </a:extLst>
              </p:cNvPr>
              <p:cNvSpPr>
                <a:spLocks/>
              </p:cNvSpPr>
              <p:nvPr/>
            </p:nvSpPr>
            <p:spPr bwMode="auto">
              <a:xfrm flipH="1" flipV="1">
                <a:off x="1773" y="2066"/>
                <a:ext cx="216" cy="385"/>
              </a:xfrm>
              <a:custGeom>
                <a:avLst/>
                <a:gdLst>
                  <a:gd name="T0" fmla="*/ 0 w 21600"/>
                  <a:gd name="T1" fmla="*/ 0 h 21709"/>
                  <a:gd name="T2" fmla="*/ 0 w 21600"/>
                  <a:gd name="T3" fmla="*/ 0 h 21709"/>
                  <a:gd name="T4" fmla="*/ 0 w 21600"/>
                  <a:gd name="T5" fmla="*/ 0 h 21709"/>
                  <a:gd name="T6" fmla="*/ 0 60000 65536"/>
                  <a:gd name="T7" fmla="*/ 0 60000 65536"/>
                  <a:gd name="T8" fmla="*/ 0 60000 65536"/>
                  <a:gd name="T9" fmla="*/ 0 w 21600"/>
                  <a:gd name="T10" fmla="*/ 0 h 21709"/>
                  <a:gd name="T11" fmla="*/ 21600 w 21600"/>
                  <a:gd name="T12" fmla="*/ 21709 h 21709"/>
                </a:gdLst>
                <a:ahLst/>
                <a:cxnLst>
                  <a:cxn ang="T6">
                    <a:pos x="T0" y="T1"/>
                  </a:cxn>
                  <a:cxn ang="T7">
                    <a:pos x="T2" y="T3"/>
                  </a:cxn>
                  <a:cxn ang="T8">
                    <a:pos x="T4" y="T5"/>
                  </a:cxn>
                </a:cxnLst>
                <a:rect l="T9" t="T10" r="T11" b="T12"/>
                <a:pathLst>
                  <a:path w="21600" h="21709" fill="none" extrusionOk="0">
                    <a:moveTo>
                      <a:pt x="-1" y="0"/>
                    </a:moveTo>
                    <a:cubicBezTo>
                      <a:pt x="11929" y="0"/>
                      <a:pt x="21600" y="9670"/>
                      <a:pt x="21600" y="21600"/>
                    </a:cubicBezTo>
                    <a:cubicBezTo>
                      <a:pt x="21600" y="21636"/>
                      <a:pt x="21599" y="21672"/>
                      <a:pt x="21599" y="21708"/>
                    </a:cubicBezTo>
                  </a:path>
                  <a:path w="21600" h="21709" stroke="0" extrusionOk="0">
                    <a:moveTo>
                      <a:pt x="-1" y="0"/>
                    </a:moveTo>
                    <a:cubicBezTo>
                      <a:pt x="11929" y="0"/>
                      <a:pt x="21600" y="9670"/>
                      <a:pt x="21600" y="21600"/>
                    </a:cubicBezTo>
                    <a:cubicBezTo>
                      <a:pt x="21600" y="21636"/>
                      <a:pt x="21599" y="21672"/>
                      <a:pt x="21599" y="21708"/>
                    </a:cubicBezTo>
                    <a:lnTo>
                      <a:pt x="0" y="21600"/>
                    </a:lnTo>
                    <a:close/>
                  </a:path>
                </a:pathLst>
              </a:cu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grpSp>
        <p:grpSp>
          <p:nvGrpSpPr>
            <p:cNvPr id="12393" name="Group 287">
              <a:extLst>
                <a:ext uri="{FF2B5EF4-FFF2-40B4-BE49-F238E27FC236}">
                  <a16:creationId xmlns:a16="http://schemas.microsoft.com/office/drawing/2014/main" id="{BB39279E-2BC6-4986-85A4-2A49E6066A4A}"/>
                </a:ext>
              </a:extLst>
            </p:cNvPr>
            <p:cNvGrpSpPr>
              <a:grpSpLocks/>
            </p:cNvGrpSpPr>
            <p:nvPr/>
          </p:nvGrpSpPr>
          <p:grpSpPr bwMode="auto">
            <a:xfrm>
              <a:off x="1932" y="1688"/>
              <a:ext cx="216" cy="763"/>
              <a:chOff x="1932" y="1688"/>
              <a:chExt cx="216" cy="763"/>
            </a:xfrm>
          </p:grpSpPr>
          <p:sp>
            <p:nvSpPr>
              <p:cNvPr id="12403" name="Arc 288">
                <a:extLst>
                  <a:ext uri="{FF2B5EF4-FFF2-40B4-BE49-F238E27FC236}">
                    <a16:creationId xmlns:a16="http://schemas.microsoft.com/office/drawing/2014/main" id="{468FAC12-F636-49E9-B6E3-8EA8A68C0BCF}"/>
                  </a:ext>
                </a:extLst>
              </p:cNvPr>
              <p:cNvSpPr>
                <a:spLocks/>
              </p:cNvSpPr>
              <p:nvPr/>
            </p:nvSpPr>
            <p:spPr bwMode="auto">
              <a:xfrm flipH="1">
                <a:off x="1932" y="1688"/>
                <a:ext cx="126" cy="385"/>
              </a:xfrm>
              <a:custGeom>
                <a:avLst/>
                <a:gdLst>
                  <a:gd name="T0" fmla="*/ 0 w 21600"/>
                  <a:gd name="T1" fmla="*/ 0 h 21709"/>
                  <a:gd name="T2" fmla="*/ 0 w 21600"/>
                  <a:gd name="T3" fmla="*/ 0 h 21709"/>
                  <a:gd name="T4" fmla="*/ 0 w 21600"/>
                  <a:gd name="T5" fmla="*/ 0 h 21709"/>
                  <a:gd name="T6" fmla="*/ 0 60000 65536"/>
                  <a:gd name="T7" fmla="*/ 0 60000 65536"/>
                  <a:gd name="T8" fmla="*/ 0 60000 65536"/>
                  <a:gd name="T9" fmla="*/ 0 w 21600"/>
                  <a:gd name="T10" fmla="*/ 0 h 21709"/>
                  <a:gd name="T11" fmla="*/ 21600 w 21600"/>
                  <a:gd name="T12" fmla="*/ 21709 h 21709"/>
                </a:gdLst>
                <a:ahLst/>
                <a:cxnLst>
                  <a:cxn ang="T6">
                    <a:pos x="T0" y="T1"/>
                  </a:cxn>
                  <a:cxn ang="T7">
                    <a:pos x="T2" y="T3"/>
                  </a:cxn>
                  <a:cxn ang="T8">
                    <a:pos x="T4" y="T5"/>
                  </a:cxn>
                </a:cxnLst>
                <a:rect l="T9" t="T10" r="T11" b="T12"/>
                <a:pathLst>
                  <a:path w="21600" h="21709" fill="none" extrusionOk="0">
                    <a:moveTo>
                      <a:pt x="-1" y="0"/>
                    </a:moveTo>
                    <a:cubicBezTo>
                      <a:pt x="11929" y="0"/>
                      <a:pt x="21600" y="9670"/>
                      <a:pt x="21600" y="21600"/>
                    </a:cubicBezTo>
                    <a:cubicBezTo>
                      <a:pt x="21600" y="21636"/>
                      <a:pt x="21599" y="21672"/>
                      <a:pt x="21599" y="21708"/>
                    </a:cubicBezTo>
                  </a:path>
                  <a:path w="21600" h="21709" stroke="0" extrusionOk="0">
                    <a:moveTo>
                      <a:pt x="-1" y="0"/>
                    </a:moveTo>
                    <a:cubicBezTo>
                      <a:pt x="11929" y="0"/>
                      <a:pt x="21600" y="9670"/>
                      <a:pt x="21600" y="21600"/>
                    </a:cubicBezTo>
                    <a:cubicBezTo>
                      <a:pt x="21600" y="21636"/>
                      <a:pt x="21599" y="21672"/>
                      <a:pt x="21599" y="21708"/>
                    </a:cubicBezTo>
                    <a:lnTo>
                      <a:pt x="0" y="21600"/>
                    </a:lnTo>
                    <a:close/>
                  </a:path>
                </a:pathLst>
              </a:cu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12404" name="Arc 289">
                <a:extLst>
                  <a:ext uri="{FF2B5EF4-FFF2-40B4-BE49-F238E27FC236}">
                    <a16:creationId xmlns:a16="http://schemas.microsoft.com/office/drawing/2014/main" id="{C09308B5-36D1-4ECC-8BF4-D1C48CA3DC33}"/>
                  </a:ext>
                </a:extLst>
              </p:cNvPr>
              <p:cNvSpPr>
                <a:spLocks/>
              </p:cNvSpPr>
              <p:nvPr/>
            </p:nvSpPr>
            <p:spPr bwMode="auto">
              <a:xfrm flipH="1" flipV="1">
                <a:off x="1932" y="2066"/>
                <a:ext cx="216" cy="385"/>
              </a:xfrm>
              <a:custGeom>
                <a:avLst/>
                <a:gdLst>
                  <a:gd name="T0" fmla="*/ 0 w 21600"/>
                  <a:gd name="T1" fmla="*/ 0 h 21709"/>
                  <a:gd name="T2" fmla="*/ 0 w 21600"/>
                  <a:gd name="T3" fmla="*/ 0 h 21709"/>
                  <a:gd name="T4" fmla="*/ 0 w 21600"/>
                  <a:gd name="T5" fmla="*/ 0 h 21709"/>
                  <a:gd name="T6" fmla="*/ 0 60000 65536"/>
                  <a:gd name="T7" fmla="*/ 0 60000 65536"/>
                  <a:gd name="T8" fmla="*/ 0 60000 65536"/>
                  <a:gd name="T9" fmla="*/ 0 w 21600"/>
                  <a:gd name="T10" fmla="*/ 0 h 21709"/>
                  <a:gd name="T11" fmla="*/ 21600 w 21600"/>
                  <a:gd name="T12" fmla="*/ 21709 h 21709"/>
                </a:gdLst>
                <a:ahLst/>
                <a:cxnLst>
                  <a:cxn ang="T6">
                    <a:pos x="T0" y="T1"/>
                  </a:cxn>
                  <a:cxn ang="T7">
                    <a:pos x="T2" y="T3"/>
                  </a:cxn>
                  <a:cxn ang="T8">
                    <a:pos x="T4" y="T5"/>
                  </a:cxn>
                </a:cxnLst>
                <a:rect l="T9" t="T10" r="T11" b="T12"/>
                <a:pathLst>
                  <a:path w="21600" h="21709" fill="none" extrusionOk="0">
                    <a:moveTo>
                      <a:pt x="-1" y="0"/>
                    </a:moveTo>
                    <a:cubicBezTo>
                      <a:pt x="11929" y="0"/>
                      <a:pt x="21600" y="9670"/>
                      <a:pt x="21600" y="21600"/>
                    </a:cubicBezTo>
                    <a:cubicBezTo>
                      <a:pt x="21600" y="21636"/>
                      <a:pt x="21599" y="21672"/>
                      <a:pt x="21599" y="21708"/>
                    </a:cubicBezTo>
                  </a:path>
                  <a:path w="21600" h="21709" stroke="0" extrusionOk="0">
                    <a:moveTo>
                      <a:pt x="-1" y="0"/>
                    </a:moveTo>
                    <a:cubicBezTo>
                      <a:pt x="11929" y="0"/>
                      <a:pt x="21600" y="9670"/>
                      <a:pt x="21600" y="21600"/>
                    </a:cubicBezTo>
                    <a:cubicBezTo>
                      <a:pt x="21600" y="21636"/>
                      <a:pt x="21599" y="21672"/>
                      <a:pt x="21599" y="21708"/>
                    </a:cubicBezTo>
                    <a:lnTo>
                      <a:pt x="0" y="21600"/>
                    </a:lnTo>
                    <a:close/>
                  </a:path>
                </a:pathLst>
              </a:cu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grpSp>
        <p:grpSp>
          <p:nvGrpSpPr>
            <p:cNvPr id="12394" name="Group 290">
              <a:extLst>
                <a:ext uri="{FF2B5EF4-FFF2-40B4-BE49-F238E27FC236}">
                  <a16:creationId xmlns:a16="http://schemas.microsoft.com/office/drawing/2014/main" id="{4F762449-70E6-4F64-9A86-D3101364615E}"/>
                </a:ext>
              </a:extLst>
            </p:cNvPr>
            <p:cNvGrpSpPr>
              <a:grpSpLocks/>
            </p:cNvGrpSpPr>
            <p:nvPr/>
          </p:nvGrpSpPr>
          <p:grpSpPr bwMode="auto">
            <a:xfrm>
              <a:off x="2091" y="1688"/>
              <a:ext cx="216" cy="763"/>
              <a:chOff x="2091" y="1688"/>
              <a:chExt cx="216" cy="763"/>
            </a:xfrm>
          </p:grpSpPr>
          <p:sp>
            <p:nvSpPr>
              <p:cNvPr id="12401" name="Arc 291">
                <a:extLst>
                  <a:ext uri="{FF2B5EF4-FFF2-40B4-BE49-F238E27FC236}">
                    <a16:creationId xmlns:a16="http://schemas.microsoft.com/office/drawing/2014/main" id="{2A52283F-1AC3-4F2D-AB05-F8A4DD6B77FA}"/>
                  </a:ext>
                </a:extLst>
              </p:cNvPr>
              <p:cNvSpPr>
                <a:spLocks/>
              </p:cNvSpPr>
              <p:nvPr/>
            </p:nvSpPr>
            <p:spPr bwMode="auto">
              <a:xfrm flipH="1">
                <a:off x="2091" y="1688"/>
                <a:ext cx="126" cy="385"/>
              </a:xfrm>
              <a:custGeom>
                <a:avLst/>
                <a:gdLst>
                  <a:gd name="T0" fmla="*/ 0 w 21600"/>
                  <a:gd name="T1" fmla="*/ 0 h 21709"/>
                  <a:gd name="T2" fmla="*/ 0 w 21600"/>
                  <a:gd name="T3" fmla="*/ 0 h 21709"/>
                  <a:gd name="T4" fmla="*/ 0 w 21600"/>
                  <a:gd name="T5" fmla="*/ 0 h 21709"/>
                  <a:gd name="T6" fmla="*/ 0 60000 65536"/>
                  <a:gd name="T7" fmla="*/ 0 60000 65536"/>
                  <a:gd name="T8" fmla="*/ 0 60000 65536"/>
                  <a:gd name="T9" fmla="*/ 0 w 21600"/>
                  <a:gd name="T10" fmla="*/ 0 h 21709"/>
                  <a:gd name="T11" fmla="*/ 21600 w 21600"/>
                  <a:gd name="T12" fmla="*/ 21709 h 21709"/>
                </a:gdLst>
                <a:ahLst/>
                <a:cxnLst>
                  <a:cxn ang="T6">
                    <a:pos x="T0" y="T1"/>
                  </a:cxn>
                  <a:cxn ang="T7">
                    <a:pos x="T2" y="T3"/>
                  </a:cxn>
                  <a:cxn ang="T8">
                    <a:pos x="T4" y="T5"/>
                  </a:cxn>
                </a:cxnLst>
                <a:rect l="T9" t="T10" r="T11" b="T12"/>
                <a:pathLst>
                  <a:path w="21600" h="21709" fill="none" extrusionOk="0">
                    <a:moveTo>
                      <a:pt x="-1" y="0"/>
                    </a:moveTo>
                    <a:cubicBezTo>
                      <a:pt x="11929" y="0"/>
                      <a:pt x="21600" y="9670"/>
                      <a:pt x="21600" y="21600"/>
                    </a:cubicBezTo>
                    <a:cubicBezTo>
                      <a:pt x="21600" y="21636"/>
                      <a:pt x="21599" y="21672"/>
                      <a:pt x="21599" y="21708"/>
                    </a:cubicBezTo>
                  </a:path>
                  <a:path w="21600" h="21709" stroke="0" extrusionOk="0">
                    <a:moveTo>
                      <a:pt x="-1" y="0"/>
                    </a:moveTo>
                    <a:cubicBezTo>
                      <a:pt x="11929" y="0"/>
                      <a:pt x="21600" y="9670"/>
                      <a:pt x="21600" y="21600"/>
                    </a:cubicBezTo>
                    <a:cubicBezTo>
                      <a:pt x="21600" y="21636"/>
                      <a:pt x="21599" y="21672"/>
                      <a:pt x="21599" y="21708"/>
                    </a:cubicBezTo>
                    <a:lnTo>
                      <a:pt x="0" y="21600"/>
                    </a:lnTo>
                    <a:close/>
                  </a:path>
                </a:pathLst>
              </a:cu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12402" name="Arc 292">
                <a:extLst>
                  <a:ext uri="{FF2B5EF4-FFF2-40B4-BE49-F238E27FC236}">
                    <a16:creationId xmlns:a16="http://schemas.microsoft.com/office/drawing/2014/main" id="{C848B2EC-AE84-45CF-9067-2980C3FA30DE}"/>
                  </a:ext>
                </a:extLst>
              </p:cNvPr>
              <p:cNvSpPr>
                <a:spLocks/>
              </p:cNvSpPr>
              <p:nvPr/>
            </p:nvSpPr>
            <p:spPr bwMode="auto">
              <a:xfrm flipH="1" flipV="1">
                <a:off x="2091" y="2066"/>
                <a:ext cx="216" cy="385"/>
              </a:xfrm>
              <a:custGeom>
                <a:avLst/>
                <a:gdLst>
                  <a:gd name="T0" fmla="*/ 0 w 21600"/>
                  <a:gd name="T1" fmla="*/ 0 h 21709"/>
                  <a:gd name="T2" fmla="*/ 0 w 21600"/>
                  <a:gd name="T3" fmla="*/ 0 h 21709"/>
                  <a:gd name="T4" fmla="*/ 0 w 21600"/>
                  <a:gd name="T5" fmla="*/ 0 h 21709"/>
                  <a:gd name="T6" fmla="*/ 0 60000 65536"/>
                  <a:gd name="T7" fmla="*/ 0 60000 65536"/>
                  <a:gd name="T8" fmla="*/ 0 60000 65536"/>
                  <a:gd name="T9" fmla="*/ 0 w 21600"/>
                  <a:gd name="T10" fmla="*/ 0 h 21709"/>
                  <a:gd name="T11" fmla="*/ 21600 w 21600"/>
                  <a:gd name="T12" fmla="*/ 21709 h 21709"/>
                </a:gdLst>
                <a:ahLst/>
                <a:cxnLst>
                  <a:cxn ang="T6">
                    <a:pos x="T0" y="T1"/>
                  </a:cxn>
                  <a:cxn ang="T7">
                    <a:pos x="T2" y="T3"/>
                  </a:cxn>
                  <a:cxn ang="T8">
                    <a:pos x="T4" y="T5"/>
                  </a:cxn>
                </a:cxnLst>
                <a:rect l="T9" t="T10" r="T11" b="T12"/>
                <a:pathLst>
                  <a:path w="21600" h="21709" fill="none" extrusionOk="0">
                    <a:moveTo>
                      <a:pt x="-1" y="0"/>
                    </a:moveTo>
                    <a:cubicBezTo>
                      <a:pt x="11929" y="0"/>
                      <a:pt x="21600" y="9670"/>
                      <a:pt x="21600" y="21600"/>
                    </a:cubicBezTo>
                    <a:cubicBezTo>
                      <a:pt x="21600" y="21636"/>
                      <a:pt x="21599" y="21672"/>
                      <a:pt x="21599" y="21708"/>
                    </a:cubicBezTo>
                  </a:path>
                  <a:path w="21600" h="21709" stroke="0" extrusionOk="0">
                    <a:moveTo>
                      <a:pt x="-1" y="0"/>
                    </a:moveTo>
                    <a:cubicBezTo>
                      <a:pt x="11929" y="0"/>
                      <a:pt x="21600" y="9670"/>
                      <a:pt x="21600" y="21600"/>
                    </a:cubicBezTo>
                    <a:cubicBezTo>
                      <a:pt x="21600" y="21636"/>
                      <a:pt x="21599" y="21672"/>
                      <a:pt x="21599" y="21708"/>
                    </a:cubicBezTo>
                    <a:lnTo>
                      <a:pt x="0" y="21600"/>
                    </a:lnTo>
                    <a:close/>
                  </a:path>
                </a:pathLst>
              </a:cu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grpSp>
        <p:grpSp>
          <p:nvGrpSpPr>
            <p:cNvPr id="12395" name="Group 293">
              <a:extLst>
                <a:ext uri="{FF2B5EF4-FFF2-40B4-BE49-F238E27FC236}">
                  <a16:creationId xmlns:a16="http://schemas.microsoft.com/office/drawing/2014/main" id="{1D68D48C-7C38-4811-8031-49A582BE2A69}"/>
                </a:ext>
              </a:extLst>
            </p:cNvPr>
            <p:cNvGrpSpPr>
              <a:grpSpLocks/>
            </p:cNvGrpSpPr>
            <p:nvPr/>
          </p:nvGrpSpPr>
          <p:grpSpPr bwMode="auto">
            <a:xfrm>
              <a:off x="2249" y="1688"/>
              <a:ext cx="216" cy="763"/>
              <a:chOff x="2249" y="1688"/>
              <a:chExt cx="216" cy="763"/>
            </a:xfrm>
          </p:grpSpPr>
          <p:sp>
            <p:nvSpPr>
              <p:cNvPr id="12399" name="Arc 294">
                <a:extLst>
                  <a:ext uri="{FF2B5EF4-FFF2-40B4-BE49-F238E27FC236}">
                    <a16:creationId xmlns:a16="http://schemas.microsoft.com/office/drawing/2014/main" id="{CDA7E4EF-FD17-4A0A-BA7B-20C6E0D6AD01}"/>
                  </a:ext>
                </a:extLst>
              </p:cNvPr>
              <p:cNvSpPr>
                <a:spLocks/>
              </p:cNvSpPr>
              <p:nvPr/>
            </p:nvSpPr>
            <p:spPr bwMode="auto">
              <a:xfrm flipH="1">
                <a:off x="2249" y="1688"/>
                <a:ext cx="126" cy="385"/>
              </a:xfrm>
              <a:custGeom>
                <a:avLst/>
                <a:gdLst>
                  <a:gd name="T0" fmla="*/ 0 w 21600"/>
                  <a:gd name="T1" fmla="*/ 0 h 21709"/>
                  <a:gd name="T2" fmla="*/ 0 w 21600"/>
                  <a:gd name="T3" fmla="*/ 0 h 21709"/>
                  <a:gd name="T4" fmla="*/ 0 w 21600"/>
                  <a:gd name="T5" fmla="*/ 0 h 21709"/>
                  <a:gd name="T6" fmla="*/ 0 60000 65536"/>
                  <a:gd name="T7" fmla="*/ 0 60000 65536"/>
                  <a:gd name="T8" fmla="*/ 0 60000 65536"/>
                  <a:gd name="T9" fmla="*/ 0 w 21600"/>
                  <a:gd name="T10" fmla="*/ 0 h 21709"/>
                  <a:gd name="T11" fmla="*/ 21600 w 21600"/>
                  <a:gd name="T12" fmla="*/ 21709 h 21709"/>
                </a:gdLst>
                <a:ahLst/>
                <a:cxnLst>
                  <a:cxn ang="T6">
                    <a:pos x="T0" y="T1"/>
                  </a:cxn>
                  <a:cxn ang="T7">
                    <a:pos x="T2" y="T3"/>
                  </a:cxn>
                  <a:cxn ang="T8">
                    <a:pos x="T4" y="T5"/>
                  </a:cxn>
                </a:cxnLst>
                <a:rect l="T9" t="T10" r="T11" b="T12"/>
                <a:pathLst>
                  <a:path w="21600" h="21709" fill="none" extrusionOk="0">
                    <a:moveTo>
                      <a:pt x="-1" y="0"/>
                    </a:moveTo>
                    <a:cubicBezTo>
                      <a:pt x="11929" y="0"/>
                      <a:pt x="21600" y="9670"/>
                      <a:pt x="21600" y="21600"/>
                    </a:cubicBezTo>
                    <a:cubicBezTo>
                      <a:pt x="21600" y="21636"/>
                      <a:pt x="21599" y="21672"/>
                      <a:pt x="21599" y="21708"/>
                    </a:cubicBezTo>
                  </a:path>
                  <a:path w="21600" h="21709" stroke="0" extrusionOk="0">
                    <a:moveTo>
                      <a:pt x="-1" y="0"/>
                    </a:moveTo>
                    <a:cubicBezTo>
                      <a:pt x="11929" y="0"/>
                      <a:pt x="21600" y="9670"/>
                      <a:pt x="21600" y="21600"/>
                    </a:cubicBezTo>
                    <a:cubicBezTo>
                      <a:pt x="21600" y="21636"/>
                      <a:pt x="21599" y="21672"/>
                      <a:pt x="21599" y="21708"/>
                    </a:cubicBezTo>
                    <a:lnTo>
                      <a:pt x="0" y="21600"/>
                    </a:lnTo>
                    <a:close/>
                  </a:path>
                </a:pathLst>
              </a:cu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12400" name="Arc 295">
                <a:extLst>
                  <a:ext uri="{FF2B5EF4-FFF2-40B4-BE49-F238E27FC236}">
                    <a16:creationId xmlns:a16="http://schemas.microsoft.com/office/drawing/2014/main" id="{1839316E-048E-4D74-AC1C-61CACB03851F}"/>
                  </a:ext>
                </a:extLst>
              </p:cNvPr>
              <p:cNvSpPr>
                <a:spLocks/>
              </p:cNvSpPr>
              <p:nvPr/>
            </p:nvSpPr>
            <p:spPr bwMode="auto">
              <a:xfrm flipH="1" flipV="1">
                <a:off x="2249" y="2066"/>
                <a:ext cx="216" cy="385"/>
              </a:xfrm>
              <a:custGeom>
                <a:avLst/>
                <a:gdLst>
                  <a:gd name="T0" fmla="*/ 0 w 21600"/>
                  <a:gd name="T1" fmla="*/ 0 h 21709"/>
                  <a:gd name="T2" fmla="*/ 0 w 21600"/>
                  <a:gd name="T3" fmla="*/ 0 h 21709"/>
                  <a:gd name="T4" fmla="*/ 0 w 21600"/>
                  <a:gd name="T5" fmla="*/ 0 h 21709"/>
                  <a:gd name="T6" fmla="*/ 0 60000 65536"/>
                  <a:gd name="T7" fmla="*/ 0 60000 65536"/>
                  <a:gd name="T8" fmla="*/ 0 60000 65536"/>
                  <a:gd name="T9" fmla="*/ 0 w 21600"/>
                  <a:gd name="T10" fmla="*/ 0 h 21709"/>
                  <a:gd name="T11" fmla="*/ 21600 w 21600"/>
                  <a:gd name="T12" fmla="*/ 21709 h 21709"/>
                </a:gdLst>
                <a:ahLst/>
                <a:cxnLst>
                  <a:cxn ang="T6">
                    <a:pos x="T0" y="T1"/>
                  </a:cxn>
                  <a:cxn ang="T7">
                    <a:pos x="T2" y="T3"/>
                  </a:cxn>
                  <a:cxn ang="T8">
                    <a:pos x="T4" y="T5"/>
                  </a:cxn>
                </a:cxnLst>
                <a:rect l="T9" t="T10" r="T11" b="T12"/>
                <a:pathLst>
                  <a:path w="21600" h="21709" fill="none" extrusionOk="0">
                    <a:moveTo>
                      <a:pt x="-1" y="0"/>
                    </a:moveTo>
                    <a:cubicBezTo>
                      <a:pt x="11929" y="0"/>
                      <a:pt x="21600" y="9670"/>
                      <a:pt x="21600" y="21600"/>
                    </a:cubicBezTo>
                    <a:cubicBezTo>
                      <a:pt x="21600" y="21636"/>
                      <a:pt x="21599" y="21672"/>
                      <a:pt x="21599" y="21708"/>
                    </a:cubicBezTo>
                  </a:path>
                  <a:path w="21600" h="21709" stroke="0" extrusionOk="0">
                    <a:moveTo>
                      <a:pt x="-1" y="0"/>
                    </a:moveTo>
                    <a:cubicBezTo>
                      <a:pt x="11929" y="0"/>
                      <a:pt x="21600" y="9670"/>
                      <a:pt x="21600" y="21600"/>
                    </a:cubicBezTo>
                    <a:cubicBezTo>
                      <a:pt x="21600" y="21636"/>
                      <a:pt x="21599" y="21672"/>
                      <a:pt x="21599" y="21708"/>
                    </a:cubicBezTo>
                    <a:lnTo>
                      <a:pt x="0" y="21600"/>
                    </a:lnTo>
                    <a:close/>
                  </a:path>
                </a:pathLst>
              </a:cu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grpSp>
        <p:grpSp>
          <p:nvGrpSpPr>
            <p:cNvPr id="12396" name="Group 296">
              <a:extLst>
                <a:ext uri="{FF2B5EF4-FFF2-40B4-BE49-F238E27FC236}">
                  <a16:creationId xmlns:a16="http://schemas.microsoft.com/office/drawing/2014/main" id="{5CB96504-717A-4C6C-B2A5-B7B364D091FF}"/>
                </a:ext>
              </a:extLst>
            </p:cNvPr>
            <p:cNvGrpSpPr>
              <a:grpSpLocks/>
            </p:cNvGrpSpPr>
            <p:nvPr/>
          </p:nvGrpSpPr>
          <p:grpSpPr bwMode="auto">
            <a:xfrm>
              <a:off x="2408" y="1688"/>
              <a:ext cx="216" cy="763"/>
              <a:chOff x="2408" y="1688"/>
              <a:chExt cx="216" cy="763"/>
            </a:xfrm>
          </p:grpSpPr>
          <p:sp>
            <p:nvSpPr>
              <p:cNvPr id="12397" name="Arc 297">
                <a:extLst>
                  <a:ext uri="{FF2B5EF4-FFF2-40B4-BE49-F238E27FC236}">
                    <a16:creationId xmlns:a16="http://schemas.microsoft.com/office/drawing/2014/main" id="{7AE92402-FFA7-4397-A56A-FE0462ACAE5F}"/>
                  </a:ext>
                </a:extLst>
              </p:cNvPr>
              <p:cNvSpPr>
                <a:spLocks/>
              </p:cNvSpPr>
              <p:nvPr/>
            </p:nvSpPr>
            <p:spPr bwMode="auto">
              <a:xfrm flipH="1">
                <a:off x="2408" y="1688"/>
                <a:ext cx="126" cy="385"/>
              </a:xfrm>
              <a:custGeom>
                <a:avLst/>
                <a:gdLst>
                  <a:gd name="T0" fmla="*/ 0 w 21600"/>
                  <a:gd name="T1" fmla="*/ 0 h 21709"/>
                  <a:gd name="T2" fmla="*/ 0 w 21600"/>
                  <a:gd name="T3" fmla="*/ 0 h 21709"/>
                  <a:gd name="T4" fmla="*/ 0 w 21600"/>
                  <a:gd name="T5" fmla="*/ 0 h 21709"/>
                  <a:gd name="T6" fmla="*/ 0 60000 65536"/>
                  <a:gd name="T7" fmla="*/ 0 60000 65536"/>
                  <a:gd name="T8" fmla="*/ 0 60000 65536"/>
                  <a:gd name="T9" fmla="*/ 0 w 21600"/>
                  <a:gd name="T10" fmla="*/ 0 h 21709"/>
                  <a:gd name="T11" fmla="*/ 21600 w 21600"/>
                  <a:gd name="T12" fmla="*/ 21709 h 21709"/>
                </a:gdLst>
                <a:ahLst/>
                <a:cxnLst>
                  <a:cxn ang="T6">
                    <a:pos x="T0" y="T1"/>
                  </a:cxn>
                  <a:cxn ang="T7">
                    <a:pos x="T2" y="T3"/>
                  </a:cxn>
                  <a:cxn ang="T8">
                    <a:pos x="T4" y="T5"/>
                  </a:cxn>
                </a:cxnLst>
                <a:rect l="T9" t="T10" r="T11" b="T12"/>
                <a:pathLst>
                  <a:path w="21600" h="21709" fill="none" extrusionOk="0">
                    <a:moveTo>
                      <a:pt x="-1" y="0"/>
                    </a:moveTo>
                    <a:cubicBezTo>
                      <a:pt x="11929" y="0"/>
                      <a:pt x="21600" y="9670"/>
                      <a:pt x="21600" y="21600"/>
                    </a:cubicBezTo>
                    <a:cubicBezTo>
                      <a:pt x="21600" y="21636"/>
                      <a:pt x="21599" y="21672"/>
                      <a:pt x="21599" y="21708"/>
                    </a:cubicBezTo>
                  </a:path>
                  <a:path w="21600" h="21709" stroke="0" extrusionOk="0">
                    <a:moveTo>
                      <a:pt x="-1" y="0"/>
                    </a:moveTo>
                    <a:cubicBezTo>
                      <a:pt x="11929" y="0"/>
                      <a:pt x="21600" y="9670"/>
                      <a:pt x="21600" y="21600"/>
                    </a:cubicBezTo>
                    <a:cubicBezTo>
                      <a:pt x="21600" y="21636"/>
                      <a:pt x="21599" y="21672"/>
                      <a:pt x="21599" y="21708"/>
                    </a:cubicBezTo>
                    <a:lnTo>
                      <a:pt x="0" y="21600"/>
                    </a:lnTo>
                    <a:close/>
                  </a:path>
                </a:pathLst>
              </a:cu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12398" name="Arc 298">
                <a:extLst>
                  <a:ext uri="{FF2B5EF4-FFF2-40B4-BE49-F238E27FC236}">
                    <a16:creationId xmlns:a16="http://schemas.microsoft.com/office/drawing/2014/main" id="{47FC4EAD-4643-4754-8BD0-815C6797BA22}"/>
                  </a:ext>
                </a:extLst>
              </p:cNvPr>
              <p:cNvSpPr>
                <a:spLocks/>
              </p:cNvSpPr>
              <p:nvPr/>
            </p:nvSpPr>
            <p:spPr bwMode="auto">
              <a:xfrm flipH="1" flipV="1">
                <a:off x="2408" y="2066"/>
                <a:ext cx="216" cy="385"/>
              </a:xfrm>
              <a:custGeom>
                <a:avLst/>
                <a:gdLst>
                  <a:gd name="T0" fmla="*/ 0 w 21600"/>
                  <a:gd name="T1" fmla="*/ 0 h 21709"/>
                  <a:gd name="T2" fmla="*/ 0 w 21600"/>
                  <a:gd name="T3" fmla="*/ 0 h 21709"/>
                  <a:gd name="T4" fmla="*/ 0 w 21600"/>
                  <a:gd name="T5" fmla="*/ 0 h 21709"/>
                  <a:gd name="T6" fmla="*/ 0 60000 65536"/>
                  <a:gd name="T7" fmla="*/ 0 60000 65536"/>
                  <a:gd name="T8" fmla="*/ 0 60000 65536"/>
                  <a:gd name="T9" fmla="*/ 0 w 21600"/>
                  <a:gd name="T10" fmla="*/ 0 h 21709"/>
                  <a:gd name="T11" fmla="*/ 21600 w 21600"/>
                  <a:gd name="T12" fmla="*/ 21709 h 21709"/>
                </a:gdLst>
                <a:ahLst/>
                <a:cxnLst>
                  <a:cxn ang="T6">
                    <a:pos x="T0" y="T1"/>
                  </a:cxn>
                  <a:cxn ang="T7">
                    <a:pos x="T2" y="T3"/>
                  </a:cxn>
                  <a:cxn ang="T8">
                    <a:pos x="T4" y="T5"/>
                  </a:cxn>
                </a:cxnLst>
                <a:rect l="T9" t="T10" r="T11" b="T12"/>
                <a:pathLst>
                  <a:path w="21600" h="21709" fill="none" extrusionOk="0">
                    <a:moveTo>
                      <a:pt x="-1" y="0"/>
                    </a:moveTo>
                    <a:cubicBezTo>
                      <a:pt x="11929" y="0"/>
                      <a:pt x="21600" y="9670"/>
                      <a:pt x="21600" y="21600"/>
                    </a:cubicBezTo>
                    <a:cubicBezTo>
                      <a:pt x="21600" y="21636"/>
                      <a:pt x="21599" y="21672"/>
                      <a:pt x="21599" y="21708"/>
                    </a:cubicBezTo>
                  </a:path>
                  <a:path w="21600" h="21709" stroke="0" extrusionOk="0">
                    <a:moveTo>
                      <a:pt x="-1" y="0"/>
                    </a:moveTo>
                    <a:cubicBezTo>
                      <a:pt x="11929" y="0"/>
                      <a:pt x="21600" y="9670"/>
                      <a:pt x="21600" y="21600"/>
                    </a:cubicBezTo>
                    <a:cubicBezTo>
                      <a:pt x="21600" y="21636"/>
                      <a:pt x="21599" y="21672"/>
                      <a:pt x="21599" y="21708"/>
                    </a:cubicBezTo>
                    <a:lnTo>
                      <a:pt x="0" y="21600"/>
                    </a:lnTo>
                    <a:close/>
                  </a:path>
                </a:pathLst>
              </a:cu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grpSp>
      </p:grpSp>
      <p:grpSp>
        <p:nvGrpSpPr>
          <p:cNvPr id="13" name="Group 299">
            <a:extLst>
              <a:ext uri="{FF2B5EF4-FFF2-40B4-BE49-F238E27FC236}">
                <a16:creationId xmlns:a16="http://schemas.microsoft.com/office/drawing/2014/main" id="{F0EEDA2B-1F9D-411C-9055-B3832826B163}"/>
              </a:ext>
            </a:extLst>
          </p:cNvPr>
          <p:cNvGrpSpPr>
            <a:grpSpLocks/>
          </p:cNvGrpSpPr>
          <p:nvPr/>
        </p:nvGrpSpPr>
        <p:grpSpPr bwMode="auto">
          <a:xfrm>
            <a:off x="5108575" y="3248026"/>
            <a:ext cx="2109788" cy="1211263"/>
            <a:chOff x="3163" y="1688"/>
            <a:chExt cx="1329" cy="763"/>
          </a:xfrm>
        </p:grpSpPr>
        <p:grpSp>
          <p:nvGrpSpPr>
            <p:cNvPr id="12365" name="Group 300">
              <a:extLst>
                <a:ext uri="{FF2B5EF4-FFF2-40B4-BE49-F238E27FC236}">
                  <a16:creationId xmlns:a16="http://schemas.microsoft.com/office/drawing/2014/main" id="{3D94A080-B0E8-4EF7-85AD-48B41B9AA335}"/>
                </a:ext>
              </a:extLst>
            </p:cNvPr>
            <p:cNvGrpSpPr>
              <a:grpSpLocks/>
            </p:cNvGrpSpPr>
            <p:nvPr/>
          </p:nvGrpSpPr>
          <p:grpSpPr bwMode="auto">
            <a:xfrm>
              <a:off x="3163" y="1688"/>
              <a:ext cx="216" cy="763"/>
              <a:chOff x="1295" y="1688"/>
              <a:chExt cx="216" cy="763"/>
            </a:xfrm>
          </p:grpSpPr>
          <p:sp>
            <p:nvSpPr>
              <p:cNvPr id="12387" name="Arc 301">
                <a:extLst>
                  <a:ext uri="{FF2B5EF4-FFF2-40B4-BE49-F238E27FC236}">
                    <a16:creationId xmlns:a16="http://schemas.microsoft.com/office/drawing/2014/main" id="{8541D850-461A-451C-88A5-F6EA39803184}"/>
                  </a:ext>
                </a:extLst>
              </p:cNvPr>
              <p:cNvSpPr>
                <a:spLocks/>
              </p:cNvSpPr>
              <p:nvPr/>
            </p:nvSpPr>
            <p:spPr bwMode="auto">
              <a:xfrm flipH="1">
                <a:off x="1295" y="1688"/>
                <a:ext cx="126" cy="385"/>
              </a:xfrm>
              <a:custGeom>
                <a:avLst/>
                <a:gdLst>
                  <a:gd name="T0" fmla="*/ 0 w 21600"/>
                  <a:gd name="T1" fmla="*/ 0 h 21709"/>
                  <a:gd name="T2" fmla="*/ 0 w 21600"/>
                  <a:gd name="T3" fmla="*/ 0 h 21709"/>
                  <a:gd name="T4" fmla="*/ 0 w 21600"/>
                  <a:gd name="T5" fmla="*/ 0 h 21709"/>
                  <a:gd name="T6" fmla="*/ 0 60000 65536"/>
                  <a:gd name="T7" fmla="*/ 0 60000 65536"/>
                  <a:gd name="T8" fmla="*/ 0 60000 65536"/>
                  <a:gd name="T9" fmla="*/ 0 w 21600"/>
                  <a:gd name="T10" fmla="*/ 0 h 21709"/>
                  <a:gd name="T11" fmla="*/ 21600 w 21600"/>
                  <a:gd name="T12" fmla="*/ 21709 h 21709"/>
                </a:gdLst>
                <a:ahLst/>
                <a:cxnLst>
                  <a:cxn ang="T6">
                    <a:pos x="T0" y="T1"/>
                  </a:cxn>
                  <a:cxn ang="T7">
                    <a:pos x="T2" y="T3"/>
                  </a:cxn>
                  <a:cxn ang="T8">
                    <a:pos x="T4" y="T5"/>
                  </a:cxn>
                </a:cxnLst>
                <a:rect l="T9" t="T10" r="T11" b="T12"/>
                <a:pathLst>
                  <a:path w="21600" h="21709" fill="none" extrusionOk="0">
                    <a:moveTo>
                      <a:pt x="-1" y="0"/>
                    </a:moveTo>
                    <a:cubicBezTo>
                      <a:pt x="11929" y="0"/>
                      <a:pt x="21600" y="9670"/>
                      <a:pt x="21600" y="21600"/>
                    </a:cubicBezTo>
                    <a:cubicBezTo>
                      <a:pt x="21600" y="21636"/>
                      <a:pt x="21599" y="21672"/>
                      <a:pt x="21599" y="21708"/>
                    </a:cubicBezTo>
                  </a:path>
                  <a:path w="21600" h="21709" stroke="0" extrusionOk="0">
                    <a:moveTo>
                      <a:pt x="-1" y="0"/>
                    </a:moveTo>
                    <a:cubicBezTo>
                      <a:pt x="11929" y="0"/>
                      <a:pt x="21600" y="9670"/>
                      <a:pt x="21600" y="21600"/>
                    </a:cubicBezTo>
                    <a:cubicBezTo>
                      <a:pt x="21600" y="21636"/>
                      <a:pt x="21599" y="21672"/>
                      <a:pt x="21599" y="21708"/>
                    </a:cubicBezTo>
                    <a:lnTo>
                      <a:pt x="0" y="21600"/>
                    </a:lnTo>
                    <a:close/>
                  </a:path>
                </a:pathLst>
              </a:cu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12388" name="Arc 302">
                <a:extLst>
                  <a:ext uri="{FF2B5EF4-FFF2-40B4-BE49-F238E27FC236}">
                    <a16:creationId xmlns:a16="http://schemas.microsoft.com/office/drawing/2014/main" id="{303FC8BD-529F-4FE3-9A66-2CB315660CA6}"/>
                  </a:ext>
                </a:extLst>
              </p:cNvPr>
              <p:cNvSpPr>
                <a:spLocks/>
              </p:cNvSpPr>
              <p:nvPr/>
            </p:nvSpPr>
            <p:spPr bwMode="auto">
              <a:xfrm flipH="1" flipV="1">
                <a:off x="1295" y="2066"/>
                <a:ext cx="216" cy="385"/>
              </a:xfrm>
              <a:custGeom>
                <a:avLst/>
                <a:gdLst>
                  <a:gd name="T0" fmla="*/ 0 w 21600"/>
                  <a:gd name="T1" fmla="*/ 0 h 21709"/>
                  <a:gd name="T2" fmla="*/ 0 w 21600"/>
                  <a:gd name="T3" fmla="*/ 0 h 21709"/>
                  <a:gd name="T4" fmla="*/ 0 w 21600"/>
                  <a:gd name="T5" fmla="*/ 0 h 21709"/>
                  <a:gd name="T6" fmla="*/ 0 60000 65536"/>
                  <a:gd name="T7" fmla="*/ 0 60000 65536"/>
                  <a:gd name="T8" fmla="*/ 0 60000 65536"/>
                  <a:gd name="T9" fmla="*/ 0 w 21600"/>
                  <a:gd name="T10" fmla="*/ 0 h 21709"/>
                  <a:gd name="T11" fmla="*/ 21600 w 21600"/>
                  <a:gd name="T12" fmla="*/ 21709 h 21709"/>
                </a:gdLst>
                <a:ahLst/>
                <a:cxnLst>
                  <a:cxn ang="T6">
                    <a:pos x="T0" y="T1"/>
                  </a:cxn>
                  <a:cxn ang="T7">
                    <a:pos x="T2" y="T3"/>
                  </a:cxn>
                  <a:cxn ang="T8">
                    <a:pos x="T4" y="T5"/>
                  </a:cxn>
                </a:cxnLst>
                <a:rect l="T9" t="T10" r="T11" b="T12"/>
                <a:pathLst>
                  <a:path w="21600" h="21709" fill="none" extrusionOk="0">
                    <a:moveTo>
                      <a:pt x="-1" y="0"/>
                    </a:moveTo>
                    <a:cubicBezTo>
                      <a:pt x="11929" y="0"/>
                      <a:pt x="21600" y="9670"/>
                      <a:pt x="21600" y="21600"/>
                    </a:cubicBezTo>
                    <a:cubicBezTo>
                      <a:pt x="21600" y="21636"/>
                      <a:pt x="21599" y="21672"/>
                      <a:pt x="21599" y="21708"/>
                    </a:cubicBezTo>
                  </a:path>
                  <a:path w="21600" h="21709" stroke="0" extrusionOk="0">
                    <a:moveTo>
                      <a:pt x="-1" y="0"/>
                    </a:moveTo>
                    <a:cubicBezTo>
                      <a:pt x="11929" y="0"/>
                      <a:pt x="21600" y="9670"/>
                      <a:pt x="21600" y="21600"/>
                    </a:cubicBezTo>
                    <a:cubicBezTo>
                      <a:pt x="21600" y="21636"/>
                      <a:pt x="21599" y="21672"/>
                      <a:pt x="21599" y="21708"/>
                    </a:cubicBezTo>
                    <a:lnTo>
                      <a:pt x="0" y="21600"/>
                    </a:lnTo>
                    <a:close/>
                  </a:path>
                </a:pathLst>
              </a:cu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grpSp>
        <p:grpSp>
          <p:nvGrpSpPr>
            <p:cNvPr id="12366" name="Group 303">
              <a:extLst>
                <a:ext uri="{FF2B5EF4-FFF2-40B4-BE49-F238E27FC236}">
                  <a16:creationId xmlns:a16="http://schemas.microsoft.com/office/drawing/2014/main" id="{69C132FE-4D05-4A01-AAC1-870A43479775}"/>
                </a:ext>
              </a:extLst>
            </p:cNvPr>
            <p:cNvGrpSpPr>
              <a:grpSpLocks/>
            </p:cNvGrpSpPr>
            <p:nvPr/>
          </p:nvGrpSpPr>
          <p:grpSpPr bwMode="auto">
            <a:xfrm>
              <a:off x="3320" y="1688"/>
              <a:ext cx="216" cy="763"/>
              <a:chOff x="1452" y="1688"/>
              <a:chExt cx="216" cy="763"/>
            </a:xfrm>
          </p:grpSpPr>
          <p:sp>
            <p:nvSpPr>
              <p:cNvPr id="12385" name="Arc 304">
                <a:extLst>
                  <a:ext uri="{FF2B5EF4-FFF2-40B4-BE49-F238E27FC236}">
                    <a16:creationId xmlns:a16="http://schemas.microsoft.com/office/drawing/2014/main" id="{F2B83867-62F8-48D7-A3D2-098774178FB4}"/>
                  </a:ext>
                </a:extLst>
              </p:cNvPr>
              <p:cNvSpPr>
                <a:spLocks/>
              </p:cNvSpPr>
              <p:nvPr/>
            </p:nvSpPr>
            <p:spPr bwMode="auto">
              <a:xfrm flipH="1">
                <a:off x="1452" y="1688"/>
                <a:ext cx="126" cy="385"/>
              </a:xfrm>
              <a:custGeom>
                <a:avLst/>
                <a:gdLst>
                  <a:gd name="T0" fmla="*/ 0 w 21600"/>
                  <a:gd name="T1" fmla="*/ 0 h 21709"/>
                  <a:gd name="T2" fmla="*/ 0 w 21600"/>
                  <a:gd name="T3" fmla="*/ 0 h 21709"/>
                  <a:gd name="T4" fmla="*/ 0 w 21600"/>
                  <a:gd name="T5" fmla="*/ 0 h 21709"/>
                  <a:gd name="T6" fmla="*/ 0 60000 65536"/>
                  <a:gd name="T7" fmla="*/ 0 60000 65536"/>
                  <a:gd name="T8" fmla="*/ 0 60000 65536"/>
                  <a:gd name="T9" fmla="*/ 0 w 21600"/>
                  <a:gd name="T10" fmla="*/ 0 h 21709"/>
                  <a:gd name="T11" fmla="*/ 21600 w 21600"/>
                  <a:gd name="T12" fmla="*/ 21709 h 21709"/>
                </a:gdLst>
                <a:ahLst/>
                <a:cxnLst>
                  <a:cxn ang="T6">
                    <a:pos x="T0" y="T1"/>
                  </a:cxn>
                  <a:cxn ang="T7">
                    <a:pos x="T2" y="T3"/>
                  </a:cxn>
                  <a:cxn ang="T8">
                    <a:pos x="T4" y="T5"/>
                  </a:cxn>
                </a:cxnLst>
                <a:rect l="T9" t="T10" r="T11" b="T12"/>
                <a:pathLst>
                  <a:path w="21600" h="21709" fill="none" extrusionOk="0">
                    <a:moveTo>
                      <a:pt x="-1" y="0"/>
                    </a:moveTo>
                    <a:cubicBezTo>
                      <a:pt x="11929" y="0"/>
                      <a:pt x="21600" y="9670"/>
                      <a:pt x="21600" y="21600"/>
                    </a:cubicBezTo>
                    <a:cubicBezTo>
                      <a:pt x="21600" y="21636"/>
                      <a:pt x="21599" y="21672"/>
                      <a:pt x="21599" y="21708"/>
                    </a:cubicBezTo>
                  </a:path>
                  <a:path w="21600" h="21709" stroke="0" extrusionOk="0">
                    <a:moveTo>
                      <a:pt x="-1" y="0"/>
                    </a:moveTo>
                    <a:cubicBezTo>
                      <a:pt x="11929" y="0"/>
                      <a:pt x="21600" y="9670"/>
                      <a:pt x="21600" y="21600"/>
                    </a:cubicBezTo>
                    <a:cubicBezTo>
                      <a:pt x="21600" y="21636"/>
                      <a:pt x="21599" y="21672"/>
                      <a:pt x="21599" y="21708"/>
                    </a:cubicBezTo>
                    <a:lnTo>
                      <a:pt x="0" y="21600"/>
                    </a:lnTo>
                    <a:close/>
                  </a:path>
                </a:pathLst>
              </a:cu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12386" name="Arc 305">
                <a:extLst>
                  <a:ext uri="{FF2B5EF4-FFF2-40B4-BE49-F238E27FC236}">
                    <a16:creationId xmlns:a16="http://schemas.microsoft.com/office/drawing/2014/main" id="{25A71A20-26C4-4CB1-BFA5-1490A29BE625}"/>
                  </a:ext>
                </a:extLst>
              </p:cNvPr>
              <p:cNvSpPr>
                <a:spLocks/>
              </p:cNvSpPr>
              <p:nvPr/>
            </p:nvSpPr>
            <p:spPr bwMode="auto">
              <a:xfrm flipH="1" flipV="1">
                <a:off x="1452" y="2066"/>
                <a:ext cx="216" cy="385"/>
              </a:xfrm>
              <a:custGeom>
                <a:avLst/>
                <a:gdLst>
                  <a:gd name="T0" fmla="*/ 0 w 21600"/>
                  <a:gd name="T1" fmla="*/ 0 h 21709"/>
                  <a:gd name="T2" fmla="*/ 0 w 21600"/>
                  <a:gd name="T3" fmla="*/ 0 h 21709"/>
                  <a:gd name="T4" fmla="*/ 0 w 21600"/>
                  <a:gd name="T5" fmla="*/ 0 h 21709"/>
                  <a:gd name="T6" fmla="*/ 0 60000 65536"/>
                  <a:gd name="T7" fmla="*/ 0 60000 65536"/>
                  <a:gd name="T8" fmla="*/ 0 60000 65536"/>
                  <a:gd name="T9" fmla="*/ 0 w 21600"/>
                  <a:gd name="T10" fmla="*/ 0 h 21709"/>
                  <a:gd name="T11" fmla="*/ 21600 w 21600"/>
                  <a:gd name="T12" fmla="*/ 21709 h 21709"/>
                </a:gdLst>
                <a:ahLst/>
                <a:cxnLst>
                  <a:cxn ang="T6">
                    <a:pos x="T0" y="T1"/>
                  </a:cxn>
                  <a:cxn ang="T7">
                    <a:pos x="T2" y="T3"/>
                  </a:cxn>
                  <a:cxn ang="T8">
                    <a:pos x="T4" y="T5"/>
                  </a:cxn>
                </a:cxnLst>
                <a:rect l="T9" t="T10" r="T11" b="T12"/>
                <a:pathLst>
                  <a:path w="21600" h="21709" fill="none" extrusionOk="0">
                    <a:moveTo>
                      <a:pt x="-1" y="0"/>
                    </a:moveTo>
                    <a:cubicBezTo>
                      <a:pt x="11929" y="0"/>
                      <a:pt x="21600" y="9670"/>
                      <a:pt x="21600" y="21600"/>
                    </a:cubicBezTo>
                    <a:cubicBezTo>
                      <a:pt x="21600" y="21636"/>
                      <a:pt x="21599" y="21672"/>
                      <a:pt x="21599" y="21708"/>
                    </a:cubicBezTo>
                  </a:path>
                  <a:path w="21600" h="21709" stroke="0" extrusionOk="0">
                    <a:moveTo>
                      <a:pt x="-1" y="0"/>
                    </a:moveTo>
                    <a:cubicBezTo>
                      <a:pt x="11929" y="0"/>
                      <a:pt x="21600" y="9670"/>
                      <a:pt x="21600" y="21600"/>
                    </a:cubicBezTo>
                    <a:cubicBezTo>
                      <a:pt x="21600" y="21636"/>
                      <a:pt x="21599" y="21672"/>
                      <a:pt x="21599" y="21708"/>
                    </a:cubicBezTo>
                    <a:lnTo>
                      <a:pt x="0" y="21600"/>
                    </a:lnTo>
                    <a:close/>
                  </a:path>
                </a:pathLst>
              </a:cu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grpSp>
        <p:grpSp>
          <p:nvGrpSpPr>
            <p:cNvPr id="12367" name="Group 306">
              <a:extLst>
                <a:ext uri="{FF2B5EF4-FFF2-40B4-BE49-F238E27FC236}">
                  <a16:creationId xmlns:a16="http://schemas.microsoft.com/office/drawing/2014/main" id="{959A40D5-B942-40D4-8CC8-27607D9C36BC}"/>
                </a:ext>
              </a:extLst>
            </p:cNvPr>
            <p:cNvGrpSpPr>
              <a:grpSpLocks/>
            </p:cNvGrpSpPr>
            <p:nvPr/>
          </p:nvGrpSpPr>
          <p:grpSpPr bwMode="auto">
            <a:xfrm>
              <a:off x="3480" y="1688"/>
              <a:ext cx="216" cy="763"/>
              <a:chOff x="1612" y="1688"/>
              <a:chExt cx="216" cy="763"/>
            </a:xfrm>
          </p:grpSpPr>
          <p:sp>
            <p:nvSpPr>
              <p:cNvPr id="12383" name="Arc 307">
                <a:extLst>
                  <a:ext uri="{FF2B5EF4-FFF2-40B4-BE49-F238E27FC236}">
                    <a16:creationId xmlns:a16="http://schemas.microsoft.com/office/drawing/2014/main" id="{CFA1215C-9904-4CD8-AFF6-5200018B293B}"/>
                  </a:ext>
                </a:extLst>
              </p:cNvPr>
              <p:cNvSpPr>
                <a:spLocks/>
              </p:cNvSpPr>
              <p:nvPr/>
            </p:nvSpPr>
            <p:spPr bwMode="auto">
              <a:xfrm flipH="1">
                <a:off x="1612" y="1688"/>
                <a:ext cx="126" cy="385"/>
              </a:xfrm>
              <a:custGeom>
                <a:avLst/>
                <a:gdLst>
                  <a:gd name="T0" fmla="*/ 0 w 21600"/>
                  <a:gd name="T1" fmla="*/ 0 h 21709"/>
                  <a:gd name="T2" fmla="*/ 0 w 21600"/>
                  <a:gd name="T3" fmla="*/ 0 h 21709"/>
                  <a:gd name="T4" fmla="*/ 0 w 21600"/>
                  <a:gd name="T5" fmla="*/ 0 h 21709"/>
                  <a:gd name="T6" fmla="*/ 0 60000 65536"/>
                  <a:gd name="T7" fmla="*/ 0 60000 65536"/>
                  <a:gd name="T8" fmla="*/ 0 60000 65536"/>
                  <a:gd name="T9" fmla="*/ 0 w 21600"/>
                  <a:gd name="T10" fmla="*/ 0 h 21709"/>
                  <a:gd name="T11" fmla="*/ 21600 w 21600"/>
                  <a:gd name="T12" fmla="*/ 21709 h 21709"/>
                </a:gdLst>
                <a:ahLst/>
                <a:cxnLst>
                  <a:cxn ang="T6">
                    <a:pos x="T0" y="T1"/>
                  </a:cxn>
                  <a:cxn ang="T7">
                    <a:pos x="T2" y="T3"/>
                  </a:cxn>
                  <a:cxn ang="T8">
                    <a:pos x="T4" y="T5"/>
                  </a:cxn>
                </a:cxnLst>
                <a:rect l="T9" t="T10" r="T11" b="T12"/>
                <a:pathLst>
                  <a:path w="21600" h="21709" fill="none" extrusionOk="0">
                    <a:moveTo>
                      <a:pt x="-1" y="0"/>
                    </a:moveTo>
                    <a:cubicBezTo>
                      <a:pt x="11929" y="0"/>
                      <a:pt x="21600" y="9670"/>
                      <a:pt x="21600" y="21600"/>
                    </a:cubicBezTo>
                    <a:cubicBezTo>
                      <a:pt x="21600" y="21636"/>
                      <a:pt x="21599" y="21672"/>
                      <a:pt x="21599" y="21708"/>
                    </a:cubicBezTo>
                  </a:path>
                  <a:path w="21600" h="21709" stroke="0" extrusionOk="0">
                    <a:moveTo>
                      <a:pt x="-1" y="0"/>
                    </a:moveTo>
                    <a:cubicBezTo>
                      <a:pt x="11929" y="0"/>
                      <a:pt x="21600" y="9670"/>
                      <a:pt x="21600" y="21600"/>
                    </a:cubicBezTo>
                    <a:cubicBezTo>
                      <a:pt x="21600" y="21636"/>
                      <a:pt x="21599" y="21672"/>
                      <a:pt x="21599" y="21708"/>
                    </a:cubicBezTo>
                    <a:lnTo>
                      <a:pt x="0" y="21600"/>
                    </a:lnTo>
                    <a:close/>
                  </a:path>
                </a:pathLst>
              </a:cu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12384" name="Arc 308">
                <a:extLst>
                  <a:ext uri="{FF2B5EF4-FFF2-40B4-BE49-F238E27FC236}">
                    <a16:creationId xmlns:a16="http://schemas.microsoft.com/office/drawing/2014/main" id="{F1FC0377-3D54-49BC-B901-43668461688E}"/>
                  </a:ext>
                </a:extLst>
              </p:cNvPr>
              <p:cNvSpPr>
                <a:spLocks/>
              </p:cNvSpPr>
              <p:nvPr/>
            </p:nvSpPr>
            <p:spPr bwMode="auto">
              <a:xfrm flipH="1" flipV="1">
                <a:off x="1612" y="2066"/>
                <a:ext cx="216" cy="385"/>
              </a:xfrm>
              <a:custGeom>
                <a:avLst/>
                <a:gdLst>
                  <a:gd name="T0" fmla="*/ 0 w 21600"/>
                  <a:gd name="T1" fmla="*/ 0 h 21709"/>
                  <a:gd name="T2" fmla="*/ 0 w 21600"/>
                  <a:gd name="T3" fmla="*/ 0 h 21709"/>
                  <a:gd name="T4" fmla="*/ 0 w 21600"/>
                  <a:gd name="T5" fmla="*/ 0 h 21709"/>
                  <a:gd name="T6" fmla="*/ 0 60000 65536"/>
                  <a:gd name="T7" fmla="*/ 0 60000 65536"/>
                  <a:gd name="T8" fmla="*/ 0 60000 65536"/>
                  <a:gd name="T9" fmla="*/ 0 w 21600"/>
                  <a:gd name="T10" fmla="*/ 0 h 21709"/>
                  <a:gd name="T11" fmla="*/ 21600 w 21600"/>
                  <a:gd name="T12" fmla="*/ 21709 h 21709"/>
                </a:gdLst>
                <a:ahLst/>
                <a:cxnLst>
                  <a:cxn ang="T6">
                    <a:pos x="T0" y="T1"/>
                  </a:cxn>
                  <a:cxn ang="T7">
                    <a:pos x="T2" y="T3"/>
                  </a:cxn>
                  <a:cxn ang="T8">
                    <a:pos x="T4" y="T5"/>
                  </a:cxn>
                </a:cxnLst>
                <a:rect l="T9" t="T10" r="T11" b="T12"/>
                <a:pathLst>
                  <a:path w="21600" h="21709" fill="none" extrusionOk="0">
                    <a:moveTo>
                      <a:pt x="-1" y="0"/>
                    </a:moveTo>
                    <a:cubicBezTo>
                      <a:pt x="11929" y="0"/>
                      <a:pt x="21600" y="9670"/>
                      <a:pt x="21600" y="21600"/>
                    </a:cubicBezTo>
                    <a:cubicBezTo>
                      <a:pt x="21600" y="21636"/>
                      <a:pt x="21599" y="21672"/>
                      <a:pt x="21599" y="21708"/>
                    </a:cubicBezTo>
                  </a:path>
                  <a:path w="21600" h="21709" stroke="0" extrusionOk="0">
                    <a:moveTo>
                      <a:pt x="-1" y="0"/>
                    </a:moveTo>
                    <a:cubicBezTo>
                      <a:pt x="11929" y="0"/>
                      <a:pt x="21600" y="9670"/>
                      <a:pt x="21600" y="21600"/>
                    </a:cubicBezTo>
                    <a:cubicBezTo>
                      <a:pt x="21600" y="21636"/>
                      <a:pt x="21599" y="21672"/>
                      <a:pt x="21599" y="21708"/>
                    </a:cubicBezTo>
                    <a:lnTo>
                      <a:pt x="0" y="21600"/>
                    </a:lnTo>
                    <a:close/>
                  </a:path>
                </a:pathLst>
              </a:cu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grpSp>
        <p:grpSp>
          <p:nvGrpSpPr>
            <p:cNvPr id="12368" name="Group 309">
              <a:extLst>
                <a:ext uri="{FF2B5EF4-FFF2-40B4-BE49-F238E27FC236}">
                  <a16:creationId xmlns:a16="http://schemas.microsoft.com/office/drawing/2014/main" id="{D0ADE4C0-A9C7-494C-9D4F-FC9A0431EDE8}"/>
                </a:ext>
              </a:extLst>
            </p:cNvPr>
            <p:cNvGrpSpPr>
              <a:grpSpLocks/>
            </p:cNvGrpSpPr>
            <p:nvPr/>
          </p:nvGrpSpPr>
          <p:grpSpPr bwMode="auto">
            <a:xfrm>
              <a:off x="3641" y="1688"/>
              <a:ext cx="216" cy="763"/>
              <a:chOff x="1773" y="1688"/>
              <a:chExt cx="216" cy="763"/>
            </a:xfrm>
          </p:grpSpPr>
          <p:sp>
            <p:nvSpPr>
              <p:cNvPr id="12381" name="Arc 310">
                <a:extLst>
                  <a:ext uri="{FF2B5EF4-FFF2-40B4-BE49-F238E27FC236}">
                    <a16:creationId xmlns:a16="http://schemas.microsoft.com/office/drawing/2014/main" id="{52762432-539F-45AC-B83F-E2C86263976C}"/>
                  </a:ext>
                </a:extLst>
              </p:cNvPr>
              <p:cNvSpPr>
                <a:spLocks/>
              </p:cNvSpPr>
              <p:nvPr/>
            </p:nvSpPr>
            <p:spPr bwMode="auto">
              <a:xfrm flipH="1">
                <a:off x="1773" y="1688"/>
                <a:ext cx="126" cy="385"/>
              </a:xfrm>
              <a:custGeom>
                <a:avLst/>
                <a:gdLst>
                  <a:gd name="T0" fmla="*/ 0 w 21600"/>
                  <a:gd name="T1" fmla="*/ 0 h 21709"/>
                  <a:gd name="T2" fmla="*/ 0 w 21600"/>
                  <a:gd name="T3" fmla="*/ 0 h 21709"/>
                  <a:gd name="T4" fmla="*/ 0 w 21600"/>
                  <a:gd name="T5" fmla="*/ 0 h 21709"/>
                  <a:gd name="T6" fmla="*/ 0 60000 65536"/>
                  <a:gd name="T7" fmla="*/ 0 60000 65536"/>
                  <a:gd name="T8" fmla="*/ 0 60000 65536"/>
                  <a:gd name="T9" fmla="*/ 0 w 21600"/>
                  <a:gd name="T10" fmla="*/ 0 h 21709"/>
                  <a:gd name="T11" fmla="*/ 21600 w 21600"/>
                  <a:gd name="T12" fmla="*/ 21709 h 21709"/>
                </a:gdLst>
                <a:ahLst/>
                <a:cxnLst>
                  <a:cxn ang="T6">
                    <a:pos x="T0" y="T1"/>
                  </a:cxn>
                  <a:cxn ang="T7">
                    <a:pos x="T2" y="T3"/>
                  </a:cxn>
                  <a:cxn ang="T8">
                    <a:pos x="T4" y="T5"/>
                  </a:cxn>
                </a:cxnLst>
                <a:rect l="T9" t="T10" r="T11" b="T12"/>
                <a:pathLst>
                  <a:path w="21600" h="21709" fill="none" extrusionOk="0">
                    <a:moveTo>
                      <a:pt x="-1" y="0"/>
                    </a:moveTo>
                    <a:cubicBezTo>
                      <a:pt x="11929" y="0"/>
                      <a:pt x="21600" y="9670"/>
                      <a:pt x="21600" y="21600"/>
                    </a:cubicBezTo>
                    <a:cubicBezTo>
                      <a:pt x="21600" y="21636"/>
                      <a:pt x="21599" y="21672"/>
                      <a:pt x="21599" y="21708"/>
                    </a:cubicBezTo>
                  </a:path>
                  <a:path w="21600" h="21709" stroke="0" extrusionOk="0">
                    <a:moveTo>
                      <a:pt x="-1" y="0"/>
                    </a:moveTo>
                    <a:cubicBezTo>
                      <a:pt x="11929" y="0"/>
                      <a:pt x="21600" y="9670"/>
                      <a:pt x="21600" y="21600"/>
                    </a:cubicBezTo>
                    <a:cubicBezTo>
                      <a:pt x="21600" y="21636"/>
                      <a:pt x="21599" y="21672"/>
                      <a:pt x="21599" y="21708"/>
                    </a:cubicBezTo>
                    <a:lnTo>
                      <a:pt x="0" y="21600"/>
                    </a:lnTo>
                    <a:close/>
                  </a:path>
                </a:pathLst>
              </a:cu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12382" name="Arc 311">
                <a:extLst>
                  <a:ext uri="{FF2B5EF4-FFF2-40B4-BE49-F238E27FC236}">
                    <a16:creationId xmlns:a16="http://schemas.microsoft.com/office/drawing/2014/main" id="{C9E8D15D-329D-4782-B694-76E8EE04749E}"/>
                  </a:ext>
                </a:extLst>
              </p:cNvPr>
              <p:cNvSpPr>
                <a:spLocks/>
              </p:cNvSpPr>
              <p:nvPr/>
            </p:nvSpPr>
            <p:spPr bwMode="auto">
              <a:xfrm flipH="1" flipV="1">
                <a:off x="1773" y="2066"/>
                <a:ext cx="216" cy="385"/>
              </a:xfrm>
              <a:custGeom>
                <a:avLst/>
                <a:gdLst>
                  <a:gd name="T0" fmla="*/ 0 w 21600"/>
                  <a:gd name="T1" fmla="*/ 0 h 21709"/>
                  <a:gd name="T2" fmla="*/ 0 w 21600"/>
                  <a:gd name="T3" fmla="*/ 0 h 21709"/>
                  <a:gd name="T4" fmla="*/ 0 w 21600"/>
                  <a:gd name="T5" fmla="*/ 0 h 21709"/>
                  <a:gd name="T6" fmla="*/ 0 60000 65536"/>
                  <a:gd name="T7" fmla="*/ 0 60000 65536"/>
                  <a:gd name="T8" fmla="*/ 0 60000 65536"/>
                  <a:gd name="T9" fmla="*/ 0 w 21600"/>
                  <a:gd name="T10" fmla="*/ 0 h 21709"/>
                  <a:gd name="T11" fmla="*/ 21600 w 21600"/>
                  <a:gd name="T12" fmla="*/ 21709 h 21709"/>
                </a:gdLst>
                <a:ahLst/>
                <a:cxnLst>
                  <a:cxn ang="T6">
                    <a:pos x="T0" y="T1"/>
                  </a:cxn>
                  <a:cxn ang="T7">
                    <a:pos x="T2" y="T3"/>
                  </a:cxn>
                  <a:cxn ang="T8">
                    <a:pos x="T4" y="T5"/>
                  </a:cxn>
                </a:cxnLst>
                <a:rect l="T9" t="T10" r="T11" b="T12"/>
                <a:pathLst>
                  <a:path w="21600" h="21709" fill="none" extrusionOk="0">
                    <a:moveTo>
                      <a:pt x="-1" y="0"/>
                    </a:moveTo>
                    <a:cubicBezTo>
                      <a:pt x="11929" y="0"/>
                      <a:pt x="21600" y="9670"/>
                      <a:pt x="21600" y="21600"/>
                    </a:cubicBezTo>
                    <a:cubicBezTo>
                      <a:pt x="21600" y="21636"/>
                      <a:pt x="21599" y="21672"/>
                      <a:pt x="21599" y="21708"/>
                    </a:cubicBezTo>
                  </a:path>
                  <a:path w="21600" h="21709" stroke="0" extrusionOk="0">
                    <a:moveTo>
                      <a:pt x="-1" y="0"/>
                    </a:moveTo>
                    <a:cubicBezTo>
                      <a:pt x="11929" y="0"/>
                      <a:pt x="21600" y="9670"/>
                      <a:pt x="21600" y="21600"/>
                    </a:cubicBezTo>
                    <a:cubicBezTo>
                      <a:pt x="21600" y="21636"/>
                      <a:pt x="21599" y="21672"/>
                      <a:pt x="21599" y="21708"/>
                    </a:cubicBezTo>
                    <a:lnTo>
                      <a:pt x="0" y="21600"/>
                    </a:lnTo>
                    <a:close/>
                  </a:path>
                </a:pathLst>
              </a:cu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grpSp>
        <p:grpSp>
          <p:nvGrpSpPr>
            <p:cNvPr id="12369" name="Group 312">
              <a:extLst>
                <a:ext uri="{FF2B5EF4-FFF2-40B4-BE49-F238E27FC236}">
                  <a16:creationId xmlns:a16="http://schemas.microsoft.com/office/drawing/2014/main" id="{7DEAF658-9FDC-4BCF-8CC5-4123A6D84150}"/>
                </a:ext>
              </a:extLst>
            </p:cNvPr>
            <p:cNvGrpSpPr>
              <a:grpSpLocks/>
            </p:cNvGrpSpPr>
            <p:nvPr/>
          </p:nvGrpSpPr>
          <p:grpSpPr bwMode="auto">
            <a:xfrm>
              <a:off x="3800" y="1688"/>
              <a:ext cx="216" cy="763"/>
              <a:chOff x="1932" y="1688"/>
              <a:chExt cx="216" cy="763"/>
            </a:xfrm>
          </p:grpSpPr>
          <p:sp>
            <p:nvSpPr>
              <p:cNvPr id="12379" name="Arc 313">
                <a:extLst>
                  <a:ext uri="{FF2B5EF4-FFF2-40B4-BE49-F238E27FC236}">
                    <a16:creationId xmlns:a16="http://schemas.microsoft.com/office/drawing/2014/main" id="{35FD7D6C-B7D3-4B15-B543-DFA1A8651098}"/>
                  </a:ext>
                </a:extLst>
              </p:cNvPr>
              <p:cNvSpPr>
                <a:spLocks/>
              </p:cNvSpPr>
              <p:nvPr/>
            </p:nvSpPr>
            <p:spPr bwMode="auto">
              <a:xfrm flipH="1">
                <a:off x="1932" y="1688"/>
                <a:ext cx="126" cy="385"/>
              </a:xfrm>
              <a:custGeom>
                <a:avLst/>
                <a:gdLst>
                  <a:gd name="T0" fmla="*/ 0 w 21600"/>
                  <a:gd name="T1" fmla="*/ 0 h 21709"/>
                  <a:gd name="T2" fmla="*/ 0 w 21600"/>
                  <a:gd name="T3" fmla="*/ 0 h 21709"/>
                  <a:gd name="T4" fmla="*/ 0 w 21600"/>
                  <a:gd name="T5" fmla="*/ 0 h 21709"/>
                  <a:gd name="T6" fmla="*/ 0 60000 65536"/>
                  <a:gd name="T7" fmla="*/ 0 60000 65536"/>
                  <a:gd name="T8" fmla="*/ 0 60000 65536"/>
                  <a:gd name="T9" fmla="*/ 0 w 21600"/>
                  <a:gd name="T10" fmla="*/ 0 h 21709"/>
                  <a:gd name="T11" fmla="*/ 21600 w 21600"/>
                  <a:gd name="T12" fmla="*/ 21709 h 21709"/>
                </a:gdLst>
                <a:ahLst/>
                <a:cxnLst>
                  <a:cxn ang="T6">
                    <a:pos x="T0" y="T1"/>
                  </a:cxn>
                  <a:cxn ang="T7">
                    <a:pos x="T2" y="T3"/>
                  </a:cxn>
                  <a:cxn ang="T8">
                    <a:pos x="T4" y="T5"/>
                  </a:cxn>
                </a:cxnLst>
                <a:rect l="T9" t="T10" r="T11" b="T12"/>
                <a:pathLst>
                  <a:path w="21600" h="21709" fill="none" extrusionOk="0">
                    <a:moveTo>
                      <a:pt x="-1" y="0"/>
                    </a:moveTo>
                    <a:cubicBezTo>
                      <a:pt x="11929" y="0"/>
                      <a:pt x="21600" y="9670"/>
                      <a:pt x="21600" y="21600"/>
                    </a:cubicBezTo>
                    <a:cubicBezTo>
                      <a:pt x="21600" y="21636"/>
                      <a:pt x="21599" y="21672"/>
                      <a:pt x="21599" y="21708"/>
                    </a:cubicBezTo>
                  </a:path>
                  <a:path w="21600" h="21709" stroke="0" extrusionOk="0">
                    <a:moveTo>
                      <a:pt x="-1" y="0"/>
                    </a:moveTo>
                    <a:cubicBezTo>
                      <a:pt x="11929" y="0"/>
                      <a:pt x="21600" y="9670"/>
                      <a:pt x="21600" y="21600"/>
                    </a:cubicBezTo>
                    <a:cubicBezTo>
                      <a:pt x="21600" y="21636"/>
                      <a:pt x="21599" y="21672"/>
                      <a:pt x="21599" y="21708"/>
                    </a:cubicBezTo>
                    <a:lnTo>
                      <a:pt x="0" y="21600"/>
                    </a:lnTo>
                    <a:close/>
                  </a:path>
                </a:pathLst>
              </a:cu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12380" name="Arc 314">
                <a:extLst>
                  <a:ext uri="{FF2B5EF4-FFF2-40B4-BE49-F238E27FC236}">
                    <a16:creationId xmlns:a16="http://schemas.microsoft.com/office/drawing/2014/main" id="{DC690D6A-F08E-4A05-AC57-44A6825918FE}"/>
                  </a:ext>
                </a:extLst>
              </p:cNvPr>
              <p:cNvSpPr>
                <a:spLocks/>
              </p:cNvSpPr>
              <p:nvPr/>
            </p:nvSpPr>
            <p:spPr bwMode="auto">
              <a:xfrm flipH="1" flipV="1">
                <a:off x="1932" y="2066"/>
                <a:ext cx="216" cy="385"/>
              </a:xfrm>
              <a:custGeom>
                <a:avLst/>
                <a:gdLst>
                  <a:gd name="T0" fmla="*/ 0 w 21600"/>
                  <a:gd name="T1" fmla="*/ 0 h 21709"/>
                  <a:gd name="T2" fmla="*/ 0 w 21600"/>
                  <a:gd name="T3" fmla="*/ 0 h 21709"/>
                  <a:gd name="T4" fmla="*/ 0 w 21600"/>
                  <a:gd name="T5" fmla="*/ 0 h 21709"/>
                  <a:gd name="T6" fmla="*/ 0 60000 65536"/>
                  <a:gd name="T7" fmla="*/ 0 60000 65536"/>
                  <a:gd name="T8" fmla="*/ 0 60000 65536"/>
                  <a:gd name="T9" fmla="*/ 0 w 21600"/>
                  <a:gd name="T10" fmla="*/ 0 h 21709"/>
                  <a:gd name="T11" fmla="*/ 21600 w 21600"/>
                  <a:gd name="T12" fmla="*/ 21709 h 21709"/>
                </a:gdLst>
                <a:ahLst/>
                <a:cxnLst>
                  <a:cxn ang="T6">
                    <a:pos x="T0" y="T1"/>
                  </a:cxn>
                  <a:cxn ang="T7">
                    <a:pos x="T2" y="T3"/>
                  </a:cxn>
                  <a:cxn ang="T8">
                    <a:pos x="T4" y="T5"/>
                  </a:cxn>
                </a:cxnLst>
                <a:rect l="T9" t="T10" r="T11" b="T12"/>
                <a:pathLst>
                  <a:path w="21600" h="21709" fill="none" extrusionOk="0">
                    <a:moveTo>
                      <a:pt x="-1" y="0"/>
                    </a:moveTo>
                    <a:cubicBezTo>
                      <a:pt x="11929" y="0"/>
                      <a:pt x="21600" y="9670"/>
                      <a:pt x="21600" y="21600"/>
                    </a:cubicBezTo>
                    <a:cubicBezTo>
                      <a:pt x="21600" y="21636"/>
                      <a:pt x="21599" y="21672"/>
                      <a:pt x="21599" y="21708"/>
                    </a:cubicBezTo>
                  </a:path>
                  <a:path w="21600" h="21709" stroke="0" extrusionOk="0">
                    <a:moveTo>
                      <a:pt x="-1" y="0"/>
                    </a:moveTo>
                    <a:cubicBezTo>
                      <a:pt x="11929" y="0"/>
                      <a:pt x="21600" y="9670"/>
                      <a:pt x="21600" y="21600"/>
                    </a:cubicBezTo>
                    <a:cubicBezTo>
                      <a:pt x="21600" y="21636"/>
                      <a:pt x="21599" y="21672"/>
                      <a:pt x="21599" y="21708"/>
                    </a:cubicBezTo>
                    <a:lnTo>
                      <a:pt x="0" y="21600"/>
                    </a:lnTo>
                    <a:close/>
                  </a:path>
                </a:pathLst>
              </a:cu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grpSp>
        <p:grpSp>
          <p:nvGrpSpPr>
            <p:cNvPr id="12370" name="Group 315">
              <a:extLst>
                <a:ext uri="{FF2B5EF4-FFF2-40B4-BE49-F238E27FC236}">
                  <a16:creationId xmlns:a16="http://schemas.microsoft.com/office/drawing/2014/main" id="{E0EBF14F-4049-469D-9055-B502785CDDD2}"/>
                </a:ext>
              </a:extLst>
            </p:cNvPr>
            <p:cNvGrpSpPr>
              <a:grpSpLocks/>
            </p:cNvGrpSpPr>
            <p:nvPr/>
          </p:nvGrpSpPr>
          <p:grpSpPr bwMode="auto">
            <a:xfrm>
              <a:off x="3959" y="1688"/>
              <a:ext cx="216" cy="763"/>
              <a:chOff x="2091" y="1688"/>
              <a:chExt cx="216" cy="763"/>
            </a:xfrm>
          </p:grpSpPr>
          <p:sp>
            <p:nvSpPr>
              <p:cNvPr id="12377" name="Arc 316">
                <a:extLst>
                  <a:ext uri="{FF2B5EF4-FFF2-40B4-BE49-F238E27FC236}">
                    <a16:creationId xmlns:a16="http://schemas.microsoft.com/office/drawing/2014/main" id="{7A62FD18-6305-46A5-991D-E324BADF0873}"/>
                  </a:ext>
                </a:extLst>
              </p:cNvPr>
              <p:cNvSpPr>
                <a:spLocks/>
              </p:cNvSpPr>
              <p:nvPr/>
            </p:nvSpPr>
            <p:spPr bwMode="auto">
              <a:xfrm flipH="1">
                <a:off x="2091" y="1688"/>
                <a:ext cx="126" cy="385"/>
              </a:xfrm>
              <a:custGeom>
                <a:avLst/>
                <a:gdLst>
                  <a:gd name="T0" fmla="*/ 0 w 21600"/>
                  <a:gd name="T1" fmla="*/ 0 h 21709"/>
                  <a:gd name="T2" fmla="*/ 0 w 21600"/>
                  <a:gd name="T3" fmla="*/ 0 h 21709"/>
                  <a:gd name="T4" fmla="*/ 0 w 21600"/>
                  <a:gd name="T5" fmla="*/ 0 h 21709"/>
                  <a:gd name="T6" fmla="*/ 0 60000 65536"/>
                  <a:gd name="T7" fmla="*/ 0 60000 65536"/>
                  <a:gd name="T8" fmla="*/ 0 60000 65536"/>
                  <a:gd name="T9" fmla="*/ 0 w 21600"/>
                  <a:gd name="T10" fmla="*/ 0 h 21709"/>
                  <a:gd name="T11" fmla="*/ 21600 w 21600"/>
                  <a:gd name="T12" fmla="*/ 21709 h 21709"/>
                </a:gdLst>
                <a:ahLst/>
                <a:cxnLst>
                  <a:cxn ang="T6">
                    <a:pos x="T0" y="T1"/>
                  </a:cxn>
                  <a:cxn ang="T7">
                    <a:pos x="T2" y="T3"/>
                  </a:cxn>
                  <a:cxn ang="T8">
                    <a:pos x="T4" y="T5"/>
                  </a:cxn>
                </a:cxnLst>
                <a:rect l="T9" t="T10" r="T11" b="T12"/>
                <a:pathLst>
                  <a:path w="21600" h="21709" fill="none" extrusionOk="0">
                    <a:moveTo>
                      <a:pt x="-1" y="0"/>
                    </a:moveTo>
                    <a:cubicBezTo>
                      <a:pt x="11929" y="0"/>
                      <a:pt x="21600" y="9670"/>
                      <a:pt x="21600" y="21600"/>
                    </a:cubicBezTo>
                    <a:cubicBezTo>
                      <a:pt x="21600" y="21636"/>
                      <a:pt x="21599" y="21672"/>
                      <a:pt x="21599" y="21708"/>
                    </a:cubicBezTo>
                  </a:path>
                  <a:path w="21600" h="21709" stroke="0" extrusionOk="0">
                    <a:moveTo>
                      <a:pt x="-1" y="0"/>
                    </a:moveTo>
                    <a:cubicBezTo>
                      <a:pt x="11929" y="0"/>
                      <a:pt x="21600" y="9670"/>
                      <a:pt x="21600" y="21600"/>
                    </a:cubicBezTo>
                    <a:cubicBezTo>
                      <a:pt x="21600" y="21636"/>
                      <a:pt x="21599" y="21672"/>
                      <a:pt x="21599" y="21708"/>
                    </a:cubicBezTo>
                    <a:lnTo>
                      <a:pt x="0" y="21600"/>
                    </a:lnTo>
                    <a:close/>
                  </a:path>
                </a:pathLst>
              </a:cu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12378" name="Arc 317">
                <a:extLst>
                  <a:ext uri="{FF2B5EF4-FFF2-40B4-BE49-F238E27FC236}">
                    <a16:creationId xmlns:a16="http://schemas.microsoft.com/office/drawing/2014/main" id="{4703828F-11BC-4CA8-A1E8-2F1A553FFFCE}"/>
                  </a:ext>
                </a:extLst>
              </p:cNvPr>
              <p:cNvSpPr>
                <a:spLocks/>
              </p:cNvSpPr>
              <p:nvPr/>
            </p:nvSpPr>
            <p:spPr bwMode="auto">
              <a:xfrm flipH="1" flipV="1">
                <a:off x="2091" y="2066"/>
                <a:ext cx="216" cy="385"/>
              </a:xfrm>
              <a:custGeom>
                <a:avLst/>
                <a:gdLst>
                  <a:gd name="T0" fmla="*/ 0 w 21600"/>
                  <a:gd name="T1" fmla="*/ 0 h 21709"/>
                  <a:gd name="T2" fmla="*/ 0 w 21600"/>
                  <a:gd name="T3" fmla="*/ 0 h 21709"/>
                  <a:gd name="T4" fmla="*/ 0 w 21600"/>
                  <a:gd name="T5" fmla="*/ 0 h 21709"/>
                  <a:gd name="T6" fmla="*/ 0 60000 65536"/>
                  <a:gd name="T7" fmla="*/ 0 60000 65536"/>
                  <a:gd name="T8" fmla="*/ 0 60000 65536"/>
                  <a:gd name="T9" fmla="*/ 0 w 21600"/>
                  <a:gd name="T10" fmla="*/ 0 h 21709"/>
                  <a:gd name="T11" fmla="*/ 21600 w 21600"/>
                  <a:gd name="T12" fmla="*/ 21709 h 21709"/>
                </a:gdLst>
                <a:ahLst/>
                <a:cxnLst>
                  <a:cxn ang="T6">
                    <a:pos x="T0" y="T1"/>
                  </a:cxn>
                  <a:cxn ang="T7">
                    <a:pos x="T2" y="T3"/>
                  </a:cxn>
                  <a:cxn ang="T8">
                    <a:pos x="T4" y="T5"/>
                  </a:cxn>
                </a:cxnLst>
                <a:rect l="T9" t="T10" r="T11" b="T12"/>
                <a:pathLst>
                  <a:path w="21600" h="21709" fill="none" extrusionOk="0">
                    <a:moveTo>
                      <a:pt x="-1" y="0"/>
                    </a:moveTo>
                    <a:cubicBezTo>
                      <a:pt x="11929" y="0"/>
                      <a:pt x="21600" y="9670"/>
                      <a:pt x="21600" y="21600"/>
                    </a:cubicBezTo>
                    <a:cubicBezTo>
                      <a:pt x="21600" y="21636"/>
                      <a:pt x="21599" y="21672"/>
                      <a:pt x="21599" y="21708"/>
                    </a:cubicBezTo>
                  </a:path>
                  <a:path w="21600" h="21709" stroke="0" extrusionOk="0">
                    <a:moveTo>
                      <a:pt x="-1" y="0"/>
                    </a:moveTo>
                    <a:cubicBezTo>
                      <a:pt x="11929" y="0"/>
                      <a:pt x="21600" y="9670"/>
                      <a:pt x="21600" y="21600"/>
                    </a:cubicBezTo>
                    <a:cubicBezTo>
                      <a:pt x="21600" y="21636"/>
                      <a:pt x="21599" y="21672"/>
                      <a:pt x="21599" y="21708"/>
                    </a:cubicBezTo>
                    <a:lnTo>
                      <a:pt x="0" y="21600"/>
                    </a:lnTo>
                    <a:close/>
                  </a:path>
                </a:pathLst>
              </a:cu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grpSp>
        <p:grpSp>
          <p:nvGrpSpPr>
            <p:cNvPr id="12371" name="Group 318">
              <a:extLst>
                <a:ext uri="{FF2B5EF4-FFF2-40B4-BE49-F238E27FC236}">
                  <a16:creationId xmlns:a16="http://schemas.microsoft.com/office/drawing/2014/main" id="{60581ADF-64AD-4FAD-9CC2-5E35817C7519}"/>
                </a:ext>
              </a:extLst>
            </p:cNvPr>
            <p:cNvGrpSpPr>
              <a:grpSpLocks/>
            </p:cNvGrpSpPr>
            <p:nvPr/>
          </p:nvGrpSpPr>
          <p:grpSpPr bwMode="auto">
            <a:xfrm>
              <a:off x="4117" y="1688"/>
              <a:ext cx="216" cy="763"/>
              <a:chOff x="2249" y="1688"/>
              <a:chExt cx="216" cy="763"/>
            </a:xfrm>
          </p:grpSpPr>
          <p:sp>
            <p:nvSpPr>
              <p:cNvPr id="12375" name="Arc 319">
                <a:extLst>
                  <a:ext uri="{FF2B5EF4-FFF2-40B4-BE49-F238E27FC236}">
                    <a16:creationId xmlns:a16="http://schemas.microsoft.com/office/drawing/2014/main" id="{FD95C064-0C3B-4059-8453-F6D06F6C26F0}"/>
                  </a:ext>
                </a:extLst>
              </p:cNvPr>
              <p:cNvSpPr>
                <a:spLocks/>
              </p:cNvSpPr>
              <p:nvPr/>
            </p:nvSpPr>
            <p:spPr bwMode="auto">
              <a:xfrm flipH="1">
                <a:off x="2249" y="1688"/>
                <a:ext cx="126" cy="385"/>
              </a:xfrm>
              <a:custGeom>
                <a:avLst/>
                <a:gdLst>
                  <a:gd name="T0" fmla="*/ 0 w 21600"/>
                  <a:gd name="T1" fmla="*/ 0 h 21709"/>
                  <a:gd name="T2" fmla="*/ 0 w 21600"/>
                  <a:gd name="T3" fmla="*/ 0 h 21709"/>
                  <a:gd name="T4" fmla="*/ 0 w 21600"/>
                  <a:gd name="T5" fmla="*/ 0 h 21709"/>
                  <a:gd name="T6" fmla="*/ 0 60000 65536"/>
                  <a:gd name="T7" fmla="*/ 0 60000 65536"/>
                  <a:gd name="T8" fmla="*/ 0 60000 65536"/>
                  <a:gd name="T9" fmla="*/ 0 w 21600"/>
                  <a:gd name="T10" fmla="*/ 0 h 21709"/>
                  <a:gd name="T11" fmla="*/ 21600 w 21600"/>
                  <a:gd name="T12" fmla="*/ 21709 h 21709"/>
                </a:gdLst>
                <a:ahLst/>
                <a:cxnLst>
                  <a:cxn ang="T6">
                    <a:pos x="T0" y="T1"/>
                  </a:cxn>
                  <a:cxn ang="T7">
                    <a:pos x="T2" y="T3"/>
                  </a:cxn>
                  <a:cxn ang="T8">
                    <a:pos x="T4" y="T5"/>
                  </a:cxn>
                </a:cxnLst>
                <a:rect l="T9" t="T10" r="T11" b="T12"/>
                <a:pathLst>
                  <a:path w="21600" h="21709" fill="none" extrusionOk="0">
                    <a:moveTo>
                      <a:pt x="-1" y="0"/>
                    </a:moveTo>
                    <a:cubicBezTo>
                      <a:pt x="11929" y="0"/>
                      <a:pt x="21600" y="9670"/>
                      <a:pt x="21600" y="21600"/>
                    </a:cubicBezTo>
                    <a:cubicBezTo>
                      <a:pt x="21600" y="21636"/>
                      <a:pt x="21599" y="21672"/>
                      <a:pt x="21599" y="21708"/>
                    </a:cubicBezTo>
                  </a:path>
                  <a:path w="21600" h="21709" stroke="0" extrusionOk="0">
                    <a:moveTo>
                      <a:pt x="-1" y="0"/>
                    </a:moveTo>
                    <a:cubicBezTo>
                      <a:pt x="11929" y="0"/>
                      <a:pt x="21600" y="9670"/>
                      <a:pt x="21600" y="21600"/>
                    </a:cubicBezTo>
                    <a:cubicBezTo>
                      <a:pt x="21600" y="21636"/>
                      <a:pt x="21599" y="21672"/>
                      <a:pt x="21599" y="21708"/>
                    </a:cubicBezTo>
                    <a:lnTo>
                      <a:pt x="0" y="21600"/>
                    </a:lnTo>
                    <a:close/>
                  </a:path>
                </a:pathLst>
              </a:cu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12376" name="Arc 320">
                <a:extLst>
                  <a:ext uri="{FF2B5EF4-FFF2-40B4-BE49-F238E27FC236}">
                    <a16:creationId xmlns:a16="http://schemas.microsoft.com/office/drawing/2014/main" id="{8DEE4463-BD6F-4F71-B65C-5B2C2A47123A}"/>
                  </a:ext>
                </a:extLst>
              </p:cNvPr>
              <p:cNvSpPr>
                <a:spLocks/>
              </p:cNvSpPr>
              <p:nvPr/>
            </p:nvSpPr>
            <p:spPr bwMode="auto">
              <a:xfrm flipH="1" flipV="1">
                <a:off x="2249" y="2066"/>
                <a:ext cx="216" cy="385"/>
              </a:xfrm>
              <a:custGeom>
                <a:avLst/>
                <a:gdLst>
                  <a:gd name="T0" fmla="*/ 0 w 21600"/>
                  <a:gd name="T1" fmla="*/ 0 h 21709"/>
                  <a:gd name="T2" fmla="*/ 0 w 21600"/>
                  <a:gd name="T3" fmla="*/ 0 h 21709"/>
                  <a:gd name="T4" fmla="*/ 0 w 21600"/>
                  <a:gd name="T5" fmla="*/ 0 h 21709"/>
                  <a:gd name="T6" fmla="*/ 0 60000 65536"/>
                  <a:gd name="T7" fmla="*/ 0 60000 65536"/>
                  <a:gd name="T8" fmla="*/ 0 60000 65536"/>
                  <a:gd name="T9" fmla="*/ 0 w 21600"/>
                  <a:gd name="T10" fmla="*/ 0 h 21709"/>
                  <a:gd name="T11" fmla="*/ 21600 w 21600"/>
                  <a:gd name="T12" fmla="*/ 21709 h 21709"/>
                </a:gdLst>
                <a:ahLst/>
                <a:cxnLst>
                  <a:cxn ang="T6">
                    <a:pos x="T0" y="T1"/>
                  </a:cxn>
                  <a:cxn ang="T7">
                    <a:pos x="T2" y="T3"/>
                  </a:cxn>
                  <a:cxn ang="T8">
                    <a:pos x="T4" y="T5"/>
                  </a:cxn>
                </a:cxnLst>
                <a:rect l="T9" t="T10" r="T11" b="T12"/>
                <a:pathLst>
                  <a:path w="21600" h="21709" fill="none" extrusionOk="0">
                    <a:moveTo>
                      <a:pt x="-1" y="0"/>
                    </a:moveTo>
                    <a:cubicBezTo>
                      <a:pt x="11929" y="0"/>
                      <a:pt x="21600" y="9670"/>
                      <a:pt x="21600" y="21600"/>
                    </a:cubicBezTo>
                    <a:cubicBezTo>
                      <a:pt x="21600" y="21636"/>
                      <a:pt x="21599" y="21672"/>
                      <a:pt x="21599" y="21708"/>
                    </a:cubicBezTo>
                  </a:path>
                  <a:path w="21600" h="21709" stroke="0" extrusionOk="0">
                    <a:moveTo>
                      <a:pt x="-1" y="0"/>
                    </a:moveTo>
                    <a:cubicBezTo>
                      <a:pt x="11929" y="0"/>
                      <a:pt x="21600" y="9670"/>
                      <a:pt x="21600" y="21600"/>
                    </a:cubicBezTo>
                    <a:cubicBezTo>
                      <a:pt x="21600" y="21636"/>
                      <a:pt x="21599" y="21672"/>
                      <a:pt x="21599" y="21708"/>
                    </a:cubicBezTo>
                    <a:lnTo>
                      <a:pt x="0" y="21600"/>
                    </a:lnTo>
                    <a:close/>
                  </a:path>
                </a:pathLst>
              </a:cu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grpSp>
        <p:grpSp>
          <p:nvGrpSpPr>
            <p:cNvPr id="12372" name="Group 321">
              <a:extLst>
                <a:ext uri="{FF2B5EF4-FFF2-40B4-BE49-F238E27FC236}">
                  <a16:creationId xmlns:a16="http://schemas.microsoft.com/office/drawing/2014/main" id="{15BA2EB6-0675-4669-86E3-7A3952C1B3F1}"/>
                </a:ext>
              </a:extLst>
            </p:cNvPr>
            <p:cNvGrpSpPr>
              <a:grpSpLocks/>
            </p:cNvGrpSpPr>
            <p:nvPr/>
          </p:nvGrpSpPr>
          <p:grpSpPr bwMode="auto">
            <a:xfrm>
              <a:off x="4276" y="1688"/>
              <a:ext cx="216" cy="763"/>
              <a:chOff x="2408" y="1688"/>
              <a:chExt cx="216" cy="763"/>
            </a:xfrm>
          </p:grpSpPr>
          <p:sp>
            <p:nvSpPr>
              <p:cNvPr id="12373" name="Arc 322">
                <a:extLst>
                  <a:ext uri="{FF2B5EF4-FFF2-40B4-BE49-F238E27FC236}">
                    <a16:creationId xmlns:a16="http://schemas.microsoft.com/office/drawing/2014/main" id="{D8A25E88-609A-4F5E-BDF8-3CE5F2B042D4}"/>
                  </a:ext>
                </a:extLst>
              </p:cNvPr>
              <p:cNvSpPr>
                <a:spLocks/>
              </p:cNvSpPr>
              <p:nvPr/>
            </p:nvSpPr>
            <p:spPr bwMode="auto">
              <a:xfrm flipH="1">
                <a:off x="2408" y="1688"/>
                <a:ext cx="126" cy="385"/>
              </a:xfrm>
              <a:custGeom>
                <a:avLst/>
                <a:gdLst>
                  <a:gd name="T0" fmla="*/ 0 w 21600"/>
                  <a:gd name="T1" fmla="*/ 0 h 21709"/>
                  <a:gd name="T2" fmla="*/ 0 w 21600"/>
                  <a:gd name="T3" fmla="*/ 0 h 21709"/>
                  <a:gd name="T4" fmla="*/ 0 w 21600"/>
                  <a:gd name="T5" fmla="*/ 0 h 21709"/>
                  <a:gd name="T6" fmla="*/ 0 60000 65536"/>
                  <a:gd name="T7" fmla="*/ 0 60000 65536"/>
                  <a:gd name="T8" fmla="*/ 0 60000 65536"/>
                  <a:gd name="T9" fmla="*/ 0 w 21600"/>
                  <a:gd name="T10" fmla="*/ 0 h 21709"/>
                  <a:gd name="T11" fmla="*/ 21600 w 21600"/>
                  <a:gd name="T12" fmla="*/ 21709 h 21709"/>
                </a:gdLst>
                <a:ahLst/>
                <a:cxnLst>
                  <a:cxn ang="T6">
                    <a:pos x="T0" y="T1"/>
                  </a:cxn>
                  <a:cxn ang="T7">
                    <a:pos x="T2" y="T3"/>
                  </a:cxn>
                  <a:cxn ang="T8">
                    <a:pos x="T4" y="T5"/>
                  </a:cxn>
                </a:cxnLst>
                <a:rect l="T9" t="T10" r="T11" b="T12"/>
                <a:pathLst>
                  <a:path w="21600" h="21709" fill="none" extrusionOk="0">
                    <a:moveTo>
                      <a:pt x="-1" y="0"/>
                    </a:moveTo>
                    <a:cubicBezTo>
                      <a:pt x="11929" y="0"/>
                      <a:pt x="21600" y="9670"/>
                      <a:pt x="21600" y="21600"/>
                    </a:cubicBezTo>
                    <a:cubicBezTo>
                      <a:pt x="21600" y="21636"/>
                      <a:pt x="21599" y="21672"/>
                      <a:pt x="21599" y="21708"/>
                    </a:cubicBezTo>
                  </a:path>
                  <a:path w="21600" h="21709" stroke="0" extrusionOk="0">
                    <a:moveTo>
                      <a:pt x="-1" y="0"/>
                    </a:moveTo>
                    <a:cubicBezTo>
                      <a:pt x="11929" y="0"/>
                      <a:pt x="21600" y="9670"/>
                      <a:pt x="21600" y="21600"/>
                    </a:cubicBezTo>
                    <a:cubicBezTo>
                      <a:pt x="21600" y="21636"/>
                      <a:pt x="21599" y="21672"/>
                      <a:pt x="21599" y="21708"/>
                    </a:cubicBezTo>
                    <a:lnTo>
                      <a:pt x="0" y="21600"/>
                    </a:lnTo>
                    <a:close/>
                  </a:path>
                </a:pathLst>
              </a:cu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12374" name="Arc 323">
                <a:extLst>
                  <a:ext uri="{FF2B5EF4-FFF2-40B4-BE49-F238E27FC236}">
                    <a16:creationId xmlns:a16="http://schemas.microsoft.com/office/drawing/2014/main" id="{6B6D12E3-C682-4420-B77E-FEA5318E8F67}"/>
                  </a:ext>
                </a:extLst>
              </p:cNvPr>
              <p:cNvSpPr>
                <a:spLocks/>
              </p:cNvSpPr>
              <p:nvPr/>
            </p:nvSpPr>
            <p:spPr bwMode="auto">
              <a:xfrm flipH="1" flipV="1">
                <a:off x="2408" y="2066"/>
                <a:ext cx="216" cy="385"/>
              </a:xfrm>
              <a:custGeom>
                <a:avLst/>
                <a:gdLst>
                  <a:gd name="T0" fmla="*/ 0 w 21600"/>
                  <a:gd name="T1" fmla="*/ 0 h 21709"/>
                  <a:gd name="T2" fmla="*/ 0 w 21600"/>
                  <a:gd name="T3" fmla="*/ 0 h 21709"/>
                  <a:gd name="T4" fmla="*/ 0 w 21600"/>
                  <a:gd name="T5" fmla="*/ 0 h 21709"/>
                  <a:gd name="T6" fmla="*/ 0 60000 65536"/>
                  <a:gd name="T7" fmla="*/ 0 60000 65536"/>
                  <a:gd name="T8" fmla="*/ 0 60000 65536"/>
                  <a:gd name="T9" fmla="*/ 0 w 21600"/>
                  <a:gd name="T10" fmla="*/ 0 h 21709"/>
                  <a:gd name="T11" fmla="*/ 21600 w 21600"/>
                  <a:gd name="T12" fmla="*/ 21709 h 21709"/>
                </a:gdLst>
                <a:ahLst/>
                <a:cxnLst>
                  <a:cxn ang="T6">
                    <a:pos x="T0" y="T1"/>
                  </a:cxn>
                  <a:cxn ang="T7">
                    <a:pos x="T2" y="T3"/>
                  </a:cxn>
                  <a:cxn ang="T8">
                    <a:pos x="T4" y="T5"/>
                  </a:cxn>
                </a:cxnLst>
                <a:rect l="T9" t="T10" r="T11" b="T12"/>
                <a:pathLst>
                  <a:path w="21600" h="21709" fill="none" extrusionOk="0">
                    <a:moveTo>
                      <a:pt x="-1" y="0"/>
                    </a:moveTo>
                    <a:cubicBezTo>
                      <a:pt x="11929" y="0"/>
                      <a:pt x="21600" y="9670"/>
                      <a:pt x="21600" y="21600"/>
                    </a:cubicBezTo>
                    <a:cubicBezTo>
                      <a:pt x="21600" y="21636"/>
                      <a:pt x="21599" y="21672"/>
                      <a:pt x="21599" y="21708"/>
                    </a:cubicBezTo>
                  </a:path>
                  <a:path w="21600" h="21709" stroke="0" extrusionOk="0">
                    <a:moveTo>
                      <a:pt x="-1" y="0"/>
                    </a:moveTo>
                    <a:cubicBezTo>
                      <a:pt x="11929" y="0"/>
                      <a:pt x="21600" y="9670"/>
                      <a:pt x="21600" y="21600"/>
                    </a:cubicBezTo>
                    <a:cubicBezTo>
                      <a:pt x="21600" y="21636"/>
                      <a:pt x="21599" y="21672"/>
                      <a:pt x="21599" y="21708"/>
                    </a:cubicBezTo>
                    <a:lnTo>
                      <a:pt x="0" y="21600"/>
                    </a:lnTo>
                    <a:close/>
                  </a:path>
                </a:pathLst>
              </a:cu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grpSp>
      </p:grpSp>
      <p:sp>
        <p:nvSpPr>
          <p:cNvPr id="98628" name="Freeform 324">
            <a:extLst>
              <a:ext uri="{FF2B5EF4-FFF2-40B4-BE49-F238E27FC236}">
                <a16:creationId xmlns:a16="http://schemas.microsoft.com/office/drawing/2014/main" id="{923DB144-0542-4539-9FF4-D1171E6AB991}"/>
              </a:ext>
            </a:extLst>
          </p:cNvPr>
          <p:cNvSpPr>
            <a:spLocks/>
          </p:cNvSpPr>
          <p:nvPr/>
        </p:nvSpPr>
        <p:spPr bwMode="auto">
          <a:xfrm>
            <a:off x="1916113" y="3692526"/>
            <a:ext cx="5715000" cy="576263"/>
          </a:xfrm>
          <a:custGeom>
            <a:avLst/>
            <a:gdLst>
              <a:gd name="T0" fmla="*/ 0 w 20000"/>
              <a:gd name="T1" fmla="*/ 0 h 20000"/>
              <a:gd name="T2" fmla="*/ 1632815439 w 20000"/>
              <a:gd name="T3" fmla="*/ 0 h 20000"/>
              <a:gd name="T4" fmla="*/ 1632815439 w 20000"/>
              <a:gd name="T5" fmla="*/ 16571567 h 20000"/>
              <a:gd name="T6" fmla="*/ 0 w 20000"/>
              <a:gd name="T7" fmla="*/ 16571567 h 20000"/>
              <a:gd name="T8" fmla="*/ 0 w 20000"/>
              <a:gd name="T9" fmla="*/ 0 h 20000"/>
              <a:gd name="T10" fmla="*/ 0 60000 65536"/>
              <a:gd name="T11" fmla="*/ 0 60000 65536"/>
              <a:gd name="T12" fmla="*/ 0 60000 65536"/>
              <a:gd name="T13" fmla="*/ 0 60000 65536"/>
              <a:gd name="T14" fmla="*/ 0 60000 65536"/>
              <a:gd name="T15" fmla="*/ 0 w 20000"/>
              <a:gd name="T16" fmla="*/ 0 h 20000"/>
              <a:gd name="T17" fmla="*/ 20000 w 20000"/>
              <a:gd name="T18" fmla="*/ 20000 h 20000"/>
            </a:gdLst>
            <a:ahLst/>
            <a:cxnLst>
              <a:cxn ang="T10">
                <a:pos x="T0" y="T1"/>
              </a:cxn>
              <a:cxn ang="T11">
                <a:pos x="T2" y="T3"/>
              </a:cxn>
              <a:cxn ang="T12">
                <a:pos x="T4" y="T5"/>
              </a:cxn>
              <a:cxn ang="T13">
                <a:pos x="T6" y="T7"/>
              </a:cxn>
              <a:cxn ang="T14">
                <a:pos x="T8" y="T9"/>
              </a:cxn>
            </a:cxnLst>
            <a:rect l="T15" t="T16" r="T17" b="T18"/>
            <a:pathLst>
              <a:path w="20000" h="20000">
                <a:moveTo>
                  <a:pt x="0" y="0"/>
                </a:moveTo>
                <a:lnTo>
                  <a:pt x="19997" y="0"/>
                </a:lnTo>
                <a:lnTo>
                  <a:pt x="19997" y="19961"/>
                </a:lnTo>
                <a:lnTo>
                  <a:pt x="0" y="19961"/>
                </a:lnTo>
                <a:lnTo>
                  <a:pt x="0" y="0"/>
                </a:lnTo>
                <a:close/>
              </a:path>
            </a:pathLst>
          </a:custGeom>
          <a:gradFill rotWithShape="0">
            <a:gsLst>
              <a:gs pos="0">
                <a:srgbClr val="66CCFF"/>
              </a:gs>
              <a:gs pos="100000">
                <a:srgbClr val="B2B2B2"/>
              </a:gs>
            </a:gsLst>
            <a:lin ang="2700000" scaled="1"/>
          </a:gradFill>
          <a:ln w="9525">
            <a:miter lim="800000"/>
            <a:headEnd/>
            <a:tailEnd/>
          </a:ln>
          <a:scene3d>
            <a:camera prst="legacyObliqueTopLeft"/>
            <a:lightRig rig="legacyFlat3" dir="t"/>
          </a:scene3d>
          <a:sp3d extrusionH="430200" prstMaterial="legacyMatte">
            <a:bevelT w="13500" h="13500" prst="angle"/>
            <a:bevelB w="13500" h="13500" prst="angle"/>
            <a:extrusionClr>
              <a:srgbClr val="B2B2B2"/>
            </a:extrusionClr>
            <a:contourClr>
              <a:srgbClr val="66CCFF"/>
            </a:contourClr>
          </a:sp3d>
        </p:spPr>
        <p:txBody>
          <a:bodyPr>
            <a:flatTx/>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98629" name="AutoShape 325">
            <a:extLst>
              <a:ext uri="{FF2B5EF4-FFF2-40B4-BE49-F238E27FC236}">
                <a16:creationId xmlns:a16="http://schemas.microsoft.com/office/drawing/2014/main" id="{4F37FB7C-40F3-4554-9F9A-70C32B80869F}"/>
              </a:ext>
            </a:extLst>
          </p:cNvPr>
          <p:cNvSpPr>
            <a:spLocks noChangeArrowheads="1"/>
          </p:cNvSpPr>
          <p:nvPr/>
        </p:nvSpPr>
        <p:spPr bwMode="auto">
          <a:xfrm>
            <a:off x="4248150" y="3789363"/>
            <a:ext cx="1036638" cy="360362"/>
          </a:xfrm>
          <a:prstGeom prst="leftArrow">
            <a:avLst>
              <a:gd name="adj1" fmla="val 50000"/>
              <a:gd name="adj2" fmla="val 71916"/>
            </a:avLst>
          </a:prstGeom>
          <a:solidFill>
            <a:schemeClr val="accent2">
              <a:alpha val="50195"/>
            </a:schemeClr>
          </a:solidFill>
          <a:ln>
            <a:noFill/>
          </a:ln>
          <a:extLst>
            <a:ext uri="{91240B29-F687-4F45-9708-019B960494DF}">
              <a14:hiddenLine xmlns:a14="http://schemas.microsoft.com/office/drawing/2010/main" w="9525">
                <a:solidFill>
                  <a:srgbClr val="000000"/>
                </a:solidFill>
                <a:miter lim="800000"/>
                <a:headEnd/>
                <a:tailEnd type="none" w="sm" len="med"/>
              </a14:hiddenLine>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a:r>
              <a:rPr lang="es-ES_tradnl" altLang="en-US">
                <a:solidFill>
                  <a:srgbClr val="FF0000"/>
                </a:solidFill>
              </a:rPr>
              <a:t>B</a:t>
            </a:r>
            <a:endParaRPr lang="es-ES" altLang="en-US">
              <a:solidFill>
                <a:srgbClr val="FF0000"/>
              </a:solidFill>
            </a:endParaRPr>
          </a:p>
        </p:txBody>
      </p:sp>
      <p:grpSp>
        <p:nvGrpSpPr>
          <p:cNvPr id="22" name="Group 326">
            <a:extLst>
              <a:ext uri="{FF2B5EF4-FFF2-40B4-BE49-F238E27FC236}">
                <a16:creationId xmlns:a16="http://schemas.microsoft.com/office/drawing/2014/main" id="{11ABFB1D-3131-4421-8591-CD5EE098980B}"/>
              </a:ext>
            </a:extLst>
          </p:cNvPr>
          <p:cNvGrpSpPr>
            <a:grpSpLocks/>
          </p:cNvGrpSpPr>
          <p:nvPr/>
        </p:nvGrpSpPr>
        <p:grpSpPr bwMode="auto">
          <a:xfrm>
            <a:off x="2058989" y="3248025"/>
            <a:ext cx="5233987" cy="2236788"/>
            <a:chOff x="1242" y="1688"/>
            <a:chExt cx="3297" cy="1409"/>
          </a:xfrm>
        </p:grpSpPr>
        <p:sp>
          <p:nvSpPr>
            <p:cNvPr id="12306" name="Line 327">
              <a:extLst>
                <a:ext uri="{FF2B5EF4-FFF2-40B4-BE49-F238E27FC236}">
                  <a16:creationId xmlns:a16="http://schemas.microsoft.com/office/drawing/2014/main" id="{F301BAE1-108F-416D-BA46-9A00CB191871}"/>
                </a:ext>
              </a:extLst>
            </p:cNvPr>
            <p:cNvSpPr>
              <a:spLocks noChangeShapeType="1"/>
            </p:cNvSpPr>
            <p:nvPr/>
          </p:nvSpPr>
          <p:spPr bwMode="auto">
            <a:xfrm>
              <a:off x="1340" y="2451"/>
              <a:ext cx="0" cy="242"/>
            </a:xfrm>
            <a:prstGeom prst="line">
              <a:avLst/>
            </a:prstGeom>
            <a:noFill/>
            <a:ln w="38100">
              <a:solidFill>
                <a:srgbClr val="0000FF"/>
              </a:solidFill>
              <a:round/>
              <a:headEnd type="none" w="sm" len="med"/>
              <a:tailEnd type="none" w="sm" len="med"/>
            </a:ln>
            <a:extLst>
              <a:ext uri="{909E8E84-426E-40DD-AFC4-6F175D3DCCD1}">
                <a14:hiddenFill xmlns:a14="http://schemas.microsoft.com/office/drawing/2010/main">
                  <a:noFill/>
                </a14:hiddenFill>
              </a:ext>
            </a:extLst>
          </p:spPr>
          <p:txBody>
            <a:bodyPr/>
            <a:lstStyle/>
            <a:p>
              <a:endParaRPr lang="en-US"/>
            </a:p>
          </p:txBody>
        </p:sp>
        <p:sp>
          <p:nvSpPr>
            <p:cNvPr id="12307" name="Line 328">
              <a:extLst>
                <a:ext uri="{FF2B5EF4-FFF2-40B4-BE49-F238E27FC236}">
                  <a16:creationId xmlns:a16="http://schemas.microsoft.com/office/drawing/2014/main" id="{A756D138-A94A-4E4B-AF80-D22DEC828DED}"/>
                </a:ext>
              </a:extLst>
            </p:cNvPr>
            <p:cNvSpPr>
              <a:spLocks noChangeShapeType="1"/>
            </p:cNvSpPr>
            <p:nvPr/>
          </p:nvSpPr>
          <p:spPr bwMode="auto">
            <a:xfrm>
              <a:off x="1242" y="2693"/>
              <a:ext cx="198" cy="0"/>
            </a:xfrm>
            <a:prstGeom prst="line">
              <a:avLst/>
            </a:prstGeom>
            <a:noFill/>
            <a:ln w="38100">
              <a:solidFill>
                <a:srgbClr val="0000FF"/>
              </a:solidFill>
              <a:round/>
              <a:headEnd type="none" w="sm" len="med"/>
              <a:tailEnd type="none" w="sm" len="med"/>
            </a:ln>
            <a:extLst>
              <a:ext uri="{909E8E84-426E-40DD-AFC4-6F175D3DCCD1}">
                <a14:hiddenFill xmlns:a14="http://schemas.microsoft.com/office/drawing/2010/main">
                  <a:noFill/>
                </a14:hiddenFill>
              </a:ext>
            </a:extLst>
          </p:spPr>
          <p:txBody>
            <a:bodyPr/>
            <a:lstStyle/>
            <a:p>
              <a:endParaRPr lang="en-US"/>
            </a:p>
          </p:txBody>
        </p:sp>
        <p:sp>
          <p:nvSpPr>
            <p:cNvPr id="12308" name="Line 329">
              <a:extLst>
                <a:ext uri="{FF2B5EF4-FFF2-40B4-BE49-F238E27FC236}">
                  <a16:creationId xmlns:a16="http://schemas.microsoft.com/office/drawing/2014/main" id="{CBA20E7C-6CCC-4028-B444-01D942B294A9}"/>
                </a:ext>
              </a:extLst>
            </p:cNvPr>
            <p:cNvSpPr>
              <a:spLocks noChangeShapeType="1"/>
            </p:cNvSpPr>
            <p:nvPr/>
          </p:nvSpPr>
          <p:spPr bwMode="auto">
            <a:xfrm>
              <a:off x="1288" y="2732"/>
              <a:ext cx="99" cy="0"/>
            </a:xfrm>
            <a:prstGeom prst="line">
              <a:avLst/>
            </a:prstGeom>
            <a:noFill/>
            <a:ln w="38100">
              <a:solidFill>
                <a:srgbClr val="0000FF"/>
              </a:solidFill>
              <a:round/>
              <a:headEnd type="none" w="sm" len="med"/>
              <a:tailEnd type="none" w="sm" len="med"/>
            </a:ln>
            <a:extLst>
              <a:ext uri="{909E8E84-426E-40DD-AFC4-6F175D3DCCD1}">
                <a14:hiddenFill xmlns:a14="http://schemas.microsoft.com/office/drawing/2010/main">
                  <a:noFill/>
                </a14:hiddenFill>
              </a:ext>
            </a:extLst>
          </p:spPr>
          <p:txBody>
            <a:bodyPr/>
            <a:lstStyle/>
            <a:p>
              <a:endParaRPr lang="en-US"/>
            </a:p>
          </p:txBody>
        </p:sp>
        <p:sp>
          <p:nvSpPr>
            <p:cNvPr id="12309" name="Line 330">
              <a:extLst>
                <a:ext uri="{FF2B5EF4-FFF2-40B4-BE49-F238E27FC236}">
                  <a16:creationId xmlns:a16="http://schemas.microsoft.com/office/drawing/2014/main" id="{CF4F3EA5-A5E7-408F-B4A0-B53AEA725A88}"/>
                </a:ext>
              </a:extLst>
            </p:cNvPr>
            <p:cNvSpPr>
              <a:spLocks noChangeShapeType="1"/>
            </p:cNvSpPr>
            <p:nvPr/>
          </p:nvSpPr>
          <p:spPr bwMode="auto">
            <a:xfrm>
              <a:off x="1340" y="2732"/>
              <a:ext cx="0" cy="242"/>
            </a:xfrm>
            <a:prstGeom prst="line">
              <a:avLst/>
            </a:prstGeom>
            <a:noFill/>
            <a:ln w="38100">
              <a:solidFill>
                <a:srgbClr val="0000FF"/>
              </a:solidFill>
              <a:round/>
              <a:headEnd type="none" w="sm" len="med"/>
              <a:tailEnd type="none" w="sm" len="med"/>
            </a:ln>
            <a:extLst>
              <a:ext uri="{909E8E84-426E-40DD-AFC4-6F175D3DCCD1}">
                <a14:hiddenFill xmlns:a14="http://schemas.microsoft.com/office/drawing/2010/main">
                  <a:noFill/>
                </a14:hiddenFill>
              </a:ext>
            </a:extLst>
          </p:spPr>
          <p:txBody>
            <a:bodyPr/>
            <a:lstStyle/>
            <a:p>
              <a:endParaRPr lang="en-US"/>
            </a:p>
          </p:txBody>
        </p:sp>
        <p:sp>
          <p:nvSpPr>
            <p:cNvPr id="12310" name="Line 331">
              <a:extLst>
                <a:ext uri="{FF2B5EF4-FFF2-40B4-BE49-F238E27FC236}">
                  <a16:creationId xmlns:a16="http://schemas.microsoft.com/office/drawing/2014/main" id="{5F346A3A-EE33-4973-9297-31346773ACEE}"/>
                </a:ext>
              </a:extLst>
            </p:cNvPr>
            <p:cNvSpPr>
              <a:spLocks noChangeShapeType="1"/>
            </p:cNvSpPr>
            <p:nvPr/>
          </p:nvSpPr>
          <p:spPr bwMode="auto">
            <a:xfrm>
              <a:off x="1340" y="2974"/>
              <a:ext cx="131" cy="2"/>
            </a:xfrm>
            <a:prstGeom prst="line">
              <a:avLst/>
            </a:prstGeom>
            <a:noFill/>
            <a:ln w="38100">
              <a:solidFill>
                <a:srgbClr val="0000FF"/>
              </a:solidFill>
              <a:round/>
              <a:headEnd type="none" w="sm" len="med"/>
              <a:tailEnd type="none" w="sm" len="med"/>
            </a:ln>
            <a:extLst>
              <a:ext uri="{909E8E84-426E-40DD-AFC4-6F175D3DCCD1}">
                <a14:hiddenFill xmlns:a14="http://schemas.microsoft.com/office/drawing/2010/main">
                  <a:noFill/>
                </a14:hiddenFill>
              </a:ext>
            </a:extLst>
          </p:spPr>
          <p:txBody>
            <a:bodyPr/>
            <a:lstStyle/>
            <a:p>
              <a:endParaRPr lang="en-US"/>
            </a:p>
          </p:txBody>
        </p:sp>
        <p:sp>
          <p:nvSpPr>
            <p:cNvPr id="12311" name="Freeform 332">
              <a:extLst>
                <a:ext uri="{FF2B5EF4-FFF2-40B4-BE49-F238E27FC236}">
                  <a16:creationId xmlns:a16="http://schemas.microsoft.com/office/drawing/2014/main" id="{3B300FEC-9D69-4B00-B402-66D808B86A7C}"/>
                </a:ext>
              </a:extLst>
            </p:cNvPr>
            <p:cNvSpPr>
              <a:spLocks/>
            </p:cNvSpPr>
            <p:nvPr/>
          </p:nvSpPr>
          <p:spPr bwMode="auto">
            <a:xfrm>
              <a:off x="1472" y="2854"/>
              <a:ext cx="498" cy="243"/>
            </a:xfrm>
            <a:custGeom>
              <a:avLst/>
              <a:gdLst>
                <a:gd name="T0" fmla="*/ 0 w 20000"/>
                <a:gd name="T1" fmla="*/ 1 h 20000"/>
                <a:gd name="T2" fmla="*/ 1 w 20000"/>
                <a:gd name="T3" fmla="*/ 1 h 20000"/>
                <a:gd name="T4" fmla="*/ 1 w 20000"/>
                <a:gd name="T5" fmla="*/ 0 h 20000"/>
                <a:gd name="T6" fmla="*/ 2 w 20000"/>
                <a:gd name="T7" fmla="*/ 3 h 20000"/>
                <a:gd name="T8" fmla="*/ 3 w 20000"/>
                <a:gd name="T9" fmla="*/ 0 h 20000"/>
                <a:gd name="T10" fmla="*/ 4 w 20000"/>
                <a:gd name="T11" fmla="*/ 3 h 20000"/>
                <a:gd name="T12" fmla="*/ 5 w 20000"/>
                <a:gd name="T13" fmla="*/ 0 h 20000"/>
                <a:gd name="T14" fmla="*/ 6 w 20000"/>
                <a:gd name="T15" fmla="*/ 3 h 20000"/>
                <a:gd name="T16" fmla="*/ 8 w 20000"/>
                <a:gd name="T17" fmla="*/ 0 h 20000"/>
                <a:gd name="T18" fmla="*/ 9 w 20000"/>
                <a:gd name="T19" fmla="*/ 3 h 20000"/>
                <a:gd name="T20" fmla="*/ 10 w 20000"/>
                <a:gd name="T21" fmla="*/ 0 h 20000"/>
                <a:gd name="T22" fmla="*/ 11 w 20000"/>
                <a:gd name="T23" fmla="*/ 3 h 20000"/>
                <a:gd name="T24" fmla="*/ 11 w 20000"/>
                <a:gd name="T25" fmla="*/ 1 h 20000"/>
                <a:gd name="T26" fmla="*/ 12 w 20000"/>
                <a:gd name="T27" fmla="*/ 1 h 200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0000"/>
                <a:gd name="T43" fmla="*/ 0 h 20000"/>
                <a:gd name="T44" fmla="*/ 20000 w 20000"/>
                <a:gd name="T45" fmla="*/ 20000 h 200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0000" h="20000">
                  <a:moveTo>
                    <a:pt x="0" y="9971"/>
                  </a:moveTo>
                  <a:lnTo>
                    <a:pt x="1435" y="9971"/>
                  </a:lnTo>
                  <a:lnTo>
                    <a:pt x="2245" y="0"/>
                  </a:lnTo>
                  <a:lnTo>
                    <a:pt x="3889" y="19942"/>
                  </a:lnTo>
                  <a:lnTo>
                    <a:pt x="5532" y="0"/>
                  </a:lnTo>
                  <a:lnTo>
                    <a:pt x="7176" y="19942"/>
                  </a:lnTo>
                  <a:lnTo>
                    <a:pt x="8843" y="0"/>
                  </a:lnTo>
                  <a:lnTo>
                    <a:pt x="10486" y="19942"/>
                  </a:lnTo>
                  <a:lnTo>
                    <a:pt x="12153" y="0"/>
                  </a:lnTo>
                  <a:lnTo>
                    <a:pt x="13773" y="19942"/>
                  </a:lnTo>
                  <a:lnTo>
                    <a:pt x="15440" y="0"/>
                  </a:lnTo>
                  <a:lnTo>
                    <a:pt x="17083" y="19942"/>
                  </a:lnTo>
                  <a:lnTo>
                    <a:pt x="17917" y="9971"/>
                  </a:lnTo>
                  <a:lnTo>
                    <a:pt x="19977" y="9971"/>
                  </a:lnTo>
                </a:path>
              </a:pathLst>
            </a:custGeom>
            <a:noFill/>
            <a:ln w="38100">
              <a:solidFill>
                <a:srgbClr val="00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12312" name="Freeform 333">
              <a:extLst>
                <a:ext uri="{FF2B5EF4-FFF2-40B4-BE49-F238E27FC236}">
                  <a16:creationId xmlns:a16="http://schemas.microsoft.com/office/drawing/2014/main" id="{3C3799E7-FF6E-4A26-945F-FDABA8D8252C}"/>
                </a:ext>
              </a:extLst>
            </p:cNvPr>
            <p:cNvSpPr>
              <a:spLocks/>
            </p:cNvSpPr>
            <p:nvPr/>
          </p:nvSpPr>
          <p:spPr bwMode="auto">
            <a:xfrm>
              <a:off x="2226" y="2451"/>
              <a:ext cx="395" cy="525"/>
            </a:xfrm>
            <a:custGeom>
              <a:avLst/>
              <a:gdLst>
                <a:gd name="T0" fmla="*/ 8 w 20000"/>
                <a:gd name="T1" fmla="*/ 0 h 20000"/>
                <a:gd name="T2" fmla="*/ 8 w 20000"/>
                <a:gd name="T3" fmla="*/ 14 h 20000"/>
                <a:gd name="T4" fmla="*/ 0 w 20000"/>
                <a:gd name="T5" fmla="*/ 14 h 20000"/>
                <a:gd name="T6" fmla="*/ 0 60000 65536"/>
                <a:gd name="T7" fmla="*/ 0 60000 65536"/>
                <a:gd name="T8" fmla="*/ 0 60000 65536"/>
                <a:gd name="T9" fmla="*/ 0 w 20000"/>
                <a:gd name="T10" fmla="*/ 0 h 20000"/>
                <a:gd name="T11" fmla="*/ 20000 w 20000"/>
                <a:gd name="T12" fmla="*/ 20000 h 20000"/>
              </a:gdLst>
              <a:ahLst/>
              <a:cxnLst>
                <a:cxn ang="T6">
                  <a:pos x="T0" y="T1"/>
                </a:cxn>
                <a:cxn ang="T7">
                  <a:pos x="T2" y="T3"/>
                </a:cxn>
                <a:cxn ang="T8">
                  <a:pos x="T4" y="T5"/>
                </a:cxn>
              </a:cxnLst>
              <a:rect l="T9" t="T10" r="T11" b="T12"/>
              <a:pathLst>
                <a:path w="20000" h="20000">
                  <a:moveTo>
                    <a:pt x="19971" y="0"/>
                  </a:moveTo>
                  <a:lnTo>
                    <a:pt x="19971" y="19973"/>
                  </a:lnTo>
                  <a:lnTo>
                    <a:pt x="0" y="19973"/>
                  </a:lnTo>
                </a:path>
              </a:pathLst>
            </a:custGeom>
            <a:noFill/>
            <a:ln w="38100">
              <a:solidFill>
                <a:srgbClr val="0000FF"/>
              </a:solidFill>
              <a:round/>
              <a:headEnd type="none" w="sm" len="med"/>
              <a:tailEnd type="none" w="sm" len="me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12313" name="Line 334">
              <a:extLst>
                <a:ext uri="{FF2B5EF4-FFF2-40B4-BE49-F238E27FC236}">
                  <a16:creationId xmlns:a16="http://schemas.microsoft.com/office/drawing/2014/main" id="{AEB3EECD-0040-44A7-A766-18515E86CD76}"/>
                </a:ext>
              </a:extLst>
            </p:cNvPr>
            <p:cNvSpPr>
              <a:spLocks noChangeShapeType="1"/>
            </p:cNvSpPr>
            <p:nvPr/>
          </p:nvSpPr>
          <p:spPr bwMode="auto">
            <a:xfrm>
              <a:off x="3211" y="2451"/>
              <a:ext cx="1" cy="525"/>
            </a:xfrm>
            <a:prstGeom prst="line">
              <a:avLst/>
            </a:prstGeom>
            <a:noFill/>
            <a:ln w="38100">
              <a:solidFill>
                <a:srgbClr val="0000FF"/>
              </a:solidFill>
              <a:round/>
              <a:headEnd type="none" w="sm" len="med"/>
              <a:tailEnd type="none" w="sm" len="med"/>
            </a:ln>
            <a:extLst>
              <a:ext uri="{909E8E84-426E-40DD-AFC4-6F175D3DCCD1}">
                <a14:hiddenFill xmlns:a14="http://schemas.microsoft.com/office/drawing/2010/main">
                  <a:noFill/>
                </a14:hiddenFill>
              </a:ext>
            </a:extLst>
          </p:spPr>
          <p:txBody>
            <a:bodyPr/>
            <a:lstStyle/>
            <a:p>
              <a:endParaRPr lang="en-US"/>
            </a:p>
          </p:txBody>
        </p:sp>
        <p:sp>
          <p:nvSpPr>
            <p:cNvPr id="12314" name="Line 335">
              <a:extLst>
                <a:ext uri="{FF2B5EF4-FFF2-40B4-BE49-F238E27FC236}">
                  <a16:creationId xmlns:a16="http://schemas.microsoft.com/office/drawing/2014/main" id="{09CFFF1F-FF5E-44CC-86ED-DB863578CB35}"/>
                </a:ext>
              </a:extLst>
            </p:cNvPr>
            <p:cNvSpPr>
              <a:spLocks noChangeShapeType="1"/>
            </p:cNvSpPr>
            <p:nvPr/>
          </p:nvSpPr>
          <p:spPr bwMode="auto">
            <a:xfrm>
              <a:off x="3211" y="2974"/>
              <a:ext cx="132" cy="2"/>
            </a:xfrm>
            <a:prstGeom prst="line">
              <a:avLst/>
            </a:prstGeom>
            <a:noFill/>
            <a:ln w="38100">
              <a:solidFill>
                <a:srgbClr val="0000FF"/>
              </a:solidFill>
              <a:round/>
              <a:headEnd type="none" w="sm" len="med"/>
              <a:tailEnd type="none" w="sm" len="med"/>
            </a:ln>
            <a:extLst>
              <a:ext uri="{909E8E84-426E-40DD-AFC4-6F175D3DCCD1}">
                <a14:hiddenFill xmlns:a14="http://schemas.microsoft.com/office/drawing/2010/main">
                  <a:noFill/>
                </a14:hiddenFill>
              </a:ext>
            </a:extLst>
          </p:spPr>
          <p:txBody>
            <a:bodyPr/>
            <a:lstStyle/>
            <a:p>
              <a:endParaRPr lang="en-US"/>
            </a:p>
          </p:txBody>
        </p:sp>
        <p:sp>
          <p:nvSpPr>
            <p:cNvPr id="12315" name="Freeform 336">
              <a:extLst>
                <a:ext uri="{FF2B5EF4-FFF2-40B4-BE49-F238E27FC236}">
                  <a16:creationId xmlns:a16="http://schemas.microsoft.com/office/drawing/2014/main" id="{AFDB2731-074B-4D26-BDE1-003F111BC836}"/>
                </a:ext>
              </a:extLst>
            </p:cNvPr>
            <p:cNvSpPr>
              <a:spLocks/>
            </p:cNvSpPr>
            <p:nvPr/>
          </p:nvSpPr>
          <p:spPr bwMode="auto">
            <a:xfrm>
              <a:off x="3342" y="2854"/>
              <a:ext cx="496" cy="243"/>
            </a:xfrm>
            <a:custGeom>
              <a:avLst/>
              <a:gdLst>
                <a:gd name="T0" fmla="*/ 0 w 20000"/>
                <a:gd name="T1" fmla="*/ 1 h 20000"/>
                <a:gd name="T2" fmla="*/ 1 w 20000"/>
                <a:gd name="T3" fmla="*/ 1 h 20000"/>
                <a:gd name="T4" fmla="*/ 1 w 20000"/>
                <a:gd name="T5" fmla="*/ 0 h 20000"/>
                <a:gd name="T6" fmla="*/ 2 w 20000"/>
                <a:gd name="T7" fmla="*/ 3 h 20000"/>
                <a:gd name="T8" fmla="*/ 3 w 20000"/>
                <a:gd name="T9" fmla="*/ 0 h 20000"/>
                <a:gd name="T10" fmla="*/ 4 w 20000"/>
                <a:gd name="T11" fmla="*/ 3 h 20000"/>
                <a:gd name="T12" fmla="*/ 5 w 20000"/>
                <a:gd name="T13" fmla="*/ 0 h 20000"/>
                <a:gd name="T14" fmla="*/ 6 w 20000"/>
                <a:gd name="T15" fmla="*/ 3 h 20000"/>
                <a:gd name="T16" fmla="*/ 7 w 20000"/>
                <a:gd name="T17" fmla="*/ 0 h 20000"/>
                <a:gd name="T18" fmla="*/ 8 w 20000"/>
                <a:gd name="T19" fmla="*/ 3 h 20000"/>
                <a:gd name="T20" fmla="*/ 9 w 20000"/>
                <a:gd name="T21" fmla="*/ 0 h 20000"/>
                <a:gd name="T22" fmla="*/ 11 w 20000"/>
                <a:gd name="T23" fmla="*/ 3 h 20000"/>
                <a:gd name="T24" fmla="*/ 11 w 20000"/>
                <a:gd name="T25" fmla="*/ 1 h 20000"/>
                <a:gd name="T26" fmla="*/ 12 w 20000"/>
                <a:gd name="T27" fmla="*/ 1 h 200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0000"/>
                <a:gd name="T43" fmla="*/ 0 h 20000"/>
                <a:gd name="T44" fmla="*/ 20000 w 20000"/>
                <a:gd name="T45" fmla="*/ 20000 h 200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0000" h="20000">
                  <a:moveTo>
                    <a:pt x="0" y="9971"/>
                  </a:moveTo>
                  <a:lnTo>
                    <a:pt x="1435" y="9971"/>
                  </a:lnTo>
                  <a:lnTo>
                    <a:pt x="2245" y="0"/>
                  </a:lnTo>
                  <a:lnTo>
                    <a:pt x="3889" y="19942"/>
                  </a:lnTo>
                  <a:lnTo>
                    <a:pt x="5532" y="0"/>
                  </a:lnTo>
                  <a:lnTo>
                    <a:pt x="7176" y="19942"/>
                  </a:lnTo>
                  <a:lnTo>
                    <a:pt x="8843" y="0"/>
                  </a:lnTo>
                  <a:lnTo>
                    <a:pt x="10486" y="19942"/>
                  </a:lnTo>
                  <a:lnTo>
                    <a:pt x="12153" y="0"/>
                  </a:lnTo>
                  <a:lnTo>
                    <a:pt x="13773" y="19942"/>
                  </a:lnTo>
                  <a:lnTo>
                    <a:pt x="15440" y="0"/>
                  </a:lnTo>
                  <a:lnTo>
                    <a:pt x="17083" y="19942"/>
                  </a:lnTo>
                  <a:lnTo>
                    <a:pt x="17917" y="9971"/>
                  </a:lnTo>
                  <a:lnTo>
                    <a:pt x="19977" y="9971"/>
                  </a:lnTo>
                </a:path>
              </a:pathLst>
            </a:custGeom>
            <a:noFill/>
            <a:ln w="38100">
              <a:solidFill>
                <a:srgbClr val="00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12316" name="Freeform 337">
              <a:extLst>
                <a:ext uri="{FF2B5EF4-FFF2-40B4-BE49-F238E27FC236}">
                  <a16:creationId xmlns:a16="http://schemas.microsoft.com/office/drawing/2014/main" id="{A12A861D-99BF-4D5D-AE00-1FFA71BD7A08}"/>
                </a:ext>
              </a:extLst>
            </p:cNvPr>
            <p:cNvSpPr>
              <a:spLocks/>
            </p:cNvSpPr>
            <p:nvPr/>
          </p:nvSpPr>
          <p:spPr bwMode="auto">
            <a:xfrm>
              <a:off x="3834" y="2451"/>
              <a:ext cx="656" cy="525"/>
            </a:xfrm>
            <a:custGeom>
              <a:avLst/>
              <a:gdLst>
                <a:gd name="T0" fmla="*/ 21 w 20000"/>
                <a:gd name="T1" fmla="*/ 0 h 20000"/>
                <a:gd name="T2" fmla="*/ 21 w 20000"/>
                <a:gd name="T3" fmla="*/ 14 h 20000"/>
                <a:gd name="T4" fmla="*/ 0 w 20000"/>
                <a:gd name="T5" fmla="*/ 14 h 20000"/>
                <a:gd name="T6" fmla="*/ 0 60000 65536"/>
                <a:gd name="T7" fmla="*/ 0 60000 65536"/>
                <a:gd name="T8" fmla="*/ 0 60000 65536"/>
                <a:gd name="T9" fmla="*/ 0 w 20000"/>
                <a:gd name="T10" fmla="*/ 0 h 20000"/>
                <a:gd name="T11" fmla="*/ 20000 w 20000"/>
                <a:gd name="T12" fmla="*/ 20000 h 20000"/>
              </a:gdLst>
              <a:ahLst/>
              <a:cxnLst>
                <a:cxn ang="T6">
                  <a:pos x="T0" y="T1"/>
                </a:cxn>
                <a:cxn ang="T7">
                  <a:pos x="T2" y="T3"/>
                </a:cxn>
                <a:cxn ang="T8">
                  <a:pos x="T4" y="T5"/>
                </a:cxn>
              </a:cxnLst>
              <a:rect l="T9" t="T10" r="T11" b="T12"/>
              <a:pathLst>
                <a:path w="20000" h="20000">
                  <a:moveTo>
                    <a:pt x="19982" y="0"/>
                  </a:moveTo>
                  <a:lnTo>
                    <a:pt x="19982" y="19973"/>
                  </a:lnTo>
                  <a:lnTo>
                    <a:pt x="0" y="19973"/>
                  </a:lnTo>
                </a:path>
              </a:pathLst>
            </a:custGeom>
            <a:noFill/>
            <a:ln w="38100">
              <a:solidFill>
                <a:srgbClr val="0000FF"/>
              </a:solidFill>
              <a:round/>
              <a:headEnd type="none" w="sm" len="med"/>
              <a:tailEnd type="none" w="sm" len="me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grpSp>
          <p:nvGrpSpPr>
            <p:cNvPr id="12317" name="Group 338">
              <a:extLst>
                <a:ext uri="{FF2B5EF4-FFF2-40B4-BE49-F238E27FC236}">
                  <a16:creationId xmlns:a16="http://schemas.microsoft.com/office/drawing/2014/main" id="{160ABDE7-D544-4F8F-A891-6887B4B68E59}"/>
                </a:ext>
              </a:extLst>
            </p:cNvPr>
            <p:cNvGrpSpPr>
              <a:grpSpLocks/>
            </p:cNvGrpSpPr>
            <p:nvPr/>
          </p:nvGrpSpPr>
          <p:grpSpPr bwMode="auto">
            <a:xfrm>
              <a:off x="1340" y="1688"/>
              <a:ext cx="218" cy="763"/>
              <a:chOff x="1340" y="1688"/>
              <a:chExt cx="218" cy="763"/>
            </a:xfrm>
          </p:grpSpPr>
          <p:sp>
            <p:nvSpPr>
              <p:cNvPr id="12363" name="Arc 339">
                <a:extLst>
                  <a:ext uri="{FF2B5EF4-FFF2-40B4-BE49-F238E27FC236}">
                    <a16:creationId xmlns:a16="http://schemas.microsoft.com/office/drawing/2014/main" id="{8AABF8D9-3BAD-4759-809A-5825A7E43828}"/>
                  </a:ext>
                </a:extLst>
              </p:cNvPr>
              <p:cNvSpPr>
                <a:spLocks/>
              </p:cNvSpPr>
              <p:nvPr/>
            </p:nvSpPr>
            <p:spPr bwMode="auto">
              <a:xfrm>
                <a:off x="1421" y="1688"/>
                <a:ext cx="137" cy="397"/>
              </a:xfrm>
              <a:custGeom>
                <a:avLst/>
                <a:gdLst>
                  <a:gd name="T0" fmla="*/ 0 w 21600"/>
                  <a:gd name="T1" fmla="*/ 0 h 21709"/>
                  <a:gd name="T2" fmla="*/ 0 w 21600"/>
                  <a:gd name="T3" fmla="*/ 0 h 21709"/>
                  <a:gd name="T4" fmla="*/ 0 w 21600"/>
                  <a:gd name="T5" fmla="*/ 0 h 21709"/>
                  <a:gd name="T6" fmla="*/ 0 60000 65536"/>
                  <a:gd name="T7" fmla="*/ 0 60000 65536"/>
                  <a:gd name="T8" fmla="*/ 0 60000 65536"/>
                  <a:gd name="T9" fmla="*/ 0 w 21600"/>
                  <a:gd name="T10" fmla="*/ 0 h 21709"/>
                  <a:gd name="T11" fmla="*/ 21600 w 21600"/>
                  <a:gd name="T12" fmla="*/ 21709 h 21709"/>
                </a:gdLst>
                <a:ahLst/>
                <a:cxnLst>
                  <a:cxn ang="T6">
                    <a:pos x="T0" y="T1"/>
                  </a:cxn>
                  <a:cxn ang="T7">
                    <a:pos x="T2" y="T3"/>
                  </a:cxn>
                  <a:cxn ang="T8">
                    <a:pos x="T4" y="T5"/>
                  </a:cxn>
                </a:cxnLst>
                <a:rect l="T9" t="T10" r="T11" b="T12"/>
                <a:pathLst>
                  <a:path w="21600" h="21709" fill="none" extrusionOk="0">
                    <a:moveTo>
                      <a:pt x="-1" y="0"/>
                    </a:moveTo>
                    <a:cubicBezTo>
                      <a:pt x="11929" y="0"/>
                      <a:pt x="21600" y="9670"/>
                      <a:pt x="21600" y="21600"/>
                    </a:cubicBezTo>
                    <a:cubicBezTo>
                      <a:pt x="21600" y="21636"/>
                      <a:pt x="21599" y="21672"/>
                      <a:pt x="21599" y="21708"/>
                    </a:cubicBezTo>
                  </a:path>
                  <a:path w="21600" h="21709" stroke="0" extrusionOk="0">
                    <a:moveTo>
                      <a:pt x="-1" y="0"/>
                    </a:moveTo>
                    <a:cubicBezTo>
                      <a:pt x="11929" y="0"/>
                      <a:pt x="21600" y="9670"/>
                      <a:pt x="21600" y="21600"/>
                    </a:cubicBezTo>
                    <a:cubicBezTo>
                      <a:pt x="21600" y="21636"/>
                      <a:pt x="21599" y="21672"/>
                      <a:pt x="21599" y="21708"/>
                    </a:cubicBezTo>
                    <a:lnTo>
                      <a:pt x="0" y="21600"/>
                    </a:lnTo>
                    <a:close/>
                  </a:path>
                </a:pathLst>
              </a:cu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12364" name="Arc 340">
                <a:extLst>
                  <a:ext uri="{FF2B5EF4-FFF2-40B4-BE49-F238E27FC236}">
                    <a16:creationId xmlns:a16="http://schemas.microsoft.com/office/drawing/2014/main" id="{0AF121FD-92EF-4B33-A6E3-8592AF21B7A3}"/>
                  </a:ext>
                </a:extLst>
              </p:cNvPr>
              <p:cNvSpPr>
                <a:spLocks/>
              </p:cNvSpPr>
              <p:nvPr/>
            </p:nvSpPr>
            <p:spPr bwMode="auto">
              <a:xfrm flipV="1">
                <a:off x="1340" y="2079"/>
                <a:ext cx="218" cy="372"/>
              </a:xfrm>
              <a:custGeom>
                <a:avLst/>
                <a:gdLst>
                  <a:gd name="T0" fmla="*/ 0 w 21600"/>
                  <a:gd name="T1" fmla="*/ 0 h 21709"/>
                  <a:gd name="T2" fmla="*/ 0 w 21600"/>
                  <a:gd name="T3" fmla="*/ 0 h 21709"/>
                  <a:gd name="T4" fmla="*/ 0 w 21600"/>
                  <a:gd name="T5" fmla="*/ 0 h 21709"/>
                  <a:gd name="T6" fmla="*/ 0 60000 65536"/>
                  <a:gd name="T7" fmla="*/ 0 60000 65536"/>
                  <a:gd name="T8" fmla="*/ 0 60000 65536"/>
                  <a:gd name="T9" fmla="*/ 0 w 21600"/>
                  <a:gd name="T10" fmla="*/ 0 h 21709"/>
                  <a:gd name="T11" fmla="*/ 21600 w 21600"/>
                  <a:gd name="T12" fmla="*/ 21709 h 21709"/>
                </a:gdLst>
                <a:ahLst/>
                <a:cxnLst>
                  <a:cxn ang="T6">
                    <a:pos x="T0" y="T1"/>
                  </a:cxn>
                  <a:cxn ang="T7">
                    <a:pos x="T2" y="T3"/>
                  </a:cxn>
                  <a:cxn ang="T8">
                    <a:pos x="T4" y="T5"/>
                  </a:cxn>
                </a:cxnLst>
                <a:rect l="T9" t="T10" r="T11" b="T12"/>
                <a:pathLst>
                  <a:path w="21600" h="21709" fill="none" extrusionOk="0">
                    <a:moveTo>
                      <a:pt x="-1" y="0"/>
                    </a:moveTo>
                    <a:cubicBezTo>
                      <a:pt x="11929" y="0"/>
                      <a:pt x="21600" y="9670"/>
                      <a:pt x="21600" y="21600"/>
                    </a:cubicBezTo>
                    <a:cubicBezTo>
                      <a:pt x="21600" y="21636"/>
                      <a:pt x="21599" y="21672"/>
                      <a:pt x="21599" y="21708"/>
                    </a:cubicBezTo>
                  </a:path>
                  <a:path w="21600" h="21709" stroke="0" extrusionOk="0">
                    <a:moveTo>
                      <a:pt x="-1" y="0"/>
                    </a:moveTo>
                    <a:cubicBezTo>
                      <a:pt x="11929" y="0"/>
                      <a:pt x="21600" y="9670"/>
                      <a:pt x="21600" y="21600"/>
                    </a:cubicBezTo>
                    <a:cubicBezTo>
                      <a:pt x="21600" y="21636"/>
                      <a:pt x="21599" y="21672"/>
                      <a:pt x="21599" y="21708"/>
                    </a:cubicBezTo>
                    <a:lnTo>
                      <a:pt x="0" y="21600"/>
                    </a:lnTo>
                    <a:close/>
                  </a:path>
                </a:pathLst>
              </a:cu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grpSp>
        <p:grpSp>
          <p:nvGrpSpPr>
            <p:cNvPr id="12318" name="Group 341">
              <a:extLst>
                <a:ext uri="{FF2B5EF4-FFF2-40B4-BE49-F238E27FC236}">
                  <a16:creationId xmlns:a16="http://schemas.microsoft.com/office/drawing/2014/main" id="{C1CD4D61-8208-4AB4-8267-C9AAF9C4B092}"/>
                </a:ext>
              </a:extLst>
            </p:cNvPr>
            <p:cNvGrpSpPr>
              <a:grpSpLocks/>
            </p:cNvGrpSpPr>
            <p:nvPr/>
          </p:nvGrpSpPr>
          <p:grpSpPr bwMode="auto">
            <a:xfrm>
              <a:off x="1497" y="1688"/>
              <a:ext cx="218" cy="763"/>
              <a:chOff x="1497" y="1688"/>
              <a:chExt cx="218" cy="763"/>
            </a:xfrm>
          </p:grpSpPr>
          <p:sp>
            <p:nvSpPr>
              <p:cNvPr id="12361" name="Arc 342">
                <a:extLst>
                  <a:ext uri="{FF2B5EF4-FFF2-40B4-BE49-F238E27FC236}">
                    <a16:creationId xmlns:a16="http://schemas.microsoft.com/office/drawing/2014/main" id="{032C2ADD-BD14-410C-9261-9FC2AA483BF6}"/>
                  </a:ext>
                </a:extLst>
              </p:cNvPr>
              <p:cNvSpPr>
                <a:spLocks/>
              </p:cNvSpPr>
              <p:nvPr/>
            </p:nvSpPr>
            <p:spPr bwMode="auto">
              <a:xfrm>
                <a:off x="1578" y="1688"/>
                <a:ext cx="137" cy="397"/>
              </a:xfrm>
              <a:custGeom>
                <a:avLst/>
                <a:gdLst>
                  <a:gd name="T0" fmla="*/ 0 w 21600"/>
                  <a:gd name="T1" fmla="*/ 0 h 21709"/>
                  <a:gd name="T2" fmla="*/ 0 w 21600"/>
                  <a:gd name="T3" fmla="*/ 0 h 21709"/>
                  <a:gd name="T4" fmla="*/ 0 w 21600"/>
                  <a:gd name="T5" fmla="*/ 0 h 21709"/>
                  <a:gd name="T6" fmla="*/ 0 60000 65536"/>
                  <a:gd name="T7" fmla="*/ 0 60000 65536"/>
                  <a:gd name="T8" fmla="*/ 0 60000 65536"/>
                  <a:gd name="T9" fmla="*/ 0 w 21600"/>
                  <a:gd name="T10" fmla="*/ 0 h 21709"/>
                  <a:gd name="T11" fmla="*/ 21600 w 21600"/>
                  <a:gd name="T12" fmla="*/ 21709 h 21709"/>
                </a:gdLst>
                <a:ahLst/>
                <a:cxnLst>
                  <a:cxn ang="T6">
                    <a:pos x="T0" y="T1"/>
                  </a:cxn>
                  <a:cxn ang="T7">
                    <a:pos x="T2" y="T3"/>
                  </a:cxn>
                  <a:cxn ang="T8">
                    <a:pos x="T4" y="T5"/>
                  </a:cxn>
                </a:cxnLst>
                <a:rect l="T9" t="T10" r="T11" b="T12"/>
                <a:pathLst>
                  <a:path w="21600" h="21709" fill="none" extrusionOk="0">
                    <a:moveTo>
                      <a:pt x="-1" y="0"/>
                    </a:moveTo>
                    <a:cubicBezTo>
                      <a:pt x="11929" y="0"/>
                      <a:pt x="21600" y="9670"/>
                      <a:pt x="21600" y="21600"/>
                    </a:cubicBezTo>
                    <a:cubicBezTo>
                      <a:pt x="21600" y="21636"/>
                      <a:pt x="21599" y="21672"/>
                      <a:pt x="21599" y="21708"/>
                    </a:cubicBezTo>
                  </a:path>
                  <a:path w="21600" h="21709" stroke="0" extrusionOk="0">
                    <a:moveTo>
                      <a:pt x="-1" y="0"/>
                    </a:moveTo>
                    <a:cubicBezTo>
                      <a:pt x="11929" y="0"/>
                      <a:pt x="21600" y="9670"/>
                      <a:pt x="21600" y="21600"/>
                    </a:cubicBezTo>
                    <a:cubicBezTo>
                      <a:pt x="21600" y="21636"/>
                      <a:pt x="21599" y="21672"/>
                      <a:pt x="21599" y="21708"/>
                    </a:cubicBezTo>
                    <a:lnTo>
                      <a:pt x="0" y="21600"/>
                    </a:lnTo>
                    <a:close/>
                  </a:path>
                </a:pathLst>
              </a:cu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12362" name="Arc 343">
                <a:extLst>
                  <a:ext uri="{FF2B5EF4-FFF2-40B4-BE49-F238E27FC236}">
                    <a16:creationId xmlns:a16="http://schemas.microsoft.com/office/drawing/2014/main" id="{C07F7E9D-05C2-4E38-AAEF-F7581668AD63}"/>
                  </a:ext>
                </a:extLst>
              </p:cNvPr>
              <p:cNvSpPr>
                <a:spLocks/>
              </p:cNvSpPr>
              <p:nvPr/>
            </p:nvSpPr>
            <p:spPr bwMode="auto">
              <a:xfrm flipV="1">
                <a:off x="1497" y="2079"/>
                <a:ext cx="218" cy="372"/>
              </a:xfrm>
              <a:custGeom>
                <a:avLst/>
                <a:gdLst>
                  <a:gd name="T0" fmla="*/ 0 w 21600"/>
                  <a:gd name="T1" fmla="*/ 0 h 21709"/>
                  <a:gd name="T2" fmla="*/ 0 w 21600"/>
                  <a:gd name="T3" fmla="*/ 0 h 21709"/>
                  <a:gd name="T4" fmla="*/ 0 w 21600"/>
                  <a:gd name="T5" fmla="*/ 0 h 21709"/>
                  <a:gd name="T6" fmla="*/ 0 60000 65536"/>
                  <a:gd name="T7" fmla="*/ 0 60000 65536"/>
                  <a:gd name="T8" fmla="*/ 0 60000 65536"/>
                  <a:gd name="T9" fmla="*/ 0 w 21600"/>
                  <a:gd name="T10" fmla="*/ 0 h 21709"/>
                  <a:gd name="T11" fmla="*/ 21600 w 21600"/>
                  <a:gd name="T12" fmla="*/ 21709 h 21709"/>
                </a:gdLst>
                <a:ahLst/>
                <a:cxnLst>
                  <a:cxn ang="T6">
                    <a:pos x="T0" y="T1"/>
                  </a:cxn>
                  <a:cxn ang="T7">
                    <a:pos x="T2" y="T3"/>
                  </a:cxn>
                  <a:cxn ang="T8">
                    <a:pos x="T4" y="T5"/>
                  </a:cxn>
                </a:cxnLst>
                <a:rect l="T9" t="T10" r="T11" b="T12"/>
                <a:pathLst>
                  <a:path w="21600" h="21709" fill="none" extrusionOk="0">
                    <a:moveTo>
                      <a:pt x="-1" y="0"/>
                    </a:moveTo>
                    <a:cubicBezTo>
                      <a:pt x="11929" y="0"/>
                      <a:pt x="21600" y="9670"/>
                      <a:pt x="21600" y="21600"/>
                    </a:cubicBezTo>
                    <a:cubicBezTo>
                      <a:pt x="21600" y="21636"/>
                      <a:pt x="21599" y="21672"/>
                      <a:pt x="21599" y="21708"/>
                    </a:cubicBezTo>
                  </a:path>
                  <a:path w="21600" h="21709" stroke="0" extrusionOk="0">
                    <a:moveTo>
                      <a:pt x="-1" y="0"/>
                    </a:moveTo>
                    <a:cubicBezTo>
                      <a:pt x="11929" y="0"/>
                      <a:pt x="21600" y="9670"/>
                      <a:pt x="21600" y="21600"/>
                    </a:cubicBezTo>
                    <a:cubicBezTo>
                      <a:pt x="21600" y="21636"/>
                      <a:pt x="21599" y="21672"/>
                      <a:pt x="21599" y="21708"/>
                    </a:cubicBezTo>
                    <a:lnTo>
                      <a:pt x="0" y="21600"/>
                    </a:lnTo>
                    <a:close/>
                  </a:path>
                </a:pathLst>
              </a:cu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grpSp>
        <p:grpSp>
          <p:nvGrpSpPr>
            <p:cNvPr id="12319" name="Group 344">
              <a:extLst>
                <a:ext uri="{FF2B5EF4-FFF2-40B4-BE49-F238E27FC236}">
                  <a16:creationId xmlns:a16="http://schemas.microsoft.com/office/drawing/2014/main" id="{45C6345A-D893-479D-8705-D90CF671BCB9}"/>
                </a:ext>
              </a:extLst>
            </p:cNvPr>
            <p:cNvGrpSpPr>
              <a:grpSpLocks/>
            </p:cNvGrpSpPr>
            <p:nvPr/>
          </p:nvGrpSpPr>
          <p:grpSpPr bwMode="auto">
            <a:xfrm>
              <a:off x="1657" y="1688"/>
              <a:ext cx="218" cy="763"/>
              <a:chOff x="1657" y="1688"/>
              <a:chExt cx="218" cy="763"/>
            </a:xfrm>
          </p:grpSpPr>
          <p:sp>
            <p:nvSpPr>
              <p:cNvPr id="12359" name="Arc 345">
                <a:extLst>
                  <a:ext uri="{FF2B5EF4-FFF2-40B4-BE49-F238E27FC236}">
                    <a16:creationId xmlns:a16="http://schemas.microsoft.com/office/drawing/2014/main" id="{5B5CA22E-C901-412D-89BE-FF637F33D21C}"/>
                  </a:ext>
                </a:extLst>
              </p:cNvPr>
              <p:cNvSpPr>
                <a:spLocks/>
              </p:cNvSpPr>
              <p:nvPr/>
            </p:nvSpPr>
            <p:spPr bwMode="auto">
              <a:xfrm>
                <a:off x="1738" y="1688"/>
                <a:ext cx="137" cy="397"/>
              </a:xfrm>
              <a:custGeom>
                <a:avLst/>
                <a:gdLst>
                  <a:gd name="T0" fmla="*/ 0 w 21600"/>
                  <a:gd name="T1" fmla="*/ 0 h 21709"/>
                  <a:gd name="T2" fmla="*/ 0 w 21600"/>
                  <a:gd name="T3" fmla="*/ 0 h 21709"/>
                  <a:gd name="T4" fmla="*/ 0 w 21600"/>
                  <a:gd name="T5" fmla="*/ 0 h 21709"/>
                  <a:gd name="T6" fmla="*/ 0 60000 65536"/>
                  <a:gd name="T7" fmla="*/ 0 60000 65536"/>
                  <a:gd name="T8" fmla="*/ 0 60000 65536"/>
                  <a:gd name="T9" fmla="*/ 0 w 21600"/>
                  <a:gd name="T10" fmla="*/ 0 h 21709"/>
                  <a:gd name="T11" fmla="*/ 21600 w 21600"/>
                  <a:gd name="T12" fmla="*/ 21709 h 21709"/>
                </a:gdLst>
                <a:ahLst/>
                <a:cxnLst>
                  <a:cxn ang="T6">
                    <a:pos x="T0" y="T1"/>
                  </a:cxn>
                  <a:cxn ang="T7">
                    <a:pos x="T2" y="T3"/>
                  </a:cxn>
                  <a:cxn ang="T8">
                    <a:pos x="T4" y="T5"/>
                  </a:cxn>
                </a:cxnLst>
                <a:rect l="T9" t="T10" r="T11" b="T12"/>
                <a:pathLst>
                  <a:path w="21600" h="21709" fill="none" extrusionOk="0">
                    <a:moveTo>
                      <a:pt x="-1" y="0"/>
                    </a:moveTo>
                    <a:cubicBezTo>
                      <a:pt x="11929" y="0"/>
                      <a:pt x="21600" y="9670"/>
                      <a:pt x="21600" y="21600"/>
                    </a:cubicBezTo>
                    <a:cubicBezTo>
                      <a:pt x="21600" y="21636"/>
                      <a:pt x="21599" y="21672"/>
                      <a:pt x="21599" y="21708"/>
                    </a:cubicBezTo>
                  </a:path>
                  <a:path w="21600" h="21709" stroke="0" extrusionOk="0">
                    <a:moveTo>
                      <a:pt x="-1" y="0"/>
                    </a:moveTo>
                    <a:cubicBezTo>
                      <a:pt x="11929" y="0"/>
                      <a:pt x="21600" y="9670"/>
                      <a:pt x="21600" y="21600"/>
                    </a:cubicBezTo>
                    <a:cubicBezTo>
                      <a:pt x="21600" y="21636"/>
                      <a:pt x="21599" y="21672"/>
                      <a:pt x="21599" y="21708"/>
                    </a:cubicBezTo>
                    <a:lnTo>
                      <a:pt x="0" y="21600"/>
                    </a:lnTo>
                    <a:close/>
                  </a:path>
                </a:pathLst>
              </a:cu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12360" name="Arc 346">
                <a:extLst>
                  <a:ext uri="{FF2B5EF4-FFF2-40B4-BE49-F238E27FC236}">
                    <a16:creationId xmlns:a16="http://schemas.microsoft.com/office/drawing/2014/main" id="{33D58D98-34C8-4BC4-A0AA-5AF9CF653189}"/>
                  </a:ext>
                </a:extLst>
              </p:cNvPr>
              <p:cNvSpPr>
                <a:spLocks/>
              </p:cNvSpPr>
              <p:nvPr/>
            </p:nvSpPr>
            <p:spPr bwMode="auto">
              <a:xfrm flipV="1">
                <a:off x="1657" y="2079"/>
                <a:ext cx="218" cy="372"/>
              </a:xfrm>
              <a:custGeom>
                <a:avLst/>
                <a:gdLst>
                  <a:gd name="T0" fmla="*/ 0 w 21600"/>
                  <a:gd name="T1" fmla="*/ 0 h 21709"/>
                  <a:gd name="T2" fmla="*/ 0 w 21600"/>
                  <a:gd name="T3" fmla="*/ 0 h 21709"/>
                  <a:gd name="T4" fmla="*/ 0 w 21600"/>
                  <a:gd name="T5" fmla="*/ 0 h 21709"/>
                  <a:gd name="T6" fmla="*/ 0 60000 65536"/>
                  <a:gd name="T7" fmla="*/ 0 60000 65536"/>
                  <a:gd name="T8" fmla="*/ 0 60000 65536"/>
                  <a:gd name="T9" fmla="*/ 0 w 21600"/>
                  <a:gd name="T10" fmla="*/ 0 h 21709"/>
                  <a:gd name="T11" fmla="*/ 21600 w 21600"/>
                  <a:gd name="T12" fmla="*/ 21709 h 21709"/>
                </a:gdLst>
                <a:ahLst/>
                <a:cxnLst>
                  <a:cxn ang="T6">
                    <a:pos x="T0" y="T1"/>
                  </a:cxn>
                  <a:cxn ang="T7">
                    <a:pos x="T2" y="T3"/>
                  </a:cxn>
                  <a:cxn ang="T8">
                    <a:pos x="T4" y="T5"/>
                  </a:cxn>
                </a:cxnLst>
                <a:rect l="T9" t="T10" r="T11" b="T12"/>
                <a:pathLst>
                  <a:path w="21600" h="21709" fill="none" extrusionOk="0">
                    <a:moveTo>
                      <a:pt x="-1" y="0"/>
                    </a:moveTo>
                    <a:cubicBezTo>
                      <a:pt x="11929" y="0"/>
                      <a:pt x="21600" y="9670"/>
                      <a:pt x="21600" y="21600"/>
                    </a:cubicBezTo>
                    <a:cubicBezTo>
                      <a:pt x="21600" y="21636"/>
                      <a:pt x="21599" y="21672"/>
                      <a:pt x="21599" y="21708"/>
                    </a:cubicBezTo>
                  </a:path>
                  <a:path w="21600" h="21709" stroke="0" extrusionOk="0">
                    <a:moveTo>
                      <a:pt x="-1" y="0"/>
                    </a:moveTo>
                    <a:cubicBezTo>
                      <a:pt x="11929" y="0"/>
                      <a:pt x="21600" y="9670"/>
                      <a:pt x="21600" y="21600"/>
                    </a:cubicBezTo>
                    <a:cubicBezTo>
                      <a:pt x="21600" y="21636"/>
                      <a:pt x="21599" y="21672"/>
                      <a:pt x="21599" y="21708"/>
                    </a:cubicBezTo>
                    <a:lnTo>
                      <a:pt x="0" y="21600"/>
                    </a:lnTo>
                    <a:close/>
                  </a:path>
                </a:pathLst>
              </a:cu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grpSp>
        <p:grpSp>
          <p:nvGrpSpPr>
            <p:cNvPr id="12320" name="Group 347">
              <a:extLst>
                <a:ext uri="{FF2B5EF4-FFF2-40B4-BE49-F238E27FC236}">
                  <a16:creationId xmlns:a16="http://schemas.microsoft.com/office/drawing/2014/main" id="{3B03B362-F689-4BDD-9675-1753AE6CBE9E}"/>
                </a:ext>
              </a:extLst>
            </p:cNvPr>
            <p:cNvGrpSpPr>
              <a:grpSpLocks/>
            </p:cNvGrpSpPr>
            <p:nvPr/>
          </p:nvGrpSpPr>
          <p:grpSpPr bwMode="auto">
            <a:xfrm>
              <a:off x="1818" y="1688"/>
              <a:ext cx="218" cy="763"/>
              <a:chOff x="1818" y="1688"/>
              <a:chExt cx="218" cy="763"/>
            </a:xfrm>
          </p:grpSpPr>
          <p:sp>
            <p:nvSpPr>
              <p:cNvPr id="12357" name="Arc 348">
                <a:extLst>
                  <a:ext uri="{FF2B5EF4-FFF2-40B4-BE49-F238E27FC236}">
                    <a16:creationId xmlns:a16="http://schemas.microsoft.com/office/drawing/2014/main" id="{47660928-E5BC-4682-BFB7-708553A4D435}"/>
                  </a:ext>
                </a:extLst>
              </p:cNvPr>
              <p:cNvSpPr>
                <a:spLocks/>
              </p:cNvSpPr>
              <p:nvPr/>
            </p:nvSpPr>
            <p:spPr bwMode="auto">
              <a:xfrm>
                <a:off x="1899" y="1688"/>
                <a:ext cx="137" cy="397"/>
              </a:xfrm>
              <a:custGeom>
                <a:avLst/>
                <a:gdLst>
                  <a:gd name="T0" fmla="*/ 0 w 21600"/>
                  <a:gd name="T1" fmla="*/ 0 h 21709"/>
                  <a:gd name="T2" fmla="*/ 0 w 21600"/>
                  <a:gd name="T3" fmla="*/ 0 h 21709"/>
                  <a:gd name="T4" fmla="*/ 0 w 21600"/>
                  <a:gd name="T5" fmla="*/ 0 h 21709"/>
                  <a:gd name="T6" fmla="*/ 0 60000 65536"/>
                  <a:gd name="T7" fmla="*/ 0 60000 65536"/>
                  <a:gd name="T8" fmla="*/ 0 60000 65536"/>
                  <a:gd name="T9" fmla="*/ 0 w 21600"/>
                  <a:gd name="T10" fmla="*/ 0 h 21709"/>
                  <a:gd name="T11" fmla="*/ 21600 w 21600"/>
                  <a:gd name="T12" fmla="*/ 21709 h 21709"/>
                </a:gdLst>
                <a:ahLst/>
                <a:cxnLst>
                  <a:cxn ang="T6">
                    <a:pos x="T0" y="T1"/>
                  </a:cxn>
                  <a:cxn ang="T7">
                    <a:pos x="T2" y="T3"/>
                  </a:cxn>
                  <a:cxn ang="T8">
                    <a:pos x="T4" y="T5"/>
                  </a:cxn>
                </a:cxnLst>
                <a:rect l="T9" t="T10" r="T11" b="T12"/>
                <a:pathLst>
                  <a:path w="21600" h="21709" fill="none" extrusionOk="0">
                    <a:moveTo>
                      <a:pt x="-1" y="0"/>
                    </a:moveTo>
                    <a:cubicBezTo>
                      <a:pt x="11929" y="0"/>
                      <a:pt x="21600" y="9670"/>
                      <a:pt x="21600" y="21600"/>
                    </a:cubicBezTo>
                    <a:cubicBezTo>
                      <a:pt x="21600" y="21636"/>
                      <a:pt x="21599" y="21672"/>
                      <a:pt x="21599" y="21708"/>
                    </a:cubicBezTo>
                  </a:path>
                  <a:path w="21600" h="21709" stroke="0" extrusionOk="0">
                    <a:moveTo>
                      <a:pt x="-1" y="0"/>
                    </a:moveTo>
                    <a:cubicBezTo>
                      <a:pt x="11929" y="0"/>
                      <a:pt x="21600" y="9670"/>
                      <a:pt x="21600" y="21600"/>
                    </a:cubicBezTo>
                    <a:cubicBezTo>
                      <a:pt x="21600" y="21636"/>
                      <a:pt x="21599" y="21672"/>
                      <a:pt x="21599" y="21708"/>
                    </a:cubicBezTo>
                    <a:lnTo>
                      <a:pt x="0" y="21600"/>
                    </a:lnTo>
                    <a:close/>
                  </a:path>
                </a:pathLst>
              </a:cu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12358" name="Arc 349">
                <a:extLst>
                  <a:ext uri="{FF2B5EF4-FFF2-40B4-BE49-F238E27FC236}">
                    <a16:creationId xmlns:a16="http://schemas.microsoft.com/office/drawing/2014/main" id="{79F37658-4BB0-4DA7-ABB8-30F9796493C8}"/>
                  </a:ext>
                </a:extLst>
              </p:cNvPr>
              <p:cNvSpPr>
                <a:spLocks/>
              </p:cNvSpPr>
              <p:nvPr/>
            </p:nvSpPr>
            <p:spPr bwMode="auto">
              <a:xfrm flipV="1">
                <a:off x="1818" y="2079"/>
                <a:ext cx="218" cy="372"/>
              </a:xfrm>
              <a:custGeom>
                <a:avLst/>
                <a:gdLst>
                  <a:gd name="T0" fmla="*/ 0 w 21600"/>
                  <a:gd name="T1" fmla="*/ 0 h 21709"/>
                  <a:gd name="T2" fmla="*/ 0 w 21600"/>
                  <a:gd name="T3" fmla="*/ 0 h 21709"/>
                  <a:gd name="T4" fmla="*/ 0 w 21600"/>
                  <a:gd name="T5" fmla="*/ 0 h 21709"/>
                  <a:gd name="T6" fmla="*/ 0 60000 65536"/>
                  <a:gd name="T7" fmla="*/ 0 60000 65536"/>
                  <a:gd name="T8" fmla="*/ 0 60000 65536"/>
                  <a:gd name="T9" fmla="*/ 0 w 21600"/>
                  <a:gd name="T10" fmla="*/ 0 h 21709"/>
                  <a:gd name="T11" fmla="*/ 21600 w 21600"/>
                  <a:gd name="T12" fmla="*/ 21709 h 21709"/>
                </a:gdLst>
                <a:ahLst/>
                <a:cxnLst>
                  <a:cxn ang="T6">
                    <a:pos x="T0" y="T1"/>
                  </a:cxn>
                  <a:cxn ang="T7">
                    <a:pos x="T2" y="T3"/>
                  </a:cxn>
                  <a:cxn ang="T8">
                    <a:pos x="T4" y="T5"/>
                  </a:cxn>
                </a:cxnLst>
                <a:rect l="T9" t="T10" r="T11" b="T12"/>
                <a:pathLst>
                  <a:path w="21600" h="21709" fill="none" extrusionOk="0">
                    <a:moveTo>
                      <a:pt x="-1" y="0"/>
                    </a:moveTo>
                    <a:cubicBezTo>
                      <a:pt x="11929" y="0"/>
                      <a:pt x="21600" y="9670"/>
                      <a:pt x="21600" y="21600"/>
                    </a:cubicBezTo>
                    <a:cubicBezTo>
                      <a:pt x="21600" y="21636"/>
                      <a:pt x="21599" y="21672"/>
                      <a:pt x="21599" y="21708"/>
                    </a:cubicBezTo>
                  </a:path>
                  <a:path w="21600" h="21709" stroke="0" extrusionOk="0">
                    <a:moveTo>
                      <a:pt x="-1" y="0"/>
                    </a:moveTo>
                    <a:cubicBezTo>
                      <a:pt x="11929" y="0"/>
                      <a:pt x="21600" y="9670"/>
                      <a:pt x="21600" y="21600"/>
                    </a:cubicBezTo>
                    <a:cubicBezTo>
                      <a:pt x="21600" y="21636"/>
                      <a:pt x="21599" y="21672"/>
                      <a:pt x="21599" y="21708"/>
                    </a:cubicBezTo>
                    <a:lnTo>
                      <a:pt x="0" y="21600"/>
                    </a:lnTo>
                    <a:close/>
                  </a:path>
                </a:pathLst>
              </a:cu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grpSp>
        <p:grpSp>
          <p:nvGrpSpPr>
            <p:cNvPr id="12321" name="Group 350">
              <a:extLst>
                <a:ext uri="{FF2B5EF4-FFF2-40B4-BE49-F238E27FC236}">
                  <a16:creationId xmlns:a16="http://schemas.microsoft.com/office/drawing/2014/main" id="{4FDF030C-613C-4C73-8611-A0C191DEC2BA}"/>
                </a:ext>
              </a:extLst>
            </p:cNvPr>
            <p:cNvGrpSpPr>
              <a:grpSpLocks/>
            </p:cNvGrpSpPr>
            <p:nvPr/>
          </p:nvGrpSpPr>
          <p:grpSpPr bwMode="auto">
            <a:xfrm>
              <a:off x="1977" y="1688"/>
              <a:ext cx="218" cy="763"/>
              <a:chOff x="1977" y="1688"/>
              <a:chExt cx="218" cy="763"/>
            </a:xfrm>
          </p:grpSpPr>
          <p:sp>
            <p:nvSpPr>
              <p:cNvPr id="12355" name="Arc 351">
                <a:extLst>
                  <a:ext uri="{FF2B5EF4-FFF2-40B4-BE49-F238E27FC236}">
                    <a16:creationId xmlns:a16="http://schemas.microsoft.com/office/drawing/2014/main" id="{F980DF1B-B5E6-4924-B27D-EDB747084CAD}"/>
                  </a:ext>
                </a:extLst>
              </p:cNvPr>
              <p:cNvSpPr>
                <a:spLocks/>
              </p:cNvSpPr>
              <p:nvPr/>
            </p:nvSpPr>
            <p:spPr bwMode="auto">
              <a:xfrm>
                <a:off x="2058" y="1688"/>
                <a:ext cx="137" cy="397"/>
              </a:xfrm>
              <a:custGeom>
                <a:avLst/>
                <a:gdLst>
                  <a:gd name="T0" fmla="*/ 0 w 21600"/>
                  <a:gd name="T1" fmla="*/ 0 h 21709"/>
                  <a:gd name="T2" fmla="*/ 0 w 21600"/>
                  <a:gd name="T3" fmla="*/ 0 h 21709"/>
                  <a:gd name="T4" fmla="*/ 0 w 21600"/>
                  <a:gd name="T5" fmla="*/ 0 h 21709"/>
                  <a:gd name="T6" fmla="*/ 0 60000 65536"/>
                  <a:gd name="T7" fmla="*/ 0 60000 65536"/>
                  <a:gd name="T8" fmla="*/ 0 60000 65536"/>
                  <a:gd name="T9" fmla="*/ 0 w 21600"/>
                  <a:gd name="T10" fmla="*/ 0 h 21709"/>
                  <a:gd name="T11" fmla="*/ 21600 w 21600"/>
                  <a:gd name="T12" fmla="*/ 21709 h 21709"/>
                </a:gdLst>
                <a:ahLst/>
                <a:cxnLst>
                  <a:cxn ang="T6">
                    <a:pos x="T0" y="T1"/>
                  </a:cxn>
                  <a:cxn ang="T7">
                    <a:pos x="T2" y="T3"/>
                  </a:cxn>
                  <a:cxn ang="T8">
                    <a:pos x="T4" y="T5"/>
                  </a:cxn>
                </a:cxnLst>
                <a:rect l="T9" t="T10" r="T11" b="T12"/>
                <a:pathLst>
                  <a:path w="21600" h="21709" fill="none" extrusionOk="0">
                    <a:moveTo>
                      <a:pt x="-1" y="0"/>
                    </a:moveTo>
                    <a:cubicBezTo>
                      <a:pt x="11929" y="0"/>
                      <a:pt x="21600" y="9670"/>
                      <a:pt x="21600" y="21600"/>
                    </a:cubicBezTo>
                    <a:cubicBezTo>
                      <a:pt x="21600" y="21636"/>
                      <a:pt x="21599" y="21672"/>
                      <a:pt x="21599" y="21708"/>
                    </a:cubicBezTo>
                  </a:path>
                  <a:path w="21600" h="21709" stroke="0" extrusionOk="0">
                    <a:moveTo>
                      <a:pt x="-1" y="0"/>
                    </a:moveTo>
                    <a:cubicBezTo>
                      <a:pt x="11929" y="0"/>
                      <a:pt x="21600" y="9670"/>
                      <a:pt x="21600" y="21600"/>
                    </a:cubicBezTo>
                    <a:cubicBezTo>
                      <a:pt x="21600" y="21636"/>
                      <a:pt x="21599" y="21672"/>
                      <a:pt x="21599" y="21708"/>
                    </a:cubicBezTo>
                    <a:lnTo>
                      <a:pt x="0" y="21600"/>
                    </a:lnTo>
                    <a:close/>
                  </a:path>
                </a:pathLst>
              </a:cu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12356" name="Arc 352">
                <a:extLst>
                  <a:ext uri="{FF2B5EF4-FFF2-40B4-BE49-F238E27FC236}">
                    <a16:creationId xmlns:a16="http://schemas.microsoft.com/office/drawing/2014/main" id="{054FB531-F7E3-425E-957E-70D980A32F9F}"/>
                  </a:ext>
                </a:extLst>
              </p:cNvPr>
              <p:cNvSpPr>
                <a:spLocks/>
              </p:cNvSpPr>
              <p:nvPr/>
            </p:nvSpPr>
            <p:spPr bwMode="auto">
              <a:xfrm flipV="1">
                <a:off x="1977" y="2079"/>
                <a:ext cx="218" cy="372"/>
              </a:xfrm>
              <a:custGeom>
                <a:avLst/>
                <a:gdLst>
                  <a:gd name="T0" fmla="*/ 0 w 21600"/>
                  <a:gd name="T1" fmla="*/ 0 h 21709"/>
                  <a:gd name="T2" fmla="*/ 0 w 21600"/>
                  <a:gd name="T3" fmla="*/ 0 h 21709"/>
                  <a:gd name="T4" fmla="*/ 0 w 21600"/>
                  <a:gd name="T5" fmla="*/ 0 h 21709"/>
                  <a:gd name="T6" fmla="*/ 0 60000 65536"/>
                  <a:gd name="T7" fmla="*/ 0 60000 65536"/>
                  <a:gd name="T8" fmla="*/ 0 60000 65536"/>
                  <a:gd name="T9" fmla="*/ 0 w 21600"/>
                  <a:gd name="T10" fmla="*/ 0 h 21709"/>
                  <a:gd name="T11" fmla="*/ 21600 w 21600"/>
                  <a:gd name="T12" fmla="*/ 21709 h 21709"/>
                </a:gdLst>
                <a:ahLst/>
                <a:cxnLst>
                  <a:cxn ang="T6">
                    <a:pos x="T0" y="T1"/>
                  </a:cxn>
                  <a:cxn ang="T7">
                    <a:pos x="T2" y="T3"/>
                  </a:cxn>
                  <a:cxn ang="T8">
                    <a:pos x="T4" y="T5"/>
                  </a:cxn>
                </a:cxnLst>
                <a:rect l="T9" t="T10" r="T11" b="T12"/>
                <a:pathLst>
                  <a:path w="21600" h="21709" fill="none" extrusionOk="0">
                    <a:moveTo>
                      <a:pt x="-1" y="0"/>
                    </a:moveTo>
                    <a:cubicBezTo>
                      <a:pt x="11929" y="0"/>
                      <a:pt x="21600" y="9670"/>
                      <a:pt x="21600" y="21600"/>
                    </a:cubicBezTo>
                    <a:cubicBezTo>
                      <a:pt x="21600" y="21636"/>
                      <a:pt x="21599" y="21672"/>
                      <a:pt x="21599" y="21708"/>
                    </a:cubicBezTo>
                  </a:path>
                  <a:path w="21600" h="21709" stroke="0" extrusionOk="0">
                    <a:moveTo>
                      <a:pt x="-1" y="0"/>
                    </a:moveTo>
                    <a:cubicBezTo>
                      <a:pt x="11929" y="0"/>
                      <a:pt x="21600" y="9670"/>
                      <a:pt x="21600" y="21600"/>
                    </a:cubicBezTo>
                    <a:cubicBezTo>
                      <a:pt x="21600" y="21636"/>
                      <a:pt x="21599" y="21672"/>
                      <a:pt x="21599" y="21708"/>
                    </a:cubicBezTo>
                    <a:lnTo>
                      <a:pt x="0" y="21600"/>
                    </a:lnTo>
                    <a:close/>
                  </a:path>
                </a:pathLst>
              </a:cu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grpSp>
        <p:grpSp>
          <p:nvGrpSpPr>
            <p:cNvPr id="12322" name="Group 353">
              <a:extLst>
                <a:ext uri="{FF2B5EF4-FFF2-40B4-BE49-F238E27FC236}">
                  <a16:creationId xmlns:a16="http://schemas.microsoft.com/office/drawing/2014/main" id="{492AECD1-05A2-4F6D-A912-BAB5388BA7B7}"/>
                </a:ext>
              </a:extLst>
            </p:cNvPr>
            <p:cNvGrpSpPr>
              <a:grpSpLocks/>
            </p:cNvGrpSpPr>
            <p:nvPr/>
          </p:nvGrpSpPr>
          <p:grpSpPr bwMode="auto">
            <a:xfrm>
              <a:off x="2136" y="1688"/>
              <a:ext cx="218" cy="763"/>
              <a:chOff x="2136" y="1688"/>
              <a:chExt cx="218" cy="763"/>
            </a:xfrm>
          </p:grpSpPr>
          <p:sp>
            <p:nvSpPr>
              <p:cNvPr id="12353" name="Arc 354">
                <a:extLst>
                  <a:ext uri="{FF2B5EF4-FFF2-40B4-BE49-F238E27FC236}">
                    <a16:creationId xmlns:a16="http://schemas.microsoft.com/office/drawing/2014/main" id="{C8F86E05-36B7-4A48-9256-2189A538B3D7}"/>
                  </a:ext>
                </a:extLst>
              </p:cNvPr>
              <p:cNvSpPr>
                <a:spLocks/>
              </p:cNvSpPr>
              <p:nvPr/>
            </p:nvSpPr>
            <p:spPr bwMode="auto">
              <a:xfrm>
                <a:off x="2217" y="1688"/>
                <a:ext cx="137" cy="397"/>
              </a:xfrm>
              <a:custGeom>
                <a:avLst/>
                <a:gdLst>
                  <a:gd name="T0" fmla="*/ 0 w 21600"/>
                  <a:gd name="T1" fmla="*/ 0 h 21709"/>
                  <a:gd name="T2" fmla="*/ 0 w 21600"/>
                  <a:gd name="T3" fmla="*/ 0 h 21709"/>
                  <a:gd name="T4" fmla="*/ 0 w 21600"/>
                  <a:gd name="T5" fmla="*/ 0 h 21709"/>
                  <a:gd name="T6" fmla="*/ 0 60000 65536"/>
                  <a:gd name="T7" fmla="*/ 0 60000 65536"/>
                  <a:gd name="T8" fmla="*/ 0 60000 65536"/>
                  <a:gd name="T9" fmla="*/ 0 w 21600"/>
                  <a:gd name="T10" fmla="*/ 0 h 21709"/>
                  <a:gd name="T11" fmla="*/ 21600 w 21600"/>
                  <a:gd name="T12" fmla="*/ 21709 h 21709"/>
                </a:gdLst>
                <a:ahLst/>
                <a:cxnLst>
                  <a:cxn ang="T6">
                    <a:pos x="T0" y="T1"/>
                  </a:cxn>
                  <a:cxn ang="T7">
                    <a:pos x="T2" y="T3"/>
                  </a:cxn>
                  <a:cxn ang="T8">
                    <a:pos x="T4" y="T5"/>
                  </a:cxn>
                </a:cxnLst>
                <a:rect l="T9" t="T10" r="T11" b="T12"/>
                <a:pathLst>
                  <a:path w="21600" h="21709" fill="none" extrusionOk="0">
                    <a:moveTo>
                      <a:pt x="-1" y="0"/>
                    </a:moveTo>
                    <a:cubicBezTo>
                      <a:pt x="11929" y="0"/>
                      <a:pt x="21600" y="9670"/>
                      <a:pt x="21600" y="21600"/>
                    </a:cubicBezTo>
                    <a:cubicBezTo>
                      <a:pt x="21600" y="21636"/>
                      <a:pt x="21599" y="21672"/>
                      <a:pt x="21599" y="21708"/>
                    </a:cubicBezTo>
                  </a:path>
                  <a:path w="21600" h="21709" stroke="0" extrusionOk="0">
                    <a:moveTo>
                      <a:pt x="-1" y="0"/>
                    </a:moveTo>
                    <a:cubicBezTo>
                      <a:pt x="11929" y="0"/>
                      <a:pt x="21600" y="9670"/>
                      <a:pt x="21600" y="21600"/>
                    </a:cubicBezTo>
                    <a:cubicBezTo>
                      <a:pt x="21600" y="21636"/>
                      <a:pt x="21599" y="21672"/>
                      <a:pt x="21599" y="21708"/>
                    </a:cubicBezTo>
                    <a:lnTo>
                      <a:pt x="0" y="21600"/>
                    </a:lnTo>
                    <a:close/>
                  </a:path>
                </a:pathLst>
              </a:cu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12354" name="Arc 355">
                <a:extLst>
                  <a:ext uri="{FF2B5EF4-FFF2-40B4-BE49-F238E27FC236}">
                    <a16:creationId xmlns:a16="http://schemas.microsoft.com/office/drawing/2014/main" id="{6AF65000-4F78-463B-8146-2D1111FF81CD}"/>
                  </a:ext>
                </a:extLst>
              </p:cNvPr>
              <p:cNvSpPr>
                <a:spLocks/>
              </p:cNvSpPr>
              <p:nvPr/>
            </p:nvSpPr>
            <p:spPr bwMode="auto">
              <a:xfrm flipV="1">
                <a:off x="2136" y="2079"/>
                <a:ext cx="218" cy="372"/>
              </a:xfrm>
              <a:custGeom>
                <a:avLst/>
                <a:gdLst>
                  <a:gd name="T0" fmla="*/ 0 w 21600"/>
                  <a:gd name="T1" fmla="*/ 0 h 21709"/>
                  <a:gd name="T2" fmla="*/ 0 w 21600"/>
                  <a:gd name="T3" fmla="*/ 0 h 21709"/>
                  <a:gd name="T4" fmla="*/ 0 w 21600"/>
                  <a:gd name="T5" fmla="*/ 0 h 21709"/>
                  <a:gd name="T6" fmla="*/ 0 60000 65536"/>
                  <a:gd name="T7" fmla="*/ 0 60000 65536"/>
                  <a:gd name="T8" fmla="*/ 0 60000 65536"/>
                  <a:gd name="T9" fmla="*/ 0 w 21600"/>
                  <a:gd name="T10" fmla="*/ 0 h 21709"/>
                  <a:gd name="T11" fmla="*/ 21600 w 21600"/>
                  <a:gd name="T12" fmla="*/ 21709 h 21709"/>
                </a:gdLst>
                <a:ahLst/>
                <a:cxnLst>
                  <a:cxn ang="T6">
                    <a:pos x="T0" y="T1"/>
                  </a:cxn>
                  <a:cxn ang="T7">
                    <a:pos x="T2" y="T3"/>
                  </a:cxn>
                  <a:cxn ang="T8">
                    <a:pos x="T4" y="T5"/>
                  </a:cxn>
                </a:cxnLst>
                <a:rect l="T9" t="T10" r="T11" b="T12"/>
                <a:pathLst>
                  <a:path w="21600" h="21709" fill="none" extrusionOk="0">
                    <a:moveTo>
                      <a:pt x="-1" y="0"/>
                    </a:moveTo>
                    <a:cubicBezTo>
                      <a:pt x="11929" y="0"/>
                      <a:pt x="21600" y="9670"/>
                      <a:pt x="21600" y="21600"/>
                    </a:cubicBezTo>
                    <a:cubicBezTo>
                      <a:pt x="21600" y="21636"/>
                      <a:pt x="21599" y="21672"/>
                      <a:pt x="21599" y="21708"/>
                    </a:cubicBezTo>
                  </a:path>
                  <a:path w="21600" h="21709" stroke="0" extrusionOk="0">
                    <a:moveTo>
                      <a:pt x="-1" y="0"/>
                    </a:moveTo>
                    <a:cubicBezTo>
                      <a:pt x="11929" y="0"/>
                      <a:pt x="21600" y="9670"/>
                      <a:pt x="21600" y="21600"/>
                    </a:cubicBezTo>
                    <a:cubicBezTo>
                      <a:pt x="21600" y="21636"/>
                      <a:pt x="21599" y="21672"/>
                      <a:pt x="21599" y="21708"/>
                    </a:cubicBezTo>
                    <a:lnTo>
                      <a:pt x="0" y="21600"/>
                    </a:lnTo>
                    <a:close/>
                  </a:path>
                </a:pathLst>
              </a:cu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grpSp>
        <p:grpSp>
          <p:nvGrpSpPr>
            <p:cNvPr id="12323" name="Group 356">
              <a:extLst>
                <a:ext uri="{FF2B5EF4-FFF2-40B4-BE49-F238E27FC236}">
                  <a16:creationId xmlns:a16="http://schemas.microsoft.com/office/drawing/2014/main" id="{CECB177A-AABC-4782-83C0-AC779ABCC275}"/>
                </a:ext>
              </a:extLst>
            </p:cNvPr>
            <p:cNvGrpSpPr>
              <a:grpSpLocks/>
            </p:cNvGrpSpPr>
            <p:nvPr/>
          </p:nvGrpSpPr>
          <p:grpSpPr bwMode="auto">
            <a:xfrm>
              <a:off x="2294" y="1688"/>
              <a:ext cx="218" cy="763"/>
              <a:chOff x="2294" y="1688"/>
              <a:chExt cx="218" cy="763"/>
            </a:xfrm>
          </p:grpSpPr>
          <p:sp>
            <p:nvSpPr>
              <p:cNvPr id="12351" name="Arc 357">
                <a:extLst>
                  <a:ext uri="{FF2B5EF4-FFF2-40B4-BE49-F238E27FC236}">
                    <a16:creationId xmlns:a16="http://schemas.microsoft.com/office/drawing/2014/main" id="{25E3E22C-BD88-472A-BF71-C843E6C516AA}"/>
                  </a:ext>
                </a:extLst>
              </p:cNvPr>
              <p:cNvSpPr>
                <a:spLocks/>
              </p:cNvSpPr>
              <p:nvPr/>
            </p:nvSpPr>
            <p:spPr bwMode="auto">
              <a:xfrm>
                <a:off x="2375" y="1688"/>
                <a:ext cx="137" cy="397"/>
              </a:xfrm>
              <a:custGeom>
                <a:avLst/>
                <a:gdLst>
                  <a:gd name="T0" fmla="*/ 0 w 21600"/>
                  <a:gd name="T1" fmla="*/ 0 h 21709"/>
                  <a:gd name="T2" fmla="*/ 0 w 21600"/>
                  <a:gd name="T3" fmla="*/ 0 h 21709"/>
                  <a:gd name="T4" fmla="*/ 0 w 21600"/>
                  <a:gd name="T5" fmla="*/ 0 h 21709"/>
                  <a:gd name="T6" fmla="*/ 0 60000 65536"/>
                  <a:gd name="T7" fmla="*/ 0 60000 65536"/>
                  <a:gd name="T8" fmla="*/ 0 60000 65536"/>
                  <a:gd name="T9" fmla="*/ 0 w 21600"/>
                  <a:gd name="T10" fmla="*/ 0 h 21709"/>
                  <a:gd name="T11" fmla="*/ 21600 w 21600"/>
                  <a:gd name="T12" fmla="*/ 21709 h 21709"/>
                </a:gdLst>
                <a:ahLst/>
                <a:cxnLst>
                  <a:cxn ang="T6">
                    <a:pos x="T0" y="T1"/>
                  </a:cxn>
                  <a:cxn ang="T7">
                    <a:pos x="T2" y="T3"/>
                  </a:cxn>
                  <a:cxn ang="T8">
                    <a:pos x="T4" y="T5"/>
                  </a:cxn>
                </a:cxnLst>
                <a:rect l="T9" t="T10" r="T11" b="T12"/>
                <a:pathLst>
                  <a:path w="21600" h="21709" fill="none" extrusionOk="0">
                    <a:moveTo>
                      <a:pt x="-1" y="0"/>
                    </a:moveTo>
                    <a:cubicBezTo>
                      <a:pt x="11929" y="0"/>
                      <a:pt x="21600" y="9670"/>
                      <a:pt x="21600" y="21600"/>
                    </a:cubicBezTo>
                    <a:cubicBezTo>
                      <a:pt x="21600" y="21636"/>
                      <a:pt x="21599" y="21672"/>
                      <a:pt x="21599" y="21708"/>
                    </a:cubicBezTo>
                  </a:path>
                  <a:path w="21600" h="21709" stroke="0" extrusionOk="0">
                    <a:moveTo>
                      <a:pt x="-1" y="0"/>
                    </a:moveTo>
                    <a:cubicBezTo>
                      <a:pt x="11929" y="0"/>
                      <a:pt x="21600" y="9670"/>
                      <a:pt x="21600" y="21600"/>
                    </a:cubicBezTo>
                    <a:cubicBezTo>
                      <a:pt x="21600" y="21636"/>
                      <a:pt x="21599" y="21672"/>
                      <a:pt x="21599" y="21708"/>
                    </a:cubicBezTo>
                    <a:lnTo>
                      <a:pt x="0" y="21600"/>
                    </a:lnTo>
                    <a:close/>
                  </a:path>
                </a:pathLst>
              </a:cu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12352" name="Arc 358">
                <a:extLst>
                  <a:ext uri="{FF2B5EF4-FFF2-40B4-BE49-F238E27FC236}">
                    <a16:creationId xmlns:a16="http://schemas.microsoft.com/office/drawing/2014/main" id="{62194376-2E96-47AA-898B-0AC4C4BE4321}"/>
                  </a:ext>
                </a:extLst>
              </p:cNvPr>
              <p:cNvSpPr>
                <a:spLocks/>
              </p:cNvSpPr>
              <p:nvPr/>
            </p:nvSpPr>
            <p:spPr bwMode="auto">
              <a:xfrm flipV="1">
                <a:off x="2294" y="2079"/>
                <a:ext cx="218" cy="372"/>
              </a:xfrm>
              <a:custGeom>
                <a:avLst/>
                <a:gdLst>
                  <a:gd name="T0" fmla="*/ 0 w 21600"/>
                  <a:gd name="T1" fmla="*/ 0 h 21709"/>
                  <a:gd name="T2" fmla="*/ 0 w 21600"/>
                  <a:gd name="T3" fmla="*/ 0 h 21709"/>
                  <a:gd name="T4" fmla="*/ 0 w 21600"/>
                  <a:gd name="T5" fmla="*/ 0 h 21709"/>
                  <a:gd name="T6" fmla="*/ 0 60000 65536"/>
                  <a:gd name="T7" fmla="*/ 0 60000 65536"/>
                  <a:gd name="T8" fmla="*/ 0 60000 65536"/>
                  <a:gd name="T9" fmla="*/ 0 w 21600"/>
                  <a:gd name="T10" fmla="*/ 0 h 21709"/>
                  <a:gd name="T11" fmla="*/ 21600 w 21600"/>
                  <a:gd name="T12" fmla="*/ 21709 h 21709"/>
                </a:gdLst>
                <a:ahLst/>
                <a:cxnLst>
                  <a:cxn ang="T6">
                    <a:pos x="T0" y="T1"/>
                  </a:cxn>
                  <a:cxn ang="T7">
                    <a:pos x="T2" y="T3"/>
                  </a:cxn>
                  <a:cxn ang="T8">
                    <a:pos x="T4" y="T5"/>
                  </a:cxn>
                </a:cxnLst>
                <a:rect l="T9" t="T10" r="T11" b="T12"/>
                <a:pathLst>
                  <a:path w="21600" h="21709" fill="none" extrusionOk="0">
                    <a:moveTo>
                      <a:pt x="-1" y="0"/>
                    </a:moveTo>
                    <a:cubicBezTo>
                      <a:pt x="11929" y="0"/>
                      <a:pt x="21600" y="9670"/>
                      <a:pt x="21600" y="21600"/>
                    </a:cubicBezTo>
                    <a:cubicBezTo>
                      <a:pt x="21600" y="21636"/>
                      <a:pt x="21599" y="21672"/>
                      <a:pt x="21599" y="21708"/>
                    </a:cubicBezTo>
                  </a:path>
                  <a:path w="21600" h="21709" stroke="0" extrusionOk="0">
                    <a:moveTo>
                      <a:pt x="-1" y="0"/>
                    </a:moveTo>
                    <a:cubicBezTo>
                      <a:pt x="11929" y="0"/>
                      <a:pt x="21600" y="9670"/>
                      <a:pt x="21600" y="21600"/>
                    </a:cubicBezTo>
                    <a:cubicBezTo>
                      <a:pt x="21600" y="21636"/>
                      <a:pt x="21599" y="21672"/>
                      <a:pt x="21599" y="21708"/>
                    </a:cubicBezTo>
                    <a:lnTo>
                      <a:pt x="0" y="21600"/>
                    </a:lnTo>
                    <a:close/>
                  </a:path>
                </a:pathLst>
              </a:cu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grpSp>
        <p:grpSp>
          <p:nvGrpSpPr>
            <p:cNvPr id="12324" name="Group 359">
              <a:extLst>
                <a:ext uri="{FF2B5EF4-FFF2-40B4-BE49-F238E27FC236}">
                  <a16:creationId xmlns:a16="http://schemas.microsoft.com/office/drawing/2014/main" id="{CA886CF3-6D72-4290-B1BE-FAF2C078AB0B}"/>
                </a:ext>
              </a:extLst>
            </p:cNvPr>
            <p:cNvGrpSpPr>
              <a:grpSpLocks/>
            </p:cNvGrpSpPr>
            <p:nvPr/>
          </p:nvGrpSpPr>
          <p:grpSpPr bwMode="auto">
            <a:xfrm>
              <a:off x="2453" y="1688"/>
              <a:ext cx="218" cy="763"/>
              <a:chOff x="2453" y="1688"/>
              <a:chExt cx="218" cy="763"/>
            </a:xfrm>
          </p:grpSpPr>
          <p:sp>
            <p:nvSpPr>
              <p:cNvPr id="12349" name="Arc 360">
                <a:extLst>
                  <a:ext uri="{FF2B5EF4-FFF2-40B4-BE49-F238E27FC236}">
                    <a16:creationId xmlns:a16="http://schemas.microsoft.com/office/drawing/2014/main" id="{4D880E98-9E49-4A7C-914D-0CFA450A2C9D}"/>
                  </a:ext>
                </a:extLst>
              </p:cNvPr>
              <p:cNvSpPr>
                <a:spLocks/>
              </p:cNvSpPr>
              <p:nvPr/>
            </p:nvSpPr>
            <p:spPr bwMode="auto">
              <a:xfrm>
                <a:off x="2534" y="1688"/>
                <a:ext cx="137" cy="397"/>
              </a:xfrm>
              <a:custGeom>
                <a:avLst/>
                <a:gdLst>
                  <a:gd name="T0" fmla="*/ 0 w 21600"/>
                  <a:gd name="T1" fmla="*/ 0 h 21709"/>
                  <a:gd name="T2" fmla="*/ 0 w 21600"/>
                  <a:gd name="T3" fmla="*/ 0 h 21709"/>
                  <a:gd name="T4" fmla="*/ 0 w 21600"/>
                  <a:gd name="T5" fmla="*/ 0 h 21709"/>
                  <a:gd name="T6" fmla="*/ 0 60000 65536"/>
                  <a:gd name="T7" fmla="*/ 0 60000 65536"/>
                  <a:gd name="T8" fmla="*/ 0 60000 65536"/>
                  <a:gd name="T9" fmla="*/ 0 w 21600"/>
                  <a:gd name="T10" fmla="*/ 0 h 21709"/>
                  <a:gd name="T11" fmla="*/ 21600 w 21600"/>
                  <a:gd name="T12" fmla="*/ 21709 h 21709"/>
                </a:gdLst>
                <a:ahLst/>
                <a:cxnLst>
                  <a:cxn ang="T6">
                    <a:pos x="T0" y="T1"/>
                  </a:cxn>
                  <a:cxn ang="T7">
                    <a:pos x="T2" y="T3"/>
                  </a:cxn>
                  <a:cxn ang="T8">
                    <a:pos x="T4" y="T5"/>
                  </a:cxn>
                </a:cxnLst>
                <a:rect l="T9" t="T10" r="T11" b="T12"/>
                <a:pathLst>
                  <a:path w="21600" h="21709" fill="none" extrusionOk="0">
                    <a:moveTo>
                      <a:pt x="-1" y="0"/>
                    </a:moveTo>
                    <a:cubicBezTo>
                      <a:pt x="11929" y="0"/>
                      <a:pt x="21600" y="9670"/>
                      <a:pt x="21600" y="21600"/>
                    </a:cubicBezTo>
                    <a:cubicBezTo>
                      <a:pt x="21600" y="21636"/>
                      <a:pt x="21599" y="21672"/>
                      <a:pt x="21599" y="21708"/>
                    </a:cubicBezTo>
                  </a:path>
                  <a:path w="21600" h="21709" stroke="0" extrusionOk="0">
                    <a:moveTo>
                      <a:pt x="-1" y="0"/>
                    </a:moveTo>
                    <a:cubicBezTo>
                      <a:pt x="11929" y="0"/>
                      <a:pt x="21600" y="9670"/>
                      <a:pt x="21600" y="21600"/>
                    </a:cubicBezTo>
                    <a:cubicBezTo>
                      <a:pt x="21600" y="21636"/>
                      <a:pt x="21599" y="21672"/>
                      <a:pt x="21599" y="21708"/>
                    </a:cubicBezTo>
                    <a:lnTo>
                      <a:pt x="0" y="21600"/>
                    </a:lnTo>
                    <a:close/>
                  </a:path>
                </a:pathLst>
              </a:cu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12350" name="Arc 361">
                <a:extLst>
                  <a:ext uri="{FF2B5EF4-FFF2-40B4-BE49-F238E27FC236}">
                    <a16:creationId xmlns:a16="http://schemas.microsoft.com/office/drawing/2014/main" id="{D268A787-129C-4B2C-9021-E541B02EA2FF}"/>
                  </a:ext>
                </a:extLst>
              </p:cNvPr>
              <p:cNvSpPr>
                <a:spLocks/>
              </p:cNvSpPr>
              <p:nvPr/>
            </p:nvSpPr>
            <p:spPr bwMode="auto">
              <a:xfrm flipV="1">
                <a:off x="2453" y="2079"/>
                <a:ext cx="218" cy="372"/>
              </a:xfrm>
              <a:custGeom>
                <a:avLst/>
                <a:gdLst>
                  <a:gd name="T0" fmla="*/ 0 w 21600"/>
                  <a:gd name="T1" fmla="*/ 0 h 21709"/>
                  <a:gd name="T2" fmla="*/ 0 w 21600"/>
                  <a:gd name="T3" fmla="*/ 0 h 21709"/>
                  <a:gd name="T4" fmla="*/ 0 w 21600"/>
                  <a:gd name="T5" fmla="*/ 0 h 21709"/>
                  <a:gd name="T6" fmla="*/ 0 60000 65536"/>
                  <a:gd name="T7" fmla="*/ 0 60000 65536"/>
                  <a:gd name="T8" fmla="*/ 0 60000 65536"/>
                  <a:gd name="T9" fmla="*/ 0 w 21600"/>
                  <a:gd name="T10" fmla="*/ 0 h 21709"/>
                  <a:gd name="T11" fmla="*/ 21600 w 21600"/>
                  <a:gd name="T12" fmla="*/ 21709 h 21709"/>
                </a:gdLst>
                <a:ahLst/>
                <a:cxnLst>
                  <a:cxn ang="T6">
                    <a:pos x="T0" y="T1"/>
                  </a:cxn>
                  <a:cxn ang="T7">
                    <a:pos x="T2" y="T3"/>
                  </a:cxn>
                  <a:cxn ang="T8">
                    <a:pos x="T4" y="T5"/>
                  </a:cxn>
                </a:cxnLst>
                <a:rect l="T9" t="T10" r="T11" b="T12"/>
                <a:pathLst>
                  <a:path w="21600" h="21709" fill="none" extrusionOk="0">
                    <a:moveTo>
                      <a:pt x="-1" y="0"/>
                    </a:moveTo>
                    <a:cubicBezTo>
                      <a:pt x="11929" y="0"/>
                      <a:pt x="21600" y="9670"/>
                      <a:pt x="21600" y="21600"/>
                    </a:cubicBezTo>
                    <a:cubicBezTo>
                      <a:pt x="21600" y="21636"/>
                      <a:pt x="21599" y="21672"/>
                      <a:pt x="21599" y="21708"/>
                    </a:cubicBezTo>
                  </a:path>
                  <a:path w="21600" h="21709" stroke="0" extrusionOk="0">
                    <a:moveTo>
                      <a:pt x="-1" y="0"/>
                    </a:moveTo>
                    <a:cubicBezTo>
                      <a:pt x="11929" y="0"/>
                      <a:pt x="21600" y="9670"/>
                      <a:pt x="21600" y="21600"/>
                    </a:cubicBezTo>
                    <a:cubicBezTo>
                      <a:pt x="21600" y="21636"/>
                      <a:pt x="21599" y="21672"/>
                      <a:pt x="21599" y="21708"/>
                    </a:cubicBezTo>
                    <a:lnTo>
                      <a:pt x="0" y="21600"/>
                    </a:lnTo>
                    <a:close/>
                  </a:path>
                </a:pathLst>
              </a:cu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grpSp>
        <p:grpSp>
          <p:nvGrpSpPr>
            <p:cNvPr id="12325" name="Group 362">
              <a:extLst>
                <a:ext uri="{FF2B5EF4-FFF2-40B4-BE49-F238E27FC236}">
                  <a16:creationId xmlns:a16="http://schemas.microsoft.com/office/drawing/2014/main" id="{6761E1D0-B7CB-4B5F-8C31-3C83ADE5FD58}"/>
                </a:ext>
              </a:extLst>
            </p:cNvPr>
            <p:cNvGrpSpPr>
              <a:grpSpLocks/>
            </p:cNvGrpSpPr>
            <p:nvPr/>
          </p:nvGrpSpPr>
          <p:grpSpPr bwMode="auto">
            <a:xfrm>
              <a:off x="3208" y="1688"/>
              <a:ext cx="218" cy="763"/>
              <a:chOff x="1340" y="1688"/>
              <a:chExt cx="218" cy="763"/>
            </a:xfrm>
          </p:grpSpPr>
          <p:sp>
            <p:nvSpPr>
              <p:cNvPr id="12347" name="Arc 363">
                <a:extLst>
                  <a:ext uri="{FF2B5EF4-FFF2-40B4-BE49-F238E27FC236}">
                    <a16:creationId xmlns:a16="http://schemas.microsoft.com/office/drawing/2014/main" id="{0052A9D1-485A-4004-BFA6-0D89B14F0ED1}"/>
                  </a:ext>
                </a:extLst>
              </p:cNvPr>
              <p:cNvSpPr>
                <a:spLocks/>
              </p:cNvSpPr>
              <p:nvPr/>
            </p:nvSpPr>
            <p:spPr bwMode="auto">
              <a:xfrm>
                <a:off x="1421" y="1688"/>
                <a:ext cx="137" cy="397"/>
              </a:xfrm>
              <a:custGeom>
                <a:avLst/>
                <a:gdLst>
                  <a:gd name="T0" fmla="*/ 0 w 21600"/>
                  <a:gd name="T1" fmla="*/ 0 h 21709"/>
                  <a:gd name="T2" fmla="*/ 0 w 21600"/>
                  <a:gd name="T3" fmla="*/ 0 h 21709"/>
                  <a:gd name="T4" fmla="*/ 0 w 21600"/>
                  <a:gd name="T5" fmla="*/ 0 h 21709"/>
                  <a:gd name="T6" fmla="*/ 0 60000 65536"/>
                  <a:gd name="T7" fmla="*/ 0 60000 65536"/>
                  <a:gd name="T8" fmla="*/ 0 60000 65536"/>
                  <a:gd name="T9" fmla="*/ 0 w 21600"/>
                  <a:gd name="T10" fmla="*/ 0 h 21709"/>
                  <a:gd name="T11" fmla="*/ 21600 w 21600"/>
                  <a:gd name="T12" fmla="*/ 21709 h 21709"/>
                </a:gdLst>
                <a:ahLst/>
                <a:cxnLst>
                  <a:cxn ang="T6">
                    <a:pos x="T0" y="T1"/>
                  </a:cxn>
                  <a:cxn ang="T7">
                    <a:pos x="T2" y="T3"/>
                  </a:cxn>
                  <a:cxn ang="T8">
                    <a:pos x="T4" y="T5"/>
                  </a:cxn>
                </a:cxnLst>
                <a:rect l="T9" t="T10" r="T11" b="T12"/>
                <a:pathLst>
                  <a:path w="21600" h="21709" fill="none" extrusionOk="0">
                    <a:moveTo>
                      <a:pt x="-1" y="0"/>
                    </a:moveTo>
                    <a:cubicBezTo>
                      <a:pt x="11929" y="0"/>
                      <a:pt x="21600" y="9670"/>
                      <a:pt x="21600" y="21600"/>
                    </a:cubicBezTo>
                    <a:cubicBezTo>
                      <a:pt x="21600" y="21636"/>
                      <a:pt x="21599" y="21672"/>
                      <a:pt x="21599" y="21708"/>
                    </a:cubicBezTo>
                  </a:path>
                  <a:path w="21600" h="21709" stroke="0" extrusionOk="0">
                    <a:moveTo>
                      <a:pt x="-1" y="0"/>
                    </a:moveTo>
                    <a:cubicBezTo>
                      <a:pt x="11929" y="0"/>
                      <a:pt x="21600" y="9670"/>
                      <a:pt x="21600" y="21600"/>
                    </a:cubicBezTo>
                    <a:cubicBezTo>
                      <a:pt x="21600" y="21636"/>
                      <a:pt x="21599" y="21672"/>
                      <a:pt x="21599" y="21708"/>
                    </a:cubicBezTo>
                    <a:lnTo>
                      <a:pt x="0" y="21600"/>
                    </a:lnTo>
                    <a:close/>
                  </a:path>
                </a:pathLst>
              </a:cu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12348" name="Arc 364">
                <a:extLst>
                  <a:ext uri="{FF2B5EF4-FFF2-40B4-BE49-F238E27FC236}">
                    <a16:creationId xmlns:a16="http://schemas.microsoft.com/office/drawing/2014/main" id="{FA331796-E30A-4464-B1EF-5A23AB1231BB}"/>
                  </a:ext>
                </a:extLst>
              </p:cNvPr>
              <p:cNvSpPr>
                <a:spLocks/>
              </p:cNvSpPr>
              <p:nvPr/>
            </p:nvSpPr>
            <p:spPr bwMode="auto">
              <a:xfrm flipV="1">
                <a:off x="1340" y="2079"/>
                <a:ext cx="218" cy="372"/>
              </a:xfrm>
              <a:custGeom>
                <a:avLst/>
                <a:gdLst>
                  <a:gd name="T0" fmla="*/ 0 w 21600"/>
                  <a:gd name="T1" fmla="*/ 0 h 21709"/>
                  <a:gd name="T2" fmla="*/ 0 w 21600"/>
                  <a:gd name="T3" fmla="*/ 0 h 21709"/>
                  <a:gd name="T4" fmla="*/ 0 w 21600"/>
                  <a:gd name="T5" fmla="*/ 0 h 21709"/>
                  <a:gd name="T6" fmla="*/ 0 60000 65536"/>
                  <a:gd name="T7" fmla="*/ 0 60000 65536"/>
                  <a:gd name="T8" fmla="*/ 0 60000 65536"/>
                  <a:gd name="T9" fmla="*/ 0 w 21600"/>
                  <a:gd name="T10" fmla="*/ 0 h 21709"/>
                  <a:gd name="T11" fmla="*/ 21600 w 21600"/>
                  <a:gd name="T12" fmla="*/ 21709 h 21709"/>
                </a:gdLst>
                <a:ahLst/>
                <a:cxnLst>
                  <a:cxn ang="T6">
                    <a:pos x="T0" y="T1"/>
                  </a:cxn>
                  <a:cxn ang="T7">
                    <a:pos x="T2" y="T3"/>
                  </a:cxn>
                  <a:cxn ang="T8">
                    <a:pos x="T4" y="T5"/>
                  </a:cxn>
                </a:cxnLst>
                <a:rect l="T9" t="T10" r="T11" b="T12"/>
                <a:pathLst>
                  <a:path w="21600" h="21709" fill="none" extrusionOk="0">
                    <a:moveTo>
                      <a:pt x="-1" y="0"/>
                    </a:moveTo>
                    <a:cubicBezTo>
                      <a:pt x="11929" y="0"/>
                      <a:pt x="21600" y="9670"/>
                      <a:pt x="21600" y="21600"/>
                    </a:cubicBezTo>
                    <a:cubicBezTo>
                      <a:pt x="21600" y="21636"/>
                      <a:pt x="21599" y="21672"/>
                      <a:pt x="21599" y="21708"/>
                    </a:cubicBezTo>
                  </a:path>
                  <a:path w="21600" h="21709" stroke="0" extrusionOk="0">
                    <a:moveTo>
                      <a:pt x="-1" y="0"/>
                    </a:moveTo>
                    <a:cubicBezTo>
                      <a:pt x="11929" y="0"/>
                      <a:pt x="21600" y="9670"/>
                      <a:pt x="21600" y="21600"/>
                    </a:cubicBezTo>
                    <a:cubicBezTo>
                      <a:pt x="21600" y="21636"/>
                      <a:pt x="21599" y="21672"/>
                      <a:pt x="21599" y="21708"/>
                    </a:cubicBezTo>
                    <a:lnTo>
                      <a:pt x="0" y="21600"/>
                    </a:lnTo>
                    <a:close/>
                  </a:path>
                </a:pathLst>
              </a:cu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grpSp>
        <p:grpSp>
          <p:nvGrpSpPr>
            <p:cNvPr id="12326" name="Group 365">
              <a:extLst>
                <a:ext uri="{FF2B5EF4-FFF2-40B4-BE49-F238E27FC236}">
                  <a16:creationId xmlns:a16="http://schemas.microsoft.com/office/drawing/2014/main" id="{4C6E04F0-6898-4FCB-A577-6346E6DA8E00}"/>
                </a:ext>
              </a:extLst>
            </p:cNvPr>
            <p:cNvGrpSpPr>
              <a:grpSpLocks/>
            </p:cNvGrpSpPr>
            <p:nvPr/>
          </p:nvGrpSpPr>
          <p:grpSpPr bwMode="auto">
            <a:xfrm>
              <a:off x="3365" y="1688"/>
              <a:ext cx="218" cy="763"/>
              <a:chOff x="1497" y="1688"/>
              <a:chExt cx="218" cy="763"/>
            </a:xfrm>
          </p:grpSpPr>
          <p:sp>
            <p:nvSpPr>
              <p:cNvPr id="12345" name="Arc 366">
                <a:extLst>
                  <a:ext uri="{FF2B5EF4-FFF2-40B4-BE49-F238E27FC236}">
                    <a16:creationId xmlns:a16="http://schemas.microsoft.com/office/drawing/2014/main" id="{8440F0F8-41DB-4DBE-87E4-CF7AC4166F60}"/>
                  </a:ext>
                </a:extLst>
              </p:cNvPr>
              <p:cNvSpPr>
                <a:spLocks/>
              </p:cNvSpPr>
              <p:nvPr/>
            </p:nvSpPr>
            <p:spPr bwMode="auto">
              <a:xfrm>
                <a:off x="1578" y="1688"/>
                <a:ext cx="137" cy="397"/>
              </a:xfrm>
              <a:custGeom>
                <a:avLst/>
                <a:gdLst>
                  <a:gd name="T0" fmla="*/ 0 w 21600"/>
                  <a:gd name="T1" fmla="*/ 0 h 21709"/>
                  <a:gd name="T2" fmla="*/ 0 w 21600"/>
                  <a:gd name="T3" fmla="*/ 0 h 21709"/>
                  <a:gd name="T4" fmla="*/ 0 w 21600"/>
                  <a:gd name="T5" fmla="*/ 0 h 21709"/>
                  <a:gd name="T6" fmla="*/ 0 60000 65536"/>
                  <a:gd name="T7" fmla="*/ 0 60000 65536"/>
                  <a:gd name="T8" fmla="*/ 0 60000 65536"/>
                  <a:gd name="T9" fmla="*/ 0 w 21600"/>
                  <a:gd name="T10" fmla="*/ 0 h 21709"/>
                  <a:gd name="T11" fmla="*/ 21600 w 21600"/>
                  <a:gd name="T12" fmla="*/ 21709 h 21709"/>
                </a:gdLst>
                <a:ahLst/>
                <a:cxnLst>
                  <a:cxn ang="T6">
                    <a:pos x="T0" y="T1"/>
                  </a:cxn>
                  <a:cxn ang="T7">
                    <a:pos x="T2" y="T3"/>
                  </a:cxn>
                  <a:cxn ang="T8">
                    <a:pos x="T4" y="T5"/>
                  </a:cxn>
                </a:cxnLst>
                <a:rect l="T9" t="T10" r="T11" b="T12"/>
                <a:pathLst>
                  <a:path w="21600" h="21709" fill="none" extrusionOk="0">
                    <a:moveTo>
                      <a:pt x="-1" y="0"/>
                    </a:moveTo>
                    <a:cubicBezTo>
                      <a:pt x="11929" y="0"/>
                      <a:pt x="21600" y="9670"/>
                      <a:pt x="21600" y="21600"/>
                    </a:cubicBezTo>
                    <a:cubicBezTo>
                      <a:pt x="21600" y="21636"/>
                      <a:pt x="21599" y="21672"/>
                      <a:pt x="21599" y="21708"/>
                    </a:cubicBezTo>
                  </a:path>
                  <a:path w="21600" h="21709" stroke="0" extrusionOk="0">
                    <a:moveTo>
                      <a:pt x="-1" y="0"/>
                    </a:moveTo>
                    <a:cubicBezTo>
                      <a:pt x="11929" y="0"/>
                      <a:pt x="21600" y="9670"/>
                      <a:pt x="21600" y="21600"/>
                    </a:cubicBezTo>
                    <a:cubicBezTo>
                      <a:pt x="21600" y="21636"/>
                      <a:pt x="21599" y="21672"/>
                      <a:pt x="21599" y="21708"/>
                    </a:cubicBezTo>
                    <a:lnTo>
                      <a:pt x="0" y="21600"/>
                    </a:lnTo>
                    <a:close/>
                  </a:path>
                </a:pathLst>
              </a:cu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12346" name="Arc 367">
                <a:extLst>
                  <a:ext uri="{FF2B5EF4-FFF2-40B4-BE49-F238E27FC236}">
                    <a16:creationId xmlns:a16="http://schemas.microsoft.com/office/drawing/2014/main" id="{1EDE217E-F469-416B-B579-A8158D8704A7}"/>
                  </a:ext>
                </a:extLst>
              </p:cNvPr>
              <p:cNvSpPr>
                <a:spLocks/>
              </p:cNvSpPr>
              <p:nvPr/>
            </p:nvSpPr>
            <p:spPr bwMode="auto">
              <a:xfrm flipV="1">
                <a:off x="1497" y="2079"/>
                <a:ext cx="218" cy="372"/>
              </a:xfrm>
              <a:custGeom>
                <a:avLst/>
                <a:gdLst>
                  <a:gd name="T0" fmla="*/ 0 w 21600"/>
                  <a:gd name="T1" fmla="*/ 0 h 21709"/>
                  <a:gd name="T2" fmla="*/ 0 w 21600"/>
                  <a:gd name="T3" fmla="*/ 0 h 21709"/>
                  <a:gd name="T4" fmla="*/ 0 w 21600"/>
                  <a:gd name="T5" fmla="*/ 0 h 21709"/>
                  <a:gd name="T6" fmla="*/ 0 60000 65536"/>
                  <a:gd name="T7" fmla="*/ 0 60000 65536"/>
                  <a:gd name="T8" fmla="*/ 0 60000 65536"/>
                  <a:gd name="T9" fmla="*/ 0 w 21600"/>
                  <a:gd name="T10" fmla="*/ 0 h 21709"/>
                  <a:gd name="T11" fmla="*/ 21600 w 21600"/>
                  <a:gd name="T12" fmla="*/ 21709 h 21709"/>
                </a:gdLst>
                <a:ahLst/>
                <a:cxnLst>
                  <a:cxn ang="T6">
                    <a:pos x="T0" y="T1"/>
                  </a:cxn>
                  <a:cxn ang="T7">
                    <a:pos x="T2" y="T3"/>
                  </a:cxn>
                  <a:cxn ang="T8">
                    <a:pos x="T4" y="T5"/>
                  </a:cxn>
                </a:cxnLst>
                <a:rect l="T9" t="T10" r="T11" b="T12"/>
                <a:pathLst>
                  <a:path w="21600" h="21709" fill="none" extrusionOk="0">
                    <a:moveTo>
                      <a:pt x="-1" y="0"/>
                    </a:moveTo>
                    <a:cubicBezTo>
                      <a:pt x="11929" y="0"/>
                      <a:pt x="21600" y="9670"/>
                      <a:pt x="21600" y="21600"/>
                    </a:cubicBezTo>
                    <a:cubicBezTo>
                      <a:pt x="21600" y="21636"/>
                      <a:pt x="21599" y="21672"/>
                      <a:pt x="21599" y="21708"/>
                    </a:cubicBezTo>
                  </a:path>
                  <a:path w="21600" h="21709" stroke="0" extrusionOk="0">
                    <a:moveTo>
                      <a:pt x="-1" y="0"/>
                    </a:moveTo>
                    <a:cubicBezTo>
                      <a:pt x="11929" y="0"/>
                      <a:pt x="21600" y="9670"/>
                      <a:pt x="21600" y="21600"/>
                    </a:cubicBezTo>
                    <a:cubicBezTo>
                      <a:pt x="21600" y="21636"/>
                      <a:pt x="21599" y="21672"/>
                      <a:pt x="21599" y="21708"/>
                    </a:cubicBezTo>
                    <a:lnTo>
                      <a:pt x="0" y="21600"/>
                    </a:lnTo>
                    <a:close/>
                  </a:path>
                </a:pathLst>
              </a:cu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grpSp>
        <p:grpSp>
          <p:nvGrpSpPr>
            <p:cNvPr id="12327" name="Group 368">
              <a:extLst>
                <a:ext uri="{FF2B5EF4-FFF2-40B4-BE49-F238E27FC236}">
                  <a16:creationId xmlns:a16="http://schemas.microsoft.com/office/drawing/2014/main" id="{4BC8B45B-1705-4A31-9DCD-9151981F43E7}"/>
                </a:ext>
              </a:extLst>
            </p:cNvPr>
            <p:cNvGrpSpPr>
              <a:grpSpLocks/>
            </p:cNvGrpSpPr>
            <p:nvPr/>
          </p:nvGrpSpPr>
          <p:grpSpPr bwMode="auto">
            <a:xfrm>
              <a:off x="3525" y="1688"/>
              <a:ext cx="218" cy="763"/>
              <a:chOff x="1657" y="1688"/>
              <a:chExt cx="218" cy="763"/>
            </a:xfrm>
          </p:grpSpPr>
          <p:sp>
            <p:nvSpPr>
              <p:cNvPr id="12343" name="Arc 369">
                <a:extLst>
                  <a:ext uri="{FF2B5EF4-FFF2-40B4-BE49-F238E27FC236}">
                    <a16:creationId xmlns:a16="http://schemas.microsoft.com/office/drawing/2014/main" id="{69612775-043A-49C6-92D4-F2C2470D6B6A}"/>
                  </a:ext>
                </a:extLst>
              </p:cNvPr>
              <p:cNvSpPr>
                <a:spLocks/>
              </p:cNvSpPr>
              <p:nvPr/>
            </p:nvSpPr>
            <p:spPr bwMode="auto">
              <a:xfrm>
                <a:off x="1738" y="1688"/>
                <a:ext cx="137" cy="397"/>
              </a:xfrm>
              <a:custGeom>
                <a:avLst/>
                <a:gdLst>
                  <a:gd name="T0" fmla="*/ 0 w 21600"/>
                  <a:gd name="T1" fmla="*/ 0 h 21709"/>
                  <a:gd name="T2" fmla="*/ 0 w 21600"/>
                  <a:gd name="T3" fmla="*/ 0 h 21709"/>
                  <a:gd name="T4" fmla="*/ 0 w 21600"/>
                  <a:gd name="T5" fmla="*/ 0 h 21709"/>
                  <a:gd name="T6" fmla="*/ 0 60000 65536"/>
                  <a:gd name="T7" fmla="*/ 0 60000 65536"/>
                  <a:gd name="T8" fmla="*/ 0 60000 65536"/>
                  <a:gd name="T9" fmla="*/ 0 w 21600"/>
                  <a:gd name="T10" fmla="*/ 0 h 21709"/>
                  <a:gd name="T11" fmla="*/ 21600 w 21600"/>
                  <a:gd name="T12" fmla="*/ 21709 h 21709"/>
                </a:gdLst>
                <a:ahLst/>
                <a:cxnLst>
                  <a:cxn ang="T6">
                    <a:pos x="T0" y="T1"/>
                  </a:cxn>
                  <a:cxn ang="T7">
                    <a:pos x="T2" y="T3"/>
                  </a:cxn>
                  <a:cxn ang="T8">
                    <a:pos x="T4" y="T5"/>
                  </a:cxn>
                </a:cxnLst>
                <a:rect l="T9" t="T10" r="T11" b="T12"/>
                <a:pathLst>
                  <a:path w="21600" h="21709" fill="none" extrusionOk="0">
                    <a:moveTo>
                      <a:pt x="-1" y="0"/>
                    </a:moveTo>
                    <a:cubicBezTo>
                      <a:pt x="11929" y="0"/>
                      <a:pt x="21600" y="9670"/>
                      <a:pt x="21600" y="21600"/>
                    </a:cubicBezTo>
                    <a:cubicBezTo>
                      <a:pt x="21600" y="21636"/>
                      <a:pt x="21599" y="21672"/>
                      <a:pt x="21599" y="21708"/>
                    </a:cubicBezTo>
                  </a:path>
                  <a:path w="21600" h="21709" stroke="0" extrusionOk="0">
                    <a:moveTo>
                      <a:pt x="-1" y="0"/>
                    </a:moveTo>
                    <a:cubicBezTo>
                      <a:pt x="11929" y="0"/>
                      <a:pt x="21600" y="9670"/>
                      <a:pt x="21600" y="21600"/>
                    </a:cubicBezTo>
                    <a:cubicBezTo>
                      <a:pt x="21600" y="21636"/>
                      <a:pt x="21599" y="21672"/>
                      <a:pt x="21599" y="21708"/>
                    </a:cubicBezTo>
                    <a:lnTo>
                      <a:pt x="0" y="21600"/>
                    </a:lnTo>
                    <a:close/>
                  </a:path>
                </a:pathLst>
              </a:cu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12344" name="Arc 370">
                <a:extLst>
                  <a:ext uri="{FF2B5EF4-FFF2-40B4-BE49-F238E27FC236}">
                    <a16:creationId xmlns:a16="http://schemas.microsoft.com/office/drawing/2014/main" id="{1273CE89-B204-41D4-8196-C7705BA75208}"/>
                  </a:ext>
                </a:extLst>
              </p:cNvPr>
              <p:cNvSpPr>
                <a:spLocks/>
              </p:cNvSpPr>
              <p:nvPr/>
            </p:nvSpPr>
            <p:spPr bwMode="auto">
              <a:xfrm flipV="1">
                <a:off x="1657" y="2079"/>
                <a:ext cx="218" cy="372"/>
              </a:xfrm>
              <a:custGeom>
                <a:avLst/>
                <a:gdLst>
                  <a:gd name="T0" fmla="*/ 0 w 21600"/>
                  <a:gd name="T1" fmla="*/ 0 h 21709"/>
                  <a:gd name="T2" fmla="*/ 0 w 21600"/>
                  <a:gd name="T3" fmla="*/ 0 h 21709"/>
                  <a:gd name="T4" fmla="*/ 0 w 21600"/>
                  <a:gd name="T5" fmla="*/ 0 h 21709"/>
                  <a:gd name="T6" fmla="*/ 0 60000 65536"/>
                  <a:gd name="T7" fmla="*/ 0 60000 65536"/>
                  <a:gd name="T8" fmla="*/ 0 60000 65536"/>
                  <a:gd name="T9" fmla="*/ 0 w 21600"/>
                  <a:gd name="T10" fmla="*/ 0 h 21709"/>
                  <a:gd name="T11" fmla="*/ 21600 w 21600"/>
                  <a:gd name="T12" fmla="*/ 21709 h 21709"/>
                </a:gdLst>
                <a:ahLst/>
                <a:cxnLst>
                  <a:cxn ang="T6">
                    <a:pos x="T0" y="T1"/>
                  </a:cxn>
                  <a:cxn ang="T7">
                    <a:pos x="T2" y="T3"/>
                  </a:cxn>
                  <a:cxn ang="T8">
                    <a:pos x="T4" y="T5"/>
                  </a:cxn>
                </a:cxnLst>
                <a:rect l="T9" t="T10" r="T11" b="T12"/>
                <a:pathLst>
                  <a:path w="21600" h="21709" fill="none" extrusionOk="0">
                    <a:moveTo>
                      <a:pt x="-1" y="0"/>
                    </a:moveTo>
                    <a:cubicBezTo>
                      <a:pt x="11929" y="0"/>
                      <a:pt x="21600" y="9670"/>
                      <a:pt x="21600" y="21600"/>
                    </a:cubicBezTo>
                    <a:cubicBezTo>
                      <a:pt x="21600" y="21636"/>
                      <a:pt x="21599" y="21672"/>
                      <a:pt x="21599" y="21708"/>
                    </a:cubicBezTo>
                  </a:path>
                  <a:path w="21600" h="21709" stroke="0" extrusionOk="0">
                    <a:moveTo>
                      <a:pt x="-1" y="0"/>
                    </a:moveTo>
                    <a:cubicBezTo>
                      <a:pt x="11929" y="0"/>
                      <a:pt x="21600" y="9670"/>
                      <a:pt x="21600" y="21600"/>
                    </a:cubicBezTo>
                    <a:cubicBezTo>
                      <a:pt x="21600" y="21636"/>
                      <a:pt x="21599" y="21672"/>
                      <a:pt x="21599" y="21708"/>
                    </a:cubicBezTo>
                    <a:lnTo>
                      <a:pt x="0" y="21600"/>
                    </a:lnTo>
                    <a:close/>
                  </a:path>
                </a:pathLst>
              </a:cu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grpSp>
        <p:grpSp>
          <p:nvGrpSpPr>
            <p:cNvPr id="12328" name="Group 371">
              <a:extLst>
                <a:ext uri="{FF2B5EF4-FFF2-40B4-BE49-F238E27FC236}">
                  <a16:creationId xmlns:a16="http://schemas.microsoft.com/office/drawing/2014/main" id="{B9EA6F5E-7EBF-4E94-BB52-40C0D46F718F}"/>
                </a:ext>
              </a:extLst>
            </p:cNvPr>
            <p:cNvGrpSpPr>
              <a:grpSpLocks/>
            </p:cNvGrpSpPr>
            <p:nvPr/>
          </p:nvGrpSpPr>
          <p:grpSpPr bwMode="auto">
            <a:xfrm>
              <a:off x="3686" y="1688"/>
              <a:ext cx="218" cy="763"/>
              <a:chOff x="1818" y="1688"/>
              <a:chExt cx="218" cy="763"/>
            </a:xfrm>
          </p:grpSpPr>
          <p:sp>
            <p:nvSpPr>
              <p:cNvPr id="12341" name="Arc 372">
                <a:extLst>
                  <a:ext uri="{FF2B5EF4-FFF2-40B4-BE49-F238E27FC236}">
                    <a16:creationId xmlns:a16="http://schemas.microsoft.com/office/drawing/2014/main" id="{D633EA2E-23B1-400A-8D30-4814186A5A20}"/>
                  </a:ext>
                </a:extLst>
              </p:cNvPr>
              <p:cNvSpPr>
                <a:spLocks/>
              </p:cNvSpPr>
              <p:nvPr/>
            </p:nvSpPr>
            <p:spPr bwMode="auto">
              <a:xfrm>
                <a:off x="1899" y="1688"/>
                <a:ext cx="137" cy="397"/>
              </a:xfrm>
              <a:custGeom>
                <a:avLst/>
                <a:gdLst>
                  <a:gd name="T0" fmla="*/ 0 w 21600"/>
                  <a:gd name="T1" fmla="*/ 0 h 21709"/>
                  <a:gd name="T2" fmla="*/ 0 w 21600"/>
                  <a:gd name="T3" fmla="*/ 0 h 21709"/>
                  <a:gd name="T4" fmla="*/ 0 w 21600"/>
                  <a:gd name="T5" fmla="*/ 0 h 21709"/>
                  <a:gd name="T6" fmla="*/ 0 60000 65536"/>
                  <a:gd name="T7" fmla="*/ 0 60000 65536"/>
                  <a:gd name="T8" fmla="*/ 0 60000 65536"/>
                  <a:gd name="T9" fmla="*/ 0 w 21600"/>
                  <a:gd name="T10" fmla="*/ 0 h 21709"/>
                  <a:gd name="T11" fmla="*/ 21600 w 21600"/>
                  <a:gd name="T12" fmla="*/ 21709 h 21709"/>
                </a:gdLst>
                <a:ahLst/>
                <a:cxnLst>
                  <a:cxn ang="T6">
                    <a:pos x="T0" y="T1"/>
                  </a:cxn>
                  <a:cxn ang="T7">
                    <a:pos x="T2" y="T3"/>
                  </a:cxn>
                  <a:cxn ang="T8">
                    <a:pos x="T4" y="T5"/>
                  </a:cxn>
                </a:cxnLst>
                <a:rect l="T9" t="T10" r="T11" b="T12"/>
                <a:pathLst>
                  <a:path w="21600" h="21709" fill="none" extrusionOk="0">
                    <a:moveTo>
                      <a:pt x="-1" y="0"/>
                    </a:moveTo>
                    <a:cubicBezTo>
                      <a:pt x="11929" y="0"/>
                      <a:pt x="21600" y="9670"/>
                      <a:pt x="21600" y="21600"/>
                    </a:cubicBezTo>
                    <a:cubicBezTo>
                      <a:pt x="21600" y="21636"/>
                      <a:pt x="21599" y="21672"/>
                      <a:pt x="21599" y="21708"/>
                    </a:cubicBezTo>
                  </a:path>
                  <a:path w="21600" h="21709" stroke="0" extrusionOk="0">
                    <a:moveTo>
                      <a:pt x="-1" y="0"/>
                    </a:moveTo>
                    <a:cubicBezTo>
                      <a:pt x="11929" y="0"/>
                      <a:pt x="21600" y="9670"/>
                      <a:pt x="21600" y="21600"/>
                    </a:cubicBezTo>
                    <a:cubicBezTo>
                      <a:pt x="21600" y="21636"/>
                      <a:pt x="21599" y="21672"/>
                      <a:pt x="21599" y="21708"/>
                    </a:cubicBezTo>
                    <a:lnTo>
                      <a:pt x="0" y="21600"/>
                    </a:lnTo>
                    <a:close/>
                  </a:path>
                </a:pathLst>
              </a:cu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12342" name="Arc 373">
                <a:extLst>
                  <a:ext uri="{FF2B5EF4-FFF2-40B4-BE49-F238E27FC236}">
                    <a16:creationId xmlns:a16="http://schemas.microsoft.com/office/drawing/2014/main" id="{F5DA3B85-8304-45C4-9FC0-00DEEEC58DA0}"/>
                  </a:ext>
                </a:extLst>
              </p:cNvPr>
              <p:cNvSpPr>
                <a:spLocks/>
              </p:cNvSpPr>
              <p:nvPr/>
            </p:nvSpPr>
            <p:spPr bwMode="auto">
              <a:xfrm flipV="1">
                <a:off x="1818" y="2079"/>
                <a:ext cx="218" cy="372"/>
              </a:xfrm>
              <a:custGeom>
                <a:avLst/>
                <a:gdLst>
                  <a:gd name="T0" fmla="*/ 0 w 21600"/>
                  <a:gd name="T1" fmla="*/ 0 h 21709"/>
                  <a:gd name="T2" fmla="*/ 0 w 21600"/>
                  <a:gd name="T3" fmla="*/ 0 h 21709"/>
                  <a:gd name="T4" fmla="*/ 0 w 21600"/>
                  <a:gd name="T5" fmla="*/ 0 h 21709"/>
                  <a:gd name="T6" fmla="*/ 0 60000 65536"/>
                  <a:gd name="T7" fmla="*/ 0 60000 65536"/>
                  <a:gd name="T8" fmla="*/ 0 60000 65536"/>
                  <a:gd name="T9" fmla="*/ 0 w 21600"/>
                  <a:gd name="T10" fmla="*/ 0 h 21709"/>
                  <a:gd name="T11" fmla="*/ 21600 w 21600"/>
                  <a:gd name="T12" fmla="*/ 21709 h 21709"/>
                </a:gdLst>
                <a:ahLst/>
                <a:cxnLst>
                  <a:cxn ang="T6">
                    <a:pos x="T0" y="T1"/>
                  </a:cxn>
                  <a:cxn ang="T7">
                    <a:pos x="T2" y="T3"/>
                  </a:cxn>
                  <a:cxn ang="T8">
                    <a:pos x="T4" y="T5"/>
                  </a:cxn>
                </a:cxnLst>
                <a:rect l="T9" t="T10" r="T11" b="T12"/>
                <a:pathLst>
                  <a:path w="21600" h="21709" fill="none" extrusionOk="0">
                    <a:moveTo>
                      <a:pt x="-1" y="0"/>
                    </a:moveTo>
                    <a:cubicBezTo>
                      <a:pt x="11929" y="0"/>
                      <a:pt x="21600" y="9670"/>
                      <a:pt x="21600" y="21600"/>
                    </a:cubicBezTo>
                    <a:cubicBezTo>
                      <a:pt x="21600" y="21636"/>
                      <a:pt x="21599" y="21672"/>
                      <a:pt x="21599" y="21708"/>
                    </a:cubicBezTo>
                  </a:path>
                  <a:path w="21600" h="21709" stroke="0" extrusionOk="0">
                    <a:moveTo>
                      <a:pt x="-1" y="0"/>
                    </a:moveTo>
                    <a:cubicBezTo>
                      <a:pt x="11929" y="0"/>
                      <a:pt x="21600" y="9670"/>
                      <a:pt x="21600" y="21600"/>
                    </a:cubicBezTo>
                    <a:cubicBezTo>
                      <a:pt x="21600" y="21636"/>
                      <a:pt x="21599" y="21672"/>
                      <a:pt x="21599" y="21708"/>
                    </a:cubicBezTo>
                    <a:lnTo>
                      <a:pt x="0" y="21600"/>
                    </a:lnTo>
                    <a:close/>
                  </a:path>
                </a:pathLst>
              </a:cu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grpSp>
        <p:grpSp>
          <p:nvGrpSpPr>
            <p:cNvPr id="12329" name="Group 374">
              <a:extLst>
                <a:ext uri="{FF2B5EF4-FFF2-40B4-BE49-F238E27FC236}">
                  <a16:creationId xmlns:a16="http://schemas.microsoft.com/office/drawing/2014/main" id="{78AFAB44-BBFD-4F28-8452-87F5A69450B6}"/>
                </a:ext>
              </a:extLst>
            </p:cNvPr>
            <p:cNvGrpSpPr>
              <a:grpSpLocks/>
            </p:cNvGrpSpPr>
            <p:nvPr/>
          </p:nvGrpSpPr>
          <p:grpSpPr bwMode="auto">
            <a:xfrm>
              <a:off x="3845" y="1688"/>
              <a:ext cx="218" cy="763"/>
              <a:chOff x="1977" y="1688"/>
              <a:chExt cx="218" cy="763"/>
            </a:xfrm>
          </p:grpSpPr>
          <p:sp>
            <p:nvSpPr>
              <p:cNvPr id="12339" name="Arc 375">
                <a:extLst>
                  <a:ext uri="{FF2B5EF4-FFF2-40B4-BE49-F238E27FC236}">
                    <a16:creationId xmlns:a16="http://schemas.microsoft.com/office/drawing/2014/main" id="{42890CA5-7E52-4E55-A229-685C9E957D9B}"/>
                  </a:ext>
                </a:extLst>
              </p:cNvPr>
              <p:cNvSpPr>
                <a:spLocks/>
              </p:cNvSpPr>
              <p:nvPr/>
            </p:nvSpPr>
            <p:spPr bwMode="auto">
              <a:xfrm>
                <a:off x="2058" y="1688"/>
                <a:ext cx="137" cy="397"/>
              </a:xfrm>
              <a:custGeom>
                <a:avLst/>
                <a:gdLst>
                  <a:gd name="T0" fmla="*/ 0 w 21600"/>
                  <a:gd name="T1" fmla="*/ 0 h 21709"/>
                  <a:gd name="T2" fmla="*/ 0 w 21600"/>
                  <a:gd name="T3" fmla="*/ 0 h 21709"/>
                  <a:gd name="T4" fmla="*/ 0 w 21600"/>
                  <a:gd name="T5" fmla="*/ 0 h 21709"/>
                  <a:gd name="T6" fmla="*/ 0 60000 65536"/>
                  <a:gd name="T7" fmla="*/ 0 60000 65536"/>
                  <a:gd name="T8" fmla="*/ 0 60000 65536"/>
                  <a:gd name="T9" fmla="*/ 0 w 21600"/>
                  <a:gd name="T10" fmla="*/ 0 h 21709"/>
                  <a:gd name="T11" fmla="*/ 21600 w 21600"/>
                  <a:gd name="T12" fmla="*/ 21709 h 21709"/>
                </a:gdLst>
                <a:ahLst/>
                <a:cxnLst>
                  <a:cxn ang="T6">
                    <a:pos x="T0" y="T1"/>
                  </a:cxn>
                  <a:cxn ang="T7">
                    <a:pos x="T2" y="T3"/>
                  </a:cxn>
                  <a:cxn ang="T8">
                    <a:pos x="T4" y="T5"/>
                  </a:cxn>
                </a:cxnLst>
                <a:rect l="T9" t="T10" r="T11" b="T12"/>
                <a:pathLst>
                  <a:path w="21600" h="21709" fill="none" extrusionOk="0">
                    <a:moveTo>
                      <a:pt x="-1" y="0"/>
                    </a:moveTo>
                    <a:cubicBezTo>
                      <a:pt x="11929" y="0"/>
                      <a:pt x="21600" y="9670"/>
                      <a:pt x="21600" y="21600"/>
                    </a:cubicBezTo>
                    <a:cubicBezTo>
                      <a:pt x="21600" y="21636"/>
                      <a:pt x="21599" y="21672"/>
                      <a:pt x="21599" y="21708"/>
                    </a:cubicBezTo>
                  </a:path>
                  <a:path w="21600" h="21709" stroke="0" extrusionOk="0">
                    <a:moveTo>
                      <a:pt x="-1" y="0"/>
                    </a:moveTo>
                    <a:cubicBezTo>
                      <a:pt x="11929" y="0"/>
                      <a:pt x="21600" y="9670"/>
                      <a:pt x="21600" y="21600"/>
                    </a:cubicBezTo>
                    <a:cubicBezTo>
                      <a:pt x="21600" y="21636"/>
                      <a:pt x="21599" y="21672"/>
                      <a:pt x="21599" y="21708"/>
                    </a:cubicBezTo>
                    <a:lnTo>
                      <a:pt x="0" y="21600"/>
                    </a:lnTo>
                    <a:close/>
                  </a:path>
                </a:pathLst>
              </a:cu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12340" name="Arc 376">
                <a:extLst>
                  <a:ext uri="{FF2B5EF4-FFF2-40B4-BE49-F238E27FC236}">
                    <a16:creationId xmlns:a16="http://schemas.microsoft.com/office/drawing/2014/main" id="{006F1E59-C577-4385-B4A3-51CFC39A617E}"/>
                  </a:ext>
                </a:extLst>
              </p:cNvPr>
              <p:cNvSpPr>
                <a:spLocks/>
              </p:cNvSpPr>
              <p:nvPr/>
            </p:nvSpPr>
            <p:spPr bwMode="auto">
              <a:xfrm flipV="1">
                <a:off x="1977" y="2079"/>
                <a:ext cx="218" cy="372"/>
              </a:xfrm>
              <a:custGeom>
                <a:avLst/>
                <a:gdLst>
                  <a:gd name="T0" fmla="*/ 0 w 21600"/>
                  <a:gd name="T1" fmla="*/ 0 h 21709"/>
                  <a:gd name="T2" fmla="*/ 0 w 21600"/>
                  <a:gd name="T3" fmla="*/ 0 h 21709"/>
                  <a:gd name="T4" fmla="*/ 0 w 21600"/>
                  <a:gd name="T5" fmla="*/ 0 h 21709"/>
                  <a:gd name="T6" fmla="*/ 0 60000 65536"/>
                  <a:gd name="T7" fmla="*/ 0 60000 65536"/>
                  <a:gd name="T8" fmla="*/ 0 60000 65536"/>
                  <a:gd name="T9" fmla="*/ 0 w 21600"/>
                  <a:gd name="T10" fmla="*/ 0 h 21709"/>
                  <a:gd name="T11" fmla="*/ 21600 w 21600"/>
                  <a:gd name="T12" fmla="*/ 21709 h 21709"/>
                </a:gdLst>
                <a:ahLst/>
                <a:cxnLst>
                  <a:cxn ang="T6">
                    <a:pos x="T0" y="T1"/>
                  </a:cxn>
                  <a:cxn ang="T7">
                    <a:pos x="T2" y="T3"/>
                  </a:cxn>
                  <a:cxn ang="T8">
                    <a:pos x="T4" y="T5"/>
                  </a:cxn>
                </a:cxnLst>
                <a:rect l="T9" t="T10" r="T11" b="T12"/>
                <a:pathLst>
                  <a:path w="21600" h="21709" fill="none" extrusionOk="0">
                    <a:moveTo>
                      <a:pt x="-1" y="0"/>
                    </a:moveTo>
                    <a:cubicBezTo>
                      <a:pt x="11929" y="0"/>
                      <a:pt x="21600" y="9670"/>
                      <a:pt x="21600" y="21600"/>
                    </a:cubicBezTo>
                    <a:cubicBezTo>
                      <a:pt x="21600" y="21636"/>
                      <a:pt x="21599" y="21672"/>
                      <a:pt x="21599" y="21708"/>
                    </a:cubicBezTo>
                  </a:path>
                  <a:path w="21600" h="21709" stroke="0" extrusionOk="0">
                    <a:moveTo>
                      <a:pt x="-1" y="0"/>
                    </a:moveTo>
                    <a:cubicBezTo>
                      <a:pt x="11929" y="0"/>
                      <a:pt x="21600" y="9670"/>
                      <a:pt x="21600" y="21600"/>
                    </a:cubicBezTo>
                    <a:cubicBezTo>
                      <a:pt x="21600" y="21636"/>
                      <a:pt x="21599" y="21672"/>
                      <a:pt x="21599" y="21708"/>
                    </a:cubicBezTo>
                    <a:lnTo>
                      <a:pt x="0" y="21600"/>
                    </a:lnTo>
                    <a:close/>
                  </a:path>
                </a:pathLst>
              </a:cu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grpSp>
        <p:grpSp>
          <p:nvGrpSpPr>
            <p:cNvPr id="12330" name="Group 377">
              <a:extLst>
                <a:ext uri="{FF2B5EF4-FFF2-40B4-BE49-F238E27FC236}">
                  <a16:creationId xmlns:a16="http://schemas.microsoft.com/office/drawing/2014/main" id="{6ED9ECCA-67D2-4059-81B4-F88C548EC910}"/>
                </a:ext>
              </a:extLst>
            </p:cNvPr>
            <p:cNvGrpSpPr>
              <a:grpSpLocks/>
            </p:cNvGrpSpPr>
            <p:nvPr/>
          </p:nvGrpSpPr>
          <p:grpSpPr bwMode="auto">
            <a:xfrm>
              <a:off x="4004" y="1688"/>
              <a:ext cx="218" cy="763"/>
              <a:chOff x="2136" y="1688"/>
              <a:chExt cx="218" cy="763"/>
            </a:xfrm>
          </p:grpSpPr>
          <p:sp>
            <p:nvSpPr>
              <p:cNvPr id="12337" name="Arc 378">
                <a:extLst>
                  <a:ext uri="{FF2B5EF4-FFF2-40B4-BE49-F238E27FC236}">
                    <a16:creationId xmlns:a16="http://schemas.microsoft.com/office/drawing/2014/main" id="{25DE4CF0-2AFD-4144-A9CC-36589B8E103A}"/>
                  </a:ext>
                </a:extLst>
              </p:cNvPr>
              <p:cNvSpPr>
                <a:spLocks/>
              </p:cNvSpPr>
              <p:nvPr/>
            </p:nvSpPr>
            <p:spPr bwMode="auto">
              <a:xfrm>
                <a:off x="2217" y="1688"/>
                <a:ext cx="137" cy="397"/>
              </a:xfrm>
              <a:custGeom>
                <a:avLst/>
                <a:gdLst>
                  <a:gd name="T0" fmla="*/ 0 w 21600"/>
                  <a:gd name="T1" fmla="*/ 0 h 21709"/>
                  <a:gd name="T2" fmla="*/ 0 w 21600"/>
                  <a:gd name="T3" fmla="*/ 0 h 21709"/>
                  <a:gd name="T4" fmla="*/ 0 w 21600"/>
                  <a:gd name="T5" fmla="*/ 0 h 21709"/>
                  <a:gd name="T6" fmla="*/ 0 60000 65536"/>
                  <a:gd name="T7" fmla="*/ 0 60000 65536"/>
                  <a:gd name="T8" fmla="*/ 0 60000 65536"/>
                  <a:gd name="T9" fmla="*/ 0 w 21600"/>
                  <a:gd name="T10" fmla="*/ 0 h 21709"/>
                  <a:gd name="T11" fmla="*/ 21600 w 21600"/>
                  <a:gd name="T12" fmla="*/ 21709 h 21709"/>
                </a:gdLst>
                <a:ahLst/>
                <a:cxnLst>
                  <a:cxn ang="T6">
                    <a:pos x="T0" y="T1"/>
                  </a:cxn>
                  <a:cxn ang="T7">
                    <a:pos x="T2" y="T3"/>
                  </a:cxn>
                  <a:cxn ang="T8">
                    <a:pos x="T4" y="T5"/>
                  </a:cxn>
                </a:cxnLst>
                <a:rect l="T9" t="T10" r="T11" b="T12"/>
                <a:pathLst>
                  <a:path w="21600" h="21709" fill="none" extrusionOk="0">
                    <a:moveTo>
                      <a:pt x="-1" y="0"/>
                    </a:moveTo>
                    <a:cubicBezTo>
                      <a:pt x="11929" y="0"/>
                      <a:pt x="21600" y="9670"/>
                      <a:pt x="21600" y="21600"/>
                    </a:cubicBezTo>
                    <a:cubicBezTo>
                      <a:pt x="21600" y="21636"/>
                      <a:pt x="21599" y="21672"/>
                      <a:pt x="21599" y="21708"/>
                    </a:cubicBezTo>
                  </a:path>
                  <a:path w="21600" h="21709" stroke="0" extrusionOk="0">
                    <a:moveTo>
                      <a:pt x="-1" y="0"/>
                    </a:moveTo>
                    <a:cubicBezTo>
                      <a:pt x="11929" y="0"/>
                      <a:pt x="21600" y="9670"/>
                      <a:pt x="21600" y="21600"/>
                    </a:cubicBezTo>
                    <a:cubicBezTo>
                      <a:pt x="21600" y="21636"/>
                      <a:pt x="21599" y="21672"/>
                      <a:pt x="21599" y="21708"/>
                    </a:cubicBezTo>
                    <a:lnTo>
                      <a:pt x="0" y="21600"/>
                    </a:lnTo>
                    <a:close/>
                  </a:path>
                </a:pathLst>
              </a:cu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12338" name="Arc 379">
                <a:extLst>
                  <a:ext uri="{FF2B5EF4-FFF2-40B4-BE49-F238E27FC236}">
                    <a16:creationId xmlns:a16="http://schemas.microsoft.com/office/drawing/2014/main" id="{DA4E220F-BBCB-47C6-AE64-E144C809904C}"/>
                  </a:ext>
                </a:extLst>
              </p:cNvPr>
              <p:cNvSpPr>
                <a:spLocks/>
              </p:cNvSpPr>
              <p:nvPr/>
            </p:nvSpPr>
            <p:spPr bwMode="auto">
              <a:xfrm flipV="1">
                <a:off x="2136" y="2079"/>
                <a:ext cx="218" cy="372"/>
              </a:xfrm>
              <a:custGeom>
                <a:avLst/>
                <a:gdLst>
                  <a:gd name="T0" fmla="*/ 0 w 21600"/>
                  <a:gd name="T1" fmla="*/ 0 h 21709"/>
                  <a:gd name="T2" fmla="*/ 0 w 21600"/>
                  <a:gd name="T3" fmla="*/ 0 h 21709"/>
                  <a:gd name="T4" fmla="*/ 0 w 21600"/>
                  <a:gd name="T5" fmla="*/ 0 h 21709"/>
                  <a:gd name="T6" fmla="*/ 0 60000 65536"/>
                  <a:gd name="T7" fmla="*/ 0 60000 65536"/>
                  <a:gd name="T8" fmla="*/ 0 60000 65536"/>
                  <a:gd name="T9" fmla="*/ 0 w 21600"/>
                  <a:gd name="T10" fmla="*/ 0 h 21709"/>
                  <a:gd name="T11" fmla="*/ 21600 w 21600"/>
                  <a:gd name="T12" fmla="*/ 21709 h 21709"/>
                </a:gdLst>
                <a:ahLst/>
                <a:cxnLst>
                  <a:cxn ang="T6">
                    <a:pos x="T0" y="T1"/>
                  </a:cxn>
                  <a:cxn ang="T7">
                    <a:pos x="T2" y="T3"/>
                  </a:cxn>
                  <a:cxn ang="T8">
                    <a:pos x="T4" y="T5"/>
                  </a:cxn>
                </a:cxnLst>
                <a:rect l="T9" t="T10" r="T11" b="T12"/>
                <a:pathLst>
                  <a:path w="21600" h="21709" fill="none" extrusionOk="0">
                    <a:moveTo>
                      <a:pt x="-1" y="0"/>
                    </a:moveTo>
                    <a:cubicBezTo>
                      <a:pt x="11929" y="0"/>
                      <a:pt x="21600" y="9670"/>
                      <a:pt x="21600" y="21600"/>
                    </a:cubicBezTo>
                    <a:cubicBezTo>
                      <a:pt x="21600" y="21636"/>
                      <a:pt x="21599" y="21672"/>
                      <a:pt x="21599" y="21708"/>
                    </a:cubicBezTo>
                  </a:path>
                  <a:path w="21600" h="21709" stroke="0" extrusionOk="0">
                    <a:moveTo>
                      <a:pt x="-1" y="0"/>
                    </a:moveTo>
                    <a:cubicBezTo>
                      <a:pt x="11929" y="0"/>
                      <a:pt x="21600" y="9670"/>
                      <a:pt x="21600" y="21600"/>
                    </a:cubicBezTo>
                    <a:cubicBezTo>
                      <a:pt x="21600" y="21636"/>
                      <a:pt x="21599" y="21672"/>
                      <a:pt x="21599" y="21708"/>
                    </a:cubicBezTo>
                    <a:lnTo>
                      <a:pt x="0" y="21600"/>
                    </a:lnTo>
                    <a:close/>
                  </a:path>
                </a:pathLst>
              </a:cu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grpSp>
        <p:grpSp>
          <p:nvGrpSpPr>
            <p:cNvPr id="12331" name="Group 380">
              <a:extLst>
                <a:ext uri="{FF2B5EF4-FFF2-40B4-BE49-F238E27FC236}">
                  <a16:creationId xmlns:a16="http://schemas.microsoft.com/office/drawing/2014/main" id="{21C19EC9-98F8-496A-AEF1-05AEE173A9E1}"/>
                </a:ext>
              </a:extLst>
            </p:cNvPr>
            <p:cNvGrpSpPr>
              <a:grpSpLocks/>
            </p:cNvGrpSpPr>
            <p:nvPr/>
          </p:nvGrpSpPr>
          <p:grpSpPr bwMode="auto">
            <a:xfrm>
              <a:off x="4162" y="1688"/>
              <a:ext cx="218" cy="763"/>
              <a:chOff x="2294" y="1688"/>
              <a:chExt cx="218" cy="763"/>
            </a:xfrm>
          </p:grpSpPr>
          <p:sp>
            <p:nvSpPr>
              <p:cNvPr id="12335" name="Arc 381">
                <a:extLst>
                  <a:ext uri="{FF2B5EF4-FFF2-40B4-BE49-F238E27FC236}">
                    <a16:creationId xmlns:a16="http://schemas.microsoft.com/office/drawing/2014/main" id="{0AD961F0-F251-418F-9B6D-DC2671AC4862}"/>
                  </a:ext>
                </a:extLst>
              </p:cNvPr>
              <p:cNvSpPr>
                <a:spLocks/>
              </p:cNvSpPr>
              <p:nvPr/>
            </p:nvSpPr>
            <p:spPr bwMode="auto">
              <a:xfrm>
                <a:off x="2375" y="1688"/>
                <a:ext cx="137" cy="397"/>
              </a:xfrm>
              <a:custGeom>
                <a:avLst/>
                <a:gdLst>
                  <a:gd name="T0" fmla="*/ 0 w 21600"/>
                  <a:gd name="T1" fmla="*/ 0 h 21709"/>
                  <a:gd name="T2" fmla="*/ 0 w 21600"/>
                  <a:gd name="T3" fmla="*/ 0 h 21709"/>
                  <a:gd name="T4" fmla="*/ 0 w 21600"/>
                  <a:gd name="T5" fmla="*/ 0 h 21709"/>
                  <a:gd name="T6" fmla="*/ 0 60000 65536"/>
                  <a:gd name="T7" fmla="*/ 0 60000 65536"/>
                  <a:gd name="T8" fmla="*/ 0 60000 65536"/>
                  <a:gd name="T9" fmla="*/ 0 w 21600"/>
                  <a:gd name="T10" fmla="*/ 0 h 21709"/>
                  <a:gd name="T11" fmla="*/ 21600 w 21600"/>
                  <a:gd name="T12" fmla="*/ 21709 h 21709"/>
                </a:gdLst>
                <a:ahLst/>
                <a:cxnLst>
                  <a:cxn ang="T6">
                    <a:pos x="T0" y="T1"/>
                  </a:cxn>
                  <a:cxn ang="T7">
                    <a:pos x="T2" y="T3"/>
                  </a:cxn>
                  <a:cxn ang="T8">
                    <a:pos x="T4" y="T5"/>
                  </a:cxn>
                </a:cxnLst>
                <a:rect l="T9" t="T10" r="T11" b="T12"/>
                <a:pathLst>
                  <a:path w="21600" h="21709" fill="none" extrusionOk="0">
                    <a:moveTo>
                      <a:pt x="-1" y="0"/>
                    </a:moveTo>
                    <a:cubicBezTo>
                      <a:pt x="11929" y="0"/>
                      <a:pt x="21600" y="9670"/>
                      <a:pt x="21600" y="21600"/>
                    </a:cubicBezTo>
                    <a:cubicBezTo>
                      <a:pt x="21600" y="21636"/>
                      <a:pt x="21599" y="21672"/>
                      <a:pt x="21599" y="21708"/>
                    </a:cubicBezTo>
                  </a:path>
                  <a:path w="21600" h="21709" stroke="0" extrusionOk="0">
                    <a:moveTo>
                      <a:pt x="-1" y="0"/>
                    </a:moveTo>
                    <a:cubicBezTo>
                      <a:pt x="11929" y="0"/>
                      <a:pt x="21600" y="9670"/>
                      <a:pt x="21600" y="21600"/>
                    </a:cubicBezTo>
                    <a:cubicBezTo>
                      <a:pt x="21600" y="21636"/>
                      <a:pt x="21599" y="21672"/>
                      <a:pt x="21599" y="21708"/>
                    </a:cubicBezTo>
                    <a:lnTo>
                      <a:pt x="0" y="21600"/>
                    </a:lnTo>
                    <a:close/>
                  </a:path>
                </a:pathLst>
              </a:cu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12336" name="Arc 382">
                <a:extLst>
                  <a:ext uri="{FF2B5EF4-FFF2-40B4-BE49-F238E27FC236}">
                    <a16:creationId xmlns:a16="http://schemas.microsoft.com/office/drawing/2014/main" id="{E3B45D9E-7096-4FA5-A7A4-48A997FBC44F}"/>
                  </a:ext>
                </a:extLst>
              </p:cNvPr>
              <p:cNvSpPr>
                <a:spLocks/>
              </p:cNvSpPr>
              <p:nvPr/>
            </p:nvSpPr>
            <p:spPr bwMode="auto">
              <a:xfrm flipV="1">
                <a:off x="2294" y="2079"/>
                <a:ext cx="218" cy="372"/>
              </a:xfrm>
              <a:custGeom>
                <a:avLst/>
                <a:gdLst>
                  <a:gd name="T0" fmla="*/ 0 w 21600"/>
                  <a:gd name="T1" fmla="*/ 0 h 21709"/>
                  <a:gd name="T2" fmla="*/ 0 w 21600"/>
                  <a:gd name="T3" fmla="*/ 0 h 21709"/>
                  <a:gd name="T4" fmla="*/ 0 w 21600"/>
                  <a:gd name="T5" fmla="*/ 0 h 21709"/>
                  <a:gd name="T6" fmla="*/ 0 60000 65536"/>
                  <a:gd name="T7" fmla="*/ 0 60000 65536"/>
                  <a:gd name="T8" fmla="*/ 0 60000 65536"/>
                  <a:gd name="T9" fmla="*/ 0 w 21600"/>
                  <a:gd name="T10" fmla="*/ 0 h 21709"/>
                  <a:gd name="T11" fmla="*/ 21600 w 21600"/>
                  <a:gd name="T12" fmla="*/ 21709 h 21709"/>
                </a:gdLst>
                <a:ahLst/>
                <a:cxnLst>
                  <a:cxn ang="T6">
                    <a:pos x="T0" y="T1"/>
                  </a:cxn>
                  <a:cxn ang="T7">
                    <a:pos x="T2" y="T3"/>
                  </a:cxn>
                  <a:cxn ang="T8">
                    <a:pos x="T4" y="T5"/>
                  </a:cxn>
                </a:cxnLst>
                <a:rect l="T9" t="T10" r="T11" b="T12"/>
                <a:pathLst>
                  <a:path w="21600" h="21709" fill="none" extrusionOk="0">
                    <a:moveTo>
                      <a:pt x="-1" y="0"/>
                    </a:moveTo>
                    <a:cubicBezTo>
                      <a:pt x="11929" y="0"/>
                      <a:pt x="21600" y="9670"/>
                      <a:pt x="21600" y="21600"/>
                    </a:cubicBezTo>
                    <a:cubicBezTo>
                      <a:pt x="21600" y="21636"/>
                      <a:pt x="21599" y="21672"/>
                      <a:pt x="21599" y="21708"/>
                    </a:cubicBezTo>
                  </a:path>
                  <a:path w="21600" h="21709" stroke="0" extrusionOk="0">
                    <a:moveTo>
                      <a:pt x="-1" y="0"/>
                    </a:moveTo>
                    <a:cubicBezTo>
                      <a:pt x="11929" y="0"/>
                      <a:pt x="21600" y="9670"/>
                      <a:pt x="21600" y="21600"/>
                    </a:cubicBezTo>
                    <a:cubicBezTo>
                      <a:pt x="21600" y="21636"/>
                      <a:pt x="21599" y="21672"/>
                      <a:pt x="21599" y="21708"/>
                    </a:cubicBezTo>
                    <a:lnTo>
                      <a:pt x="0" y="21600"/>
                    </a:lnTo>
                    <a:close/>
                  </a:path>
                </a:pathLst>
              </a:cu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grpSp>
        <p:grpSp>
          <p:nvGrpSpPr>
            <p:cNvPr id="12332" name="Group 383">
              <a:extLst>
                <a:ext uri="{FF2B5EF4-FFF2-40B4-BE49-F238E27FC236}">
                  <a16:creationId xmlns:a16="http://schemas.microsoft.com/office/drawing/2014/main" id="{D1537772-7F2D-4854-8A5F-7DCD24EF0572}"/>
                </a:ext>
              </a:extLst>
            </p:cNvPr>
            <p:cNvGrpSpPr>
              <a:grpSpLocks/>
            </p:cNvGrpSpPr>
            <p:nvPr/>
          </p:nvGrpSpPr>
          <p:grpSpPr bwMode="auto">
            <a:xfrm>
              <a:off x="4321" y="1688"/>
              <a:ext cx="218" cy="763"/>
              <a:chOff x="2453" y="1688"/>
              <a:chExt cx="218" cy="763"/>
            </a:xfrm>
          </p:grpSpPr>
          <p:sp>
            <p:nvSpPr>
              <p:cNvPr id="12333" name="Arc 384">
                <a:extLst>
                  <a:ext uri="{FF2B5EF4-FFF2-40B4-BE49-F238E27FC236}">
                    <a16:creationId xmlns:a16="http://schemas.microsoft.com/office/drawing/2014/main" id="{04C6C660-C2AB-4B86-8014-B2B90D01EE00}"/>
                  </a:ext>
                </a:extLst>
              </p:cNvPr>
              <p:cNvSpPr>
                <a:spLocks/>
              </p:cNvSpPr>
              <p:nvPr/>
            </p:nvSpPr>
            <p:spPr bwMode="auto">
              <a:xfrm>
                <a:off x="2534" y="1688"/>
                <a:ext cx="137" cy="397"/>
              </a:xfrm>
              <a:custGeom>
                <a:avLst/>
                <a:gdLst>
                  <a:gd name="T0" fmla="*/ 0 w 21600"/>
                  <a:gd name="T1" fmla="*/ 0 h 21709"/>
                  <a:gd name="T2" fmla="*/ 0 w 21600"/>
                  <a:gd name="T3" fmla="*/ 0 h 21709"/>
                  <a:gd name="T4" fmla="*/ 0 w 21600"/>
                  <a:gd name="T5" fmla="*/ 0 h 21709"/>
                  <a:gd name="T6" fmla="*/ 0 60000 65536"/>
                  <a:gd name="T7" fmla="*/ 0 60000 65536"/>
                  <a:gd name="T8" fmla="*/ 0 60000 65536"/>
                  <a:gd name="T9" fmla="*/ 0 w 21600"/>
                  <a:gd name="T10" fmla="*/ 0 h 21709"/>
                  <a:gd name="T11" fmla="*/ 21600 w 21600"/>
                  <a:gd name="T12" fmla="*/ 21709 h 21709"/>
                </a:gdLst>
                <a:ahLst/>
                <a:cxnLst>
                  <a:cxn ang="T6">
                    <a:pos x="T0" y="T1"/>
                  </a:cxn>
                  <a:cxn ang="T7">
                    <a:pos x="T2" y="T3"/>
                  </a:cxn>
                  <a:cxn ang="T8">
                    <a:pos x="T4" y="T5"/>
                  </a:cxn>
                </a:cxnLst>
                <a:rect l="T9" t="T10" r="T11" b="T12"/>
                <a:pathLst>
                  <a:path w="21600" h="21709" fill="none" extrusionOk="0">
                    <a:moveTo>
                      <a:pt x="-1" y="0"/>
                    </a:moveTo>
                    <a:cubicBezTo>
                      <a:pt x="11929" y="0"/>
                      <a:pt x="21600" y="9670"/>
                      <a:pt x="21600" y="21600"/>
                    </a:cubicBezTo>
                    <a:cubicBezTo>
                      <a:pt x="21600" y="21636"/>
                      <a:pt x="21599" y="21672"/>
                      <a:pt x="21599" y="21708"/>
                    </a:cubicBezTo>
                  </a:path>
                  <a:path w="21600" h="21709" stroke="0" extrusionOk="0">
                    <a:moveTo>
                      <a:pt x="-1" y="0"/>
                    </a:moveTo>
                    <a:cubicBezTo>
                      <a:pt x="11929" y="0"/>
                      <a:pt x="21600" y="9670"/>
                      <a:pt x="21600" y="21600"/>
                    </a:cubicBezTo>
                    <a:cubicBezTo>
                      <a:pt x="21600" y="21636"/>
                      <a:pt x="21599" y="21672"/>
                      <a:pt x="21599" y="21708"/>
                    </a:cubicBezTo>
                    <a:lnTo>
                      <a:pt x="0" y="21600"/>
                    </a:lnTo>
                    <a:close/>
                  </a:path>
                </a:pathLst>
              </a:cu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12334" name="Arc 385">
                <a:extLst>
                  <a:ext uri="{FF2B5EF4-FFF2-40B4-BE49-F238E27FC236}">
                    <a16:creationId xmlns:a16="http://schemas.microsoft.com/office/drawing/2014/main" id="{6475B865-8C41-49FE-BF95-9AD2E70725D0}"/>
                  </a:ext>
                </a:extLst>
              </p:cNvPr>
              <p:cNvSpPr>
                <a:spLocks/>
              </p:cNvSpPr>
              <p:nvPr/>
            </p:nvSpPr>
            <p:spPr bwMode="auto">
              <a:xfrm flipV="1">
                <a:off x="2453" y="2079"/>
                <a:ext cx="218" cy="372"/>
              </a:xfrm>
              <a:custGeom>
                <a:avLst/>
                <a:gdLst>
                  <a:gd name="T0" fmla="*/ 0 w 21600"/>
                  <a:gd name="T1" fmla="*/ 0 h 21709"/>
                  <a:gd name="T2" fmla="*/ 0 w 21600"/>
                  <a:gd name="T3" fmla="*/ 0 h 21709"/>
                  <a:gd name="T4" fmla="*/ 0 w 21600"/>
                  <a:gd name="T5" fmla="*/ 0 h 21709"/>
                  <a:gd name="T6" fmla="*/ 0 60000 65536"/>
                  <a:gd name="T7" fmla="*/ 0 60000 65536"/>
                  <a:gd name="T8" fmla="*/ 0 60000 65536"/>
                  <a:gd name="T9" fmla="*/ 0 w 21600"/>
                  <a:gd name="T10" fmla="*/ 0 h 21709"/>
                  <a:gd name="T11" fmla="*/ 21600 w 21600"/>
                  <a:gd name="T12" fmla="*/ 21709 h 21709"/>
                </a:gdLst>
                <a:ahLst/>
                <a:cxnLst>
                  <a:cxn ang="T6">
                    <a:pos x="T0" y="T1"/>
                  </a:cxn>
                  <a:cxn ang="T7">
                    <a:pos x="T2" y="T3"/>
                  </a:cxn>
                  <a:cxn ang="T8">
                    <a:pos x="T4" y="T5"/>
                  </a:cxn>
                </a:cxnLst>
                <a:rect l="T9" t="T10" r="T11" b="T12"/>
                <a:pathLst>
                  <a:path w="21600" h="21709" fill="none" extrusionOk="0">
                    <a:moveTo>
                      <a:pt x="-1" y="0"/>
                    </a:moveTo>
                    <a:cubicBezTo>
                      <a:pt x="11929" y="0"/>
                      <a:pt x="21600" y="9670"/>
                      <a:pt x="21600" y="21600"/>
                    </a:cubicBezTo>
                    <a:cubicBezTo>
                      <a:pt x="21600" y="21636"/>
                      <a:pt x="21599" y="21672"/>
                      <a:pt x="21599" y="21708"/>
                    </a:cubicBezTo>
                  </a:path>
                  <a:path w="21600" h="21709" stroke="0" extrusionOk="0">
                    <a:moveTo>
                      <a:pt x="-1" y="0"/>
                    </a:moveTo>
                    <a:cubicBezTo>
                      <a:pt x="11929" y="0"/>
                      <a:pt x="21600" y="9670"/>
                      <a:pt x="21600" y="21600"/>
                    </a:cubicBezTo>
                    <a:cubicBezTo>
                      <a:pt x="21600" y="21636"/>
                      <a:pt x="21599" y="21672"/>
                      <a:pt x="21599" y="21708"/>
                    </a:cubicBezTo>
                    <a:lnTo>
                      <a:pt x="0" y="21600"/>
                    </a:lnTo>
                    <a:close/>
                  </a:path>
                </a:pathLst>
              </a:cu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grpSp>
      </p:grpSp>
      <p:sp>
        <p:nvSpPr>
          <p:cNvPr id="98690" name="Freeform 386">
            <a:extLst>
              <a:ext uri="{FF2B5EF4-FFF2-40B4-BE49-F238E27FC236}">
                <a16:creationId xmlns:a16="http://schemas.microsoft.com/office/drawing/2014/main" id="{D5FBA75E-DD69-4117-AB4C-1C9483DE64FB}"/>
              </a:ext>
            </a:extLst>
          </p:cNvPr>
          <p:cNvSpPr>
            <a:spLocks/>
          </p:cNvSpPr>
          <p:nvPr/>
        </p:nvSpPr>
        <p:spPr bwMode="auto">
          <a:xfrm>
            <a:off x="3206750" y="5145089"/>
            <a:ext cx="469900" cy="149225"/>
          </a:xfrm>
          <a:custGeom>
            <a:avLst/>
            <a:gdLst>
              <a:gd name="T0" fmla="*/ 0 w 20000"/>
              <a:gd name="T1" fmla="*/ 1104944 h 20000"/>
              <a:gd name="T2" fmla="*/ 6131231 w 20000"/>
              <a:gd name="T3" fmla="*/ 1104944 h 20000"/>
              <a:gd name="T4" fmla="*/ 11018778 w 20000"/>
              <a:gd name="T5" fmla="*/ 0 h 20000"/>
              <a:gd name="T6" fmla="*/ 0 60000 65536"/>
              <a:gd name="T7" fmla="*/ 0 60000 65536"/>
              <a:gd name="T8" fmla="*/ 0 60000 65536"/>
              <a:gd name="T9" fmla="*/ 0 w 20000"/>
              <a:gd name="T10" fmla="*/ 0 h 20000"/>
              <a:gd name="T11" fmla="*/ 20000 w 20000"/>
              <a:gd name="T12" fmla="*/ 20000 h 20000"/>
            </a:gdLst>
            <a:ahLst/>
            <a:cxnLst>
              <a:cxn ang="T6">
                <a:pos x="T0" y="T1"/>
              </a:cxn>
              <a:cxn ang="T7">
                <a:pos x="T2" y="T3"/>
              </a:cxn>
              <a:cxn ang="T8">
                <a:pos x="T4" y="T5"/>
              </a:cxn>
            </a:cxnLst>
            <a:rect l="T9" t="T10" r="T11" b="T12"/>
            <a:pathLst>
              <a:path w="20000" h="20000">
                <a:moveTo>
                  <a:pt x="0" y="19848"/>
                </a:moveTo>
                <a:lnTo>
                  <a:pt x="11107" y="19848"/>
                </a:lnTo>
                <a:lnTo>
                  <a:pt x="19961" y="0"/>
                </a:lnTo>
              </a:path>
            </a:pathLst>
          </a:custGeom>
          <a:noFill/>
          <a:ln w="38100">
            <a:solidFill>
              <a:srgbClr val="0000FF"/>
            </a:solidFill>
            <a:round/>
            <a:headEnd/>
            <a:tailEnd type="oval" w="med" len="me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98691" name="Freeform 387">
            <a:extLst>
              <a:ext uri="{FF2B5EF4-FFF2-40B4-BE49-F238E27FC236}">
                <a16:creationId xmlns:a16="http://schemas.microsoft.com/office/drawing/2014/main" id="{81E6BF9F-4FA7-43B6-993E-E5DCECC9CAFD}"/>
              </a:ext>
            </a:extLst>
          </p:cNvPr>
          <p:cNvSpPr>
            <a:spLocks/>
          </p:cNvSpPr>
          <p:nvPr/>
        </p:nvSpPr>
        <p:spPr bwMode="auto">
          <a:xfrm>
            <a:off x="3208338" y="5146676"/>
            <a:ext cx="469900" cy="149225"/>
          </a:xfrm>
          <a:custGeom>
            <a:avLst/>
            <a:gdLst>
              <a:gd name="T0" fmla="*/ 0 w 20000"/>
              <a:gd name="T1" fmla="*/ 1104944 h 20000"/>
              <a:gd name="T2" fmla="*/ 6131231 w 20000"/>
              <a:gd name="T3" fmla="*/ 1104944 h 20000"/>
              <a:gd name="T4" fmla="*/ 11018778 w 20000"/>
              <a:gd name="T5" fmla="*/ 0 h 20000"/>
              <a:gd name="T6" fmla="*/ 0 60000 65536"/>
              <a:gd name="T7" fmla="*/ 0 60000 65536"/>
              <a:gd name="T8" fmla="*/ 0 60000 65536"/>
              <a:gd name="T9" fmla="*/ 0 w 20000"/>
              <a:gd name="T10" fmla="*/ 0 h 20000"/>
              <a:gd name="T11" fmla="*/ 20000 w 20000"/>
              <a:gd name="T12" fmla="*/ 20000 h 20000"/>
            </a:gdLst>
            <a:ahLst/>
            <a:cxnLst>
              <a:cxn ang="T6">
                <a:pos x="T0" y="T1"/>
              </a:cxn>
              <a:cxn ang="T7">
                <a:pos x="T2" y="T3"/>
              </a:cxn>
              <a:cxn ang="T8">
                <a:pos x="T4" y="T5"/>
              </a:cxn>
            </a:cxnLst>
            <a:rect l="T9" t="T10" r="T11" b="T12"/>
            <a:pathLst>
              <a:path w="20000" h="20000">
                <a:moveTo>
                  <a:pt x="0" y="19848"/>
                </a:moveTo>
                <a:lnTo>
                  <a:pt x="11107" y="19848"/>
                </a:lnTo>
                <a:lnTo>
                  <a:pt x="19961" y="0"/>
                </a:lnTo>
              </a:path>
            </a:pathLst>
          </a:custGeom>
          <a:noFill/>
          <a:ln w="38100">
            <a:solidFill>
              <a:srgbClr val="0000FF"/>
            </a:solidFill>
            <a:round/>
            <a:headEnd/>
            <a:tailEnd type="oval" w="med" len="me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98692" name="Line 388">
            <a:extLst>
              <a:ext uri="{FF2B5EF4-FFF2-40B4-BE49-F238E27FC236}">
                <a16:creationId xmlns:a16="http://schemas.microsoft.com/office/drawing/2014/main" id="{ACAB8886-D37A-4931-8518-F529F47F155C}"/>
              </a:ext>
            </a:extLst>
          </p:cNvPr>
          <p:cNvSpPr>
            <a:spLocks noChangeShapeType="1"/>
          </p:cNvSpPr>
          <p:nvPr/>
        </p:nvSpPr>
        <p:spPr bwMode="auto">
          <a:xfrm>
            <a:off x="3211514" y="5292725"/>
            <a:ext cx="542925" cy="0"/>
          </a:xfrm>
          <a:prstGeom prst="line">
            <a:avLst/>
          </a:prstGeom>
          <a:noFill/>
          <a:ln w="38100">
            <a:solidFill>
              <a:srgbClr val="0000FF"/>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98693" name="Line 389">
            <a:extLst>
              <a:ext uri="{FF2B5EF4-FFF2-40B4-BE49-F238E27FC236}">
                <a16:creationId xmlns:a16="http://schemas.microsoft.com/office/drawing/2014/main" id="{8FF0F912-C6D7-4503-9955-98FAA661E62B}"/>
              </a:ext>
            </a:extLst>
          </p:cNvPr>
          <p:cNvSpPr>
            <a:spLocks noChangeShapeType="1"/>
          </p:cNvSpPr>
          <p:nvPr/>
        </p:nvSpPr>
        <p:spPr bwMode="auto">
          <a:xfrm flipV="1">
            <a:off x="2554288" y="3789364"/>
            <a:ext cx="0" cy="117475"/>
          </a:xfrm>
          <a:prstGeom prst="line">
            <a:avLst/>
          </a:prstGeom>
          <a:noFill/>
          <a:ln w="38100">
            <a:solidFill>
              <a:srgbClr val="0000FF"/>
            </a:solidFill>
            <a:round/>
            <a:headEnd type="none" w="sm" len="med"/>
            <a:tailEnd type="triangle" w="sm" len="me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8567">
                                            <p:txEl>
                                              <p:pRg st="0" end="0"/>
                                            </p:txEl>
                                          </p:spTgt>
                                        </p:tgtEl>
                                        <p:attrNameLst>
                                          <p:attrName>style.visibility</p:attrName>
                                        </p:attrNameLst>
                                      </p:cBhvr>
                                      <p:to>
                                        <p:strVal val="visible"/>
                                      </p:to>
                                    </p:set>
                                    <p:animEffect transition="in" filter="wipe(left)">
                                      <p:cBhvr>
                                        <p:cTn id="7" dur="500"/>
                                        <p:tgtEl>
                                          <p:spTgt spid="98567">
                                            <p:txEl>
                                              <p:pRg st="0" end="0"/>
                                            </p:txEl>
                                          </p:spTgt>
                                        </p:tgtEl>
                                      </p:cBhvr>
                                    </p:animEffect>
                                  </p:childTnLst>
                                </p:cTn>
                              </p:par>
                            </p:childTnLst>
                          </p:cTn>
                        </p:par>
                        <p:par>
                          <p:cTn id="8" fill="hold" nodeType="afterGroup">
                            <p:stCondLst>
                              <p:cond delay="500"/>
                            </p:stCondLst>
                            <p:childTnLst>
                              <p:par>
                                <p:cTn id="9" presetID="1" presetClass="entr" presetSubtype="0" fill="hold" nodeType="afterEffect">
                                  <p:stCondLst>
                                    <p:cond delay="0"/>
                                  </p:stCondLst>
                                  <p:childTnLst>
                                    <p:set>
                                      <p:cBhvr>
                                        <p:cTn id="10" dur="1" fill="hold">
                                          <p:stCondLst>
                                            <p:cond delay="499"/>
                                          </p:stCondLst>
                                        </p:cTn>
                                        <p:tgtEl>
                                          <p:spTgt spid="22"/>
                                        </p:tgtEl>
                                        <p:attrNameLst>
                                          <p:attrName>style.visibility</p:attrName>
                                        </p:attrNameLst>
                                      </p:cBhvr>
                                      <p:to>
                                        <p:strVal val="visible"/>
                                      </p:to>
                                    </p:set>
                                  </p:childTnLst>
                                </p:cTn>
                              </p:par>
                            </p:childTnLst>
                          </p:cTn>
                        </p:par>
                        <p:par>
                          <p:cTn id="11" fill="hold" nodeType="afterGroup">
                            <p:stCondLst>
                              <p:cond delay="1000"/>
                            </p:stCondLst>
                            <p:childTnLst>
                              <p:par>
                                <p:cTn id="12" presetID="1" presetClass="entr" presetSubtype="0" fill="hold" nodeType="afterEffect">
                                  <p:stCondLst>
                                    <p:cond delay="0"/>
                                  </p:stCondLst>
                                  <p:childTnLst>
                                    <p:set>
                                      <p:cBhvr>
                                        <p:cTn id="13" dur="1" fill="hold">
                                          <p:stCondLst>
                                            <p:cond delay="499"/>
                                          </p:stCondLst>
                                        </p:cTn>
                                        <p:tgtEl>
                                          <p:spTgt spid="4"/>
                                        </p:tgtEl>
                                        <p:attrNameLst>
                                          <p:attrName>style.visibility</p:attrName>
                                        </p:attrNameLst>
                                      </p:cBhvr>
                                      <p:to>
                                        <p:strVal val="visible"/>
                                      </p:to>
                                    </p:set>
                                  </p:childTnLst>
                                </p:cTn>
                              </p:par>
                            </p:childTnLst>
                          </p:cTn>
                        </p:par>
                        <p:par>
                          <p:cTn id="14" fill="hold" nodeType="afterGroup">
                            <p:stCondLst>
                              <p:cond delay="1500"/>
                            </p:stCondLst>
                            <p:childTnLst>
                              <p:par>
                                <p:cTn id="15" presetID="1" presetClass="entr" presetSubtype="0" fill="hold" nodeType="afterEffect">
                                  <p:stCondLst>
                                    <p:cond delay="0"/>
                                  </p:stCondLst>
                                  <p:childTnLst>
                                    <p:set>
                                      <p:cBhvr>
                                        <p:cTn id="16" dur="1" fill="hold">
                                          <p:stCondLst>
                                            <p:cond delay="499"/>
                                          </p:stCondLst>
                                        </p:cTn>
                                        <p:tgtEl>
                                          <p:spTgt spid="13"/>
                                        </p:tgtEl>
                                        <p:attrNameLst>
                                          <p:attrName>style.visibility</p:attrName>
                                        </p:attrNameLst>
                                      </p:cBhvr>
                                      <p:to>
                                        <p:strVal val="visible"/>
                                      </p:to>
                                    </p:set>
                                  </p:childTnLst>
                                </p:cTn>
                              </p:par>
                            </p:childTnLst>
                          </p:cTn>
                        </p:par>
                        <p:par>
                          <p:cTn id="17" fill="hold" nodeType="afterGroup">
                            <p:stCondLst>
                              <p:cond delay="2000"/>
                            </p:stCondLst>
                            <p:childTnLst>
                              <p:par>
                                <p:cTn id="18" presetID="22" presetClass="entr" presetSubtype="8" fill="hold" grpId="0" nodeType="afterEffect">
                                  <p:stCondLst>
                                    <p:cond delay="0"/>
                                  </p:stCondLst>
                                  <p:childTnLst>
                                    <p:set>
                                      <p:cBhvr>
                                        <p:cTn id="19" dur="1" fill="hold">
                                          <p:stCondLst>
                                            <p:cond delay="0"/>
                                          </p:stCondLst>
                                        </p:cTn>
                                        <p:tgtEl>
                                          <p:spTgt spid="98628"/>
                                        </p:tgtEl>
                                        <p:attrNameLst>
                                          <p:attrName>style.visibility</p:attrName>
                                        </p:attrNameLst>
                                      </p:cBhvr>
                                      <p:to>
                                        <p:strVal val="visible"/>
                                      </p:to>
                                    </p:set>
                                    <p:animEffect transition="in" filter="wipe(left)">
                                      <p:cBhvr>
                                        <p:cTn id="20" dur="500"/>
                                        <p:tgtEl>
                                          <p:spTgt spid="98628"/>
                                        </p:tgtEl>
                                      </p:cBhvr>
                                    </p:animEffect>
                                  </p:childTnLst>
                                </p:cTn>
                              </p:par>
                            </p:childTnLst>
                          </p:cTn>
                        </p:par>
                        <p:par>
                          <p:cTn id="21" fill="hold" nodeType="afterGroup">
                            <p:stCondLst>
                              <p:cond delay="2500"/>
                            </p:stCondLst>
                            <p:childTnLst>
                              <p:par>
                                <p:cTn id="22" presetID="1" presetClass="entr" presetSubtype="0" fill="hold" grpId="0" nodeType="afterEffect">
                                  <p:stCondLst>
                                    <p:cond delay="0"/>
                                  </p:stCondLst>
                                  <p:childTnLst>
                                    <p:set>
                                      <p:cBhvr>
                                        <p:cTn id="23" dur="1" fill="hold">
                                          <p:stCondLst>
                                            <p:cond delay="499"/>
                                          </p:stCondLst>
                                        </p:cTn>
                                        <p:tgtEl>
                                          <p:spTgt spid="98691"/>
                                        </p:tgtEl>
                                        <p:attrNameLst>
                                          <p:attrName>style.visibility</p:attrName>
                                        </p:attrNameLst>
                                      </p:cBhvr>
                                      <p:to>
                                        <p:strVal val="visible"/>
                                      </p:to>
                                    </p:set>
                                  </p:childTnLst>
                                  <p:subTnLst>
                                    <p:set>
                                      <p:cBhvr override="childStyle">
                                        <p:cTn dur="1" fill="hold" display="0" masterRel="nextClick" afterEffect="1"/>
                                        <p:tgtEl>
                                          <p:spTgt spid="98691"/>
                                        </p:tgtEl>
                                        <p:attrNameLst>
                                          <p:attrName>style.visibility</p:attrName>
                                        </p:attrNameLst>
                                      </p:cBhvr>
                                      <p:to>
                                        <p:strVal val="hidden"/>
                                      </p:to>
                                    </p:set>
                                  </p:sub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nodeType="clickEffect">
                                  <p:stCondLst>
                                    <p:cond delay="0"/>
                                  </p:stCondLst>
                                  <p:childTnLst>
                                    <p:set>
                                      <p:cBhvr>
                                        <p:cTn id="27" dur="1" fill="hold">
                                          <p:stCondLst>
                                            <p:cond delay="499"/>
                                          </p:stCondLst>
                                        </p:cTn>
                                        <p:tgtEl>
                                          <p:spTgt spid="2"/>
                                        </p:tgtEl>
                                        <p:attrNameLst>
                                          <p:attrName>style.visibility</p:attrName>
                                        </p:attrNameLst>
                                      </p:cBhvr>
                                      <p:to>
                                        <p:strVal val="visible"/>
                                      </p:to>
                                    </p:set>
                                  </p:childTnLst>
                                </p:cTn>
                              </p:par>
                            </p:childTnLst>
                          </p:cTn>
                        </p:par>
                        <p:par>
                          <p:cTn id="28" fill="hold" nodeType="afterGroup">
                            <p:stCondLst>
                              <p:cond delay="500"/>
                            </p:stCondLst>
                            <p:childTnLst>
                              <p:par>
                                <p:cTn id="29" presetID="1" presetClass="entr" presetSubtype="0" fill="hold" nodeType="afterEffect">
                                  <p:stCondLst>
                                    <p:cond delay="0"/>
                                  </p:stCondLst>
                                  <p:childTnLst>
                                    <p:set>
                                      <p:cBhvr>
                                        <p:cTn id="30" dur="1" fill="hold">
                                          <p:stCondLst>
                                            <p:cond delay="499"/>
                                          </p:stCondLst>
                                        </p:cTn>
                                        <p:tgtEl>
                                          <p:spTgt spid="98693"/>
                                        </p:tgtEl>
                                        <p:attrNameLst>
                                          <p:attrName>style.visibility</p:attrName>
                                        </p:attrNameLst>
                                      </p:cBhvr>
                                      <p:to>
                                        <p:strVal val="visible"/>
                                      </p:to>
                                    </p:set>
                                  </p:childTnLst>
                                </p:cTn>
                              </p:par>
                            </p:childTnLst>
                          </p:cTn>
                        </p:par>
                        <p:par>
                          <p:cTn id="31" fill="hold" nodeType="afterGroup">
                            <p:stCondLst>
                              <p:cond delay="1000"/>
                            </p:stCondLst>
                            <p:childTnLst>
                              <p:par>
                                <p:cTn id="32" presetID="1" presetClass="entr" presetSubtype="0" fill="hold" grpId="0" nodeType="afterEffect">
                                  <p:stCondLst>
                                    <p:cond delay="0"/>
                                  </p:stCondLst>
                                  <p:childTnLst>
                                    <p:set>
                                      <p:cBhvr>
                                        <p:cTn id="33" dur="1" fill="hold">
                                          <p:stCondLst>
                                            <p:cond delay="499"/>
                                          </p:stCondLst>
                                        </p:cTn>
                                        <p:tgtEl>
                                          <p:spTgt spid="98629"/>
                                        </p:tgtEl>
                                        <p:attrNameLst>
                                          <p:attrName>style.visibility</p:attrName>
                                        </p:attrNameLst>
                                      </p:cBhvr>
                                      <p:to>
                                        <p:strVal val="visible"/>
                                      </p:to>
                                    </p:set>
                                  </p:childTnLst>
                                </p:cTn>
                              </p:par>
                            </p:childTnLst>
                          </p:cTn>
                        </p:par>
                        <p:par>
                          <p:cTn id="34" fill="hold" nodeType="afterGroup">
                            <p:stCondLst>
                              <p:cond delay="1500"/>
                            </p:stCondLst>
                            <p:childTnLst>
                              <p:par>
                                <p:cTn id="35" presetID="1" presetClass="entr" presetSubtype="0" fill="hold" nodeType="afterEffect">
                                  <p:stCondLst>
                                    <p:cond delay="0"/>
                                  </p:stCondLst>
                                  <p:childTnLst>
                                    <p:set>
                                      <p:cBhvr>
                                        <p:cTn id="36" dur="1" fill="hold">
                                          <p:stCondLst>
                                            <p:cond delay="499"/>
                                          </p:stCondLst>
                                        </p:cTn>
                                        <p:tgtEl>
                                          <p:spTgt spid="98692"/>
                                        </p:tgtEl>
                                        <p:attrNameLst>
                                          <p:attrName>style.visibility</p:attrName>
                                        </p:attrNameLst>
                                      </p:cBhvr>
                                      <p:to>
                                        <p:strVal val="visible"/>
                                      </p:to>
                                    </p:set>
                                  </p:childTnLst>
                                  <p:subTnLst>
                                    <p:set>
                                      <p:cBhvr override="childStyle">
                                        <p:cTn dur="1" fill="hold" display="0" masterRel="nextClick" afterEffect="1"/>
                                        <p:tgtEl>
                                          <p:spTgt spid="98692"/>
                                        </p:tgtEl>
                                        <p:attrNameLst>
                                          <p:attrName>style.visibility</p:attrName>
                                        </p:attrNameLst>
                                      </p:cBhvr>
                                      <p:to>
                                        <p:strVal val="hidden"/>
                                      </p:to>
                                    </p:set>
                                  </p:sub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nodeType="clickEffect">
                                  <p:stCondLst>
                                    <p:cond delay="0"/>
                                  </p:stCondLst>
                                  <p:childTnLst>
                                    <p:set>
                                      <p:cBhvr>
                                        <p:cTn id="40" dur="1" fill="hold">
                                          <p:stCondLst>
                                            <p:cond delay="499"/>
                                          </p:stCondLst>
                                        </p:cTn>
                                        <p:tgtEl>
                                          <p:spTgt spid="3"/>
                                        </p:tgtEl>
                                        <p:attrNameLst>
                                          <p:attrName>style.visibility</p:attrName>
                                        </p:attrNameLst>
                                      </p:cBhvr>
                                      <p:to>
                                        <p:strVal val="visible"/>
                                      </p:to>
                                    </p:set>
                                  </p:childTnLst>
                                </p:cTn>
                              </p:par>
                            </p:childTnLst>
                          </p:cTn>
                        </p:par>
                        <p:par>
                          <p:cTn id="41" fill="hold" nodeType="afterGroup">
                            <p:stCondLst>
                              <p:cond delay="500"/>
                            </p:stCondLst>
                            <p:childTnLst>
                              <p:par>
                                <p:cTn id="42" presetID="1" presetClass="entr" presetSubtype="0" fill="hold" grpId="0" nodeType="afterEffect">
                                  <p:stCondLst>
                                    <p:cond delay="0"/>
                                  </p:stCondLst>
                                  <p:childTnLst>
                                    <p:set>
                                      <p:cBhvr>
                                        <p:cTn id="43" dur="1" fill="hold">
                                          <p:stCondLst>
                                            <p:cond delay="499"/>
                                          </p:stCondLst>
                                        </p:cTn>
                                        <p:tgtEl>
                                          <p:spTgt spid="986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567" grpId="0" build="p" autoUpdateAnimBg="0" advAuto="0"/>
      <p:bldP spid="98628" grpId="0" animBg="1"/>
      <p:bldP spid="98629" grpId="0" animBg="1" autoUpdateAnimBg="0"/>
      <p:bldP spid="98690" grpId="0" animBg="1"/>
      <p:bldP spid="98691"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8" name="Rectangle 2">
            <a:extLst>
              <a:ext uri="{FF2B5EF4-FFF2-40B4-BE49-F238E27FC236}">
                <a16:creationId xmlns:a16="http://schemas.microsoft.com/office/drawing/2014/main" id="{93F98E34-0A6D-4868-A9DB-24F4FE3A9F03}"/>
              </a:ext>
            </a:extLst>
          </p:cNvPr>
          <p:cNvSpPr>
            <a:spLocks noGrp="1" noChangeArrowheads="1"/>
          </p:cNvSpPr>
          <p:nvPr>
            <p:ph type="title" idx="4294967295"/>
          </p:nvPr>
        </p:nvSpPr>
        <p:spPr>
          <a:xfrm>
            <a:off x="1524000" y="1"/>
            <a:ext cx="7924800" cy="942975"/>
          </a:xfrm>
        </p:spPr>
        <p:txBody>
          <a:bodyPr/>
          <a:lstStyle/>
          <a:p>
            <a:pPr eaLnBrk="1" hangingPunct="1"/>
            <a:r>
              <a:rPr lang="es-ES_tradnl" altLang="en-US" sz="2800" u="sng">
                <a:sym typeface="Symbol" panose="05050102010706020507" pitchFamily="18" charset="2"/>
              </a:rPr>
              <a:t>Fuerza electromotriz debida al movimiento.</a:t>
            </a:r>
          </a:p>
        </p:txBody>
      </p:sp>
      <p:sp>
        <p:nvSpPr>
          <p:cNvPr id="13319" name="Text Box 466">
            <a:extLst>
              <a:ext uri="{FF2B5EF4-FFF2-40B4-BE49-F238E27FC236}">
                <a16:creationId xmlns:a16="http://schemas.microsoft.com/office/drawing/2014/main" id="{BA8F308F-7449-49C2-9787-6781A727918E}"/>
              </a:ext>
            </a:extLst>
          </p:cNvPr>
          <p:cNvSpPr txBox="1">
            <a:spLocks noChangeArrowheads="1"/>
          </p:cNvSpPr>
          <p:nvPr/>
        </p:nvSpPr>
        <p:spPr bwMode="auto">
          <a:xfrm>
            <a:off x="1852613" y="962025"/>
            <a:ext cx="8578850" cy="1328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just" eaLnBrk="1" hangingPunct="1">
              <a:spcBef>
                <a:spcPct val="50000"/>
              </a:spcBef>
            </a:pPr>
            <a:r>
              <a:rPr lang="es-ES_tradnl" altLang="en-US" sz="1800"/>
              <a:t>Supongamos una varilla conductora que se desliza a lo largo de dos conductores que están unidos a una resistencia. El flujo magnético varía porque el área que encierra el circuito también lo hace.</a:t>
            </a:r>
            <a:endParaRPr lang="es-ES" altLang="en-US" sz="1800"/>
          </a:p>
          <a:p>
            <a:pPr algn="just" eaLnBrk="1" hangingPunct="1">
              <a:spcBef>
                <a:spcPct val="50000"/>
              </a:spcBef>
            </a:pPr>
            <a:endParaRPr lang="es-ES" altLang="en-US" sz="1800"/>
          </a:p>
        </p:txBody>
      </p:sp>
      <p:grpSp>
        <p:nvGrpSpPr>
          <p:cNvPr id="2" name="Group 468">
            <a:extLst>
              <a:ext uri="{FF2B5EF4-FFF2-40B4-BE49-F238E27FC236}">
                <a16:creationId xmlns:a16="http://schemas.microsoft.com/office/drawing/2014/main" id="{F8799C3B-1A45-4D3D-95C9-EBA0E61536EA}"/>
              </a:ext>
            </a:extLst>
          </p:cNvPr>
          <p:cNvGrpSpPr>
            <a:grpSpLocks/>
          </p:cNvGrpSpPr>
          <p:nvPr/>
        </p:nvGrpSpPr>
        <p:grpSpPr bwMode="auto">
          <a:xfrm>
            <a:off x="1809750" y="2157413"/>
            <a:ext cx="4013200" cy="2540000"/>
            <a:chOff x="816" y="1248"/>
            <a:chExt cx="2528" cy="1600"/>
          </a:xfrm>
        </p:grpSpPr>
        <p:pic>
          <p:nvPicPr>
            <p:cNvPr id="13327" name="Picture 469" descr="F30-12">
              <a:extLst>
                <a:ext uri="{FF2B5EF4-FFF2-40B4-BE49-F238E27FC236}">
                  <a16:creationId xmlns:a16="http://schemas.microsoft.com/office/drawing/2014/main" id="{3BA67080-40AC-4FA2-879B-EDD24776E012}"/>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16" y="1248"/>
              <a:ext cx="2528" cy="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28" name="Line 470">
              <a:extLst>
                <a:ext uri="{FF2B5EF4-FFF2-40B4-BE49-F238E27FC236}">
                  <a16:creationId xmlns:a16="http://schemas.microsoft.com/office/drawing/2014/main" id="{D39AAC7B-CBDA-41E7-B05F-CAF9257429C7}"/>
                </a:ext>
              </a:extLst>
            </p:cNvPr>
            <p:cNvSpPr>
              <a:spLocks noChangeShapeType="1"/>
            </p:cNvSpPr>
            <p:nvPr/>
          </p:nvSpPr>
          <p:spPr bwMode="auto">
            <a:xfrm flipV="1">
              <a:off x="2247" y="1872"/>
              <a:ext cx="0" cy="720"/>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3329" name="Text Box 471">
              <a:extLst>
                <a:ext uri="{FF2B5EF4-FFF2-40B4-BE49-F238E27FC236}">
                  <a16:creationId xmlns:a16="http://schemas.microsoft.com/office/drawing/2014/main" id="{64A3C000-4E64-48C5-8422-C6ACC7EB2481}"/>
                </a:ext>
              </a:extLst>
            </p:cNvPr>
            <p:cNvSpPr txBox="1">
              <a:spLocks noChangeArrowheads="1"/>
            </p:cNvSpPr>
            <p:nvPr/>
          </p:nvSpPr>
          <p:spPr bwMode="auto">
            <a:xfrm>
              <a:off x="2304" y="1855"/>
              <a:ext cx="19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spcBef>
                  <a:spcPct val="50000"/>
                </a:spcBef>
              </a:pPr>
              <a:r>
                <a:rPr lang="es-ES_tradnl" altLang="en-US" sz="1800">
                  <a:latin typeface="Times New Roman" panose="02020603050405020304" pitchFamily="18" charset="0"/>
                </a:rPr>
                <a:t>I</a:t>
              </a:r>
              <a:endParaRPr lang="es-ES" altLang="en-US" sz="1800">
                <a:latin typeface="Times New Roman" panose="02020603050405020304" pitchFamily="18" charset="0"/>
              </a:endParaRPr>
            </a:p>
          </p:txBody>
        </p:sp>
      </p:grpSp>
      <p:graphicFrame>
        <p:nvGraphicFramePr>
          <p:cNvPr id="93656" name="Object 472">
            <a:extLst>
              <a:ext uri="{FF2B5EF4-FFF2-40B4-BE49-F238E27FC236}">
                <a16:creationId xmlns:a16="http://schemas.microsoft.com/office/drawing/2014/main" id="{73D00D3B-EBFE-4142-91A3-0D7BB79252FB}"/>
              </a:ext>
            </a:extLst>
          </p:cNvPr>
          <p:cNvGraphicFramePr>
            <a:graphicFrameLocks noChangeAspect="1"/>
          </p:cNvGraphicFramePr>
          <p:nvPr/>
        </p:nvGraphicFramePr>
        <p:xfrm>
          <a:off x="7585075" y="3043238"/>
          <a:ext cx="1460500" cy="215900"/>
        </p:xfrm>
        <a:graphic>
          <a:graphicData uri="http://schemas.openxmlformats.org/presentationml/2006/ole">
            <mc:AlternateContent xmlns:mc="http://schemas.openxmlformats.org/markup-compatibility/2006">
              <mc:Choice xmlns:v="urn:schemas-microsoft-com:vml" Requires="v">
                <p:oleObj spid="_x0000_s28682" name="Ecuación" r:id="rId4" imgW="1460160" imgH="215640" progId="Equation.3">
                  <p:embed/>
                </p:oleObj>
              </mc:Choice>
              <mc:Fallback>
                <p:oleObj name="Ecuación" r:id="rId4" imgW="1460160" imgH="215640" progId="Equation.3">
                  <p:embed/>
                  <p:pic>
                    <p:nvPicPr>
                      <p:cNvPr id="93656" name="Object 472">
                        <a:extLst>
                          <a:ext uri="{FF2B5EF4-FFF2-40B4-BE49-F238E27FC236}">
                            <a16:creationId xmlns:a16="http://schemas.microsoft.com/office/drawing/2014/main" id="{73D00D3B-EBFE-4142-91A3-0D7BB79252F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85075" y="3043238"/>
                        <a:ext cx="14605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3657" name="Object 473">
            <a:extLst>
              <a:ext uri="{FF2B5EF4-FFF2-40B4-BE49-F238E27FC236}">
                <a16:creationId xmlns:a16="http://schemas.microsoft.com/office/drawing/2014/main" id="{CF37A582-1156-4786-98DC-2E47C7AA9D6D}"/>
              </a:ext>
            </a:extLst>
          </p:cNvPr>
          <p:cNvGraphicFramePr>
            <a:graphicFrameLocks noChangeAspect="1"/>
          </p:cNvGraphicFramePr>
          <p:nvPr/>
        </p:nvGraphicFramePr>
        <p:xfrm>
          <a:off x="6257925" y="3576638"/>
          <a:ext cx="1778000" cy="546100"/>
        </p:xfrm>
        <a:graphic>
          <a:graphicData uri="http://schemas.openxmlformats.org/presentationml/2006/ole">
            <mc:AlternateContent xmlns:mc="http://schemas.openxmlformats.org/markup-compatibility/2006">
              <mc:Choice xmlns:v="urn:schemas-microsoft-com:vml" Requires="v">
                <p:oleObj spid="_x0000_s28683" name="Ecuación" r:id="rId6" imgW="1777680" imgH="545760" progId="Equation.3">
                  <p:embed/>
                </p:oleObj>
              </mc:Choice>
              <mc:Fallback>
                <p:oleObj name="Ecuación" r:id="rId6" imgW="1777680" imgH="545760" progId="Equation.3">
                  <p:embed/>
                  <p:pic>
                    <p:nvPicPr>
                      <p:cNvPr id="93657" name="Object 473">
                        <a:extLst>
                          <a:ext uri="{FF2B5EF4-FFF2-40B4-BE49-F238E27FC236}">
                            <a16:creationId xmlns:a16="http://schemas.microsoft.com/office/drawing/2014/main" id="{CF37A582-1156-4786-98DC-2E47C7AA9D6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257925" y="3576638"/>
                        <a:ext cx="1778000" cy="546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 name="Group 474">
            <a:extLst>
              <a:ext uri="{FF2B5EF4-FFF2-40B4-BE49-F238E27FC236}">
                <a16:creationId xmlns:a16="http://schemas.microsoft.com/office/drawing/2014/main" id="{49624858-5B7B-4F6B-BA3D-EF6F3EE713AD}"/>
              </a:ext>
            </a:extLst>
          </p:cNvPr>
          <p:cNvGrpSpPr>
            <a:grpSpLocks/>
          </p:cNvGrpSpPr>
          <p:nvPr/>
        </p:nvGrpSpPr>
        <p:grpSpPr bwMode="auto">
          <a:xfrm>
            <a:off x="8543925" y="3652838"/>
            <a:ext cx="1981200" cy="546100"/>
            <a:chOff x="2304" y="3792"/>
            <a:chExt cx="1248" cy="344"/>
          </a:xfrm>
        </p:grpSpPr>
        <p:sp>
          <p:nvSpPr>
            <p:cNvPr id="13326" name="Text Box 475">
              <a:extLst>
                <a:ext uri="{FF2B5EF4-FFF2-40B4-BE49-F238E27FC236}">
                  <a16:creationId xmlns:a16="http://schemas.microsoft.com/office/drawing/2014/main" id="{C52653D8-EF62-4018-A886-85888F9EB687}"/>
                </a:ext>
              </a:extLst>
            </p:cNvPr>
            <p:cNvSpPr txBox="1">
              <a:spLocks noChangeArrowheads="1"/>
            </p:cNvSpPr>
            <p:nvPr/>
          </p:nvSpPr>
          <p:spPr bwMode="auto">
            <a:xfrm>
              <a:off x="2304" y="3840"/>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spcBef>
                  <a:spcPct val="50000"/>
                </a:spcBef>
              </a:pPr>
              <a:r>
                <a:rPr lang="es-ES_tradnl" altLang="en-US" sz="1800">
                  <a:solidFill>
                    <a:srgbClr val="336600"/>
                  </a:solidFill>
                </a:rPr>
                <a:t>Como</a:t>
              </a:r>
              <a:endParaRPr lang="es-ES" altLang="en-US" sz="1800">
                <a:solidFill>
                  <a:srgbClr val="336600"/>
                </a:solidFill>
              </a:endParaRPr>
            </a:p>
          </p:txBody>
        </p:sp>
        <p:graphicFrame>
          <p:nvGraphicFramePr>
            <p:cNvPr id="13317" name="Object 476">
              <a:extLst>
                <a:ext uri="{FF2B5EF4-FFF2-40B4-BE49-F238E27FC236}">
                  <a16:creationId xmlns:a16="http://schemas.microsoft.com/office/drawing/2014/main" id="{9E4369A6-A814-4117-B0E6-B7BDB4816F70}"/>
                </a:ext>
              </a:extLst>
            </p:cNvPr>
            <p:cNvGraphicFramePr>
              <a:graphicFrameLocks noChangeAspect="1"/>
            </p:cNvGraphicFramePr>
            <p:nvPr/>
          </p:nvGraphicFramePr>
          <p:xfrm>
            <a:off x="2928" y="3792"/>
            <a:ext cx="624" cy="344"/>
          </p:xfrm>
          <a:graphic>
            <a:graphicData uri="http://schemas.openxmlformats.org/presentationml/2006/ole">
              <mc:AlternateContent xmlns:mc="http://schemas.openxmlformats.org/markup-compatibility/2006">
                <mc:Choice xmlns:v="urn:schemas-microsoft-com:vml" Requires="v">
                  <p:oleObj spid="_x0000_s28684" name="Ecuación" r:id="rId8" imgW="990360" imgH="545760" progId="Equation.3">
                    <p:embed/>
                  </p:oleObj>
                </mc:Choice>
                <mc:Fallback>
                  <p:oleObj name="Ecuación" r:id="rId8" imgW="990360" imgH="545760" progId="Equation.3">
                    <p:embed/>
                    <p:pic>
                      <p:nvPicPr>
                        <p:cNvPr id="13317" name="Object 476">
                          <a:extLst>
                            <a:ext uri="{FF2B5EF4-FFF2-40B4-BE49-F238E27FC236}">
                              <a16:creationId xmlns:a16="http://schemas.microsoft.com/office/drawing/2014/main" id="{9E4369A6-A814-4117-B0E6-B7BDB4816F7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28" y="3792"/>
                          <a:ext cx="624" cy="3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93661" name="Text Box 477">
            <a:extLst>
              <a:ext uri="{FF2B5EF4-FFF2-40B4-BE49-F238E27FC236}">
                <a16:creationId xmlns:a16="http://schemas.microsoft.com/office/drawing/2014/main" id="{3EE7E5F7-892F-43CB-92AE-6DD0BA70FF30}"/>
              </a:ext>
            </a:extLst>
          </p:cNvPr>
          <p:cNvSpPr txBox="1">
            <a:spLocks noChangeArrowheads="1"/>
          </p:cNvSpPr>
          <p:nvPr/>
        </p:nvSpPr>
        <p:spPr bwMode="auto">
          <a:xfrm>
            <a:off x="6029325" y="4205288"/>
            <a:ext cx="3810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spcBef>
                <a:spcPct val="50000"/>
              </a:spcBef>
            </a:pPr>
            <a:r>
              <a:rPr lang="es-ES_tradnl" altLang="en-US" sz="1800">
                <a:solidFill>
                  <a:srgbClr val="006600"/>
                </a:solidFill>
              </a:rPr>
              <a:t>El módulo de la fem inducida será</a:t>
            </a:r>
            <a:endParaRPr lang="es-ES" altLang="en-US" sz="1800">
              <a:solidFill>
                <a:srgbClr val="006600"/>
              </a:solidFill>
            </a:endParaRPr>
          </a:p>
        </p:txBody>
      </p:sp>
      <p:sp>
        <p:nvSpPr>
          <p:cNvPr id="13323" name="Text Box 478">
            <a:extLst>
              <a:ext uri="{FF2B5EF4-FFF2-40B4-BE49-F238E27FC236}">
                <a16:creationId xmlns:a16="http://schemas.microsoft.com/office/drawing/2014/main" id="{A6259105-C826-4D50-A3E6-B732B37D398F}"/>
              </a:ext>
            </a:extLst>
          </p:cNvPr>
          <p:cNvSpPr txBox="1">
            <a:spLocks noChangeArrowheads="1"/>
          </p:cNvSpPr>
          <p:nvPr/>
        </p:nvSpPr>
        <p:spPr bwMode="auto">
          <a:xfrm>
            <a:off x="1838325" y="5826125"/>
            <a:ext cx="8491538"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just" eaLnBrk="1" hangingPunct="1">
              <a:spcBef>
                <a:spcPct val="50000"/>
              </a:spcBef>
            </a:pPr>
            <a:r>
              <a:rPr lang="es-ES_tradnl" altLang="en-US" sz="1800"/>
              <a:t>Fem de movimiento es toda fem inducida por el movimiento relativo de un campo magnético y un segmento de corriente.</a:t>
            </a:r>
            <a:endParaRPr lang="es-ES" altLang="en-US" sz="1800"/>
          </a:p>
        </p:txBody>
      </p:sp>
      <p:grpSp>
        <p:nvGrpSpPr>
          <p:cNvPr id="4" name="Group 479">
            <a:extLst>
              <a:ext uri="{FF2B5EF4-FFF2-40B4-BE49-F238E27FC236}">
                <a16:creationId xmlns:a16="http://schemas.microsoft.com/office/drawing/2014/main" id="{6813E75C-CDE8-421C-985D-211A736BBCEE}"/>
              </a:ext>
            </a:extLst>
          </p:cNvPr>
          <p:cNvGrpSpPr>
            <a:grpSpLocks/>
          </p:cNvGrpSpPr>
          <p:nvPr/>
        </p:nvGrpSpPr>
        <p:grpSpPr bwMode="auto">
          <a:xfrm>
            <a:off x="7820025" y="4694238"/>
            <a:ext cx="1143000" cy="622300"/>
            <a:chOff x="1848" y="4448"/>
            <a:chExt cx="720" cy="392"/>
          </a:xfrm>
        </p:grpSpPr>
        <p:graphicFrame>
          <p:nvGraphicFramePr>
            <p:cNvPr id="13316" name="Object 480">
              <a:extLst>
                <a:ext uri="{FF2B5EF4-FFF2-40B4-BE49-F238E27FC236}">
                  <a16:creationId xmlns:a16="http://schemas.microsoft.com/office/drawing/2014/main" id="{BF9390A0-1564-4EFF-96B6-A45834BF2BE6}"/>
                </a:ext>
              </a:extLst>
            </p:cNvPr>
            <p:cNvGraphicFramePr>
              <a:graphicFrameLocks noChangeAspect="1"/>
            </p:cNvGraphicFramePr>
            <p:nvPr/>
          </p:nvGraphicFramePr>
          <p:xfrm>
            <a:off x="1936" y="4560"/>
            <a:ext cx="520" cy="200"/>
          </p:xfrm>
          <a:graphic>
            <a:graphicData uri="http://schemas.openxmlformats.org/presentationml/2006/ole">
              <mc:AlternateContent xmlns:mc="http://schemas.openxmlformats.org/markup-compatibility/2006">
                <mc:Choice xmlns:v="urn:schemas-microsoft-com:vml" Requires="v">
                  <p:oleObj spid="_x0000_s28685" name="Ecuación" r:id="rId10" imgW="825480" imgH="317160" progId="Equation.3">
                    <p:embed/>
                  </p:oleObj>
                </mc:Choice>
                <mc:Fallback>
                  <p:oleObj name="Ecuación" r:id="rId10" imgW="825480" imgH="317160" progId="Equation.3">
                    <p:embed/>
                    <p:pic>
                      <p:nvPicPr>
                        <p:cNvPr id="13316" name="Object 480">
                          <a:extLst>
                            <a:ext uri="{FF2B5EF4-FFF2-40B4-BE49-F238E27FC236}">
                              <a16:creationId xmlns:a16="http://schemas.microsoft.com/office/drawing/2014/main" id="{BF9390A0-1564-4EFF-96B6-A45834BF2BE6}"/>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936" y="4560"/>
                          <a:ext cx="520" cy="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325" name="Rectangle 481">
              <a:extLst>
                <a:ext uri="{FF2B5EF4-FFF2-40B4-BE49-F238E27FC236}">
                  <a16:creationId xmlns:a16="http://schemas.microsoft.com/office/drawing/2014/main" id="{650B11A8-69D3-41FE-A72B-D0004F2E2089}"/>
                </a:ext>
              </a:extLst>
            </p:cNvPr>
            <p:cNvSpPr>
              <a:spLocks noChangeArrowheads="1"/>
            </p:cNvSpPr>
            <p:nvPr/>
          </p:nvSpPr>
          <p:spPr bwMode="auto">
            <a:xfrm>
              <a:off x="1848" y="4448"/>
              <a:ext cx="720" cy="392"/>
            </a:xfrm>
            <a:prstGeom prst="rect">
              <a:avLst/>
            </a:prstGeom>
            <a:noFill/>
            <a:ln w="28575">
              <a:solidFill>
                <a:srgbClr val="0033CC"/>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5"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2"/>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16" presetClass="entr" presetSubtype="26" fill="hold" nodeType="clickEffect">
                                  <p:stCondLst>
                                    <p:cond delay="0"/>
                                  </p:stCondLst>
                                  <p:childTnLst>
                                    <p:set>
                                      <p:cBhvr>
                                        <p:cTn id="14" dur="1" fill="hold">
                                          <p:stCondLst>
                                            <p:cond delay="0"/>
                                          </p:stCondLst>
                                        </p:cTn>
                                        <p:tgtEl>
                                          <p:spTgt spid="93656"/>
                                        </p:tgtEl>
                                        <p:attrNameLst>
                                          <p:attrName>style.visibility</p:attrName>
                                        </p:attrNameLst>
                                      </p:cBhvr>
                                      <p:to>
                                        <p:strVal val="visible"/>
                                      </p:to>
                                    </p:set>
                                    <p:animEffect transition="in" filter="barn(inHorizontal)">
                                      <p:cBhvr>
                                        <p:cTn id="15" dur="500"/>
                                        <p:tgtEl>
                                          <p:spTgt spid="93656"/>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5" presetClass="entr" presetSubtype="10" fill="hold" nodeType="clickEffect">
                                  <p:stCondLst>
                                    <p:cond delay="0"/>
                                  </p:stCondLst>
                                  <p:childTnLst>
                                    <p:set>
                                      <p:cBhvr>
                                        <p:cTn id="19" dur="1" fill="hold">
                                          <p:stCondLst>
                                            <p:cond delay="0"/>
                                          </p:stCondLst>
                                        </p:cTn>
                                        <p:tgtEl>
                                          <p:spTgt spid="93657"/>
                                        </p:tgtEl>
                                        <p:attrNameLst>
                                          <p:attrName>style.visibility</p:attrName>
                                        </p:attrNameLst>
                                      </p:cBhvr>
                                      <p:to>
                                        <p:strVal val="visible"/>
                                      </p:to>
                                    </p:set>
                                    <p:animEffect transition="in" filter="checkerboard(across)">
                                      <p:cBhvr>
                                        <p:cTn id="20" dur="500"/>
                                        <p:tgtEl>
                                          <p:spTgt spid="93657"/>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499"/>
                                          </p:stCondLst>
                                        </p:cTn>
                                        <p:tgtEl>
                                          <p:spTgt spid="3"/>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93661"/>
                                        </p:tgtEl>
                                        <p:attrNameLst>
                                          <p:attrName>style.visibility</p:attrName>
                                        </p:attrNameLst>
                                      </p:cBhvr>
                                      <p:to>
                                        <p:strVal val="visible"/>
                                      </p:to>
                                    </p:set>
                                    <p:animEffect transition="in" filter="blinds(horizontal)">
                                      <p:cBhvr>
                                        <p:cTn id="29" dur="500"/>
                                        <p:tgtEl>
                                          <p:spTgt spid="93661"/>
                                        </p:tgtEl>
                                      </p:cBhvr>
                                    </p:animEffect>
                                  </p:childTnLst>
                                </p:cTn>
                              </p:par>
                              <p:par>
                                <p:cTn id="30" presetID="1" presetClass="entr" presetSubtype="0" fill="hold" nodeType="withEffect">
                                  <p:stCondLst>
                                    <p:cond delay="0"/>
                                  </p:stCondLst>
                                  <p:childTnLst>
                                    <p:set>
                                      <p:cBhvr>
                                        <p:cTn id="31"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661" grpId="0"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Text Box 24">
            <a:extLst>
              <a:ext uri="{FF2B5EF4-FFF2-40B4-BE49-F238E27FC236}">
                <a16:creationId xmlns:a16="http://schemas.microsoft.com/office/drawing/2014/main" id="{F66E3311-769E-45CE-8254-E9B8336972B9}"/>
              </a:ext>
            </a:extLst>
          </p:cNvPr>
          <p:cNvSpPr txBox="1">
            <a:spLocks noChangeArrowheads="1"/>
          </p:cNvSpPr>
          <p:nvPr/>
        </p:nvSpPr>
        <p:spPr bwMode="auto">
          <a:xfrm>
            <a:off x="1749426" y="117476"/>
            <a:ext cx="864076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eaLnBrk="1" hangingPunct="1">
              <a:spcBef>
                <a:spcPct val="50000"/>
              </a:spcBef>
            </a:pPr>
            <a:r>
              <a:rPr lang="es-ES_tradnl" altLang="en-US" sz="1800"/>
              <a:t>¿Cuál es el efecto de la aparición de esta corriente inducida?</a:t>
            </a:r>
            <a:endParaRPr lang="es-ES" altLang="en-US" sz="1800"/>
          </a:p>
        </p:txBody>
      </p:sp>
      <p:sp>
        <p:nvSpPr>
          <p:cNvPr id="14340" name="Text Box 27">
            <a:extLst>
              <a:ext uri="{FF2B5EF4-FFF2-40B4-BE49-F238E27FC236}">
                <a16:creationId xmlns:a16="http://schemas.microsoft.com/office/drawing/2014/main" id="{034894B7-ADB3-42CB-8386-9E0B23F43968}"/>
              </a:ext>
            </a:extLst>
          </p:cNvPr>
          <p:cNvSpPr txBox="1">
            <a:spLocks noChangeArrowheads="1"/>
          </p:cNvSpPr>
          <p:nvPr/>
        </p:nvSpPr>
        <p:spPr bwMode="auto">
          <a:xfrm>
            <a:off x="1930400" y="674688"/>
            <a:ext cx="83629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just" eaLnBrk="1" hangingPunct="1">
              <a:spcBef>
                <a:spcPct val="50000"/>
              </a:spcBef>
            </a:pPr>
            <a:r>
              <a:rPr lang="es-ES_tradnl" altLang="en-US" sz="1800"/>
              <a:t>El campo magnético ejerce una fuerza magnética sobre la varilla  que se opone al movimiento</a:t>
            </a:r>
            <a:endParaRPr lang="es-ES" altLang="en-US" sz="1800"/>
          </a:p>
        </p:txBody>
      </p:sp>
      <p:grpSp>
        <p:nvGrpSpPr>
          <p:cNvPr id="14341" name="Group 28">
            <a:extLst>
              <a:ext uri="{FF2B5EF4-FFF2-40B4-BE49-F238E27FC236}">
                <a16:creationId xmlns:a16="http://schemas.microsoft.com/office/drawing/2014/main" id="{C3D558E0-DC39-44AC-948F-2B3A89B7A899}"/>
              </a:ext>
            </a:extLst>
          </p:cNvPr>
          <p:cNvGrpSpPr>
            <a:grpSpLocks/>
          </p:cNvGrpSpPr>
          <p:nvPr/>
        </p:nvGrpSpPr>
        <p:grpSpPr bwMode="auto">
          <a:xfrm>
            <a:off x="1919289" y="2120900"/>
            <a:ext cx="4314825" cy="2730500"/>
            <a:chOff x="801" y="1907"/>
            <a:chExt cx="2718" cy="1720"/>
          </a:xfrm>
        </p:grpSpPr>
        <p:pic>
          <p:nvPicPr>
            <p:cNvPr id="14343" name="Picture 29">
              <a:extLst>
                <a:ext uri="{FF2B5EF4-FFF2-40B4-BE49-F238E27FC236}">
                  <a16:creationId xmlns:a16="http://schemas.microsoft.com/office/drawing/2014/main" id="{C5F78801-3308-489D-B90F-EB8C1D11E1F3}"/>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01" y="1907"/>
              <a:ext cx="2718" cy="1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4" name="Line 30">
              <a:extLst>
                <a:ext uri="{FF2B5EF4-FFF2-40B4-BE49-F238E27FC236}">
                  <a16:creationId xmlns:a16="http://schemas.microsoft.com/office/drawing/2014/main" id="{7B62F8FD-A5E0-459F-87F2-16ECD53616FF}"/>
                </a:ext>
              </a:extLst>
            </p:cNvPr>
            <p:cNvSpPr>
              <a:spLocks noChangeShapeType="1"/>
            </p:cNvSpPr>
            <p:nvPr/>
          </p:nvSpPr>
          <p:spPr bwMode="auto">
            <a:xfrm flipV="1">
              <a:off x="2347" y="2511"/>
              <a:ext cx="0" cy="720"/>
            </a:xfrm>
            <a:prstGeom prst="line">
              <a:avLst/>
            </a:prstGeom>
            <a:noFill/>
            <a:ln w="38100">
              <a:solidFill>
                <a:srgbClr val="CC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4345" name="Text Box 31">
              <a:extLst>
                <a:ext uri="{FF2B5EF4-FFF2-40B4-BE49-F238E27FC236}">
                  <a16:creationId xmlns:a16="http://schemas.microsoft.com/office/drawing/2014/main" id="{B1D6A754-A690-4B15-A95E-8AA4B0D6885C}"/>
                </a:ext>
              </a:extLst>
            </p:cNvPr>
            <p:cNvSpPr txBox="1">
              <a:spLocks noChangeArrowheads="1"/>
            </p:cNvSpPr>
            <p:nvPr/>
          </p:nvSpPr>
          <p:spPr bwMode="auto">
            <a:xfrm>
              <a:off x="2413" y="2548"/>
              <a:ext cx="19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spcBef>
                  <a:spcPct val="50000"/>
                </a:spcBef>
              </a:pPr>
              <a:r>
                <a:rPr lang="es-ES_tradnl" altLang="en-US" sz="1800">
                  <a:latin typeface="Times New Roman" panose="02020603050405020304" pitchFamily="18" charset="0"/>
                </a:rPr>
                <a:t>I</a:t>
              </a:r>
              <a:endParaRPr lang="es-ES" altLang="en-US" sz="1800">
                <a:latin typeface="Times New Roman" panose="02020603050405020304" pitchFamily="18" charset="0"/>
              </a:endParaRPr>
            </a:p>
          </p:txBody>
        </p:sp>
        <p:sp>
          <p:nvSpPr>
            <p:cNvPr id="14346" name="Line 32">
              <a:extLst>
                <a:ext uri="{FF2B5EF4-FFF2-40B4-BE49-F238E27FC236}">
                  <a16:creationId xmlns:a16="http://schemas.microsoft.com/office/drawing/2014/main" id="{19F3D27E-2E70-4D64-978C-8D9CDE35499A}"/>
                </a:ext>
              </a:extLst>
            </p:cNvPr>
            <p:cNvSpPr>
              <a:spLocks noChangeShapeType="1"/>
            </p:cNvSpPr>
            <p:nvPr/>
          </p:nvSpPr>
          <p:spPr bwMode="auto">
            <a:xfrm flipH="1">
              <a:off x="1653" y="2943"/>
              <a:ext cx="615" cy="0"/>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aphicFrame>
          <p:nvGraphicFramePr>
            <p:cNvPr id="14338" name="Object 33">
              <a:extLst>
                <a:ext uri="{FF2B5EF4-FFF2-40B4-BE49-F238E27FC236}">
                  <a16:creationId xmlns:a16="http://schemas.microsoft.com/office/drawing/2014/main" id="{E73D1C8C-DBC6-4D06-A260-BDE576ED4079}"/>
                </a:ext>
              </a:extLst>
            </p:cNvPr>
            <p:cNvGraphicFramePr>
              <a:graphicFrameLocks noChangeAspect="1"/>
            </p:cNvGraphicFramePr>
            <p:nvPr/>
          </p:nvGraphicFramePr>
          <p:xfrm>
            <a:off x="1835" y="2724"/>
            <a:ext cx="176" cy="192"/>
          </p:xfrm>
          <a:graphic>
            <a:graphicData uri="http://schemas.openxmlformats.org/presentationml/2006/ole">
              <mc:AlternateContent xmlns:mc="http://schemas.openxmlformats.org/markup-compatibility/2006">
                <mc:Choice xmlns:v="urn:schemas-microsoft-com:vml" Requires="v">
                  <p:oleObj spid="_x0000_s29700" name="Ecuación" r:id="rId4" imgW="279360" imgH="304560" progId="Equation.3">
                    <p:embed/>
                  </p:oleObj>
                </mc:Choice>
                <mc:Fallback>
                  <p:oleObj name="Ecuación" r:id="rId4" imgW="279360" imgH="304560" progId="Equation.3">
                    <p:embed/>
                    <p:pic>
                      <p:nvPicPr>
                        <p:cNvPr id="14338" name="Object 33">
                          <a:extLst>
                            <a:ext uri="{FF2B5EF4-FFF2-40B4-BE49-F238E27FC236}">
                              <a16:creationId xmlns:a16="http://schemas.microsoft.com/office/drawing/2014/main" id="{E73D1C8C-DBC6-4D06-A260-BDE576ED407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35" y="2724"/>
                          <a:ext cx="176"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4342" name="Text Box 34">
            <a:extLst>
              <a:ext uri="{FF2B5EF4-FFF2-40B4-BE49-F238E27FC236}">
                <a16:creationId xmlns:a16="http://schemas.microsoft.com/office/drawing/2014/main" id="{4A0664BF-4C55-47FE-AACB-D4066897B0F9}"/>
              </a:ext>
            </a:extLst>
          </p:cNvPr>
          <p:cNvSpPr txBox="1">
            <a:spLocks noChangeArrowheads="1"/>
          </p:cNvSpPr>
          <p:nvPr/>
        </p:nvSpPr>
        <p:spPr bwMode="auto">
          <a:xfrm>
            <a:off x="6678613" y="2098676"/>
            <a:ext cx="3435350" cy="338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just" eaLnBrk="1" hangingPunct="1">
              <a:spcBef>
                <a:spcPct val="50000"/>
              </a:spcBef>
            </a:pPr>
            <a:r>
              <a:rPr lang="es-ES_tradnl" altLang="en-US" sz="1800"/>
              <a:t>El resultado es que si impulsamos la varilla con una cierta velocidad hacia la derecha y luego se deja en libertad, la fuerza magnética que aparece sobre la varilla tiende a frenarla hasta detenerla. Para mantener la velocidad constante de la varilla, un agente externo debe ejercer una fuerza igual y opuesta a la fuerza magnética.</a:t>
            </a:r>
            <a:endParaRPr lang="es-ES" altLang="en-US" sz="18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6" name="Rectangle 18">
            <a:extLst>
              <a:ext uri="{FF2B5EF4-FFF2-40B4-BE49-F238E27FC236}">
                <a16:creationId xmlns:a16="http://schemas.microsoft.com/office/drawing/2014/main" id="{70ED51F4-2AE5-463B-AC8B-79D71868BCB9}"/>
              </a:ext>
            </a:extLst>
          </p:cNvPr>
          <p:cNvSpPr>
            <a:spLocks noChangeArrowheads="1"/>
          </p:cNvSpPr>
          <p:nvPr/>
        </p:nvSpPr>
        <p:spPr bwMode="auto">
          <a:xfrm>
            <a:off x="4749800" y="4991100"/>
            <a:ext cx="2374900" cy="596900"/>
          </a:xfrm>
          <a:prstGeom prst="rect">
            <a:avLst/>
          </a:prstGeom>
          <a:solidFill>
            <a:schemeClr val="tx1"/>
          </a:solidFill>
          <a:ln w="9525">
            <a:solidFill>
              <a:schemeClr val="tx1"/>
            </a:solidFill>
            <a:miter lim="800000"/>
            <a:headEnd/>
            <a:tailEnd/>
          </a:ln>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sp>
        <p:nvSpPr>
          <p:cNvPr id="15367" name="Text Box 470">
            <a:extLst>
              <a:ext uri="{FF2B5EF4-FFF2-40B4-BE49-F238E27FC236}">
                <a16:creationId xmlns:a16="http://schemas.microsoft.com/office/drawing/2014/main" id="{1314C6ED-D48E-4A7A-BCE4-2388915399D5}"/>
              </a:ext>
            </a:extLst>
          </p:cNvPr>
          <p:cNvSpPr txBox="1">
            <a:spLocks noChangeArrowheads="1"/>
          </p:cNvSpPr>
          <p:nvPr/>
        </p:nvSpPr>
        <p:spPr bwMode="auto">
          <a:xfrm>
            <a:off x="1917701" y="157164"/>
            <a:ext cx="85185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eaLnBrk="1" hangingPunct="1">
              <a:spcBef>
                <a:spcPct val="50000"/>
              </a:spcBef>
            </a:pPr>
            <a:r>
              <a:rPr lang="es-ES_tradnl" altLang="en-US" sz="2000" b="1" u="sng">
                <a:latin typeface="Arial Narrow" panose="020B0606020202030204" pitchFamily="34" charset="0"/>
              </a:rPr>
              <a:t>Otra forma:</a:t>
            </a:r>
            <a:r>
              <a:rPr lang="es-ES_tradnl" altLang="en-US" sz="2000" b="1">
                <a:latin typeface="Arial Narrow" panose="020B0606020202030204" pitchFamily="34" charset="0"/>
              </a:rPr>
              <a:t> Fem de movimiento para un circuito abierto (Varilla aislada)</a:t>
            </a:r>
            <a:endParaRPr lang="es-ES" altLang="en-US" sz="2000" b="1">
              <a:latin typeface="Arial Narrow" panose="020B0606020202030204" pitchFamily="34" charset="0"/>
            </a:endParaRPr>
          </a:p>
        </p:txBody>
      </p:sp>
      <p:pic>
        <p:nvPicPr>
          <p:cNvPr id="15368" name="Picture 471" descr="F30-13">
            <a:extLst>
              <a:ext uri="{FF2B5EF4-FFF2-40B4-BE49-F238E27FC236}">
                <a16:creationId xmlns:a16="http://schemas.microsoft.com/office/drawing/2014/main" id="{E93A9E56-7016-4561-87FA-94A97676B08D}"/>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022475" y="1604964"/>
            <a:ext cx="2973388" cy="3468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9" name="Text Box 472">
            <a:extLst>
              <a:ext uri="{FF2B5EF4-FFF2-40B4-BE49-F238E27FC236}">
                <a16:creationId xmlns:a16="http://schemas.microsoft.com/office/drawing/2014/main" id="{3B0C4445-5E08-4D4C-86A3-8421F771E726}"/>
              </a:ext>
            </a:extLst>
          </p:cNvPr>
          <p:cNvSpPr txBox="1">
            <a:spLocks noChangeArrowheads="1"/>
          </p:cNvSpPr>
          <p:nvPr/>
        </p:nvSpPr>
        <p:spPr bwMode="auto">
          <a:xfrm>
            <a:off x="5248275" y="1311276"/>
            <a:ext cx="4953000"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just" eaLnBrk="1" hangingPunct="1">
              <a:spcBef>
                <a:spcPct val="50000"/>
              </a:spcBef>
            </a:pPr>
            <a:r>
              <a:rPr lang="es-ES_tradnl" altLang="en-US" sz="1800"/>
              <a:t>La fem se induce en una barra o en un alambre conductor que se mueve en el seno de un campo magnético incluso cuando el circuito está abierto y no existe corriente. </a:t>
            </a:r>
            <a:endParaRPr lang="es-ES" altLang="en-US" sz="1800"/>
          </a:p>
        </p:txBody>
      </p:sp>
      <p:grpSp>
        <p:nvGrpSpPr>
          <p:cNvPr id="15370" name="Group 473">
            <a:extLst>
              <a:ext uri="{FF2B5EF4-FFF2-40B4-BE49-F238E27FC236}">
                <a16:creationId xmlns:a16="http://schemas.microsoft.com/office/drawing/2014/main" id="{0CF5180D-2F3C-48A9-93C7-E2B87C794801}"/>
              </a:ext>
            </a:extLst>
          </p:cNvPr>
          <p:cNvGrpSpPr>
            <a:grpSpLocks/>
          </p:cNvGrpSpPr>
          <p:nvPr/>
        </p:nvGrpSpPr>
        <p:grpSpPr bwMode="auto">
          <a:xfrm>
            <a:off x="5716588" y="2841626"/>
            <a:ext cx="3816350" cy="366713"/>
            <a:chOff x="760" y="4088"/>
            <a:chExt cx="2404" cy="231"/>
          </a:xfrm>
        </p:grpSpPr>
        <p:sp>
          <p:nvSpPr>
            <p:cNvPr id="15376" name="Text Box 474">
              <a:extLst>
                <a:ext uri="{FF2B5EF4-FFF2-40B4-BE49-F238E27FC236}">
                  <a16:creationId xmlns:a16="http://schemas.microsoft.com/office/drawing/2014/main" id="{6EB90256-E18E-42BD-8A0A-CCE8141102EA}"/>
                </a:ext>
              </a:extLst>
            </p:cNvPr>
            <p:cNvSpPr txBox="1">
              <a:spLocks noChangeArrowheads="1"/>
            </p:cNvSpPr>
            <p:nvPr/>
          </p:nvSpPr>
          <p:spPr bwMode="auto">
            <a:xfrm>
              <a:off x="760" y="4088"/>
              <a:ext cx="77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spcBef>
                  <a:spcPct val="50000"/>
                </a:spcBef>
              </a:pPr>
              <a:r>
                <a:rPr lang="es-ES_tradnl" altLang="en-US" sz="1800"/>
                <a:t>Equilibrio</a:t>
              </a:r>
              <a:endParaRPr lang="es-ES" altLang="en-US" sz="1800"/>
            </a:p>
          </p:txBody>
        </p:sp>
        <p:sp>
          <p:nvSpPr>
            <p:cNvPr id="15377" name="AutoShape 475">
              <a:extLst>
                <a:ext uri="{FF2B5EF4-FFF2-40B4-BE49-F238E27FC236}">
                  <a16:creationId xmlns:a16="http://schemas.microsoft.com/office/drawing/2014/main" id="{B29B3509-8E33-4DC6-ACBB-A9F17C796024}"/>
                </a:ext>
              </a:extLst>
            </p:cNvPr>
            <p:cNvSpPr>
              <a:spLocks noChangeArrowheads="1"/>
            </p:cNvSpPr>
            <p:nvPr/>
          </p:nvSpPr>
          <p:spPr bwMode="auto">
            <a:xfrm>
              <a:off x="1488" y="4152"/>
              <a:ext cx="209" cy="104"/>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11796480 60000 65536"/>
                <a:gd name="T10" fmla="*/ 5898240 60000 65536"/>
                <a:gd name="T11" fmla="*/ 0 60000 65536"/>
                <a:gd name="T12" fmla="*/ 3411 w 21600"/>
                <a:gd name="T13" fmla="*/ 5400 h 21600"/>
                <a:gd name="T14" fmla="*/ 18913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0">
              <a:gsLst>
                <a:gs pos="0">
                  <a:srgbClr val="006600"/>
                </a:gs>
                <a:gs pos="100000">
                  <a:schemeClr val="accent1"/>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graphicFrame>
          <p:nvGraphicFramePr>
            <p:cNvPr id="15364" name="Object 476">
              <a:extLst>
                <a:ext uri="{FF2B5EF4-FFF2-40B4-BE49-F238E27FC236}">
                  <a16:creationId xmlns:a16="http://schemas.microsoft.com/office/drawing/2014/main" id="{2DC8FF34-A953-41B6-950A-5B710DC1C2A7}"/>
                </a:ext>
              </a:extLst>
            </p:cNvPr>
            <p:cNvGraphicFramePr>
              <a:graphicFrameLocks noChangeAspect="1"/>
            </p:cNvGraphicFramePr>
            <p:nvPr/>
          </p:nvGraphicFramePr>
          <p:xfrm>
            <a:off x="1808" y="4108"/>
            <a:ext cx="448" cy="184"/>
          </p:xfrm>
          <a:graphic>
            <a:graphicData uri="http://schemas.openxmlformats.org/presentationml/2006/ole">
              <mc:AlternateContent xmlns:mc="http://schemas.openxmlformats.org/markup-compatibility/2006">
                <mc:Choice xmlns:v="urn:schemas-microsoft-com:vml" Requires="v">
                  <p:oleObj spid="_x0000_s30730" name="Ecuación" r:id="rId4" imgW="711000" imgH="291960" progId="Equation.3">
                    <p:embed/>
                  </p:oleObj>
                </mc:Choice>
                <mc:Fallback>
                  <p:oleObj name="Ecuación" r:id="rId4" imgW="711000" imgH="291960" progId="Equation.3">
                    <p:embed/>
                    <p:pic>
                      <p:nvPicPr>
                        <p:cNvPr id="15364" name="Object 476">
                          <a:extLst>
                            <a:ext uri="{FF2B5EF4-FFF2-40B4-BE49-F238E27FC236}">
                              <a16:creationId xmlns:a16="http://schemas.microsoft.com/office/drawing/2014/main" id="{2DC8FF34-A953-41B6-950A-5B710DC1C2A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08" y="4108"/>
                          <a:ext cx="448" cy="1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378" name="AutoShape 477">
              <a:extLst>
                <a:ext uri="{FF2B5EF4-FFF2-40B4-BE49-F238E27FC236}">
                  <a16:creationId xmlns:a16="http://schemas.microsoft.com/office/drawing/2014/main" id="{6D8FB71C-30E3-4187-8FCF-E2BFEAE80FDA}"/>
                </a:ext>
              </a:extLst>
            </p:cNvPr>
            <p:cNvSpPr>
              <a:spLocks noChangeArrowheads="1"/>
            </p:cNvSpPr>
            <p:nvPr/>
          </p:nvSpPr>
          <p:spPr bwMode="auto">
            <a:xfrm>
              <a:off x="2376" y="4152"/>
              <a:ext cx="209" cy="104"/>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11796480 60000 65536"/>
                <a:gd name="T10" fmla="*/ 5898240 60000 65536"/>
                <a:gd name="T11" fmla="*/ 0 60000 65536"/>
                <a:gd name="T12" fmla="*/ 3411 w 21600"/>
                <a:gd name="T13" fmla="*/ 5400 h 21600"/>
                <a:gd name="T14" fmla="*/ 18913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0">
              <a:gsLst>
                <a:gs pos="0">
                  <a:schemeClr val="accent1"/>
                </a:gs>
                <a:gs pos="100000">
                  <a:srgbClr val="006600"/>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graphicFrame>
          <p:nvGraphicFramePr>
            <p:cNvPr id="15365" name="Object 478">
              <a:extLst>
                <a:ext uri="{FF2B5EF4-FFF2-40B4-BE49-F238E27FC236}">
                  <a16:creationId xmlns:a16="http://schemas.microsoft.com/office/drawing/2014/main" id="{DF52A1DB-61EE-4161-96DC-2B98FE544B0B}"/>
                </a:ext>
              </a:extLst>
            </p:cNvPr>
            <p:cNvGraphicFramePr>
              <a:graphicFrameLocks noChangeAspect="1"/>
            </p:cNvGraphicFramePr>
            <p:nvPr/>
          </p:nvGraphicFramePr>
          <p:xfrm>
            <a:off x="2708" y="4112"/>
            <a:ext cx="456" cy="144"/>
          </p:xfrm>
          <a:graphic>
            <a:graphicData uri="http://schemas.openxmlformats.org/presentationml/2006/ole">
              <mc:AlternateContent xmlns:mc="http://schemas.openxmlformats.org/markup-compatibility/2006">
                <mc:Choice xmlns:v="urn:schemas-microsoft-com:vml" Requires="v">
                  <p:oleObj spid="_x0000_s30731" name="Ecuación" r:id="rId6" imgW="723600" imgH="228600" progId="Equation.3">
                    <p:embed/>
                  </p:oleObj>
                </mc:Choice>
                <mc:Fallback>
                  <p:oleObj name="Ecuación" r:id="rId6" imgW="723600" imgH="228600" progId="Equation.3">
                    <p:embed/>
                    <p:pic>
                      <p:nvPicPr>
                        <p:cNvPr id="15365" name="Object 478">
                          <a:extLst>
                            <a:ext uri="{FF2B5EF4-FFF2-40B4-BE49-F238E27FC236}">
                              <a16:creationId xmlns:a16="http://schemas.microsoft.com/office/drawing/2014/main" id="{DF52A1DB-61EE-4161-96DC-2B98FE544B0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08" y="4112"/>
                          <a:ext cx="456" cy="1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5371" name="Text Box 479">
            <a:extLst>
              <a:ext uri="{FF2B5EF4-FFF2-40B4-BE49-F238E27FC236}">
                <a16:creationId xmlns:a16="http://schemas.microsoft.com/office/drawing/2014/main" id="{15AFCCD0-7803-478A-A6AD-318ABDC87C60}"/>
              </a:ext>
            </a:extLst>
          </p:cNvPr>
          <p:cNvSpPr txBox="1">
            <a:spLocks noChangeArrowheads="1"/>
          </p:cNvSpPr>
          <p:nvPr/>
        </p:nvSpPr>
        <p:spPr bwMode="auto">
          <a:xfrm>
            <a:off x="5021263" y="3454401"/>
            <a:ext cx="54737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spcBef>
                <a:spcPct val="50000"/>
              </a:spcBef>
            </a:pPr>
            <a:r>
              <a:rPr lang="es-ES_tradnl" altLang="en-US" sz="1800"/>
              <a:t>La diferencia de potencial a través de la barra será</a:t>
            </a:r>
            <a:endParaRPr lang="es-ES" altLang="en-US" sz="1800"/>
          </a:p>
        </p:txBody>
      </p:sp>
      <p:graphicFrame>
        <p:nvGraphicFramePr>
          <p:cNvPr id="15362" name="Object 480">
            <a:extLst>
              <a:ext uri="{FF2B5EF4-FFF2-40B4-BE49-F238E27FC236}">
                <a16:creationId xmlns:a16="http://schemas.microsoft.com/office/drawing/2014/main" id="{999F3AC1-4F3F-441D-8460-C71F5AB36209}"/>
              </a:ext>
            </a:extLst>
          </p:cNvPr>
          <p:cNvGraphicFramePr>
            <a:graphicFrameLocks noChangeAspect="1"/>
          </p:cNvGraphicFramePr>
          <p:nvPr/>
        </p:nvGraphicFramePr>
        <p:xfrm>
          <a:off x="4830764" y="5075238"/>
          <a:ext cx="2249487" cy="393700"/>
        </p:xfrm>
        <a:graphic>
          <a:graphicData uri="http://schemas.openxmlformats.org/presentationml/2006/ole">
            <mc:AlternateContent xmlns:mc="http://schemas.openxmlformats.org/markup-compatibility/2006">
              <mc:Choice xmlns:v="urn:schemas-microsoft-com:vml" Requires="v">
                <p:oleObj spid="_x0000_s30732" name="Ecuación" r:id="rId8" imgW="1015920" imgH="177480" progId="Equation.3">
                  <p:embed/>
                </p:oleObj>
              </mc:Choice>
              <mc:Fallback>
                <p:oleObj name="Ecuación" r:id="rId8" imgW="1015920" imgH="177480" progId="Equation.3">
                  <p:embed/>
                  <p:pic>
                    <p:nvPicPr>
                      <p:cNvPr id="15362" name="Object 480">
                        <a:extLst>
                          <a:ext uri="{FF2B5EF4-FFF2-40B4-BE49-F238E27FC236}">
                            <a16:creationId xmlns:a16="http://schemas.microsoft.com/office/drawing/2014/main" id="{999F3AC1-4F3F-441D-8460-C71F5AB3620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830764" y="5075238"/>
                        <a:ext cx="2249487"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5372" name="Group 481">
            <a:extLst>
              <a:ext uri="{FF2B5EF4-FFF2-40B4-BE49-F238E27FC236}">
                <a16:creationId xmlns:a16="http://schemas.microsoft.com/office/drawing/2014/main" id="{C9BE06DD-AAAA-4B37-BE9C-E66FDCDFEED9}"/>
              </a:ext>
            </a:extLst>
          </p:cNvPr>
          <p:cNvGrpSpPr>
            <a:grpSpLocks/>
          </p:cNvGrpSpPr>
          <p:nvPr/>
        </p:nvGrpSpPr>
        <p:grpSpPr bwMode="auto">
          <a:xfrm>
            <a:off x="7345363" y="4872038"/>
            <a:ext cx="1765300" cy="673100"/>
            <a:chOff x="2056" y="4768"/>
            <a:chExt cx="1112" cy="424"/>
          </a:xfrm>
        </p:grpSpPr>
        <p:sp>
          <p:nvSpPr>
            <p:cNvPr id="15373" name="AutoShape 482">
              <a:extLst>
                <a:ext uri="{FF2B5EF4-FFF2-40B4-BE49-F238E27FC236}">
                  <a16:creationId xmlns:a16="http://schemas.microsoft.com/office/drawing/2014/main" id="{006C81B0-FABF-408C-9750-375265DAA987}"/>
                </a:ext>
              </a:extLst>
            </p:cNvPr>
            <p:cNvSpPr>
              <a:spLocks noChangeArrowheads="1"/>
            </p:cNvSpPr>
            <p:nvPr/>
          </p:nvSpPr>
          <p:spPr bwMode="auto">
            <a:xfrm>
              <a:off x="2056" y="4768"/>
              <a:ext cx="440" cy="144"/>
            </a:xfrm>
            <a:prstGeom prst="curvedDownArrow">
              <a:avLst>
                <a:gd name="adj1" fmla="val 61111"/>
                <a:gd name="adj2" fmla="val 122222"/>
                <a:gd name="adj3" fmla="val 33333"/>
              </a:avLst>
            </a:prstGeom>
            <a:gradFill rotWithShape="0">
              <a:gsLst>
                <a:gs pos="0">
                  <a:srgbClr val="9900FF"/>
                </a:gs>
                <a:gs pos="100000">
                  <a:schemeClr val="bg1"/>
                </a:gs>
              </a:gsLst>
              <a:lin ang="5400000" scaled="1"/>
            </a:gradFill>
            <a:ln w="9525">
              <a:solidFill>
                <a:schemeClr val="hlink"/>
              </a:solidFill>
              <a:miter lim="800000"/>
              <a:headEnd/>
              <a:tailEnd/>
            </a:ln>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grpSp>
          <p:nvGrpSpPr>
            <p:cNvPr id="15374" name="Group 483">
              <a:extLst>
                <a:ext uri="{FF2B5EF4-FFF2-40B4-BE49-F238E27FC236}">
                  <a16:creationId xmlns:a16="http://schemas.microsoft.com/office/drawing/2014/main" id="{5BF729D6-121B-4B36-A4D8-1E7DED39A10C}"/>
                </a:ext>
              </a:extLst>
            </p:cNvPr>
            <p:cNvGrpSpPr>
              <a:grpSpLocks/>
            </p:cNvGrpSpPr>
            <p:nvPr/>
          </p:nvGrpSpPr>
          <p:grpSpPr bwMode="auto">
            <a:xfrm>
              <a:off x="2528" y="4872"/>
              <a:ext cx="640" cy="320"/>
              <a:chOff x="2176" y="4872"/>
              <a:chExt cx="640" cy="320"/>
            </a:xfrm>
          </p:grpSpPr>
          <p:graphicFrame>
            <p:nvGraphicFramePr>
              <p:cNvPr id="15363" name="Object 484">
                <a:extLst>
                  <a:ext uri="{FF2B5EF4-FFF2-40B4-BE49-F238E27FC236}">
                    <a16:creationId xmlns:a16="http://schemas.microsoft.com/office/drawing/2014/main" id="{E2293CFE-9EA1-41E7-994D-91C3F2E12FBF}"/>
                  </a:ext>
                </a:extLst>
              </p:cNvPr>
              <p:cNvGraphicFramePr>
                <a:graphicFrameLocks noChangeAspect="1"/>
              </p:cNvGraphicFramePr>
              <p:nvPr/>
            </p:nvGraphicFramePr>
            <p:xfrm>
              <a:off x="2232" y="4928"/>
              <a:ext cx="520" cy="200"/>
            </p:xfrm>
            <a:graphic>
              <a:graphicData uri="http://schemas.openxmlformats.org/presentationml/2006/ole">
                <mc:AlternateContent xmlns:mc="http://schemas.openxmlformats.org/markup-compatibility/2006">
                  <mc:Choice xmlns:v="urn:schemas-microsoft-com:vml" Requires="v">
                    <p:oleObj spid="_x0000_s30733" name="Ecuación" r:id="rId10" imgW="825480" imgH="317160" progId="Equation.3">
                      <p:embed/>
                    </p:oleObj>
                  </mc:Choice>
                  <mc:Fallback>
                    <p:oleObj name="Ecuación" r:id="rId10" imgW="825480" imgH="317160" progId="Equation.3">
                      <p:embed/>
                      <p:pic>
                        <p:nvPicPr>
                          <p:cNvPr id="15363" name="Object 484">
                            <a:extLst>
                              <a:ext uri="{FF2B5EF4-FFF2-40B4-BE49-F238E27FC236}">
                                <a16:creationId xmlns:a16="http://schemas.microsoft.com/office/drawing/2014/main" id="{E2293CFE-9EA1-41E7-994D-91C3F2E12FBF}"/>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232" y="4928"/>
                            <a:ext cx="520" cy="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375" name="Rectangle 485">
                <a:extLst>
                  <a:ext uri="{FF2B5EF4-FFF2-40B4-BE49-F238E27FC236}">
                    <a16:creationId xmlns:a16="http://schemas.microsoft.com/office/drawing/2014/main" id="{0A08C028-0DDB-4671-A1FA-48A2A06D9CC6}"/>
                  </a:ext>
                </a:extLst>
              </p:cNvPr>
              <p:cNvSpPr>
                <a:spLocks noChangeArrowheads="1"/>
              </p:cNvSpPr>
              <p:nvPr/>
            </p:nvSpPr>
            <p:spPr bwMode="auto">
              <a:xfrm>
                <a:off x="2176" y="4872"/>
                <a:ext cx="640" cy="320"/>
              </a:xfrm>
              <a:prstGeom prst="rect">
                <a:avLst/>
              </a:prstGeom>
              <a:noFill/>
              <a:ln w="28575">
                <a:solidFill>
                  <a:srgbClr val="0033CC"/>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gr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9" name="AutoShape 97">
            <a:extLst>
              <a:ext uri="{FF2B5EF4-FFF2-40B4-BE49-F238E27FC236}">
                <a16:creationId xmlns:a16="http://schemas.microsoft.com/office/drawing/2014/main" id="{E7589777-79FF-4F05-AEA6-26C2310B2F58}"/>
              </a:ext>
            </a:extLst>
          </p:cNvPr>
          <p:cNvSpPr>
            <a:spLocks noChangeArrowheads="1"/>
          </p:cNvSpPr>
          <p:nvPr/>
        </p:nvSpPr>
        <p:spPr bwMode="auto">
          <a:xfrm>
            <a:off x="4183064" y="2014539"/>
            <a:ext cx="1057275" cy="2314575"/>
          </a:xfrm>
          <a:custGeom>
            <a:avLst/>
            <a:gdLst>
              <a:gd name="T0" fmla="*/ 1266562911 w 21600"/>
              <a:gd name="T1" fmla="*/ 0 h 21600"/>
              <a:gd name="T2" fmla="*/ 370937653 w 21600"/>
              <a:gd name="T3" fmla="*/ 2147483647 h 21600"/>
              <a:gd name="T4" fmla="*/ 0 w 21600"/>
              <a:gd name="T5" fmla="*/ 2147483647 h 21600"/>
              <a:gd name="T6" fmla="*/ 370937653 w 21600"/>
              <a:gd name="T7" fmla="*/ 2147483647 h 21600"/>
              <a:gd name="T8" fmla="*/ 1266562911 w 21600"/>
              <a:gd name="T9" fmla="*/ 2147483647 h 21600"/>
              <a:gd name="T10" fmla="*/ 2147483647 w 21600"/>
              <a:gd name="T11" fmla="*/ 2147483647 h 21600"/>
              <a:gd name="T12" fmla="*/ 2147483647 w 21600"/>
              <a:gd name="T13" fmla="*/ 2147483647 h 21600"/>
              <a:gd name="T14" fmla="*/ 2147483647 w 21600"/>
              <a:gd name="T15" fmla="*/ 2147483647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816" y="10800"/>
                </a:moveTo>
                <a:cubicBezTo>
                  <a:pt x="1816" y="15762"/>
                  <a:pt x="5838" y="19784"/>
                  <a:pt x="10800" y="19784"/>
                </a:cubicBezTo>
                <a:cubicBezTo>
                  <a:pt x="15762" y="19784"/>
                  <a:pt x="19784" y="15762"/>
                  <a:pt x="19784" y="10800"/>
                </a:cubicBezTo>
                <a:cubicBezTo>
                  <a:pt x="19784" y="5838"/>
                  <a:pt x="15762" y="1816"/>
                  <a:pt x="10800" y="1816"/>
                </a:cubicBezTo>
                <a:cubicBezTo>
                  <a:pt x="5838" y="1816"/>
                  <a:pt x="1816" y="5838"/>
                  <a:pt x="1816" y="10800"/>
                </a:cubicBezTo>
                <a:close/>
              </a:path>
            </a:pathLst>
          </a:custGeom>
          <a:gradFill rotWithShape="0">
            <a:gsLst>
              <a:gs pos="0">
                <a:srgbClr val="FBE4AE"/>
              </a:gs>
              <a:gs pos="13000">
                <a:srgbClr val="BD922A"/>
              </a:gs>
              <a:gs pos="21001">
                <a:srgbClr val="BD922A"/>
              </a:gs>
              <a:gs pos="63000">
                <a:srgbClr val="FBE4AE"/>
              </a:gs>
              <a:gs pos="67000">
                <a:srgbClr val="BD922A"/>
              </a:gs>
              <a:gs pos="69000">
                <a:srgbClr val="835E17"/>
              </a:gs>
              <a:gs pos="82001">
                <a:srgbClr val="A28949"/>
              </a:gs>
              <a:gs pos="100000">
                <a:srgbClr val="FAE3B7"/>
              </a:gs>
            </a:gsLst>
            <a:lin ang="2700000" scaled="1"/>
          </a:gradFill>
          <a:ln w="9525">
            <a:miter lim="800000"/>
            <a:headEnd/>
            <a:tailEnd/>
          </a:ln>
          <a:scene3d>
            <a:camera prst="legacyObliqueLeft"/>
            <a:lightRig rig="legacyFlat3" dir="b"/>
          </a:scene3d>
          <a:sp3d extrusionH="430200" prstMaterial="legacyMatte">
            <a:bevelT w="13500" h="13500" prst="angle"/>
            <a:bevelB w="13500" h="13500" prst="angle"/>
            <a:extrusionClr>
              <a:srgbClr val="FBE4AE"/>
            </a:extrusionClr>
            <a:contourClr>
              <a:srgbClr val="FBE4AE"/>
            </a:contourClr>
          </a:sp3d>
        </p:spPr>
        <p:txBody>
          <a:bodyPr wrap="none" anchor="ctr">
            <a:flatTx/>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grpSp>
        <p:nvGrpSpPr>
          <p:cNvPr id="16390" name="Group 105">
            <a:extLst>
              <a:ext uri="{FF2B5EF4-FFF2-40B4-BE49-F238E27FC236}">
                <a16:creationId xmlns:a16="http://schemas.microsoft.com/office/drawing/2014/main" id="{DC24BB5F-8D51-41B3-BE0B-2CE1C36C250A}"/>
              </a:ext>
            </a:extLst>
          </p:cNvPr>
          <p:cNvGrpSpPr>
            <a:grpSpLocks/>
          </p:cNvGrpSpPr>
          <p:nvPr/>
        </p:nvGrpSpPr>
        <p:grpSpPr bwMode="auto">
          <a:xfrm>
            <a:off x="3922714" y="1993901"/>
            <a:ext cx="738187" cy="1319213"/>
            <a:chOff x="2130" y="986"/>
            <a:chExt cx="465" cy="831"/>
          </a:xfrm>
        </p:grpSpPr>
        <p:sp>
          <p:nvSpPr>
            <p:cNvPr id="16405" name="Arc 106">
              <a:extLst>
                <a:ext uri="{FF2B5EF4-FFF2-40B4-BE49-F238E27FC236}">
                  <a16:creationId xmlns:a16="http://schemas.microsoft.com/office/drawing/2014/main" id="{72776AA3-354A-4356-90EE-2E8C7FCA6E80}"/>
                </a:ext>
              </a:extLst>
            </p:cNvPr>
            <p:cNvSpPr>
              <a:spLocks/>
            </p:cNvSpPr>
            <p:nvPr/>
          </p:nvSpPr>
          <p:spPr bwMode="auto">
            <a:xfrm>
              <a:off x="2225" y="1040"/>
              <a:ext cx="370" cy="777"/>
            </a:xfrm>
            <a:custGeom>
              <a:avLst/>
              <a:gdLst>
                <a:gd name="T0" fmla="*/ 0 w 19959"/>
                <a:gd name="T1" fmla="*/ 1 h 20078"/>
                <a:gd name="T2" fmla="*/ 0 w 19959"/>
                <a:gd name="T3" fmla="*/ 0 h 20078"/>
                <a:gd name="T4" fmla="*/ 0 w 19959"/>
                <a:gd name="T5" fmla="*/ 1 h 20078"/>
                <a:gd name="T6" fmla="*/ 0 60000 65536"/>
                <a:gd name="T7" fmla="*/ 0 60000 65536"/>
                <a:gd name="T8" fmla="*/ 0 60000 65536"/>
                <a:gd name="T9" fmla="*/ 0 w 19959"/>
                <a:gd name="T10" fmla="*/ 0 h 20078"/>
                <a:gd name="T11" fmla="*/ 19959 w 19959"/>
                <a:gd name="T12" fmla="*/ 20078 h 20078"/>
              </a:gdLst>
              <a:ahLst/>
              <a:cxnLst>
                <a:cxn ang="T6">
                  <a:pos x="T0" y="T1"/>
                </a:cxn>
                <a:cxn ang="T7">
                  <a:pos x="T2" y="T3"/>
                </a:cxn>
                <a:cxn ang="T8">
                  <a:pos x="T4" y="T5"/>
                </a:cxn>
              </a:cxnLst>
              <a:rect l="T9" t="T10" r="T11" b="T12"/>
              <a:pathLst>
                <a:path w="19959" h="20078" fill="none" extrusionOk="0">
                  <a:moveTo>
                    <a:pt x="0" y="11819"/>
                  </a:moveTo>
                  <a:cubicBezTo>
                    <a:pt x="2234" y="6419"/>
                    <a:pt x="6561" y="2155"/>
                    <a:pt x="11994" y="0"/>
                  </a:cubicBezTo>
                </a:path>
                <a:path w="19959" h="20078" stroke="0" extrusionOk="0">
                  <a:moveTo>
                    <a:pt x="0" y="11819"/>
                  </a:moveTo>
                  <a:cubicBezTo>
                    <a:pt x="2234" y="6419"/>
                    <a:pt x="6561" y="2155"/>
                    <a:pt x="11994" y="0"/>
                  </a:cubicBezTo>
                  <a:lnTo>
                    <a:pt x="19959" y="20078"/>
                  </a:lnTo>
                  <a:close/>
                </a:path>
              </a:pathLst>
            </a:custGeom>
            <a:noFill/>
            <a:ln w="38100">
              <a:solidFill>
                <a:srgbClr val="0000FF"/>
              </a:solidFill>
              <a:round/>
              <a:headEnd/>
              <a:tailEnd type="stealth" w="med"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16406" name="Rectangle 107">
              <a:extLst>
                <a:ext uri="{FF2B5EF4-FFF2-40B4-BE49-F238E27FC236}">
                  <a16:creationId xmlns:a16="http://schemas.microsoft.com/office/drawing/2014/main" id="{FB46862A-2010-4F51-BACA-537797F0E1B1}"/>
                </a:ext>
              </a:extLst>
            </p:cNvPr>
            <p:cNvSpPr>
              <a:spLocks noChangeArrowheads="1"/>
            </p:cNvSpPr>
            <p:nvPr/>
          </p:nvSpPr>
          <p:spPr bwMode="auto">
            <a:xfrm>
              <a:off x="2130" y="986"/>
              <a:ext cx="5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s-ES_tradnl" altLang="en-US">
                  <a:solidFill>
                    <a:srgbClr val="000000"/>
                  </a:solidFill>
                </a:rPr>
                <a:t>I</a:t>
              </a:r>
              <a:endParaRPr lang="es-ES_tradnl" altLang="en-US"/>
            </a:p>
          </p:txBody>
        </p:sp>
      </p:grpSp>
      <p:sp>
        <p:nvSpPr>
          <p:cNvPr id="16391" name="Line 109">
            <a:extLst>
              <a:ext uri="{FF2B5EF4-FFF2-40B4-BE49-F238E27FC236}">
                <a16:creationId xmlns:a16="http://schemas.microsoft.com/office/drawing/2014/main" id="{5B6033B9-861B-4BE3-B562-2ACDC73D331A}"/>
              </a:ext>
            </a:extLst>
          </p:cNvPr>
          <p:cNvSpPr>
            <a:spLocks noChangeShapeType="1"/>
          </p:cNvSpPr>
          <p:nvPr/>
        </p:nvSpPr>
        <p:spPr bwMode="auto">
          <a:xfrm rot="-959179">
            <a:off x="2251076" y="2968625"/>
            <a:ext cx="1776413"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392" name="Line 110">
            <a:extLst>
              <a:ext uri="{FF2B5EF4-FFF2-40B4-BE49-F238E27FC236}">
                <a16:creationId xmlns:a16="http://schemas.microsoft.com/office/drawing/2014/main" id="{D3E28768-1833-4BCB-B960-7857F4647D15}"/>
              </a:ext>
            </a:extLst>
          </p:cNvPr>
          <p:cNvSpPr>
            <a:spLocks noChangeShapeType="1"/>
          </p:cNvSpPr>
          <p:nvPr/>
        </p:nvSpPr>
        <p:spPr bwMode="auto">
          <a:xfrm rot="-959179">
            <a:off x="2233613" y="3379788"/>
            <a:ext cx="1776412"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393" name="Line 111">
            <a:extLst>
              <a:ext uri="{FF2B5EF4-FFF2-40B4-BE49-F238E27FC236}">
                <a16:creationId xmlns:a16="http://schemas.microsoft.com/office/drawing/2014/main" id="{41E1B1BA-0B2B-483B-A6F3-10D25ADD8455}"/>
              </a:ext>
            </a:extLst>
          </p:cNvPr>
          <p:cNvSpPr>
            <a:spLocks noChangeShapeType="1"/>
          </p:cNvSpPr>
          <p:nvPr/>
        </p:nvSpPr>
        <p:spPr bwMode="auto">
          <a:xfrm rot="-959179">
            <a:off x="2292351" y="4010025"/>
            <a:ext cx="1776413"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394" name="Line 112">
            <a:extLst>
              <a:ext uri="{FF2B5EF4-FFF2-40B4-BE49-F238E27FC236}">
                <a16:creationId xmlns:a16="http://schemas.microsoft.com/office/drawing/2014/main" id="{DB6D7FC5-B509-400B-83A4-D223074A005B}"/>
              </a:ext>
            </a:extLst>
          </p:cNvPr>
          <p:cNvSpPr>
            <a:spLocks noChangeShapeType="1"/>
          </p:cNvSpPr>
          <p:nvPr/>
        </p:nvSpPr>
        <p:spPr bwMode="auto">
          <a:xfrm rot="-959179">
            <a:off x="2217738" y="3663950"/>
            <a:ext cx="1776412"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395" name="Line 114">
            <a:extLst>
              <a:ext uri="{FF2B5EF4-FFF2-40B4-BE49-F238E27FC236}">
                <a16:creationId xmlns:a16="http://schemas.microsoft.com/office/drawing/2014/main" id="{0BA88D86-48F2-4EA2-8535-158AC68F5460}"/>
              </a:ext>
            </a:extLst>
          </p:cNvPr>
          <p:cNvSpPr>
            <a:spLocks noChangeShapeType="1"/>
          </p:cNvSpPr>
          <p:nvPr/>
        </p:nvSpPr>
        <p:spPr bwMode="auto">
          <a:xfrm rot="-959179">
            <a:off x="4241801" y="2789238"/>
            <a:ext cx="1776413"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6396" name="Line 115">
            <a:extLst>
              <a:ext uri="{FF2B5EF4-FFF2-40B4-BE49-F238E27FC236}">
                <a16:creationId xmlns:a16="http://schemas.microsoft.com/office/drawing/2014/main" id="{73526266-A9DF-4B42-A5CE-9B22FA0E5FDF}"/>
              </a:ext>
            </a:extLst>
          </p:cNvPr>
          <p:cNvSpPr>
            <a:spLocks noChangeShapeType="1"/>
          </p:cNvSpPr>
          <p:nvPr/>
        </p:nvSpPr>
        <p:spPr bwMode="auto">
          <a:xfrm rot="-959179">
            <a:off x="4332288" y="2414588"/>
            <a:ext cx="1776412"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6397" name="Line 116">
            <a:extLst>
              <a:ext uri="{FF2B5EF4-FFF2-40B4-BE49-F238E27FC236}">
                <a16:creationId xmlns:a16="http://schemas.microsoft.com/office/drawing/2014/main" id="{D053D0F3-EAAE-4ACE-B392-F4BBDF3E2D60}"/>
              </a:ext>
            </a:extLst>
          </p:cNvPr>
          <p:cNvSpPr>
            <a:spLocks noChangeShapeType="1"/>
          </p:cNvSpPr>
          <p:nvPr/>
        </p:nvSpPr>
        <p:spPr bwMode="auto">
          <a:xfrm rot="-959179">
            <a:off x="4313238" y="3416300"/>
            <a:ext cx="1776412"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6398" name="Line 117">
            <a:extLst>
              <a:ext uri="{FF2B5EF4-FFF2-40B4-BE49-F238E27FC236}">
                <a16:creationId xmlns:a16="http://schemas.microsoft.com/office/drawing/2014/main" id="{5BDE9579-2F36-4E9B-85AC-A9AE64124754}"/>
              </a:ext>
            </a:extLst>
          </p:cNvPr>
          <p:cNvSpPr>
            <a:spLocks noChangeShapeType="1"/>
          </p:cNvSpPr>
          <p:nvPr/>
        </p:nvSpPr>
        <p:spPr bwMode="auto">
          <a:xfrm rot="-959179">
            <a:off x="4205288" y="3074988"/>
            <a:ext cx="1776412"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6399" name="Text Box 118">
            <a:extLst>
              <a:ext uri="{FF2B5EF4-FFF2-40B4-BE49-F238E27FC236}">
                <a16:creationId xmlns:a16="http://schemas.microsoft.com/office/drawing/2014/main" id="{51885DC6-4323-4FF8-BD80-7BB793481BC1}"/>
              </a:ext>
            </a:extLst>
          </p:cNvPr>
          <p:cNvSpPr txBox="1">
            <a:spLocks noChangeArrowheads="1"/>
          </p:cNvSpPr>
          <p:nvPr/>
        </p:nvSpPr>
        <p:spPr bwMode="auto">
          <a:xfrm>
            <a:off x="5595938" y="1820863"/>
            <a:ext cx="336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 altLang="en-US" sz="1800">
                <a:solidFill>
                  <a:srgbClr val="FF0000"/>
                </a:solidFill>
              </a:rPr>
              <a:t>B</a:t>
            </a:r>
          </a:p>
        </p:txBody>
      </p:sp>
      <p:graphicFrame>
        <p:nvGraphicFramePr>
          <p:cNvPr id="16386" name="Object 119">
            <a:extLst>
              <a:ext uri="{FF2B5EF4-FFF2-40B4-BE49-F238E27FC236}">
                <a16:creationId xmlns:a16="http://schemas.microsoft.com/office/drawing/2014/main" id="{A98A2369-BC08-4260-ACB2-EA6F4B414CF4}"/>
              </a:ext>
            </a:extLst>
          </p:cNvPr>
          <p:cNvGraphicFramePr>
            <a:graphicFrameLocks noChangeAspect="1"/>
          </p:cNvGraphicFramePr>
          <p:nvPr/>
        </p:nvGraphicFramePr>
        <p:xfrm>
          <a:off x="6357939" y="2189163"/>
          <a:ext cx="3921125" cy="609600"/>
        </p:xfrm>
        <a:graphic>
          <a:graphicData uri="http://schemas.openxmlformats.org/presentationml/2006/ole">
            <mc:AlternateContent xmlns:mc="http://schemas.openxmlformats.org/markup-compatibility/2006">
              <mc:Choice xmlns:v="urn:schemas-microsoft-com:vml" Requires="v">
                <p:oleObj spid="_x0000_s31752" name="Equation" r:id="rId3" imgW="2450880" imgH="380880" progId="Equation.DSMT4">
                  <p:embed/>
                </p:oleObj>
              </mc:Choice>
              <mc:Fallback>
                <p:oleObj name="Equation" r:id="rId3" imgW="2450880" imgH="380880" progId="Equation.DSMT4">
                  <p:embed/>
                  <p:pic>
                    <p:nvPicPr>
                      <p:cNvPr id="16386" name="Object 119">
                        <a:extLst>
                          <a:ext uri="{FF2B5EF4-FFF2-40B4-BE49-F238E27FC236}">
                            <a16:creationId xmlns:a16="http://schemas.microsoft.com/office/drawing/2014/main" id="{A98A2369-BC08-4260-ACB2-EA6F4B414CF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57939" y="2189163"/>
                        <a:ext cx="3921125"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387" name="Object 120">
            <a:extLst>
              <a:ext uri="{FF2B5EF4-FFF2-40B4-BE49-F238E27FC236}">
                <a16:creationId xmlns:a16="http://schemas.microsoft.com/office/drawing/2014/main" id="{37943718-B713-41A2-B80D-0EFBB4AA57EE}"/>
              </a:ext>
            </a:extLst>
          </p:cNvPr>
          <p:cNvGraphicFramePr>
            <a:graphicFrameLocks noChangeAspect="1"/>
          </p:cNvGraphicFramePr>
          <p:nvPr/>
        </p:nvGraphicFramePr>
        <p:xfrm>
          <a:off x="5405439" y="3937001"/>
          <a:ext cx="4491037" cy="703263"/>
        </p:xfrm>
        <a:graphic>
          <a:graphicData uri="http://schemas.openxmlformats.org/presentationml/2006/ole">
            <mc:AlternateContent xmlns:mc="http://schemas.openxmlformats.org/markup-compatibility/2006">
              <mc:Choice xmlns:v="urn:schemas-microsoft-com:vml" Requires="v">
                <p:oleObj spid="_x0000_s31753" name="Equation" r:id="rId5" imgW="2514600" imgH="393480" progId="Equation.DSMT4">
                  <p:embed/>
                </p:oleObj>
              </mc:Choice>
              <mc:Fallback>
                <p:oleObj name="Equation" r:id="rId5" imgW="2514600" imgH="393480" progId="Equation.DSMT4">
                  <p:embed/>
                  <p:pic>
                    <p:nvPicPr>
                      <p:cNvPr id="16387" name="Object 120">
                        <a:extLst>
                          <a:ext uri="{FF2B5EF4-FFF2-40B4-BE49-F238E27FC236}">
                            <a16:creationId xmlns:a16="http://schemas.microsoft.com/office/drawing/2014/main" id="{37943718-B713-41A2-B80D-0EFBB4AA57E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05439" y="3937001"/>
                        <a:ext cx="4491037" cy="703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400" name="Text Box 123">
            <a:extLst>
              <a:ext uri="{FF2B5EF4-FFF2-40B4-BE49-F238E27FC236}">
                <a16:creationId xmlns:a16="http://schemas.microsoft.com/office/drawing/2014/main" id="{19FB578C-13C6-4083-81FA-A7FA9AE79D0C}"/>
              </a:ext>
            </a:extLst>
          </p:cNvPr>
          <p:cNvSpPr txBox="1">
            <a:spLocks noChangeArrowheads="1"/>
          </p:cNvSpPr>
          <p:nvPr/>
        </p:nvSpPr>
        <p:spPr bwMode="auto">
          <a:xfrm>
            <a:off x="1817688" y="836613"/>
            <a:ext cx="8564562"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 altLang="en-US" sz="1800"/>
              <a:t>Campo magnético variable con el tiempo B=B</a:t>
            </a:r>
            <a:r>
              <a:rPr lang="es-ES" altLang="en-US" sz="1800" baseline="-25000"/>
              <a:t>0</a:t>
            </a:r>
            <a:r>
              <a:rPr lang="es-ES" altLang="en-US" sz="1800"/>
              <a:t>.t que forma un ángulo </a:t>
            </a:r>
            <a:r>
              <a:rPr lang="es-ES" altLang="en-US" sz="1800">
                <a:sym typeface="Symbol" panose="05050102010706020507" pitchFamily="18" charset="2"/>
              </a:rPr>
              <a:t> con la normal a la espira</a:t>
            </a:r>
          </a:p>
        </p:txBody>
      </p:sp>
      <p:sp>
        <p:nvSpPr>
          <p:cNvPr id="16401" name="Text Box 125">
            <a:extLst>
              <a:ext uri="{FF2B5EF4-FFF2-40B4-BE49-F238E27FC236}">
                <a16:creationId xmlns:a16="http://schemas.microsoft.com/office/drawing/2014/main" id="{87E436A4-CE29-463E-9CD5-B83CECF47712}"/>
              </a:ext>
            </a:extLst>
          </p:cNvPr>
          <p:cNvSpPr txBox="1">
            <a:spLocks noChangeArrowheads="1"/>
          </p:cNvSpPr>
          <p:nvPr/>
        </p:nvSpPr>
        <p:spPr bwMode="auto">
          <a:xfrm>
            <a:off x="2590800" y="5059363"/>
            <a:ext cx="11557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spcBef>
                <a:spcPct val="50000"/>
              </a:spcBef>
            </a:pPr>
            <a:r>
              <a:rPr lang="es-ES_tradnl" altLang="en-US" sz="1800"/>
              <a:t>Como:</a:t>
            </a:r>
            <a:endParaRPr lang="es-ES" altLang="en-US" sz="1800"/>
          </a:p>
        </p:txBody>
      </p:sp>
      <p:graphicFrame>
        <p:nvGraphicFramePr>
          <p:cNvPr id="16388" name="Object 127">
            <a:extLst>
              <a:ext uri="{FF2B5EF4-FFF2-40B4-BE49-F238E27FC236}">
                <a16:creationId xmlns:a16="http://schemas.microsoft.com/office/drawing/2014/main" id="{FBF51D3A-F1BD-4C91-8C63-BE8C7144F092}"/>
              </a:ext>
            </a:extLst>
          </p:cNvPr>
          <p:cNvGraphicFramePr>
            <a:graphicFrameLocks noChangeAspect="1"/>
          </p:cNvGraphicFramePr>
          <p:nvPr/>
        </p:nvGraphicFramePr>
        <p:xfrm>
          <a:off x="4198938" y="5895976"/>
          <a:ext cx="3219450" cy="703263"/>
        </p:xfrm>
        <a:graphic>
          <a:graphicData uri="http://schemas.openxmlformats.org/presentationml/2006/ole">
            <mc:AlternateContent xmlns:mc="http://schemas.openxmlformats.org/markup-compatibility/2006">
              <mc:Choice xmlns:v="urn:schemas-microsoft-com:vml" Requires="v">
                <p:oleObj spid="_x0000_s31754" name="Equation" r:id="rId7" imgW="1803240" imgH="393480" progId="Equation.DSMT4">
                  <p:embed/>
                </p:oleObj>
              </mc:Choice>
              <mc:Fallback>
                <p:oleObj name="Equation" r:id="rId7" imgW="1803240" imgH="393480" progId="Equation.DSMT4">
                  <p:embed/>
                  <p:pic>
                    <p:nvPicPr>
                      <p:cNvPr id="16388" name="Object 127">
                        <a:extLst>
                          <a:ext uri="{FF2B5EF4-FFF2-40B4-BE49-F238E27FC236}">
                            <a16:creationId xmlns:a16="http://schemas.microsoft.com/office/drawing/2014/main" id="{FBF51D3A-F1BD-4C91-8C63-BE8C7144F09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198938" y="5895976"/>
                        <a:ext cx="3219450" cy="703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402" name="Rectangle 128">
            <a:extLst>
              <a:ext uri="{FF2B5EF4-FFF2-40B4-BE49-F238E27FC236}">
                <a16:creationId xmlns:a16="http://schemas.microsoft.com/office/drawing/2014/main" id="{01314870-1A3A-48AC-BF9E-B7575393A436}"/>
              </a:ext>
            </a:extLst>
          </p:cNvPr>
          <p:cNvSpPr>
            <a:spLocks noGrp="1" noChangeArrowheads="1"/>
          </p:cNvSpPr>
          <p:nvPr>
            <p:ph type="title" idx="4294967295"/>
          </p:nvPr>
        </p:nvSpPr>
        <p:spPr>
          <a:xfrm>
            <a:off x="1524000" y="1"/>
            <a:ext cx="7924800" cy="942975"/>
          </a:xfrm>
          <a:noFill/>
        </p:spPr>
        <p:txBody>
          <a:bodyPr/>
          <a:lstStyle/>
          <a:p>
            <a:pPr eaLnBrk="1" hangingPunct="1"/>
            <a:r>
              <a:rPr lang="es-ES_tradnl" altLang="en-US" sz="2800" u="sng">
                <a:sym typeface="Symbol" panose="05050102010706020507" pitchFamily="18" charset="2"/>
              </a:rPr>
              <a:t>Fuerza electromotriz debida la variación de B.</a:t>
            </a:r>
          </a:p>
        </p:txBody>
      </p:sp>
      <p:sp>
        <p:nvSpPr>
          <p:cNvPr id="16403" name="Line 21">
            <a:extLst>
              <a:ext uri="{FF2B5EF4-FFF2-40B4-BE49-F238E27FC236}">
                <a16:creationId xmlns:a16="http://schemas.microsoft.com/office/drawing/2014/main" id="{759610FE-1A2B-4383-B650-CC3E8353FE6E}"/>
              </a:ext>
            </a:extLst>
          </p:cNvPr>
          <p:cNvSpPr>
            <a:spLocks noChangeShapeType="1"/>
          </p:cNvSpPr>
          <p:nvPr/>
        </p:nvSpPr>
        <p:spPr bwMode="auto">
          <a:xfrm>
            <a:off x="4610100" y="3086100"/>
            <a:ext cx="1346200" cy="0"/>
          </a:xfrm>
          <a:prstGeom prst="line">
            <a:avLst/>
          </a:prstGeom>
          <a:noFill/>
          <a:ln w="9525">
            <a:solidFill>
              <a:schemeClr val="tx1"/>
            </a:solidFill>
            <a:round/>
            <a:headEnd/>
            <a:tailEnd type="triangle" w="sm" len="lg"/>
          </a:ln>
          <a:extLst>
            <a:ext uri="{909E8E84-426E-40DD-AFC4-6F175D3DCCD1}">
              <a14:hiddenFill xmlns:a14="http://schemas.microsoft.com/office/drawing/2010/main">
                <a:noFill/>
              </a14:hiddenFill>
            </a:ext>
          </a:extLst>
        </p:spPr>
        <p:txBody>
          <a:bodyPr/>
          <a:lstStyle/>
          <a:p>
            <a:endParaRPr lang="en-US"/>
          </a:p>
        </p:txBody>
      </p:sp>
      <p:sp>
        <p:nvSpPr>
          <p:cNvPr id="16404" name="Text Box 22">
            <a:extLst>
              <a:ext uri="{FF2B5EF4-FFF2-40B4-BE49-F238E27FC236}">
                <a16:creationId xmlns:a16="http://schemas.microsoft.com/office/drawing/2014/main" id="{296701C0-B17D-4321-A8AA-B1A7B459C542}"/>
              </a:ext>
            </a:extLst>
          </p:cNvPr>
          <p:cNvSpPr txBox="1">
            <a:spLocks noChangeArrowheads="1"/>
          </p:cNvSpPr>
          <p:nvPr/>
        </p:nvSpPr>
        <p:spPr bwMode="auto">
          <a:xfrm>
            <a:off x="4759325" y="2727325"/>
            <a:ext cx="342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 altLang="en-US">
                <a:sym typeface="Symbol" panose="05050102010706020507" pitchFamily="18" charset="2"/>
              </a:rPr>
              <a:t></a:t>
            </a:r>
            <a:endParaRPr lang="en-US" altLang="en-US">
              <a:sym typeface="Symbol" panose="05050102010706020507" pitchFamily="18" charset="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a:extLst>
              <a:ext uri="{FF2B5EF4-FFF2-40B4-BE49-F238E27FC236}">
                <a16:creationId xmlns:a16="http://schemas.microsoft.com/office/drawing/2014/main" id="{2A5B62FF-DAC3-4142-841E-4C816D5677C6}"/>
              </a:ext>
            </a:extLst>
          </p:cNvPr>
          <p:cNvSpPr>
            <a:spLocks noChangeArrowheads="1"/>
          </p:cNvSpPr>
          <p:nvPr/>
        </p:nvSpPr>
        <p:spPr bwMode="auto">
          <a:xfrm>
            <a:off x="2927350" y="2487613"/>
            <a:ext cx="3429000" cy="3429000"/>
          </a:xfrm>
          <a:prstGeom prst="rect">
            <a:avLst/>
          </a:prstGeom>
          <a:gradFill rotWithShape="0">
            <a:gsLst>
              <a:gs pos="0">
                <a:srgbClr val="FFCC99"/>
              </a:gs>
              <a:gs pos="100000">
                <a:srgbClr val="9F7F5F"/>
              </a:gs>
            </a:gsLst>
            <a:lin ang="2700000" scaled="1"/>
          </a:gradFill>
          <a:ln w="9525">
            <a:miter lim="800000"/>
            <a:headEnd/>
            <a:tailEnd/>
          </a:ln>
          <a:scene3d>
            <a:camera prst="legacyObliqueTopRight"/>
            <a:lightRig rig="legacyFlat3" dir="b"/>
          </a:scene3d>
          <a:sp3d extrusionH="1116000" prstMaterial="legacyMatte">
            <a:bevelT w="13500" h="13500" prst="angle"/>
            <a:bevelB w="13500" h="13500" prst="angle"/>
            <a:extrusionClr>
              <a:srgbClr val="DDDDDD"/>
            </a:extrusionClr>
            <a:contourClr>
              <a:srgbClr val="FFCC99"/>
            </a:contourClr>
          </a:sp3d>
        </p:spPr>
        <p:txBody>
          <a:bodyPr wrap="none" anchor="ctr">
            <a:flatTx/>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17412" name="Rectangle 3">
            <a:extLst>
              <a:ext uri="{FF2B5EF4-FFF2-40B4-BE49-F238E27FC236}">
                <a16:creationId xmlns:a16="http://schemas.microsoft.com/office/drawing/2014/main" id="{E9CDE64B-5D28-44EC-BA39-3B49DACB288D}"/>
              </a:ext>
            </a:extLst>
          </p:cNvPr>
          <p:cNvSpPr>
            <a:spLocks noGrp="1" noChangeArrowheads="1"/>
          </p:cNvSpPr>
          <p:nvPr>
            <p:ph type="title" idx="4294967295"/>
          </p:nvPr>
        </p:nvSpPr>
        <p:spPr>
          <a:xfrm>
            <a:off x="1812925" y="198438"/>
            <a:ext cx="8229600" cy="703262"/>
          </a:xfrm>
        </p:spPr>
        <p:txBody>
          <a:bodyPr/>
          <a:lstStyle/>
          <a:p>
            <a:pPr algn="l" eaLnBrk="1" hangingPunct="1"/>
            <a:r>
              <a:rPr lang="es-ES_tradnl" altLang="en-US" sz="3600" u="sng"/>
              <a:t>Transformador</a:t>
            </a:r>
          </a:p>
        </p:txBody>
      </p:sp>
      <p:sp useBgFill="1">
        <p:nvSpPr>
          <p:cNvPr id="17413" name="Rectangle 4">
            <a:extLst>
              <a:ext uri="{FF2B5EF4-FFF2-40B4-BE49-F238E27FC236}">
                <a16:creationId xmlns:a16="http://schemas.microsoft.com/office/drawing/2014/main" id="{451CA2FC-1352-4976-B9B7-164445A5A9F5}"/>
              </a:ext>
            </a:extLst>
          </p:cNvPr>
          <p:cNvSpPr>
            <a:spLocks noChangeArrowheads="1"/>
          </p:cNvSpPr>
          <p:nvPr/>
        </p:nvSpPr>
        <p:spPr bwMode="auto">
          <a:xfrm>
            <a:off x="4070350" y="3249613"/>
            <a:ext cx="1524000" cy="1524000"/>
          </a:xfrm>
          <a:prstGeom prst="rect">
            <a:avLst/>
          </a:prstGeom>
          <a:ln>
            <a:noFill/>
          </a:ln>
          <a:extLst>
            <a:ext uri="{91240B29-F687-4F45-9708-019B960494DF}">
              <a14:hiddenLine xmlns:a14="http://schemas.microsoft.com/office/drawing/2010/main" w="9525">
                <a:solidFill>
                  <a:srgbClr val="000000"/>
                </a:solidFill>
                <a:miter lim="800000"/>
                <a:headEnd/>
                <a:tailEnd type="none" w="sm" len="med"/>
              </a14:hiddenLine>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17414" name="Freeform 5">
            <a:extLst>
              <a:ext uri="{FF2B5EF4-FFF2-40B4-BE49-F238E27FC236}">
                <a16:creationId xmlns:a16="http://schemas.microsoft.com/office/drawing/2014/main" id="{FEB3F4B7-D225-4C4E-8387-D400A38516D5}"/>
              </a:ext>
            </a:extLst>
          </p:cNvPr>
          <p:cNvSpPr>
            <a:spLocks/>
          </p:cNvSpPr>
          <p:nvPr/>
        </p:nvSpPr>
        <p:spPr bwMode="auto">
          <a:xfrm>
            <a:off x="3678238" y="4749800"/>
            <a:ext cx="1916112" cy="407988"/>
          </a:xfrm>
          <a:custGeom>
            <a:avLst/>
            <a:gdLst>
              <a:gd name="T0" fmla="*/ 647996495 w 1202"/>
              <a:gd name="T1" fmla="*/ 5040318 h 257"/>
              <a:gd name="T2" fmla="*/ 2147483647 w 1202"/>
              <a:gd name="T3" fmla="*/ 0 h 257"/>
              <a:gd name="T4" fmla="*/ 2147483647 w 1202"/>
              <a:gd name="T5" fmla="*/ 647681635 h 257"/>
              <a:gd name="T6" fmla="*/ 0 w 1202"/>
              <a:gd name="T7" fmla="*/ 647681635 h 257"/>
              <a:gd name="T8" fmla="*/ 647996495 w 1202"/>
              <a:gd name="T9" fmla="*/ 5040318 h 257"/>
              <a:gd name="T10" fmla="*/ 0 60000 65536"/>
              <a:gd name="T11" fmla="*/ 0 60000 65536"/>
              <a:gd name="T12" fmla="*/ 0 60000 65536"/>
              <a:gd name="T13" fmla="*/ 0 60000 65536"/>
              <a:gd name="T14" fmla="*/ 0 60000 65536"/>
              <a:gd name="T15" fmla="*/ 0 w 1202"/>
              <a:gd name="T16" fmla="*/ 0 h 257"/>
              <a:gd name="T17" fmla="*/ 1202 w 1202"/>
              <a:gd name="T18" fmla="*/ 257 h 257"/>
            </a:gdLst>
            <a:ahLst/>
            <a:cxnLst>
              <a:cxn ang="T10">
                <a:pos x="T0" y="T1"/>
              </a:cxn>
              <a:cxn ang="T11">
                <a:pos x="T2" y="T3"/>
              </a:cxn>
              <a:cxn ang="T12">
                <a:pos x="T4" y="T5"/>
              </a:cxn>
              <a:cxn ang="T13">
                <a:pos x="T6" y="T7"/>
              </a:cxn>
              <a:cxn ang="T14">
                <a:pos x="T8" y="T9"/>
              </a:cxn>
            </a:cxnLst>
            <a:rect l="T15" t="T16" r="T17" b="T18"/>
            <a:pathLst>
              <a:path w="1202" h="257">
                <a:moveTo>
                  <a:pt x="255" y="2"/>
                </a:moveTo>
                <a:lnTo>
                  <a:pt x="1202" y="0"/>
                </a:lnTo>
                <a:lnTo>
                  <a:pt x="1200" y="257"/>
                </a:lnTo>
                <a:lnTo>
                  <a:pt x="0" y="257"/>
                </a:lnTo>
                <a:lnTo>
                  <a:pt x="255" y="2"/>
                </a:lnTo>
                <a:close/>
              </a:path>
            </a:pathLst>
          </a:custGeom>
          <a:solidFill>
            <a:srgbClr val="838383"/>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17415" name="Freeform 6">
            <a:extLst>
              <a:ext uri="{FF2B5EF4-FFF2-40B4-BE49-F238E27FC236}">
                <a16:creationId xmlns:a16="http://schemas.microsoft.com/office/drawing/2014/main" id="{92188EF8-A948-44C4-842A-F68556D7D4D7}"/>
              </a:ext>
            </a:extLst>
          </p:cNvPr>
          <p:cNvSpPr>
            <a:spLocks/>
          </p:cNvSpPr>
          <p:nvPr/>
        </p:nvSpPr>
        <p:spPr bwMode="auto">
          <a:xfrm>
            <a:off x="3687763" y="3240088"/>
            <a:ext cx="404812" cy="1917700"/>
          </a:xfrm>
          <a:custGeom>
            <a:avLst/>
            <a:gdLst>
              <a:gd name="T0" fmla="*/ 630038332 w 255"/>
              <a:gd name="T1" fmla="*/ 0 h 1208"/>
              <a:gd name="T2" fmla="*/ 642638301 w 255"/>
              <a:gd name="T3" fmla="*/ 2147483647 h 1208"/>
              <a:gd name="T4" fmla="*/ 0 w 255"/>
              <a:gd name="T5" fmla="*/ 2147483647 h 1208"/>
              <a:gd name="T6" fmla="*/ 0 w 255"/>
              <a:gd name="T7" fmla="*/ 20161248 h 1208"/>
              <a:gd name="T8" fmla="*/ 630038332 w 255"/>
              <a:gd name="T9" fmla="*/ 0 h 1208"/>
              <a:gd name="T10" fmla="*/ 0 60000 65536"/>
              <a:gd name="T11" fmla="*/ 0 60000 65536"/>
              <a:gd name="T12" fmla="*/ 0 60000 65536"/>
              <a:gd name="T13" fmla="*/ 0 60000 65536"/>
              <a:gd name="T14" fmla="*/ 0 60000 65536"/>
              <a:gd name="T15" fmla="*/ 0 w 255"/>
              <a:gd name="T16" fmla="*/ 0 h 1208"/>
              <a:gd name="T17" fmla="*/ 255 w 255"/>
              <a:gd name="T18" fmla="*/ 1208 h 1208"/>
            </a:gdLst>
            <a:ahLst/>
            <a:cxnLst>
              <a:cxn ang="T10">
                <a:pos x="T0" y="T1"/>
              </a:cxn>
              <a:cxn ang="T11">
                <a:pos x="T2" y="T3"/>
              </a:cxn>
              <a:cxn ang="T12">
                <a:pos x="T4" y="T5"/>
              </a:cxn>
              <a:cxn ang="T13">
                <a:pos x="T6" y="T7"/>
              </a:cxn>
              <a:cxn ang="T14">
                <a:pos x="T8" y="T9"/>
              </a:cxn>
            </a:cxnLst>
            <a:rect l="T15" t="T16" r="T17" b="T18"/>
            <a:pathLst>
              <a:path w="255" h="1208">
                <a:moveTo>
                  <a:pt x="250" y="0"/>
                </a:moveTo>
                <a:lnTo>
                  <a:pt x="255" y="953"/>
                </a:lnTo>
                <a:lnTo>
                  <a:pt x="0" y="1208"/>
                </a:lnTo>
                <a:lnTo>
                  <a:pt x="0" y="8"/>
                </a:lnTo>
                <a:lnTo>
                  <a:pt x="250" y="0"/>
                </a:lnTo>
                <a:close/>
              </a:path>
            </a:pathLst>
          </a:custGeom>
          <a:solidFill>
            <a:srgbClr val="C2C2C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17416" name="Arc 7">
            <a:extLst>
              <a:ext uri="{FF2B5EF4-FFF2-40B4-BE49-F238E27FC236}">
                <a16:creationId xmlns:a16="http://schemas.microsoft.com/office/drawing/2014/main" id="{0A6D48E5-FE6D-4D3D-AE1A-D4D8C627FA7A}"/>
              </a:ext>
            </a:extLst>
          </p:cNvPr>
          <p:cNvSpPr>
            <a:spLocks noChangeAspect="1"/>
          </p:cNvSpPr>
          <p:nvPr/>
        </p:nvSpPr>
        <p:spPr bwMode="auto">
          <a:xfrm>
            <a:off x="5292725" y="4319589"/>
            <a:ext cx="1314450" cy="454025"/>
          </a:xfrm>
          <a:custGeom>
            <a:avLst/>
            <a:gdLst>
              <a:gd name="T0" fmla="*/ 1817103086 w 35353"/>
              <a:gd name="T1" fmla="*/ 54071636 h 38868"/>
              <a:gd name="T2" fmla="*/ 443264037 w 35353"/>
              <a:gd name="T3" fmla="*/ 0 h 38868"/>
              <a:gd name="T4" fmla="*/ 1110213731 w 35353"/>
              <a:gd name="T5" fmla="*/ 27523555 h 38868"/>
              <a:gd name="T6" fmla="*/ 0 60000 65536"/>
              <a:gd name="T7" fmla="*/ 0 60000 65536"/>
              <a:gd name="T8" fmla="*/ 0 60000 65536"/>
              <a:gd name="T9" fmla="*/ 0 w 35353"/>
              <a:gd name="T10" fmla="*/ 0 h 38868"/>
              <a:gd name="T11" fmla="*/ 35353 w 35353"/>
              <a:gd name="T12" fmla="*/ 38868 h 38868"/>
            </a:gdLst>
            <a:ahLst/>
            <a:cxnLst>
              <a:cxn ang="T6">
                <a:pos x="T0" y="T1"/>
              </a:cxn>
              <a:cxn ang="T7">
                <a:pos x="T2" y="T3"/>
              </a:cxn>
              <a:cxn ang="T8">
                <a:pos x="T4" y="T5"/>
              </a:cxn>
            </a:cxnLst>
            <a:rect l="T9" t="T10" r="T11" b="T12"/>
            <a:pathLst>
              <a:path w="35353" h="38868" fill="none" extrusionOk="0">
                <a:moveTo>
                  <a:pt x="35352" y="33923"/>
                </a:moveTo>
                <a:cubicBezTo>
                  <a:pt x="31482" y="37119"/>
                  <a:pt x="26619" y="38867"/>
                  <a:pt x="21600" y="38868"/>
                </a:cubicBezTo>
                <a:cubicBezTo>
                  <a:pt x="9670" y="38868"/>
                  <a:pt x="0" y="29197"/>
                  <a:pt x="0" y="17268"/>
                </a:cubicBezTo>
                <a:cubicBezTo>
                  <a:pt x="-1" y="10476"/>
                  <a:pt x="3194" y="4080"/>
                  <a:pt x="8624" y="0"/>
                </a:cubicBezTo>
              </a:path>
              <a:path w="35353" h="38868" stroke="0" extrusionOk="0">
                <a:moveTo>
                  <a:pt x="35352" y="33923"/>
                </a:moveTo>
                <a:cubicBezTo>
                  <a:pt x="31482" y="37119"/>
                  <a:pt x="26619" y="38867"/>
                  <a:pt x="21600" y="38868"/>
                </a:cubicBezTo>
                <a:cubicBezTo>
                  <a:pt x="9670" y="38868"/>
                  <a:pt x="0" y="29197"/>
                  <a:pt x="0" y="17268"/>
                </a:cubicBezTo>
                <a:cubicBezTo>
                  <a:pt x="-1" y="10476"/>
                  <a:pt x="3194" y="4080"/>
                  <a:pt x="8624" y="0"/>
                </a:cubicBezTo>
                <a:lnTo>
                  <a:pt x="21600" y="17268"/>
                </a:lnTo>
                <a:close/>
              </a:path>
            </a:pathLst>
          </a:custGeom>
          <a:noFill/>
          <a:ln w="38100">
            <a:solidFill>
              <a:srgbClr val="0000FF"/>
            </a:solidFill>
            <a:round/>
            <a:headEnd/>
            <a:tailEnd type="none" w="sm"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17417" name="Arc 8">
            <a:extLst>
              <a:ext uri="{FF2B5EF4-FFF2-40B4-BE49-F238E27FC236}">
                <a16:creationId xmlns:a16="http://schemas.microsoft.com/office/drawing/2014/main" id="{AD0ABED3-72DB-4265-89BB-D19BCC7E7E14}"/>
              </a:ext>
            </a:extLst>
          </p:cNvPr>
          <p:cNvSpPr>
            <a:spLocks noChangeAspect="1"/>
          </p:cNvSpPr>
          <p:nvPr/>
        </p:nvSpPr>
        <p:spPr bwMode="auto">
          <a:xfrm>
            <a:off x="5289551" y="3865564"/>
            <a:ext cx="1604963" cy="454025"/>
          </a:xfrm>
          <a:custGeom>
            <a:avLst/>
            <a:gdLst>
              <a:gd name="T0" fmla="*/ 1997541577 w 43200"/>
              <a:gd name="T1" fmla="*/ 7025975 h 38868"/>
              <a:gd name="T2" fmla="*/ 442234169 w 43200"/>
              <a:gd name="T3" fmla="*/ 0 h 38868"/>
              <a:gd name="T4" fmla="*/ 1107637767 w 43200"/>
              <a:gd name="T5" fmla="*/ 27523555 h 38868"/>
              <a:gd name="T6" fmla="*/ 0 60000 65536"/>
              <a:gd name="T7" fmla="*/ 0 60000 65536"/>
              <a:gd name="T8" fmla="*/ 0 60000 65536"/>
              <a:gd name="T9" fmla="*/ 0 w 43200"/>
              <a:gd name="T10" fmla="*/ 0 h 38868"/>
              <a:gd name="T11" fmla="*/ 43200 w 43200"/>
              <a:gd name="T12" fmla="*/ 38868 h 38868"/>
            </a:gdLst>
            <a:ahLst/>
            <a:cxnLst>
              <a:cxn ang="T6">
                <a:pos x="T0" y="T1"/>
              </a:cxn>
              <a:cxn ang="T7">
                <a:pos x="T2" y="T3"/>
              </a:cxn>
              <a:cxn ang="T8">
                <a:pos x="T4" y="T5"/>
              </a:cxn>
            </a:cxnLst>
            <a:rect l="T9" t="T10" r="T11" b="T12"/>
            <a:pathLst>
              <a:path w="43200" h="38868" fill="none" extrusionOk="0">
                <a:moveTo>
                  <a:pt x="38954" y="4407"/>
                </a:moveTo>
                <a:cubicBezTo>
                  <a:pt x="41711" y="8128"/>
                  <a:pt x="43200" y="12636"/>
                  <a:pt x="43200" y="17268"/>
                </a:cubicBezTo>
                <a:cubicBezTo>
                  <a:pt x="43200" y="29197"/>
                  <a:pt x="33529" y="38868"/>
                  <a:pt x="21600" y="38868"/>
                </a:cubicBezTo>
                <a:cubicBezTo>
                  <a:pt x="9670" y="38868"/>
                  <a:pt x="0" y="29197"/>
                  <a:pt x="0" y="17268"/>
                </a:cubicBezTo>
                <a:cubicBezTo>
                  <a:pt x="-1" y="10476"/>
                  <a:pt x="3194" y="4080"/>
                  <a:pt x="8624" y="0"/>
                </a:cubicBezTo>
              </a:path>
              <a:path w="43200" h="38868" stroke="0" extrusionOk="0">
                <a:moveTo>
                  <a:pt x="38954" y="4407"/>
                </a:moveTo>
                <a:cubicBezTo>
                  <a:pt x="41711" y="8128"/>
                  <a:pt x="43200" y="12636"/>
                  <a:pt x="43200" y="17268"/>
                </a:cubicBezTo>
                <a:cubicBezTo>
                  <a:pt x="43200" y="29197"/>
                  <a:pt x="33529" y="38868"/>
                  <a:pt x="21600" y="38868"/>
                </a:cubicBezTo>
                <a:cubicBezTo>
                  <a:pt x="9670" y="38868"/>
                  <a:pt x="0" y="29197"/>
                  <a:pt x="0" y="17268"/>
                </a:cubicBezTo>
                <a:cubicBezTo>
                  <a:pt x="-1" y="10476"/>
                  <a:pt x="3194" y="4080"/>
                  <a:pt x="8624" y="0"/>
                </a:cubicBezTo>
                <a:lnTo>
                  <a:pt x="21600" y="17268"/>
                </a:lnTo>
                <a:close/>
              </a:path>
            </a:pathLst>
          </a:custGeom>
          <a:noFill/>
          <a:ln w="38100">
            <a:solidFill>
              <a:srgbClr val="0000FF"/>
            </a:solidFill>
            <a:round/>
            <a:headEnd/>
            <a:tailEnd type="none" w="sm"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17418" name="Arc 9">
            <a:extLst>
              <a:ext uri="{FF2B5EF4-FFF2-40B4-BE49-F238E27FC236}">
                <a16:creationId xmlns:a16="http://schemas.microsoft.com/office/drawing/2014/main" id="{EB6C7997-E9AE-4E5A-811F-A1ECA85E5EC2}"/>
              </a:ext>
            </a:extLst>
          </p:cNvPr>
          <p:cNvSpPr>
            <a:spLocks noChangeAspect="1"/>
          </p:cNvSpPr>
          <p:nvPr/>
        </p:nvSpPr>
        <p:spPr bwMode="auto">
          <a:xfrm>
            <a:off x="5289551" y="3411539"/>
            <a:ext cx="1604963" cy="454025"/>
          </a:xfrm>
          <a:custGeom>
            <a:avLst/>
            <a:gdLst>
              <a:gd name="T0" fmla="*/ 1997541577 w 43200"/>
              <a:gd name="T1" fmla="*/ 7025975 h 38868"/>
              <a:gd name="T2" fmla="*/ 442234169 w 43200"/>
              <a:gd name="T3" fmla="*/ 0 h 38868"/>
              <a:gd name="T4" fmla="*/ 1107637767 w 43200"/>
              <a:gd name="T5" fmla="*/ 27523555 h 38868"/>
              <a:gd name="T6" fmla="*/ 0 60000 65536"/>
              <a:gd name="T7" fmla="*/ 0 60000 65536"/>
              <a:gd name="T8" fmla="*/ 0 60000 65536"/>
              <a:gd name="T9" fmla="*/ 0 w 43200"/>
              <a:gd name="T10" fmla="*/ 0 h 38868"/>
              <a:gd name="T11" fmla="*/ 43200 w 43200"/>
              <a:gd name="T12" fmla="*/ 38868 h 38868"/>
            </a:gdLst>
            <a:ahLst/>
            <a:cxnLst>
              <a:cxn ang="T6">
                <a:pos x="T0" y="T1"/>
              </a:cxn>
              <a:cxn ang="T7">
                <a:pos x="T2" y="T3"/>
              </a:cxn>
              <a:cxn ang="T8">
                <a:pos x="T4" y="T5"/>
              </a:cxn>
            </a:cxnLst>
            <a:rect l="T9" t="T10" r="T11" b="T12"/>
            <a:pathLst>
              <a:path w="43200" h="38868" fill="none" extrusionOk="0">
                <a:moveTo>
                  <a:pt x="38954" y="4407"/>
                </a:moveTo>
                <a:cubicBezTo>
                  <a:pt x="41711" y="8128"/>
                  <a:pt x="43200" y="12636"/>
                  <a:pt x="43200" y="17268"/>
                </a:cubicBezTo>
                <a:cubicBezTo>
                  <a:pt x="43200" y="29197"/>
                  <a:pt x="33529" y="38868"/>
                  <a:pt x="21600" y="38868"/>
                </a:cubicBezTo>
                <a:cubicBezTo>
                  <a:pt x="9670" y="38868"/>
                  <a:pt x="0" y="29197"/>
                  <a:pt x="0" y="17268"/>
                </a:cubicBezTo>
                <a:cubicBezTo>
                  <a:pt x="-1" y="10476"/>
                  <a:pt x="3194" y="4080"/>
                  <a:pt x="8624" y="0"/>
                </a:cubicBezTo>
              </a:path>
              <a:path w="43200" h="38868" stroke="0" extrusionOk="0">
                <a:moveTo>
                  <a:pt x="38954" y="4407"/>
                </a:moveTo>
                <a:cubicBezTo>
                  <a:pt x="41711" y="8128"/>
                  <a:pt x="43200" y="12636"/>
                  <a:pt x="43200" y="17268"/>
                </a:cubicBezTo>
                <a:cubicBezTo>
                  <a:pt x="43200" y="29197"/>
                  <a:pt x="33529" y="38868"/>
                  <a:pt x="21600" y="38868"/>
                </a:cubicBezTo>
                <a:cubicBezTo>
                  <a:pt x="9670" y="38868"/>
                  <a:pt x="0" y="29197"/>
                  <a:pt x="0" y="17268"/>
                </a:cubicBezTo>
                <a:cubicBezTo>
                  <a:pt x="-1" y="10476"/>
                  <a:pt x="3194" y="4080"/>
                  <a:pt x="8624" y="0"/>
                </a:cubicBezTo>
                <a:lnTo>
                  <a:pt x="21600" y="17268"/>
                </a:lnTo>
                <a:close/>
              </a:path>
            </a:pathLst>
          </a:custGeom>
          <a:noFill/>
          <a:ln w="38100">
            <a:solidFill>
              <a:srgbClr val="0000FF"/>
            </a:solidFill>
            <a:round/>
            <a:headEnd/>
            <a:tailEnd type="none" w="sm"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17419" name="Arc 10">
            <a:extLst>
              <a:ext uri="{FF2B5EF4-FFF2-40B4-BE49-F238E27FC236}">
                <a16:creationId xmlns:a16="http://schemas.microsoft.com/office/drawing/2014/main" id="{1737E61C-7C1C-412F-A463-E05B6150D79C}"/>
              </a:ext>
            </a:extLst>
          </p:cNvPr>
          <p:cNvSpPr>
            <a:spLocks noChangeAspect="1"/>
          </p:cNvSpPr>
          <p:nvPr/>
        </p:nvSpPr>
        <p:spPr bwMode="auto">
          <a:xfrm>
            <a:off x="6094414" y="3143251"/>
            <a:ext cx="801687" cy="182563"/>
          </a:xfrm>
          <a:custGeom>
            <a:avLst/>
            <a:gdLst>
              <a:gd name="T0" fmla="*/ 886241201 w 21600"/>
              <a:gd name="T1" fmla="*/ 0 h 15619"/>
              <a:gd name="T2" fmla="*/ 1095505186 w 21600"/>
              <a:gd name="T3" fmla="*/ 24942046 h 15619"/>
              <a:gd name="T4" fmla="*/ 0 w 21600"/>
              <a:gd name="T5" fmla="*/ 20580937 h 15619"/>
              <a:gd name="T6" fmla="*/ 0 60000 65536"/>
              <a:gd name="T7" fmla="*/ 0 60000 65536"/>
              <a:gd name="T8" fmla="*/ 0 60000 65536"/>
              <a:gd name="T9" fmla="*/ 0 w 21600"/>
              <a:gd name="T10" fmla="*/ 0 h 15619"/>
              <a:gd name="T11" fmla="*/ 21600 w 21600"/>
              <a:gd name="T12" fmla="*/ 15619 h 15619"/>
            </a:gdLst>
            <a:ahLst/>
            <a:cxnLst>
              <a:cxn ang="T6">
                <a:pos x="T0" y="T1"/>
              </a:cxn>
              <a:cxn ang="T7">
                <a:pos x="T2" y="T3"/>
              </a:cxn>
              <a:cxn ang="T8">
                <a:pos x="T4" y="T5"/>
              </a:cxn>
            </a:cxnLst>
            <a:rect l="T9" t="T10" r="T11" b="T12"/>
            <a:pathLst>
              <a:path w="21600" h="15619" fill="none" extrusionOk="0">
                <a:moveTo>
                  <a:pt x="17333" y="0"/>
                </a:moveTo>
                <a:cubicBezTo>
                  <a:pt x="20104" y="3725"/>
                  <a:pt x="21600" y="8245"/>
                  <a:pt x="21600" y="12888"/>
                </a:cubicBezTo>
                <a:cubicBezTo>
                  <a:pt x="21600" y="13801"/>
                  <a:pt x="21542" y="14713"/>
                  <a:pt x="21426" y="15618"/>
                </a:cubicBezTo>
              </a:path>
              <a:path w="21600" h="15619" stroke="0" extrusionOk="0">
                <a:moveTo>
                  <a:pt x="17333" y="0"/>
                </a:moveTo>
                <a:cubicBezTo>
                  <a:pt x="20104" y="3725"/>
                  <a:pt x="21600" y="8245"/>
                  <a:pt x="21600" y="12888"/>
                </a:cubicBezTo>
                <a:cubicBezTo>
                  <a:pt x="21600" y="13801"/>
                  <a:pt x="21542" y="14713"/>
                  <a:pt x="21426" y="15618"/>
                </a:cubicBezTo>
                <a:lnTo>
                  <a:pt x="0" y="12888"/>
                </a:lnTo>
                <a:close/>
              </a:path>
            </a:pathLst>
          </a:custGeom>
          <a:noFill/>
          <a:ln w="38100">
            <a:solidFill>
              <a:srgbClr val="0000FF"/>
            </a:solidFill>
            <a:round/>
            <a:headEnd/>
            <a:tailEnd type="none" w="sm"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17420" name="Text Box 11">
            <a:extLst>
              <a:ext uri="{FF2B5EF4-FFF2-40B4-BE49-F238E27FC236}">
                <a16:creationId xmlns:a16="http://schemas.microsoft.com/office/drawing/2014/main" id="{72F4C9AC-2E8C-4D02-876C-0E425F477252}"/>
              </a:ext>
            </a:extLst>
          </p:cNvPr>
          <p:cNvSpPr txBox="1">
            <a:spLocks noChangeArrowheads="1"/>
          </p:cNvSpPr>
          <p:nvPr/>
        </p:nvSpPr>
        <p:spPr bwMode="auto">
          <a:xfrm>
            <a:off x="2043114" y="3240088"/>
            <a:ext cx="517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Lst>
        </p:spPr>
        <p:txBody>
          <a:bodyPr wrap="non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s-ES_tradnl" altLang="en-US"/>
              <a:t>N</a:t>
            </a:r>
            <a:r>
              <a:rPr lang="es-ES_tradnl" altLang="en-US" baseline="-25000"/>
              <a:t>1</a:t>
            </a:r>
            <a:endParaRPr lang="es-ES_tradnl" altLang="en-US"/>
          </a:p>
        </p:txBody>
      </p:sp>
      <p:sp>
        <p:nvSpPr>
          <p:cNvPr id="17421" name="Text Box 12">
            <a:extLst>
              <a:ext uri="{FF2B5EF4-FFF2-40B4-BE49-F238E27FC236}">
                <a16:creationId xmlns:a16="http://schemas.microsoft.com/office/drawing/2014/main" id="{7C0E7DDC-7628-440C-AEEE-9B079861D5A9}"/>
              </a:ext>
            </a:extLst>
          </p:cNvPr>
          <p:cNvSpPr txBox="1">
            <a:spLocks noChangeArrowheads="1"/>
          </p:cNvSpPr>
          <p:nvPr/>
        </p:nvSpPr>
        <p:spPr bwMode="auto">
          <a:xfrm>
            <a:off x="7118351" y="3240088"/>
            <a:ext cx="517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Lst>
        </p:spPr>
        <p:txBody>
          <a:bodyPr wrap="non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s-ES_tradnl" altLang="en-US"/>
              <a:t>N</a:t>
            </a:r>
            <a:r>
              <a:rPr lang="es-ES_tradnl" altLang="en-US" baseline="-25000"/>
              <a:t>2</a:t>
            </a:r>
            <a:endParaRPr lang="es-ES_tradnl" altLang="en-US"/>
          </a:p>
        </p:txBody>
      </p:sp>
      <p:graphicFrame>
        <p:nvGraphicFramePr>
          <p:cNvPr id="17410" name="Object 13">
            <a:extLst>
              <a:ext uri="{FF2B5EF4-FFF2-40B4-BE49-F238E27FC236}">
                <a16:creationId xmlns:a16="http://schemas.microsoft.com/office/drawing/2014/main" id="{6A1ACA90-204A-410E-AA82-3FD794562E4A}"/>
              </a:ext>
            </a:extLst>
          </p:cNvPr>
          <p:cNvGraphicFramePr>
            <a:graphicFrameLocks noChangeAspect="1"/>
          </p:cNvGraphicFramePr>
          <p:nvPr/>
        </p:nvGraphicFramePr>
        <p:xfrm>
          <a:off x="8382000" y="2476500"/>
          <a:ext cx="1371600" cy="800100"/>
        </p:xfrm>
        <a:graphic>
          <a:graphicData uri="http://schemas.openxmlformats.org/presentationml/2006/ole">
            <mc:AlternateContent xmlns:mc="http://schemas.openxmlformats.org/markup-compatibility/2006">
              <mc:Choice xmlns:v="urn:schemas-microsoft-com:vml" Requires="v">
                <p:oleObj spid="_x0000_s32772" name="Ecuación" r:id="rId3" imgW="1371600" imgH="799920" progId="Equation.3">
                  <p:embed/>
                </p:oleObj>
              </mc:Choice>
              <mc:Fallback>
                <p:oleObj name="Ecuación" r:id="rId3" imgW="1371600" imgH="799920" progId="Equation.3">
                  <p:embed/>
                  <p:pic>
                    <p:nvPicPr>
                      <p:cNvPr id="17410" name="Object 13">
                        <a:extLst>
                          <a:ext uri="{FF2B5EF4-FFF2-40B4-BE49-F238E27FC236}">
                            <a16:creationId xmlns:a16="http://schemas.microsoft.com/office/drawing/2014/main" id="{6A1ACA90-204A-410E-AA82-3FD794562E4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0" y="2476500"/>
                        <a:ext cx="1371600" cy="800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22" name="Arc 14">
            <a:extLst>
              <a:ext uri="{FF2B5EF4-FFF2-40B4-BE49-F238E27FC236}">
                <a16:creationId xmlns:a16="http://schemas.microsoft.com/office/drawing/2014/main" id="{79230658-B31E-43F2-9CC0-42BC8B770BBC}"/>
              </a:ext>
            </a:extLst>
          </p:cNvPr>
          <p:cNvSpPr>
            <a:spLocks noChangeAspect="1"/>
          </p:cNvSpPr>
          <p:nvPr/>
        </p:nvSpPr>
        <p:spPr bwMode="auto">
          <a:xfrm>
            <a:off x="2662238" y="4652963"/>
            <a:ext cx="747712" cy="252412"/>
          </a:xfrm>
          <a:custGeom>
            <a:avLst/>
            <a:gdLst>
              <a:gd name="T0" fmla="*/ 1025796544 w 20073"/>
              <a:gd name="T1" fmla="*/ 34471679 h 21599"/>
              <a:gd name="T2" fmla="*/ 0 w 20073"/>
              <a:gd name="T3" fmla="*/ 12731118 h 21599"/>
              <a:gd name="T4" fmla="*/ 1037476835 w 20073"/>
              <a:gd name="T5" fmla="*/ 0 h 21599"/>
              <a:gd name="T6" fmla="*/ 0 60000 65536"/>
              <a:gd name="T7" fmla="*/ 0 60000 65536"/>
              <a:gd name="T8" fmla="*/ 0 60000 65536"/>
              <a:gd name="T9" fmla="*/ 0 w 20073"/>
              <a:gd name="T10" fmla="*/ 0 h 21599"/>
              <a:gd name="T11" fmla="*/ 20073 w 20073"/>
              <a:gd name="T12" fmla="*/ 21599 h 21599"/>
            </a:gdLst>
            <a:ahLst/>
            <a:cxnLst>
              <a:cxn ang="T6">
                <a:pos x="T0" y="T1"/>
              </a:cxn>
              <a:cxn ang="T7">
                <a:pos x="T2" y="T3"/>
              </a:cxn>
              <a:cxn ang="T8">
                <a:pos x="T4" y="T5"/>
              </a:cxn>
            </a:cxnLst>
            <a:rect l="T9" t="T10" r="T11" b="T12"/>
            <a:pathLst>
              <a:path w="20073" h="21599" fill="none" extrusionOk="0">
                <a:moveTo>
                  <a:pt x="19847" y="21598"/>
                </a:moveTo>
                <a:cubicBezTo>
                  <a:pt x="11079" y="21507"/>
                  <a:pt x="3237" y="16124"/>
                  <a:pt x="-1" y="7977"/>
                </a:cubicBezTo>
              </a:path>
              <a:path w="20073" h="21599" stroke="0" extrusionOk="0">
                <a:moveTo>
                  <a:pt x="19847" y="21598"/>
                </a:moveTo>
                <a:cubicBezTo>
                  <a:pt x="11079" y="21507"/>
                  <a:pt x="3237" y="16124"/>
                  <a:pt x="-1" y="7977"/>
                </a:cubicBezTo>
                <a:lnTo>
                  <a:pt x="20073" y="0"/>
                </a:lnTo>
                <a:close/>
              </a:path>
            </a:pathLst>
          </a:custGeom>
          <a:noFill/>
          <a:ln w="38100">
            <a:solidFill>
              <a:srgbClr val="0000FF"/>
            </a:solidFill>
            <a:round/>
            <a:headEnd/>
            <a:tailEnd type="none" w="sm"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17423" name="Arc 15">
            <a:extLst>
              <a:ext uri="{FF2B5EF4-FFF2-40B4-BE49-F238E27FC236}">
                <a16:creationId xmlns:a16="http://schemas.microsoft.com/office/drawing/2014/main" id="{964F4BAE-CB5F-4E65-B170-B8C751F955FE}"/>
              </a:ext>
            </a:extLst>
          </p:cNvPr>
          <p:cNvSpPr>
            <a:spLocks noChangeAspect="1"/>
          </p:cNvSpPr>
          <p:nvPr/>
        </p:nvSpPr>
        <p:spPr bwMode="auto">
          <a:xfrm flipH="1">
            <a:off x="3378201" y="4440238"/>
            <a:ext cx="803275" cy="463550"/>
          </a:xfrm>
          <a:custGeom>
            <a:avLst/>
            <a:gdLst>
              <a:gd name="T0" fmla="*/ 1099301968 w 21600"/>
              <a:gd name="T1" fmla="*/ 96205193 h 32177"/>
              <a:gd name="T2" fmla="*/ 142311680 w 21600"/>
              <a:gd name="T3" fmla="*/ 0 h 32177"/>
              <a:gd name="T4" fmla="*/ 1110925651 w 21600"/>
              <a:gd name="T5" fmla="*/ 31626832 h 32177"/>
              <a:gd name="T6" fmla="*/ 0 60000 65536"/>
              <a:gd name="T7" fmla="*/ 0 60000 65536"/>
              <a:gd name="T8" fmla="*/ 0 60000 65536"/>
              <a:gd name="T9" fmla="*/ 0 w 21600"/>
              <a:gd name="T10" fmla="*/ 0 h 32177"/>
              <a:gd name="T11" fmla="*/ 21600 w 21600"/>
              <a:gd name="T12" fmla="*/ 32177 h 32177"/>
            </a:gdLst>
            <a:ahLst/>
            <a:cxnLst>
              <a:cxn ang="T6">
                <a:pos x="T0" y="T1"/>
              </a:cxn>
              <a:cxn ang="T7">
                <a:pos x="T2" y="T3"/>
              </a:cxn>
              <a:cxn ang="T8">
                <a:pos x="T4" y="T5"/>
              </a:cxn>
            </a:cxnLst>
            <a:rect l="T9" t="T10" r="T11" b="T12"/>
            <a:pathLst>
              <a:path w="21600" h="32177" fill="none" extrusionOk="0">
                <a:moveTo>
                  <a:pt x="21374" y="32176"/>
                </a:moveTo>
                <a:cubicBezTo>
                  <a:pt x="9533" y="32052"/>
                  <a:pt x="0" y="22419"/>
                  <a:pt x="0" y="10578"/>
                </a:cubicBezTo>
                <a:cubicBezTo>
                  <a:pt x="-1" y="6873"/>
                  <a:pt x="952" y="3230"/>
                  <a:pt x="2767" y="0"/>
                </a:cubicBezTo>
              </a:path>
              <a:path w="21600" h="32177" stroke="0" extrusionOk="0">
                <a:moveTo>
                  <a:pt x="21374" y="32176"/>
                </a:moveTo>
                <a:cubicBezTo>
                  <a:pt x="9533" y="32052"/>
                  <a:pt x="0" y="22419"/>
                  <a:pt x="0" y="10578"/>
                </a:cubicBezTo>
                <a:cubicBezTo>
                  <a:pt x="-1" y="6873"/>
                  <a:pt x="952" y="3230"/>
                  <a:pt x="2767" y="0"/>
                </a:cubicBezTo>
                <a:lnTo>
                  <a:pt x="21600" y="10578"/>
                </a:lnTo>
                <a:close/>
              </a:path>
            </a:pathLst>
          </a:custGeom>
          <a:noFill/>
          <a:ln w="38100">
            <a:solidFill>
              <a:srgbClr val="0000FF"/>
            </a:solidFill>
            <a:round/>
            <a:headEnd/>
            <a:tailEnd type="none" w="sm"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17424" name="Arc 16">
            <a:extLst>
              <a:ext uri="{FF2B5EF4-FFF2-40B4-BE49-F238E27FC236}">
                <a16:creationId xmlns:a16="http://schemas.microsoft.com/office/drawing/2014/main" id="{331BB343-3EAE-40D9-800E-02F5828B5E90}"/>
              </a:ext>
            </a:extLst>
          </p:cNvPr>
          <p:cNvSpPr>
            <a:spLocks noChangeAspect="1"/>
          </p:cNvSpPr>
          <p:nvPr/>
        </p:nvSpPr>
        <p:spPr bwMode="auto">
          <a:xfrm>
            <a:off x="2592389" y="4205288"/>
            <a:ext cx="803275" cy="457200"/>
          </a:xfrm>
          <a:custGeom>
            <a:avLst/>
            <a:gdLst>
              <a:gd name="T0" fmla="*/ 1099301968 w 21600"/>
              <a:gd name="T1" fmla="*/ 62406835 h 39133"/>
              <a:gd name="T2" fmla="*/ 462165443 w 21600"/>
              <a:gd name="T3" fmla="*/ 0 h 39133"/>
              <a:gd name="T4" fmla="*/ 1110925651 w 21600"/>
              <a:gd name="T5" fmla="*/ 27962139 h 39133"/>
              <a:gd name="T6" fmla="*/ 0 60000 65536"/>
              <a:gd name="T7" fmla="*/ 0 60000 65536"/>
              <a:gd name="T8" fmla="*/ 0 60000 65536"/>
              <a:gd name="T9" fmla="*/ 0 w 21600"/>
              <a:gd name="T10" fmla="*/ 0 h 39133"/>
              <a:gd name="T11" fmla="*/ 21600 w 21600"/>
              <a:gd name="T12" fmla="*/ 39133 h 39133"/>
            </a:gdLst>
            <a:ahLst/>
            <a:cxnLst>
              <a:cxn ang="T6">
                <a:pos x="T0" y="T1"/>
              </a:cxn>
              <a:cxn ang="T7">
                <a:pos x="T2" y="T3"/>
              </a:cxn>
              <a:cxn ang="T8">
                <a:pos x="T4" y="T5"/>
              </a:cxn>
            </a:cxnLst>
            <a:rect l="T9" t="T10" r="T11" b="T12"/>
            <a:pathLst>
              <a:path w="21600" h="39133" fill="none" extrusionOk="0">
                <a:moveTo>
                  <a:pt x="21374" y="39132"/>
                </a:moveTo>
                <a:cubicBezTo>
                  <a:pt x="9533" y="39008"/>
                  <a:pt x="0" y="29375"/>
                  <a:pt x="0" y="17534"/>
                </a:cubicBezTo>
                <a:cubicBezTo>
                  <a:pt x="-1" y="10584"/>
                  <a:pt x="3344" y="4058"/>
                  <a:pt x="8985" y="-1"/>
                </a:cubicBezTo>
              </a:path>
              <a:path w="21600" h="39133" stroke="0" extrusionOk="0">
                <a:moveTo>
                  <a:pt x="21374" y="39132"/>
                </a:moveTo>
                <a:cubicBezTo>
                  <a:pt x="9533" y="39008"/>
                  <a:pt x="0" y="29375"/>
                  <a:pt x="0" y="17534"/>
                </a:cubicBezTo>
                <a:cubicBezTo>
                  <a:pt x="-1" y="10584"/>
                  <a:pt x="3344" y="4058"/>
                  <a:pt x="8985" y="-1"/>
                </a:cubicBezTo>
                <a:lnTo>
                  <a:pt x="21600" y="17534"/>
                </a:lnTo>
                <a:close/>
              </a:path>
            </a:pathLst>
          </a:custGeom>
          <a:noFill/>
          <a:ln w="38100">
            <a:solidFill>
              <a:srgbClr val="0000FF"/>
            </a:solidFill>
            <a:round/>
            <a:headEnd/>
            <a:tailEnd type="none" w="sm"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17425" name="Arc 17">
            <a:extLst>
              <a:ext uri="{FF2B5EF4-FFF2-40B4-BE49-F238E27FC236}">
                <a16:creationId xmlns:a16="http://schemas.microsoft.com/office/drawing/2014/main" id="{B74CD23E-8180-40CB-9DFA-85D7B60C0A74}"/>
              </a:ext>
            </a:extLst>
          </p:cNvPr>
          <p:cNvSpPr>
            <a:spLocks noChangeAspect="1"/>
          </p:cNvSpPr>
          <p:nvPr/>
        </p:nvSpPr>
        <p:spPr bwMode="auto">
          <a:xfrm flipH="1">
            <a:off x="3368676" y="4208464"/>
            <a:ext cx="803275" cy="454025"/>
          </a:xfrm>
          <a:custGeom>
            <a:avLst/>
            <a:gdLst>
              <a:gd name="T0" fmla="*/ 1099301968 w 21600"/>
              <a:gd name="T1" fmla="*/ 94335094 h 31498"/>
              <a:gd name="T2" fmla="*/ 123538853 w 21600"/>
              <a:gd name="T3" fmla="*/ 0 h 31498"/>
              <a:gd name="T4" fmla="*/ 1110925651 w 21600"/>
              <a:gd name="T5" fmla="*/ 29647019 h 31498"/>
              <a:gd name="T6" fmla="*/ 0 60000 65536"/>
              <a:gd name="T7" fmla="*/ 0 60000 65536"/>
              <a:gd name="T8" fmla="*/ 0 60000 65536"/>
              <a:gd name="T9" fmla="*/ 0 w 21600"/>
              <a:gd name="T10" fmla="*/ 0 h 31498"/>
              <a:gd name="T11" fmla="*/ 21600 w 21600"/>
              <a:gd name="T12" fmla="*/ 31498 h 31498"/>
            </a:gdLst>
            <a:ahLst/>
            <a:cxnLst>
              <a:cxn ang="T6">
                <a:pos x="T0" y="T1"/>
              </a:cxn>
              <a:cxn ang="T7">
                <a:pos x="T2" y="T3"/>
              </a:cxn>
              <a:cxn ang="T8">
                <a:pos x="T4" y="T5"/>
              </a:cxn>
            </a:cxnLst>
            <a:rect l="T9" t="T10" r="T11" b="T12"/>
            <a:pathLst>
              <a:path w="21600" h="31498" fill="none" extrusionOk="0">
                <a:moveTo>
                  <a:pt x="21374" y="31497"/>
                </a:moveTo>
                <a:cubicBezTo>
                  <a:pt x="9533" y="31373"/>
                  <a:pt x="0" y="21740"/>
                  <a:pt x="0" y="9899"/>
                </a:cubicBezTo>
                <a:cubicBezTo>
                  <a:pt x="-1" y="6455"/>
                  <a:pt x="823" y="3060"/>
                  <a:pt x="2401" y="-1"/>
                </a:cubicBezTo>
              </a:path>
              <a:path w="21600" h="31498" stroke="0" extrusionOk="0">
                <a:moveTo>
                  <a:pt x="21374" y="31497"/>
                </a:moveTo>
                <a:cubicBezTo>
                  <a:pt x="9533" y="31373"/>
                  <a:pt x="0" y="21740"/>
                  <a:pt x="0" y="9899"/>
                </a:cubicBezTo>
                <a:cubicBezTo>
                  <a:pt x="-1" y="6455"/>
                  <a:pt x="823" y="3060"/>
                  <a:pt x="2401" y="-1"/>
                </a:cubicBezTo>
                <a:lnTo>
                  <a:pt x="21600" y="9899"/>
                </a:lnTo>
                <a:close/>
              </a:path>
            </a:pathLst>
          </a:custGeom>
          <a:noFill/>
          <a:ln w="38100">
            <a:solidFill>
              <a:srgbClr val="0000FF"/>
            </a:solidFill>
            <a:round/>
            <a:headEnd/>
            <a:tailEnd type="none" w="sm"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17426" name="Arc 18">
            <a:extLst>
              <a:ext uri="{FF2B5EF4-FFF2-40B4-BE49-F238E27FC236}">
                <a16:creationId xmlns:a16="http://schemas.microsoft.com/office/drawing/2014/main" id="{848C57FF-C998-4E20-BDF0-F7B64EACF0E7}"/>
              </a:ext>
            </a:extLst>
          </p:cNvPr>
          <p:cNvSpPr>
            <a:spLocks noChangeAspect="1"/>
          </p:cNvSpPr>
          <p:nvPr/>
        </p:nvSpPr>
        <p:spPr bwMode="auto">
          <a:xfrm>
            <a:off x="2592389" y="3984625"/>
            <a:ext cx="803275" cy="458788"/>
          </a:xfrm>
          <a:custGeom>
            <a:avLst/>
            <a:gdLst>
              <a:gd name="T0" fmla="*/ 1099301968 w 21600"/>
              <a:gd name="T1" fmla="*/ 62728745 h 39236"/>
              <a:gd name="T2" fmla="*/ 469571338 w 21600"/>
              <a:gd name="T3" fmla="*/ 0 h 39236"/>
              <a:gd name="T4" fmla="*/ 1110925651 w 21600"/>
              <a:gd name="T5" fmla="*/ 28197221 h 39236"/>
              <a:gd name="T6" fmla="*/ 0 60000 65536"/>
              <a:gd name="T7" fmla="*/ 0 60000 65536"/>
              <a:gd name="T8" fmla="*/ 0 60000 65536"/>
              <a:gd name="T9" fmla="*/ 0 w 21600"/>
              <a:gd name="T10" fmla="*/ 0 h 39236"/>
              <a:gd name="T11" fmla="*/ 21600 w 21600"/>
              <a:gd name="T12" fmla="*/ 39236 h 39236"/>
            </a:gdLst>
            <a:ahLst/>
            <a:cxnLst>
              <a:cxn ang="T6">
                <a:pos x="T0" y="T1"/>
              </a:cxn>
              <a:cxn ang="T7">
                <a:pos x="T2" y="T3"/>
              </a:cxn>
              <a:cxn ang="T8">
                <a:pos x="T4" y="T5"/>
              </a:cxn>
            </a:cxnLst>
            <a:rect l="T9" t="T10" r="T11" b="T12"/>
            <a:pathLst>
              <a:path w="21600" h="39236" fill="none" extrusionOk="0">
                <a:moveTo>
                  <a:pt x="21374" y="39235"/>
                </a:moveTo>
                <a:cubicBezTo>
                  <a:pt x="9533" y="39111"/>
                  <a:pt x="0" y="29478"/>
                  <a:pt x="0" y="17637"/>
                </a:cubicBezTo>
                <a:cubicBezTo>
                  <a:pt x="-1" y="10624"/>
                  <a:pt x="3404" y="4048"/>
                  <a:pt x="9130" y="0"/>
                </a:cubicBezTo>
              </a:path>
              <a:path w="21600" h="39236" stroke="0" extrusionOk="0">
                <a:moveTo>
                  <a:pt x="21374" y="39235"/>
                </a:moveTo>
                <a:cubicBezTo>
                  <a:pt x="9533" y="39111"/>
                  <a:pt x="0" y="29478"/>
                  <a:pt x="0" y="17637"/>
                </a:cubicBezTo>
                <a:cubicBezTo>
                  <a:pt x="-1" y="10624"/>
                  <a:pt x="3404" y="4048"/>
                  <a:pt x="9130" y="0"/>
                </a:cubicBezTo>
                <a:lnTo>
                  <a:pt x="21600" y="17637"/>
                </a:lnTo>
                <a:close/>
              </a:path>
            </a:pathLst>
          </a:custGeom>
          <a:noFill/>
          <a:ln w="38100">
            <a:solidFill>
              <a:srgbClr val="0000FF"/>
            </a:solidFill>
            <a:round/>
            <a:headEnd/>
            <a:tailEnd type="none" w="sm"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17427" name="Arc 19">
            <a:extLst>
              <a:ext uri="{FF2B5EF4-FFF2-40B4-BE49-F238E27FC236}">
                <a16:creationId xmlns:a16="http://schemas.microsoft.com/office/drawing/2014/main" id="{124D020D-B237-4F94-9149-CD8B854C7857}"/>
              </a:ext>
            </a:extLst>
          </p:cNvPr>
          <p:cNvSpPr>
            <a:spLocks noChangeAspect="1"/>
          </p:cNvSpPr>
          <p:nvPr/>
        </p:nvSpPr>
        <p:spPr bwMode="auto">
          <a:xfrm flipH="1">
            <a:off x="3368676" y="3983039"/>
            <a:ext cx="803275" cy="458787"/>
          </a:xfrm>
          <a:custGeom>
            <a:avLst/>
            <a:gdLst>
              <a:gd name="T0" fmla="*/ 1099301968 w 21600"/>
              <a:gd name="T1" fmla="*/ 95368646 h 31821"/>
              <a:gd name="T2" fmla="*/ 132282201 w 21600"/>
              <a:gd name="T3" fmla="*/ 0 h 31821"/>
              <a:gd name="T4" fmla="*/ 1110925651 w 21600"/>
              <a:gd name="T5" fmla="*/ 30635663 h 31821"/>
              <a:gd name="T6" fmla="*/ 0 60000 65536"/>
              <a:gd name="T7" fmla="*/ 0 60000 65536"/>
              <a:gd name="T8" fmla="*/ 0 60000 65536"/>
              <a:gd name="T9" fmla="*/ 0 w 21600"/>
              <a:gd name="T10" fmla="*/ 0 h 31821"/>
              <a:gd name="T11" fmla="*/ 21600 w 21600"/>
              <a:gd name="T12" fmla="*/ 31821 h 31821"/>
            </a:gdLst>
            <a:ahLst/>
            <a:cxnLst>
              <a:cxn ang="T6">
                <a:pos x="T0" y="T1"/>
              </a:cxn>
              <a:cxn ang="T7">
                <a:pos x="T2" y="T3"/>
              </a:cxn>
              <a:cxn ang="T8">
                <a:pos x="T4" y="T5"/>
              </a:cxn>
            </a:cxnLst>
            <a:rect l="T9" t="T10" r="T11" b="T12"/>
            <a:pathLst>
              <a:path w="21600" h="31821" fill="none" extrusionOk="0">
                <a:moveTo>
                  <a:pt x="21374" y="31820"/>
                </a:moveTo>
                <a:cubicBezTo>
                  <a:pt x="9533" y="31696"/>
                  <a:pt x="0" y="22063"/>
                  <a:pt x="0" y="10222"/>
                </a:cubicBezTo>
                <a:cubicBezTo>
                  <a:pt x="-1" y="6654"/>
                  <a:pt x="883" y="3142"/>
                  <a:pt x="2571" y="-1"/>
                </a:cubicBezTo>
              </a:path>
              <a:path w="21600" h="31821" stroke="0" extrusionOk="0">
                <a:moveTo>
                  <a:pt x="21374" y="31820"/>
                </a:moveTo>
                <a:cubicBezTo>
                  <a:pt x="9533" y="31696"/>
                  <a:pt x="0" y="22063"/>
                  <a:pt x="0" y="10222"/>
                </a:cubicBezTo>
                <a:cubicBezTo>
                  <a:pt x="-1" y="6654"/>
                  <a:pt x="883" y="3142"/>
                  <a:pt x="2571" y="-1"/>
                </a:cubicBezTo>
                <a:lnTo>
                  <a:pt x="21600" y="10222"/>
                </a:lnTo>
                <a:close/>
              </a:path>
            </a:pathLst>
          </a:custGeom>
          <a:noFill/>
          <a:ln w="38100">
            <a:solidFill>
              <a:srgbClr val="0000FF"/>
            </a:solidFill>
            <a:round/>
            <a:headEnd/>
            <a:tailEnd type="none" w="sm"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17428" name="Arc 20">
            <a:extLst>
              <a:ext uri="{FF2B5EF4-FFF2-40B4-BE49-F238E27FC236}">
                <a16:creationId xmlns:a16="http://schemas.microsoft.com/office/drawing/2014/main" id="{6E892EDD-4AB8-4BC0-AE6F-C97EA5D3DB59}"/>
              </a:ext>
            </a:extLst>
          </p:cNvPr>
          <p:cNvSpPr>
            <a:spLocks noChangeAspect="1"/>
          </p:cNvSpPr>
          <p:nvPr/>
        </p:nvSpPr>
        <p:spPr bwMode="auto">
          <a:xfrm>
            <a:off x="2593976" y="3751263"/>
            <a:ext cx="803275" cy="457200"/>
          </a:xfrm>
          <a:custGeom>
            <a:avLst/>
            <a:gdLst>
              <a:gd name="T0" fmla="*/ 1099301968 w 21600"/>
              <a:gd name="T1" fmla="*/ 62139794 h 39217"/>
              <a:gd name="T2" fmla="*/ 468182863 w 21600"/>
              <a:gd name="T3" fmla="*/ 0 h 39217"/>
              <a:gd name="T4" fmla="*/ 1110925651 w 21600"/>
              <a:gd name="T5" fmla="*/ 27915886 h 39217"/>
              <a:gd name="T6" fmla="*/ 0 60000 65536"/>
              <a:gd name="T7" fmla="*/ 0 60000 65536"/>
              <a:gd name="T8" fmla="*/ 0 60000 65536"/>
              <a:gd name="T9" fmla="*/ 0 w 21600"/>
              <a:gd name="T10" fmla="*/ 0 h 39217"/>
              <a:gd name="T11" fmla="*/ 21600 w 21600"/>
              <a:gd name="T12" fmla="*/ 39217 h 39217"/>
            </a:gdLst>
            <a:ahLst/>
            <a:cxnLst>
              <a:cxn ang="T6">
                <a:pos x="T0" y="T1"/>
              </a:cxn>
              <a:cxn ang="T7">
                <a:pos x="T2" y="T3"/>
              </a:cxn>
              <a:cxn ang="T8">
                <a:pos x="T4" y="T5"/>
              </a:cxn>
            </a:cxnLst>
            <a:rect l="T9" t="T10" r="T11" b="T12"/>
            <a:pathLst>
              <a:path w="21600" h="39217" fill="none" extrusionOk="0">
                <a:moveTo>
                  <a:pt x="21374" y="39216"/>
                </a:moveTo>
                <a:cubicBezTo>
                  <a:pt x="9533" y="39092"/>
                  <a:pt x="0" y="29459"/>
                  <a:pt x="0" y="17618"/>
                </a:cubicBezTo>
                <a:cubicBezTo>
                  <a:pt x="-1" y="10617"/>
                  <a:pt x="3392" y="4050"/>
                  <a:pt x="9103" y="0"/>
                </a:cubicBezTo>
              </a:path>
              <a:path w="21600" h="39217" stroke="0" extrusionOk="0">
                <a:moveTo>
                  <a:pt x="21374" y="39216"/>
                </a:moveTo>
                <a:cubicBezTo>
                  <a:pt x="9533" y="39092"/>
                  <a:pt x="0" y="29459"/>
                  <a:pt x="0" y="17618"/>
                </a:cubicBezTo>
                <a:cubicBezTo>
                  <a:pt x="-1" y="10617"/>
                  <a:pt x="3392" y="4050"/>
                  <a:pt x="9103" y="0"/>
                </a:cubicBezTo>
                <a:lnTo>
                  <a:pt x="21600" y="17618"/>
                </a:lnTo>
                <a:close/>
              </a:path>
            </a:pathLst>
          </a:custGeom>
          <a:noFill/>
          <a:ln w="38100">
            <a:solidFill>
              <a:srgbClr val="0000FF"/>
            </a:solidFill>
            <a:round/>
            <a:headEnd/>
            <a:tailEnd type="none" w="sm"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17429" name="Arc 21">
            <a:extLst>
              <a:ext uri="{FF2B5EF4-FFF2-40B4-BE49-F238E27FC236}">
                <a16:creationId xmlns:a16="http://schemas.microsoft.com/office/drawing/2014/main" id="{6542ABF4-7BD1-42D2-B723-BB653D939634}"/>
              </a:ext>
            </a:extLst>
          </p:cNvPr>
          <p:cNvSpPr>
            <a:spLocks noChangeAspect="1"/>
          </p:cNvSpPr>
          <p:nvPr/>
        </p:nvSpPr>
        <p:spPr bwMode="auto">
          <a:xfrm flipH="1">
            <a:off x="3368676" y="3751263"/>
            <a:ext cx="803275" cy="457200"/>
          </a:xfrm>
          <a:custGeom>
            <a:avLst/>
            <a:gdLst>
              <a:gd name="T0" fmla="*/ 1099301968 w 21600"/>
              <a:gd name="T1" fmla="*/ 94984372 h 31720"/>
              <a:gd name="T2" fmla="*/ 129505102 w 21600"/>
              <a:gd name="T3" fmla="*/ 0 h 31720"/>
              <a:gd name="T4" fmla="*/ 1110925651 w 21600"/>
              <a:gd name="T5" fmla="*/ 30306919 h 31720"/>
              <a:gd name="T6" fmla="*/ 0 60000 65536"/>
              <a:gd name="T7" fmla="*/ 0 60000 65536"/>
              <a:gd name="T8" fmla="*/ 0 60000 65536"/>
              <a:gd name="T9" fmla="*/ 0 w 21600"/>
              <a:gd name="T10" fmla="*/ 0 h 31720"/>
              <a:gd name="T11" fmla="*/ 21600 w 21600"/>
              <a:gd name="T12" fmla="*/ 31720 h 31720"/>
            </a:gdLst>
            <a:ahLst/>
            <a:cxnLst>
              <a:cxn ang="T6">
                <a:pos x="T0" y="T1"/>
              </a:cxn>
              <a:cxn ang="T7">
                <a:pos x="T2" y="T3"/>
              </a:cxn>
              <a:cxn ang="T8">
                <a:pos x="T4" y="T5"/>
              </a:cxn>
            </a:cxnLst>
            <a:rect l="T9" t="T10" r="T11" b="T12"/>
            <a:pathLst>
              <a:path w="21600" h="31720" fill="none" extrusionOk="0">
                <a:moveTo>
                  <a:pt x="21374" y="31719"/>
                </a:moveTo>
                <a:cubicBezTo>
                  <a:pt x="9533" y="31595"/>
                  <a:pt x="0" y="21962"/>
                  <a:pt x="0" y="10121"/>
                </a:cubicBezTo>
                <a:cubicBezTo>
                  <a:pt x="-1" y="6592"/>
                  <a:pt x="864" y="3117"/>
                  <a:pt x="2517" y="-1"/>
                </a:cubicBezTo>
              </a:path>
              <a:path w="21600" h="31720" stroke="0" extrusionOk="0">
                <a:moveTo>
                  <a:pt x="21374" y="31719"/>
                </a:moveTo>
                <a:cubicBezTo>
                  <a:pt x="9533" y="31595"/>
                  <a:pt x="0" y="21962"/>
                  <a:pt x="0" y="10121"/>
                </a:cubicBezTo>
                <a:cubicBezTo>
                  <a:pt x="-1" y="6592"/>
                  <a:pt x="864" y="3117"/>
                  <a:pt x="2517" y="-1"/>
                </a:cubicBezTo>
                <a:lnTo>
                  <a:pt x="21600" y="10121"/>
                </a:lnTo>
                <a:close/>
              </a:path>
            </a:pathLst>
          </a:custGeom>
          <a:noFill/>
          <a:ln w="38100">
            <a:solidFill>
              <a:srgbClr val="0000FF"/>
            </a:solidFill>
            <a:round/>
            <a:headEnd/>
            <a:tailEnd type="none" w="sm"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17430" name="Arc 22">
            <a:extLst>
              <a:ext uri="{FF2B5EF4-FFF2-40B4-BE49-F238E27FC236}">
                <a16:creationId xmlns:a16="http://schemas.microsoft.com/office/drawing/2014/main" id="{306FE421-5F95-4A9B-9299-B1FA8CF74934}"/>
              </a:ext>
            </a:extLst>
          </p:cNvPr>
          <p:cNvSpPr>
            <a:spLocks noChangeAspect="1"/>
          </p:cNvSpPr>
          <p:nvPr/>
        </p:nvSpPr>
        <p:spPr bwMode="auto">
          <a:xfrm>
            <a:off x="2592389" y="3530600"/>
            <a:ext cx="803275" cy="457200"/>
          </a:xfrm>
          <a:custGeom>
            <a:avLst/>
            <a:gdLst>
              <a:gd name="T0" fmla="*/ 1099301968 w 21600"/>
              <a:gd name="T1" fmla="*/ 62209574 h 39195"/>
              <a:gd name="T2" fmla="*/ 466589701 w 21600"/>
              <a:gd name="T3" fmla="*/ 0 h 39195"/>
              <a:gd name="T4" fmla="*/ 1110925651 w 21600"/>
              <a:gd name="T5" fmla="*/ 27928032 h 39195"/>
              <a:gd name="T6" fmla="*/ 0 60000 65536"/>
              <a:gd name="T7" fmla="*/ 0 60000 65536"/>
              <a:gd name="T8" fmla="*/ 0 60000 65536"/>
              <a:gd name="T9" fmla="*/ 0 w 21600"/>
              <a:gd name="T10" fmla="*/ 0 h 39195"/>
              <a:gd name="T11" fmla="*/ 21600 w 21600"/>
              <a:gd name="T12" fmla="*/ 39195 h 39195"/>
            </a:gdLst>
            <a:ahLst/>
            <a:cxnLst>
              <a:cxn ang="T6">
                <a:pos x="T0" y="T1"/>
              </a:cxn>
              <a:cxn ang="T7">
                <a:pos x="T2" y="T3"/>
              </a:cxn>
              <a:cxn ang="T8">
                <a:pos x="T4" y="T5"/>
              </a:cxn>
            </a:cxnLst>
            <a:rect l="T9" t="T10" r="T11" b="T12"/>
            <a:pathLst>
              <a:path w="21600" h="39195" fill="none" extrusionOk="0">
                <a:moveTo>
                  <a:pt x="21374" y="39194"/>
                </a:moveTo>
                <a:cubicBezTo>
                  <a:pt x="9533" y="39070"/>
                  <a:pt x="0" y="29437"/>
                  <a:pt x="0" y="17596"/>
                </a:cubicBezTo>
                <a:cubicBezTo>
                  <a:pt x="-1" y="10608"/>
                  <a:pt x="3380" y="4052"/>
                  <a:pt x="9072" y="0"/>
                </a:cubicBezTo>
              </a:path>
              <a:path w="21600" h="39195" stroke="0" extrusionOk="0">
                <a:moveTo>
                  <a:pt x="21374" y="39194"/>
                </a:moveTo>
                <a:cubicBezTo>
                  <a:pt x="9533" y="39070"/>
                  <a:pt x="0" y="29437"/>
                  <a:pt x="0" y="17596"/>
                </a:cubicBezTo>
                <a:cubicBezTo>
                  <a:pt x="-1" y="10608"/>
                  <a:pt x="3380" y="4052"/>
                  <a:pt x="9072" y="0"/>
                </a:cubicBezTo>
                <a:lnTo>
                  <a:pt x="21600" y="17596"/>
                </a:lnTo>
                <a:close/>
              </a:path>
            </a:pathLst>
          </a:custGeom>
          <a:noFill/>
          <a:ln w="38100">
            <a:solidFill>
              <a:srgbClr val="0000FF"/>
            </a:solidFill>
            <a:round/>
            <a:headEnd/>
            <a:tailEnd type="none" w="sm"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17431" name="Arc 23">
            <a:extLst>
              <a:ext uri="{FF2B5EF4-FFF2-40B4-BE49-F238E27FC236}">
                <a16:creationId xmlns:a16="http://schemas.microsoft.com/office/drawing/2014/main" id="{BE159329-EA56-4B6D-BBA8-A49602420C34}"/>
              </a:ext>
            </a:extLst>
          </p:cNvPr>
          <p:cNvSpPr>
            <a:spLocks noChangeAspect="1"/>
          </p:cNvSpPr>
          <p:nvPr/>
        </p:nvSpPr>
        <p:spPr bwMode="auto">
          <a:xfrm flipH="1">
            <a:off x="3368676" y="3535364"/>
            <a:ext cx="803275" cy="452437"/>
          </a:xfrm>
          <a:custGeom>
            <a:avLst/>
            <a:gdLst>
              <a:gd name="T0" fmla="*/ 1099301968 w 21600"/>
              <a:gd name="T1" fmla="*/ 94184121 h 31358"/>
              <a:gd name="T2" fmla="*/ 119836575 w 21600"/>
              <a:gd name="T3" fmla="*/ 0 h 31358"/>
              <a:gd name="T4" fmla="*/ 1110925651 w 21600"/>
              <a:gd name="T5" fmla="*/ 29311260 h 31358"/>
              <a:gd name="T6" fmla="*/ 0 60000 65536"/>
              <a:gd name="T7" fmla="*/ 0 60000 65536"/>
              <a:gd name="T8" fmla="*/ 0 60000 65536"/>
              <a:gd name="T9" fmla="*/ 0 w 21600"/>
              <a:gd name="T10" fmla="*/ 0 h 31358"/>
              <a:gd name="T11" fmla="*/ 21600 w 21600"/>
              <a:gd name="T12" fmla="*/ 31358 h 31358"/>
            </a:gdLst>
            <a:ahLst/>
            <a:cxnLst>
              <a:cxn ang="T6">
                <a:pos x="T0" y="T1"/>
              </a:cxn>
              <a:cxn ang="T7">
                <a:pos x="T2" y="T3"/>
              </a:cxn>
              <a:cxn ang="T8">
                <a:pos x="T4" y="T5"/>
              </a:cxn>
            </a:cxnLst>
            <a:rect l="T9" t="T10" r="T11" b="T12"/>
            <a:pathLst>
              <a:path w="21600" h="31358" fill="none" extrusionOk="0">
                <a:moveTo>
                  <a:pt x="21374" y="31357"/>
                </a:moveTo>
                <a:cubicBezTo>
                  <a:pt x="9533" y="31233"/>
                  <a:pt x="0" y="21600"/>
                  <a:pt x="0" y="9759"/>
                </a:cubicBezTo>
                <a:cubicBezTo>
                  <a:pt x="-1" y="6368"/>
                  <a:pt x="798" y="3025"/>
                  <a:pt x="2330" y="0"/>
                </a:cubicBezTo>
              </a:path>
              <a:path w="21600" h="31358" stroke="0" extrusionOk="0">
                <a:moveTo>
                  <a:pt x="21374" y="31357"/>
                </a:moveTo>
                <a:cubicBezTo>
                  <a:pt x="9533" y="31233"/>
                  <a:pt x="0" y="21600"/>
                  <a:pt x="0" y="9759"/>
                </a:cubicBezTo>
                <a:cubicBezTo>
                  <a:pt x="-1" y="6368"/>
                  <a:pt x="798" y="3025"/>
                  <a:pt x="2330" y="0"/>
                </a:cubicBezTo>
                <a:lnTo>
                  <a:pt x="21600" y="9759"/>
                </a:lnTo>
                <a:close/>
              </a:path>
            </a:pathLst>
          </a:custGeom>
          <a:noFill/>
          <a:ln w="38100">
            <a:solidFill>
              <a:srgbClr val="0000FF"/>
            </a:solidFill>
            <a:round/>
            <a:headEnd/>
            <a:tailEnd type="none" w="sm"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17432" name="Arc 24">
            <a:extLst>
              <a:ext uri="{FF2B5EF4-FFF2-40B4-BE49-F238E27FC236}">
                <a16:creationId xmlns:a16="http://schemas.microsoft.com/office/drawing/2014/main" id="{51071048-07B4-40CA-86F4-AD0A278CC509}"/>
              </a:ext>
            </a:extLst>
          </p:cNvPr>
          <p:cNvSpPr>
            <a:spLocks noChangeAspect="1"/>
          </p:cNvSpPr>
          <p:nvPr/>
        </p:nvSpPr>
        <p:spPr bwMode="auto">
          <a:xfrm>
            <a:off x="2592389" y="3278188"/>
            <a:ext cx="803275" cy="457200"/>
          </a:xfrm>
          <a:custGeom>
            <a:avLst/>
            <a:gdLst>
              <a:gd name="T0" fmla="*/ 1099301968 w 21600"/>
              <a:gd name="T1" fmla="*/ 62537829 h 39092"/>
              <a:gd name="T2" fmla="*/ 459234680 w 21600"/>
              <a:gd name="T3" fmla="*/ 0 h 39092"/>
              <a:gd name="T4" fmla="*/ 1110925651 w 21600"/>
              <a:gd name="T5" fmla="*/ 27984589 h 39092"/>
              <a:gd name="T6" fmla="*/ 0 60000 65536"/>
              <a:gd name="T7" fmla="*/ 0 60000 65536"/>
              <a:gd name="T8" fmla="*/ 0 60000 65536"/>
              <a:gd name="T9" fmla="*/ 0 w 21600"/>
              <a:gd name="T10" fmla="*/ 0 h 39092"/>
              <a:gd name="T11" fmla="*/ 21600 w 21600"/>
              <a:gd name="T12" fmla="*/ 39092 h 39092"/>
            </a:gdLst>
            <a:ahLst/>
            <a:cxnLst>
              <a:cxn ang="T6">
                <a:pos x="T0" y="T1"/>
              </a:cxn>
              <a:cxn ang="T7">
                <a:pos x="T2" y="T3"/>
              </a:cxn>
              <a:cxn ang="T8">
                <a:pos x="T4" y="T5"/>
              </a:cxn>
            </a:cxnLst>
            <a:rect l="T9" t="T10" r="T11" b="T12"/>
            <a:pathLst>
              <a:path w="21600" h="39092" fill="none" extrusionOk="0">
                <a:moveTo>
                  <a:pt x="21374" y="39091"/>
                </a:moveTo>
                <a:cubicBezTo>
                  <a:pt x="9533" y="38967"/>
                  <a:pt x="0" y="29334"/>
                  <a:pt x="0" y="17493"/>
                </a:cubicBezTo>
                <a:cubicBezTo>
                  <a:pt x="-1" y="10567"/>
                  <a:pt x="3320" y="4062"/>
                  <a:pt x="8928" y="-1"/>
                </a:cubicBezTo>
              </a:path>
              <a:path w="21600" h="39092" stroke="0" extrusionOk="0">
                <a:moveTo>
                  <a:pt x="21374" y="39091"/>
                </a:moveTo>
                <a:cubicBezTo>
                  <a:pt x="9533" y="38967"/>
                  <a:pt x="0" y="29334"/>
                  <a:pt x="0" y="17493"/>
                </a:cubicBezTo>
                <a:cubicBezTo>
                  <a:pt x="-1" y="10567"/>
                  <a:pt x="3320" y="4062"/>
                  <a:pt x="8928" y="-1"/>
                </a:cubicBezTo>
                <a:lnTo>
                  <a:pt x="21600" y="17493"/>
                </a:lnTo>
                <a:close/>
              </a:path>
            </a:pathLst>
          </a:custGeom>
          <a:noFill/>
          <a:ln w="38100">
            <a:solidFill>
              <a:srgbClr val="0000FF"/>
            </a:solidFill>
            <a:round/>
            <a:headEnd/>
            <a:tailEnd type="none" w="sm"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17433" name="Arc 25">
            <a:extLst>
              <a:ext uri="{FF2B5EF4-FFF2-40B4-BE49-F238E27FC236}">
                <a16:creationId xmlns:a16="http://schemas.microsoft.com/office/drawing/2014/main" id="{542DFD72-AA8D-41E6-814C-EFBC5930362D}"/>
              </a:ext>
            </a:extLst>
          </p:cNvPr>
          <p:cNvSpPr>
            <a:spLocks noChangeAspect="1"/>
          </p:cNvSpPr>
          <p:nvPr/>
        </p:nvSpPr>
        <p:spPr bwMode="auto">
          <a:xfrm flipH="1">
            <a:off x="3368676" y="3278188"/>
            <a:ext cx="803275" cy="457200"/>
          </a:xfrm>
          <a:custGeom>
            <a:avLst/>
            <a:gdLst>
              <a:gd name="T0" fmla="*/ 1099301968 w 21600"/>
              <a:gd name="T1" fmla="*/ 95901297 h 31568"/>
              <a:gd name="T2" fmla="*/ 125390699 w 21600"/>
              <a:gd name="T3" fmla="*/ 0 h 31568"/>
              <a:gd name="T4" fmla="*/ 1110925651 w 21600"/>
              <a:gd name="T5" fmla="*/ 30285053 h 31568"/>
              <a:gd name="T6" fmla="*/ 0 60000 65536"/>
              <a:gd name="T7" fmla="*/ 0 60000 65536"/>
              <a:gd name="T8" fmla="*/ 0 60000 65536"/>
              <a:gd name="T9" fmla="*/ 0 w 21600"/>
              <a:gd name="T10" fmla="*/ 0 h 31568"/>
              <a:gd name="T11" fmla="*/ 21600 w 21600"/>
              <a:gd name="T12" fmla="*/ 31568 h 31568"/>
            </a:gdLst>
            <a:ahLst/>
            <a:cxnLst>
              <a:cxn ang="T6">
                <a:pos x="T0" y="T1"/>
              </a:cxn>
              <a:cxn ang="T7">
                <a:pos x="T2" y="T3"/>
              </a:cxn>
              <a:cxn ang="T8">
                <a:pos x="T4" y="T5"/>
              </a:cxn>
            </a:cxnLst>
            <a:rect l="T9" t="T10" r="T11" b="T12"/>
            <a:pathLst>
              <a:path w="21600" h="31568" fill="none" extrusionOk="0">
                <a:moveTo>
                  <a:pt x="21374" y="31567"/>
                </a:moveTo>
                <a:cubicBezTo>
                  <a:pt x="9533" y="31443"/>
                  <a:pt x="0" y="21810"/>
                  <a:pt x="0" y="9969"/>
                </a:cubicBezTo>
                <a:cubicBezTo>
                  <a:pt x="-1" y="6498"/>
                  <a:pt x="836" y="3078"/>
                  <a:pt x="2438" y="0"/>
                </a:cubicBezTo>
              </a:path>
              <a:path w="21600" h="31568" stroke="0" extrusionOk="0">
                <a:moveTo>
                  <a:pt x="21374" y="31567"/>
                </a:moveTo>
                <a:cubicBezTo>
                  <a:pt x="9533" y="31443"/>
                  <a:pt x="0" y="21810"/>
                  <a:pt x="0" y="9969"/>
                </a:cubicBezTo>
                <a:cubicBezTo>
                  <a:pt x="-1" y="6498"/>
                  <a:pt x="836" y="3078"/>
                  <a:pt x="2438" y="0"/>
                </a:cubicBezTo>
                <a:lnTo>
                  <a:pt x="21600" y="9969"/>
                </a:lnTo>
                <a:close/>
              </a:path>
            </a:pathLst>
          </a:custGeom>
          <a:noFill/>
          <a:ln w="38100">
            <a:solidFill>
              <a:srgbClr val="0000FF"/>
            </a:solidFill>
            <a:round/>
            <a:headEnd/>
            <a:tailEnd type="none" w="sm"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17434" name="Arc 26">
            <a:extLst>
              <a:ext uri="{FF2B5EF4-FFF2-40B4-BE49-F238E27FC236}">
                <a16:creationId xmlns:a16="http://schemas.microsoft.com/office/drawing/2014/main" id="{75BE0668-EDEF-4829-9996-1C6FAEC47061}"/>
              </a:ext>
            </a:extLst>
          </p:cNvPr>
          <p:cNvSpPr>
            <a:spLocks noChangeAspect="1"/>
          </p:cNvSpPr>
          <p:nvPr/>
        </p:nvSpPr>
        <p:spPr bwMode="auto">
          <a:xfrm flipH="1">
            <a:off x="2582864" y="3014664"/>
            <a:ext cx="784225" cy="261937"/>
          </a:xfrm>
          <a:custGeom>
            <a:avLst/>
            <a:gdLst>
              <a:gd name="T0" fmla="*/ 604064560 w 21065"/>
              <a:gd name="T1" fmla="*/ 0 h 18152"/>
              <a:gd name="T2" fmla="*/ 1086923459 w 21065"/>
              <a:gd name="T3" fmla="*/ 40192262 h 18152"/>
              <a:gd name="T4" fmla="*/ 0 w 21065"/>
              <a:gd name="T5" fmla="*/ 54543292 h 18152"/>
              <a:gd name="T6" fmla="*/ 0 60000 65536"/>
              <a:gd name="T7" fmla="*/ 0 60000 65536"/>
              <a:gd name="T8" fmla="*/ 0 60000 65536"/>
              <a:gd name="T9" fmla="*/ 0 w 21065"/>
              <a:gd name="T10" fmla="*/ 0 h 18152"/>
              <a:gd name="T11" fmla="*/ 21065 w 21065"/>
              <a:gd name="T12" fmla="*/ 18152 h 18152"/>
            </a:gdLst>
            <a:ahLst/>
            <a:cxnLst>
              <a:cxn ang="T6">
                <a:pos x="T0" y="T1"/>
              </a:cxn>
              <a:cxn ang="T7">
                <a:pos x="T2" y="T3"/>
              </a:cxn>
              <a:cxn ang="T8">
                <a:pos x="T4" y="T5"/>
              </a:cxn>
            </a:cxnLst>
            <a:rect l="T9" t="T10" r="T11" b="T12"/>
            <a:pathLst>
              <a:path w="21065" h="18152" fill="none" extrusionOk="0">
                <a:moveTo>
                  <a:pt x="11707" y="-1"/>
                </a:moveTo>
                <a:cubicBezTo>
                  <a:pt x="16456" y="3062"/>
                  <a:pt x="19815" y="7864"/>
                  <a:pt x="21065" y="13375"/>
                </a:cubicBezTo>
              </a:path>
              <a:path w="21065" h="18152" stroke="0" extrusionOk="0">
                <a:moveTo>
                  <a:pt x="11707" y="-1"/>
                </a:moveTo>
                <a:cubicBezTo>
                  <a:pt x="16456" y="3062"/>
                  <a:pt x="19815" y="7864"/>
                  <a:pt x="21065" y="13375"/>
                </a:cubicBezTo>
                <a:lnTo>
                  <a:pt x="0" y="18152"/>
                </a:lnTo>
                <a:close/>
              </a:path>
            </a:pathLst>
          </a:custGeom>
          <a:noFill/>
          <a:ln w="38100">
            <a:solidFill>
              <a:srgbClr val="0000FF"/>
            </a:solidFill>
            <a:round/>
            <a:headEnd/>
            <a:tailEnd type="none" w="sm"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17435" name="Text Box 27">
            <a:extLst>
              <a:ext uri="{FF2B5EF4-FFF2-40B4-BE49-F238E27FC236}">
                <a16:creationId xmlns:a16="http://schemas.microsoft.com/office/drawing/2014/main" id="{C16C5358-AAF1-4927-8AE8-59D0B6FC7260}"/>
              </a:ext>
            </a:extLst>
          </p:cNvPr>
          <p:cNvSpPr txBox="1">
            <a:spLocks noChangeArrowheads="1"/>
          </p:cNvSpPr>
          <p:nvPr/>
        </p:nvSpPr>
        <p:spPr bwMode="auto">
          <a:xfrm>
            <a:off x="1752601" y="4038601"/>
            <a:ext cx="855663"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Lst>
        </p:spPr>
        <p:txBody>
          <a:bodyPr wrap="non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s-ES_tradnl" altLang="en-US"/>
              <a:t>V</a:t>
            </a:r>
            <a:r>
              <a:rPr lang="es-ES_tradnl" altLang="en-US" baseline="-25000"/>
              <a:t>1</a:t>
            </a:r>
            <a:r>
              <a:rPr lang="es-ES_tradnl" altLang="en-US" sz="4800"/>
              <a:t>~</a:t>
            </a:r>
          </a:p>
        </p:txBody>
      </p:sp>
      <p:sp>
        <p:nvSpPr>
          <p:cNvPr id="17436" name="Text Box 28">
            <a:extLst>
              <a:ext uri="{FF2B5EF4-FFF2-40B4-BE49-F238E27FC236}">
                <a16:creationId xmlns:a16="http://schemas.microsoft.com/office/drawing/2014/main" id="{F355F1D3-9FAC-448C-A060-8B7F05B6EF96}"/>
              </a:ext>
            </a:extLst>
          </p:cNvPr>
          <p:cNvSpPr txBox="1">
            <a:spLocks noChangeArrowheads="1"/>
          </p:cNvSpPr>
          <p:nvPr/>
        </p:nvSpPr>
        <p:spPr bwMode="auto">
          <a:xfrm>
            <a:off x="7118351" y="4038601"/>
            <a:ext cx="855663"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Lst>
        </p:spPr>
        <p:txBody>
          <a:bodyPr wrap="non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s-ES_tradnl" altLang="en-US"/>
              <a:t>V</a:t>
            </a:r>
            <a:r>
              <a:rPr lang="es-ES_tradnl" altLang="en-US" baseline="-25000"/>
              <a:t>2</a:t>
            </a:r>
            <a:r>
              <a:rPr lang="es-ES_tradnl" altLang="en-US" sz="4800"/>
              <a: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8" name="Text Box 2">
            <a:extLst>
              <a:ext uri="{FF2B5EF4-FFF2-40B4-BE49-F238E27FC236}">
                <a16:creationId xmlns:a16="http://schemas.microsoft.com/office/drawing/2014/main" id="{C6969C53-9E9A-4FFF-9F41-E2AEB7137BC2}"/>
              </a:ext>
            </a:extLst>
          </p:cNvPr>
          <p:cNvSpPr txBox="1">
            <a:spLocks noChangeArrowheads="1"/>
          </p:cNvSpPr>
          <p:nvPr/>
        </p:nvSpPr>
        <p:spPr bwMode="auto">
          <a:xfrm>
            <a:off x="2133601" y="381000"/>
            <a:ext cx="38211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s-ES_tradnl" altLang="en-US" sz="3200">
                <a:solidFill>
                  <a:schemeClr val="tx2"/>
                </a:solidFill>
                <a:latin typeface="Times New Roman" panose="02020603050405020304" pitchFamily="18" charset="0"/>
              </a:rPr>
              <a:t>TRANSFORMADOR</a:t>
            </a:r>
          </a:p>
        </p:txBody>
      </p:sp>
      <p:grpSp>
        <p:nvGrpSpPr>
          <p:cNvPr id="18439" name="Group 46">
            <a:extLst>
              <a:ext uri="{FF2B5EF4-FFF2-40B4-BE49-F238E27FC236}">
                <a16:creationId xmlns:a16="http://schemas.microsoft.com/office/drawing/2014/main" id="{AA5260FE-E664-4294-8487-EFFE1023A76E}"/>
              </a:ext>
            </a:extLst>
          </p:cNvPr>
          <p:cNvGrpSpPr>
            <a:grpSpLocks/>
          </p:cNvGrpSpPr>
          <p:nvPr/>
        </p:nvGrpSpPr>
        <p:grpSpPr bwMode="auto">
          <a:xfrm>
            <a:off x="2362200" y="1143000"/>
            <a:ext cx="7558088" cy="3276600"/>
            <a:chOff x="422" y="1008"/>
            <a:chExt cx="4761" cy="2064"/>
          </a:xfrm>
        </p:grpSpPr>
        <p:grpSp>
          <p:nvGrpSpPr>
            <p:cNvPr id="18442" name="Group 5">
              <a:extLst>
                <a:ext uri="{FF2B5EF4-FFF2-40B4-BE49-F238E27FC236}">
                  <a16:creationId xmlns:a16="http://schemas.microsoft.com/office/drawing/2014/main" id="{987B855D-4DF4-40EE-BA62-B9AFDA5A317C}"/>
                </a:ext>
              </a:extLst>
            </p:cNvPr>
            <p:cNvGrpSpPr>
              <a:grpSpLocks/>
            </p:cNvGrpSpPr>
            <p:nvPr/>
          </p:nvGrpSpPr>
          <p:grpSpPr bwMode="auto">
            <a:xfrm>
              <a:off x="1824" y="1008"/>
              <a:ext cx="1728" cy="2064"/>
              <a:chOff x="1824" y="1008"/>
              <a:chExt cx="1728" cy="2064"/>
            </a:xfrm>
          </p:grpSpPr>
          <p:sp>
            <p:nvSpPr>
              <p:cNvPr id="18479" name="Rectangle 3">
                <a:extLst>
                  <a:ext uri="{FF2B5EF4-FFF2-40B4-BE49-F238E27FC236}">
                    <a16:creationId xmlns:a16="http://schemas.microsoft.com/office/drawing/2014/main" id="{D6EA4980-8A9E-43B7-A524-A841A365546B}"/>
                  </a:ext>
                </a:extLst>
              </p:cNvPr>
              <p:cNvSpPr>
                <a:spLocks noChangeArrowheads="1"/>
              </p:cNvSpPr>
              <p:nvPr/>
            </p:nvSpPr>
            <p:spPr bwMode="auto">
              <a:xfrm>
                <a:off x="1824" y="1008"/>
                <a:ext cx="1728" cy="2064"/>
              </a:xfrm>
              <a:prstGeom prst="rect">
                <a:avLst/>
              </a:prstGeom>
              <a:solidFill>
                <a:srgbClr val="FFFFFF"/>
              </a:solidFill>
              <a:ln w="9525">
                <a:solidFill>
                  <a:srgbClr val="000000"/>
                </a:solidFill>
                <a:miter lim="800000"/>
                <a:headEnd/>
                <a:tailEnd/>
              </a:ln>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endParaRPr lang="es-CL" altLang="en-US">
                  <a:latin typeface="Times New Roman" panose="02020603050405020304" pitchFamily="18" charset="0"/>
                </a:endParaRPr>
              </a:p>
            </p:txBody>
          </p:sp>
          <p:sp>
            <p:nvSpPr>
              <p:cNvPr id="18480" name="Rectangle 4">
                <a:extLst>
                  <a:ext uri="{FF2B5EF4-FFF2-40B4-BE49-F238E27FC236}">
                    <a16:creationId xmlns:a16="http://schemas.microsoft.com/office/drawing/2014/main" id="{2F26A598-DD8B-434B-814D-4858C8E90D0D}"/>
                  </a:ext>
                </a:extLst>
              </p:cNvPr>
              <p:cNvSpPr>
                <a:spLocks noChangeArrowheads="1"/>
              </p:cNvSpPr>
              <p:nvPr/>
            </p:nvSpPr>
            <p:spPr bwMode="auto">
              <a:xfrm>
                <a:off x="2160" y="1344"/>
                <a:ext cx="1056" cy="1344"/>
              </a:xfrm>
              <a:prstGeom prst="rect">
                <a:avLst/>
              </a:prstGeom>
              <a:solidFill>
                <a:srgbClr val="FFFFFF"/>
              </a:solidFill>
              <a:ln w="9525">
                <a:solidFill>
                  <a:srgbClr val="000000"/>
                </a:solidFill>
                <a:miter lim="800000"/>
                <a:headEnd/>
                <a:tailEnd/>
              </a:ln>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endParaRPr lang="es-CL" altLang="en-US">
                  <a:latin typeface="Times New Roman" panose="02020603050405020304" pitchFamily="18" charset="0"/>
                </a:endParaRPr>
              </a:p>
            </p:txBody>
          </p:sp>
        </p:grpSp>
        <p:sp>
          <p:nvSpPr>
            <p:cNvPr id="18443" name="Freeform 6">
              <a:extLst>
                <a:ext uri="{FF2B5EF4-FFF2-40B4-BE49-F238E27FC236}">
                  <a16:creationId xmlns:a16="http://schemas.microsoft.com/office/drawing/2014/main" id="{A4B96BD0-4153-4522-BB43-2F66C366C5D3}"/>
                </a:ext>
              </a:extLst>
            </p:cNvPr>
            <p:cNvSpPr>
              <a:spLocks/>
            </p:cNvSpPr>
            <p:nvPr/>
          </p:nvSpPr>
          <p:spPr bwMode="auto">
            <a:xfrm>
              <a:off x="1680" y="1608"/>
              <a:ext cx="656" cy="168"/>
            </a:xfrm>
            <a:custGeom>
              <a:avLst/>
              <a:gdLst>
                <a:gd name="T0" fmla="*/ 0 w 656"/>
                <a:gd name="T1" fmla="*/ 24 h 168"/>
                <a:gd name="T2" fmla="*/ 576 w 656"/>
                <a:gd name="T3" fmla="*/ 24 h 168"/>
                <a:gd name="T4" fmla="*/ 480 w 656"/>
                <a:gd name="T5" fmla="*/ 168 h 168"/>
                <a:gd name="T6" fmla="*/ 0 60000 65536"/>
                <a:gd name="T7" fmla="*/ 0 60000 65536"/>
                <a:gd name="T8" fmla="*/ 0 60000 65536"/>
                <a:gd name="T9" fmla="*/ 0 w 656"/>
                <a:gd name="T10" fmla="*/ 0 h 168"/>
                <a:gd name="T11" fmla="*/ 656 w 656"/>
                <a:gd name="T12" fmla="*/ 168 h 168"/>
              </a:gdLst>
              <a:ahLst/>
              <a:cxnLst>
                <a:cxn ang="T6">
                  <a:pos x="T0" y="T1"/>
                </a:cxn>
                <a:cxn ang="T7">
                  <a:pos x="T2" y="T3"/>
                </a:cxn>
                <a:cxn ang="T8">
                  <a:pos x="T4" y="T5"/>
                </a:cxn>
              </a:cxnLst>
              <a:rect l="T9" t="T10" r="T11" b="T12"/>
              <a:pathLst>
                <a:path w="656" h="168">
                  <a:moveTo>
                    <a:pt x="0" y="24"/>
                  </a:moveTo>
                  <a:cubicBezTo>
                    <a:pt x="248" y="12"/>
                    <a:pt x="496" y="0"/>
                    <a:pt x="576" y="24"/>
                  </a:cubicBezTo>
                  <a:cubicBezTo>
                    <a:pt x="656" y="48"/>
                    <a:pt x="568" y="108"/>
                    <a:pt x="480" y="168"/>
                  </a:cubicBez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endParaRPr lang="es-CL" altLang="en-US">
                <a:latin typeface="Times New Roman" panose="02020603050405020304" pitchFamily="18" charset="0"/>
              </a:endParaRPr>
            </a:p>
          </p:txBody>
        </p:sp>
        <p:sp>
          <p:nvSpPr>
            <p:cNvPr id="18444" name="Freeform 7">
              <a:extLst>
                <a:ext uri="{FF2B5EF4-FFF2-40B4-BE49-F238E27FC236}">
                  <a16:creationId xmlns:a16="http://schemas.microsoft.com/office/drawing/2014/main" id="{5EAF7F53-DE14-496D-AFE8-75129B6093F8}"/>
                </a:ext>
              </a:extLst>
            </p:cNvPr>
            <p:cNvSpPr>
              <a:spLocks/>
            </p:cNvSpPr>
            <p:nvPr/>
          </p:nvSpPr>
          <p:spPr bwMode="auto">
            <a:xfrm>
              <a:off x="1688" y="1712"/>
              <a:ext cx="632" cy="256"/>
            </a:xfrm>
            <a:custGeom>
              <a:avLst/>
              <a:gdLst>
                <a:gd name="T0" fmla="*/ 136 w 632"/>
                <a:gd name="T1" fmla="*/ 16 h 256"/>
                <a:gd name="T2" fmla="*/ 40 w 632"/>
                <a:gd name="T3" fmla="*/ 16 h 256"/>
                <a:gd name="T4" fmla="*/ 88 w 632"/>
                <a:gd name="T5" fmla="*/ 112 h 256"/>
                <a:gd name="T6" fmla="*/ 568 w 632"/>
                <a:gd name="T7" fmla="*/ 112 h 256"/>
                <a:gd name="T8" fmla="*/ 472 w 632"/>
                <a:gd name="T9" fmla="*/ 256 h 256"/>
                <a:gd name="T10" fmla="*/ 0 60000 65536"/>
                <a:gd name="T11" fmla="*/ 0 60000 65536"/>
                <a:gd name="T12" fmla="*/ 0 60000 65536"/>
                <a:gd name="T13" fmla="*/ 0 60000 65536"/>
                <a:gd name="T14" fmla="*/ 0 60000 65536"/>
                <a:gd name="T15" fmla="*/ 0 w 632"/>
                <a:gd name="T16" fmla="*/ 0 h 256"/>
                <a:gd name="T17" fmla="*/ 632 w 632"/>
                <a:gd name="T18" fmla="*/ 256 h 256"/>
              </a:gdLst>
              <a:ahLst/>
              <a:cxnLst>
                <a:cxn ang="T10">
                  <a:pos x="T0" y="T1"/>
                </a:cxn>
                <a:cxn ang="T11">
                  <a:pos x="T2" y="T3"/>
                </a:cxn>
                <a:cxn ang="T12">
                  <a:pos x="T4" y="T5"/>
                </a:cxn>
                <a:cxn ang="T13">
                  <a:pos x="T6" y="T7"/>
                </a:cxn>
                <a:cxn ang="T14">
                  <a:pos x="T8" y="T9"/>
                </a:cxn>
              </a:cxnLst>
              <a:rect l="T15" t="T16" r="T17" b="T18"/>
              <a:pathLst>
                <a:path w="632" h="256">
                  <a:moveTo>
                    <a:pt x="136" y="16"/>
                  </a:moveTo>
                  <a:cubicBezTo>
                    <a:pt x="92" y="8"/>
                    <a:pt x="48" y="0"/>
                    <a:pt x="40" y="16"/>
                  </a:cubicBezTo>
                  <a:cubicBezTo>
                    <a:pt x="32" y="32"/>
                    <a:pt x="0" y="96"/>
                    <a:pt x="88" y="112"/>
                  </a:cubicBezTo>
                  <a:cubicBezTo>
                    <a:pt x="176" y="128"/>
                    <a:pt x="504" y="88"/>
                    <a:pt x="568" y="112"/>
                  </a:cubicBezTo>
                  <a:cubicBezTo>
                    <a:pt x="632" y="136"/>
                    <a:pt x="552" y="196"/>
                    <a:pt x="472" y="256"/>
                  </a:cubicBez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endParaRPr lang="es-CL" altLang="en-US">
                <a:latin typeface="Times New Roman" panose="02020603050405020304" pitchFamily="18" charset="0"/>
              </a:endParaRPr>
            </a:p>
          </p:txBody>
        </p:sp>
        <p:sp>
          <p:nvSpPr>
            <p:cNvPr id="18445" name="Freeform 8">
              <a:extLst>
                <a:ext uri="{FF2B5EF4-FFF2-40B4-BE49-F238E27FC236}">
                  <a16:creationId xmlns:a16="http://schemas.microsoft.com/office/drawing/2014/main" id="{7C2936BF-E86C-4F14-A4CC-4EF08EF07F8F}"/>
                </a:ext>
              </a:extLst>
            </p:cNvPr>
            <p:cNvSpPr>
              <a:spLocks/>
            </p:cNvSpPr>
            <p:nvPr/>
          </p:nvSpPr>
          <p:spPr bwMode="auto">
            <a:xfrm>
              <a:off x="1680" y="1952"/>
              <a:ext cx="632" cy="256"/>
            </a:xfrm>
            <a:custGeom>
              <a:avLst/>
              <a:gdLst>
                <a:gd name="T0" fmla="*/ 136 w 632"/>
                <a:gd name="T1" fmla="*/ 16 h 256"/>
                <a:gd name="T2" fmla="*/ 40 w 632"/>
                <a:gd name="T3" fmla="*/ 16 h 256"/>
                <a:gd name="T4" fmla="*/ 88 w 632"/>
                <a:gd name="T5" fmla="*/ 112 h 256"/>
                <a:gd name="T6" fmla="*/ 568 w 632"/>
                <a:gd name="T7" fmla="*/ 112 h 256"/>
                <a:gd name="T8" fmla="*/ 472 w 632"/>
                <a:gd name="T9" fmla="*/ 256 h 256"/>
                <a:gd name="T10" fmla="*/ 0 60000 65536"/>
                <a:gd name="T11" fmla="*/ 0 60000 65536"/>
                <a:gd name="T12" fmla="*/ 0 60000 65536"/>
                <a:gd name="T13" fmla="*/ 0 60000 65536"/>
                <a:gd name="T14" fmla="*/ 0 60000 65536"/>
                <a:gd name="T15" fmla="*/ 0 w 632"/>
                <a:gd name="T16" fmla="*/ 0 h 256"/>
                <a:gd name="T17" fmla="*/ 632 w 632"/>
                <a:gd name="T18" fmla="*/ 256 h 256"/>
              </a:gdLst>
              <a:ahLst/>
              <a:cxnLst>
                <a:cxn ang="T10">
                  <a:pos x="T0" y="T1"/>
                </a:cxn>
                <a:cxn ang="T11">
                  <a:pos x="T2" y="T3"/>
                </a:cxn>
                <a:cxn ang="T12">
                  <a:pos x="T4" y="T5"/>
                </a:cxn>
                <a:cxn ang="T13">
                  <a:pos x="T6" y="T7"/>
                </a:cxn>
                <a:cxn ang="T14">
                  <a:pos x="T8" y="T9"/>
                </a:cxn>
              </a:cxnLst>
              <a:rect l="T15" t="T16" r="T17" b="T18"/>
              <a:pathLst>
                <a:path w="632" h="256">
                  <a:moveTo>
                    <a:pt x="136" y="16"/>
                  </a:moveTo>
                  <a:cubicBezTo>
                    <a:pt x="92" y="8"/>
                    <a:pt x="48" y="0"/>
                    <a:pt x="40" y="16"/>
                  </a:cubicBezTo>
                  <a:cubicBezTo>
                    <a:pt x="32" y="32"/>
                    <a:pt x="0" y="96"/>
                    <a:pt x="88" y="112"/>
                  </a:cubicBezTo>
                  <a:cubicBezTo>
                    <a:pt x="176" y="128"/>
                    <a:pt x="504" y="88"/>
                    <a:pt x="568" y="112"/>
                  </a:cubicBezTo>
                  <a:cubicBezTo>
                    <a:pt x="632" y="136"/>
                    <a:pt x="552" y="196"/>
                    <a:pt x="472" y="256"/>
                  </a:cubicBez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endParaRPr lang="es-CL" altLang="en-US">
                <a:latin typeface="Times New Roman" panose="02020603050405020304" pitchFamily="18" charset="0"/>
              </a:endParaRPr>
            </a:p>
          </p:txBody>
        </p:sp>
        <p:sp>
          <p:nvSpPr>
            <p:cNvPr id="18446" name="Freeform 9">
              <a:extLst>
                <a:ext uri="{FF2B5EF4-FFF2-40B4-BE49-F238E27FC236}">
                  <a16:creationId xmlns:a16="http://schemas.microsoft.com/office/drawing/2014/main" id="{A0926439-9766-45B9-8AB9-FBC43333C8EE}"/>
                </a:ext>
              </a:extLst>
            </p:cNvPr>
            <p:cNvSpPr>
              <a:spLocks/>
            </p:cNvSpPr>
            <p:nvPr/>
          </p:nvSpPr>
          <p:spPr bwMode="auto">
            <a:xfrm>
              <a:off x="1680" y="2144"/>
              <a:ext cx="632" cy="256"/>
            </a:xfrm>
            <a:custGeom>
              <a:avLst/>
              <a:gdLst>
                <a:gd name="T0" fmla="*/ 136 w 632"/>
                <a:gd name="T1" fmla="*/ 16 h 256"/>
                <a:gd name="T2" fmla="*/ 40 w 632"/>
                <a:gd name="T3" fmla="*/ 16 h 256"/>
                <a:gd name="T4" fmla="*/ 88 w 632"/>
                <a:gd name="T5" fmla="*/ 112 h 256"/>
                <a:gd name="T6" fmla="*/ 568 w 632"/>
                <a:gd name="T7" fmla="*/ 112 h 256"/>
                <a:gd name="T8" fmla="*/ 472 w 632"/>
                <a:gd name="T9" fmla="*/ 256 h 256"/>
                <a:gd name="T10" fmla="*/ 0 60000 65536"/>
                <a:gd name="T11" fmla="*/ 0 60000 65536"/>
                <a:gd name="T12" fmla="*/ 0 60000 65536"/>
                <a:gd name="T13" fmla="*/ 0 60000 65536"/>
                <a:gd name="T14" fmla="*/ 0 60000 65536"/>
                <a:gd name="T15" fmla="*/ 0 w 632"/>
                <a:gd name="T16" fmla="*/ 0 h 256"/>
                <a:gd name="T17" fmla="*/ 632 w 632"/>
                <a:gd name="T18" fmla="*/ 256 h 256"/>
              </a:gdLst>
              <a:ahLst/>
              <a:cxnLst>
                <a:cxn ang="T10">
                  <a:pos x="T0" y="T1"/>
                </a:cxn>
                <a:cxn ang="T11">
                  <a:pos x="T2" y="T3"/>
                </a:cxn>
                <a:cxn ang="T12">
                  <a:pos x="T4" y="T5"/>
                </a:cxn>
                <a:cxn ang="T13">
                  <a:pos x="T6" y="T7"/>
                </a:cxn>
                <a:cxn ang="T14">
                  <a:pos x="T8" y="T9"/>
                </a:cxn>
              </a:cxnLst>
              <a:rect l="T15" t="T16" r="T17" b="T18"/>
              <a:pathLst>
                <a:path w="632" h="256">
                  <a:moveTo>
                    <a:pt x="136" y="16"/>
                  </a:moveTo>
                  <a:cubicBezTo>
                    <a:pt x="92" y="8"/>
                    <a:pt x="48" y="0"/>
                    <a:pt x="40" y="16"/>
                  </a:cubicBezTo>
                  <a:cubicBezTo>
                    <a:pt x="32" y="32"/>
                    <a:pt x="0" y="96"/>
                    <a:pt x="88" y="112"/>
                  </a:cubicBezTo>
                  <a:cubicBezTo>
                    <a:pt x="176" y="128"/>
                    <a:pt x="504" y="88"/>
                    <a:pt x="568" y="112"/>
                  </a:cubicBezTo>
                  <a:cubicBezTo>
                    <a:pt x="632" y="136"/>
                    <a:pt x="552" y="196"/>
                    <a:pt x="472" y="256"/>
                  </a:cubicBez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endParaRPr lang="es-CL" altLang="en-US">
                <a:latin typeface="Times New Roman" panose="02020603050405020304" pitchFamily="18" charset="0"/>
              </a:endParaRPr>
            </a:p>
          </p:txBody>
        </p:sp>
        <p:sp>
          <p:nvSpPr>
            <p:cNvPr id="18447" name="Freeform 10">
              <a:extLst>
                <a:ext uri="{FF2B5EF4-FFF2-40B4-BE49-F238E27FC236}">
                  <a16:creationId xmlns:a16="http://schemas.microsoft.com/office/drawing/2014/main" id="{BB43192F-8761-4F26-9ED6-40ACD8F7DBFC}"/>
                </a:ext>
              </a:extLst>
            </p:cNvPr>
            <p:cNvSpPr>
              <a:spLocks/>
            </p:cNvSpPr>
            <p:nvPr/>
          </p:nvSpPr>
          <p:spPr bwMode="auto">
            <a:xfrm flipH="1">
              <a:off x="3072" y="1584"/>
              <a:ext cx="632" cy="256"/>
            </a:xfrm>
            <a:custGeom>
              <a:avLst/>
              <a:gdLst>
                <a:gd name="T0" fmla="*/ 136 w 632"/>
                <a:gd name="T1" fmla="*/ 16 h 256"/>
                <a:gd name="T2" fmla="*/ 40 w 632"/>
                <a:gd name="T3" fmla="*/ 16 h 256"/>
                <a:gd name="T4" fmla="*/ 88 w 632"/>
                <a:gd name="T5" fmla="*/ 112 h 256"/>
                <a:gd name="T6" fmla="*/ 568 w 632"/>
                <a:gd name="T7" fmla="*/ 112 h 256"/>
                <a:gd name="T8" fmla="*/ 472 w 632"/>
                <a:gd name="T9" fmla="*/ 256 h 256"/>
                <a:gd name="T10" fmla="*/ 0 60000 65536"/>
                <a:gd name="T11" fmla="*/ 0 60000 65536"/>
                <a:gd name="T12" fmla="*/ 0 60000 65536"/>
                <a:gd name="T13" fmla="*/ 0 60000 65536"/>
                <a:gd name="T14" fmla="*/ 0 60000 65536"/>
                <a:gd name="T15" fmla="*/ 0 w 632"/>
                <a:gd name="T16" fmla="*/ 0 h 256"/>
                <a:gd name="T17" fmla="*/ 632 w 632"/>
                <a:gd name="T18" fmla="*/ 256 h 256"/>
              </a:gdLst>
              <a:ahLst/>
              <a:cxnLst>
                <a:cxn ang="T10">
                  <a:pos x="T0" y="T1"/>
                </a:cxn>
                <a:cxn ang="T11">
                  <a:pos x="T2" y="T3"/>
                </a:cxn>
                <a:cxn ang="T12">
                  <a:pos x="T4" y="T5"/>
                </a:cxn>
                <a:cxn ang="T13">
                  <a:pos x="T6" y="T7"/>
                </a:cxn>
                <a:cxn ang="T14">
                  <a:pos x="T8" y="T9"/>
                </a:cxn>
              </a:cxnLst>
              <a:rect l="T15" t="T16" r="T17" b="T18"/>
              <a:pathLst>
                <a:path w="632" h="256">
                  <a:moveTo>
                    <a:pt x="136" y="16"/>
                  </a:moveTo>
                  <a:cubicBezTo>
                    <a:pt x="92" y="8"/>
                    <a:pt x="48" y="0"/>
                    <a:pt x="40" y="16"/>
                  </a:cubicBezTo>
                  <a:cubicBezTo>
                    <a:pt x="32" y="32"/>
                    <a:pt x="0" y="96"/>
                    <a:pt x="88" y="112"/>
                  </a:cubicBezTo>
                  <a:cubicBezTo>
                    <a:pt x="176" y="128"/>
                    <a:pt x="504" y="88"/>
                    <a:pt x="568" y="112"/>
                  </a:cubicBezTo>
                  <a:cubicBezTo>
                    <a:pt x="632" y="136"/>
                    <a:pt x="552" y="196"/>
                    <a:pt x="472" y="256"/>
                  </a:cubicBez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endParaRPr lang="es-CL" altLang="en-US">
                <a:latin typeface="Times New Roman" panose="02020603050405020304" pitchFamily="18" charset="0"/>
              </a:endParaRPr>
            </a:p>
          </p:txBody>
        </p:sp>
        <p:sp>
          <p:nvSpPr>
            <p:cNvPr id="18448" name="Freeform 11">
              <a:extLst>
                <a:ext uri="{FF2B5EF4-FFF2-40B4-BE49-F238E27FC236}">
                  <a16:creationId xmlns:a16="http://schemas.microsoft.com/office/drawing/2014/main" id="{4DEB4FCA-1428-4B11-BAF4-1AC787F1A8DA}"/>
                </a:ext>
              </a:extLst>
            </p:cNvPr>
            <p:cNvSpPr>
              <a:spLocks/>
            </p:cNvSpPr>
            <p:nvPr/>
          </p:nvSpPr>
          <p:spPr bwMode="auto">
            <a:xfrm flipH="1">
              <a:off x="3072" y="1824"/>
              <a:ext cx="632" cy="256"/>
            </a:xfrm>
            <a:custGeom>
              <a:avLst/>
              <a:gdLst>
                <a:gd name="T0" fmla="*/ 136 w 632"/>
                <a:gd name="T1" fmla="*/ 16 h 256"/>
                <a:gd name="T2" fmla="*/ 40 w 632"/>
                <a:gd name="T3" fmla="*/ 16 h 256"/>
                <a:gd name="T4" fmla="*/ 88 w 632"/>
                <a:gd name="T5" fmla="*/ 112 h 256"/>
                <a:gd name="T6" fmla="*/ 568 w 632"/>
                <a:gd name="T7" fmla="*/ 112 h 256"/>
                <a:gd name="T8" fmla="*/ 472 w 632"/>
                <a:gd name="T9" fmla="*/ 256 h 256"/>
                <a:gd name="T10" fmla="*/ 0 60000 65536"/>
                <a:gd name="T11" fmla="*/ 0 60000 65536"/>
                <a:gd name="T12" fmla="*/ 0 60000 65536"/>
                <a:gd name="T13" fmla="*/ 0 60000 65536"/>
                <a:gd name="T14" fmla="*/ 0 60000 65536"/>
                <a:gd name="T15" fmla="*/ 0 w 632"/>
                <a:gd name="T16" fmla="*/ 0 h 256"/>
                <a:gd name="T17" fmla="*/ 632 w 632"/>
                <a:gd name="T18" fmla="*/ 256 h 256"/>
              </a:gdLst>
              <a:ahLst/>
              <a:cxnLst>
                <a:cxn ang="T10">
                  <a:pos x="T0" y="T1"/>
                </a:cxn>
                <a:cxn ang="T11">
                  <a:pos x="T2" y="T3"/>
                </a:cxn>
                <a:cxn ang="T12">
                  <a:pos x="T4" y="T5"/>
                </a:cxn>
                <a:cxn ang="T13">
                  <a:pos x="T6" y="T7"/>
                </a:cxn>
                <a:cxn ang="T14">
                  <a:pos x="T8" y="T9"/>
                </a:cxn>
              </a:cxnLst>
              <a:rect l="T15" t="T16" r="T17" b="T18"/>
              <a:pathLst>
                <a:path w="632" h="256">
                  <a:moveTo>
                    <a:pt x="136" y="16"/>
                  </a:moveTo>
                  <a:cubicBezTo>
                    <a:pt x="92" y="8"/>
                    <a:pt x="48" y="0"/>
                    <a:pt x="40" y="16"/>
                  </a:cubicBezTo>
                  <a:cubicBezTo>
                    <a:pt x="32" y="32"/>
                    <a:pt x="0" y="96"/>
                    <a:pt x="88" y="112"/>
                  </a:cubicBezTo>
                  <a:cubicBezTo>
                    <a:pt x="176" y="128"/>
                    <a:pt x="504" y="88"/>
                    <a:pt x="568" y="112"/>
                  </a:cubicBezTo>
                  <a:cubicBezTo>
                    <a:pt x="632" y="136"/>
                    <a:pt x="552" y="196"/>
                    <a:pt x="472" y="256"/>
                  </a:cubicBez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endParaRPr lang="es-CL" altLang="en-US">
                <a:latin typeface="Times New Roman" panose="02020603050405020304" pitchFamily="18" charset="0"/>
              </a:endParaRPr>
            </a:p>
          </p:txBody>
        </p:sp>
        <p:sp>
          <p:nvSpPr>
            <p:cNvPr id="18449" name="Freeform 12">
              <a:extLst>
                <a:ext uri="{FF2B5EF4-FFF2-40B4-BE49-F238E27FC236}">
                  <a16:creationId xmlns:a16="http://schemas.microsoft.com/office/drawing/2014/main" id="{A66D5B2A-99C1-42D6-838F-5E361D929322}"/>
                </a:ext>
              </a:extLst>
            </p:cNvPr>
            <p:cNvSpPr>
              <a:spLocks/>
            </p:cNvSpPr>
            <p:nvPr/>
          </p:nvSpPr>
          <p:spPr bwMode="auto">
            <a:xfrm flipH="1">
              <a:off x="3072" y="2048"/>
              <a:ext cx="632" cy="256"/>
            </a:xfrm>
            <a:custGeom>
              <a:avLst/>
              <a:gdLst>
                <a:gd name="T0" fmla="*/ 136 w 632"/>
                <a:gd name="T1" fmla="*/ 16 h 256"/>
                <a:gd name="T2" fmla="*/ 40 w 632"/>
                <a:gd name="T3" fmla="*/ 16 h 256"/>
                <a:gd name="T4" fmla="*/ 88 w 632"/>
                <a:gd name="T5" fmla="*/ 112 h 256"/>
                <a:gd name="T6" fmla="*/ 568 w 632"/>
                <a:gd name="T7" fmla="*/ 112 h 256"/>
                <a:gd name="T8" fmla="*/ 472 w 632"/>
                <a:gd name="T9" fmla="*/ 256 h 256"/>
                <a:gd name="T10" fmla="*/ 0 60000 65536"/>
                <a:gd name="T11" fmla="*/ 0 60000 65536"/>
                <a:gd name="T12" fmla="*/ 0 60000 65536"/>
                <a:gd name="T13" fmla="*/ 0 60000 65536"/>
                <a:gd name="T14" fmla="*/ 0 60000 65536"/>
                <a:gd name="T15" fmla="*/ 0 w 632"/>
                <a:gd name="T16" fmla="*/ 0 h 256"/>
                <a:gd name="T17" fmla="*/ 632 w 632"/>
                <a:gd name="T18" fmla="*/ 256 h 256"/>
              </a:gdLst>
              <a:ahLst/>
              <a:cxnLst>
                <a:cxn ang="T10">
                  <a:pos x="T0" y="T1"/>
                </a:cxn>
                <a:cxn ang="T11">
                  <a:pos x="T2" y="T3"/>
                </a:cxn>
                <a:cxn ang="T12">
                  <a:pos x="T4" y="T5"/>
                </a:cxn>
                <a:cxn ang="T13">
                  <a:pos x="T6" y="T7"/>
                </a:cxn>
                <a:cxn ang="T14">
                  <a:pos x="T8" y="T9"/>
                </a:cxn>
              </a:cxnLst>
              <a:rect l="T15" t="T16" r="T17" b="T18"/>
              <a:pathLst>
                <a:path w="632" h="256">
                  <a:moveTo>
                    <a:pt x="136" y="16"/>
                  </a:moveTo>
                  <a:cubicBezTo>
                    <a:pt x="92" y="8"/>
                    <a:pt x="48" y="0"/>
                    <a:pt x="40" y="16"/>
                  </a:cubicBezTo>
                  <a:cubicBezTo>
                    <a:pt x="32" y="32"/>
                    <a:pt x="0" y="96"/>
                    <a:pt x="88" y="112"/>
                  </a:cubicBezTo>
                  <a:cubicBezTo>
                    <a:pt x="176" y="128"/>
                    <a:pt x="504" y="88"/>
                    <a:pt x="568" y="112"/>
                  </a:cubicBezTo>
                  <a:cubicBezTo>
                    <a:pt x="632" y="136"/>
                    <a:pt x="552" y="196"/>
                    <a:pt x="472" y="256"/>
                  </a:cubicBez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endParaRPr lang="es-CL" altLang="en-US">
                <a:latin typeface="Times New Roman" panose="02020603050405020304" pitchFamily="18" charset="0"/>
              </a:endParaRPr>
            </a:p>
          </p:txBody>
        </p:sp>
        <p:sp>
          <p:nvSpPr>
            <p:cNvPr id="18450" name="Freeform 13">
              <a:extLst>
                <a:ext uri="{FF2B5EF4-FFF2-40B4-BE49-F238E27FC236}">
                  <a16:creationId xmlns:a16="http://schemas.microsoft.com/office/drawing/2014/main" id="{549E295D-93A4-400A-9A99-1241D98841B4}"/>
                </a:ext>
              </a:extLst>
            </p:cNvPr>
            <p:cNvSpPr>
              <a:spLocks/>
            </p:cNvSpPr>
            <p:nvPr/>
          </p:nvSpPr>
          <p:spPr bwMode="auto">
            <a:xfrm flipH="1">
              <a:off x="3072" y="2240"/>
              <a:ext cx="632" cy="256"/>
            </a:xfrm>
            <a:custGeom>
              <a:avLst/>
              <a:gdLst>
                <a:gd name="T0" fmla="*/ 136 w 632"/>
                <a:gd name="T1" fmla="*/ 16 h 256"/>
                <a:gd name="T2" fmla="*/ 40 w 632"/>
                <a:gd name="T3" fmla="*/ 16 h 256"/>
                <a:gd name="T4" fmla="*/ 88 w 632"/>
                <a:gd name="T5" fmla="*/ 112 h 256"/>
                <a:gd name="T6" fmla="*/ 568 w 632"/>
                <a:gd name="T7" fmla="*/ 112 h 256"/>
                <a:gd name="T8" fmla="*/ 472 w 632"/>
                <a:gd name="T9" fmla="*/ 256 h 256"/>
                <a:gd name="T10" fmla="*/ 0 60000 65536"/>
                <a:gd name="T11" fmla="*/ 0 60000 65536"/>
                <a:gd name="T12" fmla="*/ 0 60000 65536"/>
                <a:gd name="T13" fmla="*/ 0 60000 65536"/>
                <a:gd name="T14" fmla="*/ 0 60000 65536"/>
                <a:gd name="T15" fmla="*/ 0 w 632"/>
                <a:gd name="T16" fmla="*/ 0 h 256"/>
                <a:gd name="T17" fmla="*/ 632 w 632"/>
                <a:gd name="T18" fmla="*/ 256 h 256"/>
              </a:gdLst>
              <a:ahLst/>
              <a:cxnLst>
                <a:cxn ang="T10">
                  <a:pos x="T0" y="T1"/>
                </a:cxn>
                <a:cxn ang="T11">
                  <a:pos x="T2" y="T3"/>
                </a:cxn>
                <a:cxn ang="T12">
                  <a:pos x="T4" y="T5"/>
                </a:cxn>
                <a:cxn ang="T13">
                  <a:pos x="T6" y="T7"/>
                </a:cxn>
                <a:cxn ang="T14">
                  <a:pos x="T8" y="T9"/>
                </a:cxn>
              </a:cxnLst>
              <a:rect l="T15" t="T16" r="T17" b="T18"/>
              <a:pathLst>
                <a:path w="632" h="256">
                  <a:moveTo>
                    <a:pt x="136" y="16"/>
                  </a:moveTo>
                  <a:cubicBezTo>
                    <a:pt x="92" y="8"/>
                    <a:pt x="48" y="0"/>
                    <a:pt x="40" y="16"/>
                  </a:cubicBezTo>
                  <a:cubicBezTo>
                    <a:pt x="32" y="32"/>
                    <a:pt x="0" y="96"/>
                    <a:pt x="88" y="112"/>
                  </a:cubicBezTo>
                  <a:cubicBezTo>
                    <a:pt x="176" y="128"/>
                    <a:pt x="504" y="88"/>
                    <a:pt x="568" y="112"/>
                  </a:cubicBezTo>
                  <a:cubicBezTo>
                    <a:pt x="632" y="136"/>
                    <a:pt x="552" y="196"/>
                    <a:pt x="472" y="256"/>
                  </a:cubicBez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endParaRPr lang="es-CL" altLang="en-US">
                <a:latin typeface="Times New Roman" panose="02020603050405020304" pitchFamily="18" charset="0"/>
              </a:endParaRPr>
            </a:p>
          </p:txBody>
        </p:sp>
        <p:sp>
          <p:nvSpPr>
            <p:cNvPr id="18451" name="Line 15">
              <a:extLst>
                <a:ext uri="{FF2B5EF4-FFF2-40B4-BE49-F238E27FC236}">
                  <a16:creationId xmlns:a16="http://schemas.microsoft.com/office/drawing/2014/main" id="{BAE28BD0-8426-41CF-B791-5DC3C4073EC2}"/>
                </a:ext>
              </a:extLst>
            </p:cNvPr>
            <p:cNvSpPr>
              <a:spLocks noChangeShapeType="1"/>
            </p:cNvSpPr>
            <p:nvPr/>
          </p:nvSpPr>
          <p:spPr bwMode="auto">
            <a:xfrm flipH="1">
              <a:off x="960" y="2400"/>
              <a:ext cx="86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18452" name="Group 22">
              <a:extLst>
                <a:ext uri="{FF2B5EF4-FFF2-40B4-BE49-F238E27FC236}">
                  <a16:creationId xmlns:a16="http://schemas.microsoft.com/office/drawing/2014/main" id="{0CDACF88-0F1C-4C72-87AC-44D8CA8D9DA9}"/>
                </a:ext>
              </a:extLst>
            </p:cNvPr>
            <p:cNvGrpSpPr>
              <a:grpSpLocks/>
            </p:cNvGrpSpPr>
            <p:nvPr/>
          </p:nvGrpSpPr>
          <p:grpSpPr bwMode="auto">
            <a:xfrm>
              <a:off x="768" y="1608"/>
              <a:ext cx="432" cy="816"/>
              <a:chOff x="624" y="1584"/>
              <a:chExt cx="432" cy="816"/>
            </a:xfrm>
          </p:grpSpPr>
          <p:grpSp>
            <p:nvGrpSpPr>
              <p:cNvPr id="18474" name="Group 19">
                <a:extLst>
                  <a:ext uri="{FF2B5EF4-FFF2-40B4-BE49-F238E27FC236}">
                    <a16:creationId xmlns:a16="http://schemas.microsoft.com/office/drawing/2014/main" id="{7C868EC0-060B-46F8-B454-7594452D2E26}"/>
                  </a:ext>
                </a:extLst>
              </p:cNvPr>
              <p:cNvGrpSpPr>
                <a:grpSpLocks/>
              </p:cNvGrpSpPr>
              <p:nvPr/>
            </p:nvGrpSpPr>
            <p:grpSpPr bwMode="auto">
              <a:xfrm>
                <a:off x="624" y="1584"/>
                <a:ext cx="432" cy="816"/>
                <a:chOff x="624" y="1584"/>
                <a:chExt cx="432" cy="816"/>
              </a:xfrm>
            </p:grpSpPr>
            <p:sp>
              <p:nvSpPr>
                <p:cNvPr id="18476" name="Oval 16">
                  <a:extLst>
                    <a:ext uri="{FF2B5EF4-FFF2-40B4-BE49-F238E27FC236}">
                      <a16:creationId xmlns:a16="http://schemas.microsoft.com/office/drawing/2014/main" id="{AF62C587-43E4-4082-9E44-90D2D6E30461}"/>
                    </a:ext>
                  </a:extLst>
                </p:cNvPr>
                <p:cNvSpPr>
                  <a:spLocks noChangeArrowheads="1"/>
                </p:cNvSpPr>
                <p:nvPr/>
              </p:nvSpPr>
              <p:spPr bwMode="auto">
                <a:xfrm>
                  <a:off x="624" y="1800"/>
                  <a:ext cx="432" cy="432"/>
                </a:xfrm>
                <a:prstGeom prst="ellipse">
                  <a:avLst/>
                </a:prstGeom>
                <a:solidFill>
                  <a:srgbClr val="FFFFFF"/>
                </a:solidFill>
                <a:ln w="9525">
                  <a:solidFill>
                    <a:srgbClr val="000000"/>
                  </a:solidFill>
                  <a:round/>
                  <a:headEnd/>
                  <a:tailEnd/>
                </a:ln>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endParaRPr lang="es-CL" altLang="en-US">
                    <a:latin typeface="Times New Roman" panose="02020603050405020304" pitchFamily="18" charset="0"/>
                  </a:endParaRPr>
                </a:p>
              </p:txBody>
            </p:sp>
            <p:sp>
              <p:nvSpPr>
                <p:cNvPr id="18477" name="Line 17">
                  <a:extLst>
                    <a:ext uri="{FF2B5EF4-FFF2-40B4-BE49-F238E27FC236}">
                      <a16:creationId xmlns:a16="http://schemas.microsoft.com/office/drawing/2014/main" id="{E59A4F5C-6220-4538-8E6C-6513FABA8097}"/>
                    </a:ext>
                  </a:extLst>
                </p:cNvPr>
                <p:cNvSpPr>
                  <a:spLocks noChangeShapeType="1"/>
                </p:cNvSpPr>
                <p:nvPr/>
              </p:nvSpPr>
              <p:spPr bwMode="auto">
                <a:xfrm flipV="1">
                  <a:off x="816" y="1584"/>
                  <a:ext cx="0" cy="19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78" name="Line 18">
                  <a:extLst>
                    <a:ext uri="{FF2B5EF4-FFF2-40B4-BE49-F238E27FC236}">
                      <a16:creationId xmlns:a16="http://schemas.microsoft.com/office/drawing/2014/main" id="{04F8BDCC-B744-4157-B008-102C820A6CC7}"/>
                    </a:ext>
                  </a:extLst>
                </p:cNvPr>
                <p:cNvSpPr>
                  <a:spLocks noChangeShapeType="1"/>
                </p:cNvSpPr>
                <p:nvPr/>
              </p:nvSpPr>
              <p:spPr bwMode="auto">
                <a:xfrm flipV="1">
                  <a:off x="816" y="2208"/>
                  <a:ext cx="0" cy="19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18475" name="Freeform 21">
                <a:extLst>
                  <a:ext uri="{FF2B5EF4-FFF2-40B4-BE49-F238E27FC236}">
                    <a16:creationId xmlns:a16="http://schemas.microsoft.com/office/drawing/2014/main" id="{53351A19-A4CD-43A1-86FE-B03D1EA1AABD}"/>
                  </a:ext>
                </a:extLst>
              </p:cNvPr>
              <p:cNvSpPr>
                <a:spLocks/>
              </p:cNvSpPr>
              <p:nvPr/>
            </p:nvSpPr>
            <p:spPr bwMode="auto">
              <a:xfrm>
                <a:off x="720" y="1872"/>
                <a:ext cx="288" cy="256"/>
              </a:xfrm>
              <a:custGeom>
                <a:avLst/>
                <a:gdLst>
                  <a:gd name="T0" fmla="*/ 0 w 2016"/>
                  <a:gd name="T1" fmla="*/ 37 h 952"/>
                  <a:gd name="T2" fmla="*/ 4 w 2016"/>
                  <a:gd name="T3" fmla="*/ 9 h 952"/>
                  <a:gd name="T4" fmla="*/ 11 w 2016"/>
                  <a:gd name="T5" fmla="*/ 9 h 952"/>
                  <a:gd name="T6" fmla="*/ 28 w 2016"/>
                  <a:gd name="T7" fmla="*/ 61 h 952"/>
                  <a:gd name="T8" fmla="*/ 38 w 2016"/>
                  <a:gd name="T9" fmla="*/ 57 h 952"/>
                  <a:gd name="T10" fmla="*/ 41 w 2016"/>
                  <a:gd name="T11" fmla="*/ 30 h 952"/>
                  <a:gd name="T12" fmla="*/ 0 60000 65536"/>
                  <a:gd name="T13" fmla="*/ 0 60000 65536"/>
                  <a:gd name="T14" fmla="*/ 0 60000 65536"/>
                  <a:gd name="T15" fmla="*/ 0 60000 65536"/>
                  <a:gd name="T16" fmla="*/ 0 60000 65536"/>
                  <a:gd name="T17" fmla="*/ 0 60000 65536"/>
                  <a:gd name="T18" fmla="*/ 0 w 2016"/>
                  <a:gd name="T19" fmla="*/ 0 h 952"/>
                  <a:gd name="T20" fmla="*/ 2016 w 2016"/>
                  <a:gd name="T21" fmla="*/ 952 h 952"/>
                </a:gdLst>
                <a:ahLst/>
                <a:cxnLst>
                  <a:cxn ang="T12">
                    <a:pos x="T0" y="T1"/>
                  </a:cxn>
                  <a:cxn ang="T13">
                    <a:pos x="T2" y="T3"/>
                  </a:cxn>
                  <a:cxn ang="T14">
                    <a:pos x="T4" y="T5"/>
                  </a:cxn>
                  <a:cxn ang="T15">
                    <a:pos x="T6" y="T7"/>
                  </a:cxn>
                  <a:cxn ang="T16">
                    <a:pos x="T8" y="T9"/>
                  </a:cxn>
                  <a:cxn ang="T17">
                    <a:pos x="T10" y="T11"/>
                  </a:cxn>
                </a:cxnLst>
                <a:rect l="T18" t="T19" r="T20" b="T21"/>
                <a:pathLst>
                  <a:path w="2016" h="952">
                    <a:moveTo>
                      <a:pt x="0" y="504"/>
                    </a:moveTo>
                    <a:cubicBezTo>
                      <a:pt x="52" y="344"/>
                      <a:pt x="104" y="184"/>
                      <a:pt x="192" y="120"/>
                    </a:cubicBezTo>
                    <a:cubicBezTo>
                      <a:pt x="280" y="56"/>
                      <a:pt x="328" y="0"/>
                      <a:pt x="528" y="120"/>
                    </a:cubicBezTo>
                    <a:cubicBezTo>
                      <a:pt x="728" y="240"/>
                      <a:pt x="1168" y="728"/>
                      <a:pt x="1392" y="840"/>
                    </a:cubicBezTo>
                    <a:cubicBezTo>
                      <a:pt x="1616" y="952"/>
                      <a:pt x="1768" y="864"/>
                      <a:pt x="1872" y="792"/>
                    </a:cubicBezTo>
                    <a:cubicBezTo>
                      <a:pt x="1976" y="720"/>
                      <a:pt x="1996" y="564"/>
                      <a:pt x="2016" y="408"/>
                    </a:cubicBez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endParaRPr lang="es-CL" altLang="en-US">
                  <a:latin typeface="Times New Roman" panose="02020603050405020304" pitchFamily="18" charset="0"/>
                </a:endParaRPr>
              </a:p>
            </p:txBody>
          </p:sp>
        </p:grpSp>
        <p:sp>
          <p:nvSpPr>
            <p:cNvPr id="18453" name="Line 23">
              <a:extLst>
                <a:ext uri="{FF2B5EF4-FFF2-40B4-BE49-F238E27FC236}">
                  <a16:creationId xmlns:a16="http://schemas.microsoft.com/office/drawing/2014/main" id="{022234C5-EE3B-492F-B174-CEA7B0E13F0D}"/>
                </a:ext>
              </a:extLst>
            </p:cNvPr>
            <p:cNvSpPr>
              <a:spLocks noChangeShapeType="1"/>
            </p:cNvSpPr>
            <p:nvPr/>
          </p:nvSpPr>
          <p:spPr bwMode="auto">
            <a:xfrm flipH="1">
              <a:off x="912" y="1632"/>
              <a:ext cx="76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54" name="Freeform 25">
              <a:extLst>
                <a:ext uri="{FF2B5EF4-FFF2-40B4-BE49-F238E27FC236}">
                  <a16:creationId xmlns:a16="http://schemas.microsoft.com/office/drawing/2014/main" id="{564119E1-2DB9-473D-B78E-858904D72209}"/>
                </a:ext>
              </a:extLst>
            </p:cNvPr>
            <p:cNvSpPr>
              <a:spLocks/>
            </p:cNvSpPr>
            <p:nvPr/>
          </p:nvSpPr>
          <p:spPr bwMode="auto">
            <a:xfrm>
              <a:off x="3032" y="1472"/>
              <a:ext cx="616" cy="128"/>
            </a:xfrm>
            <a:custGeom>
              <a:avLst/>
              <a:gdLst>
                <a:gd name="T0" fmla="*/ 184 w 616"/>
                <a:gd name="T1" fmla="*/ 112 h 128"/>
                <a:gd name="T2" fmla="*/ 88 w 616"/>
                <a:gd name="T3" fmla="*/ 112 h 128"/>
                <a:gd name="T4" fmla="*/ 88 w 616"/>
                <a:gd name="T5" fmla="*/ 16 h 128"/>
                <a:gd name="T6" fmla="*/ 616 w 616"/>
                <a:gd name="T7" fmla="*/ 16 h 128"/>
                <a:gd name="T8" fmla="*/ 0 60000 65536"/>
                <a:gd name="T9" fmla="*/ 0 60000 65536"/>
                <a:gd name="T10" fmla="*/ 0 60000 65536"/>
                <a:gd name="T11" fmla="*/ 0 60000 65536"/>
                <a:gd name="T12" fmla="*/ 0 w 616"/>
                <a:gd name="T13" fmla="*/ 0 h 128"/>
                <a:gd name="T14" fmla="*/ 616 w 616"/>
                <a:gd name="T15" fmla="*/ 128 h 128"/>
              </a:gdLst>
              <a:ahLst/>
              <a:cxnLst>
                <a:cxn ang="T8">
                  <a:pos x="T0" y="T1"/>
                </a:cxn>
                <a:cxn ang="T9">
                  <a:pos x="T2" y="T3"/>
                </a:cxn>
                <a:cxn ang="T10">
                  <a:pos x="T4" y="T5"/>
                </a:cxn>
                <a:cxn ang="T11">
                  <a:pos x="T6" y="T7"/>
                </a:cxn>
              </a:cxnLst>
              <a:rect l="T12" t="T13" r="T14" b="T15"/>
              <a:pathLst>
                <a:path w="616" h="128">
                  <a:moveTo>
                    <a:pt x="184" y="112"/>
                  </a:moveTo>
                  <a:cubicBezTo>
                    <a:pt x="144" y="120"/>
                    <a:pt x="104" y="128"/>
                    <a:pt x="88" y="112"/>
                  </a:cubicBezTo>
                  <a:cubicBezTo>
                    <a:pt x="72" y="96"/>
                    <a:pt x="0" y="32"/>
                    <a:pt x="88" y="16"/>
                  </a:cubicBezTo>
                  <a:cubicBezTo>
                    <a:pt x="176" y="0"/>
                    <a:pt x="396" y="8"/>
                    <a:pt x="616" y="16"/>
                  </a:cubicBez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endParaRPr lang="es-CL" altLang="en-US">
                <a:latin typeface="Times New Roman" panose="02020603050405020304" pitchFamily="18" charset="0"/>
              </a:endParaRPr>
            </a:p>
          </p:txBody>
        </p:sp>
        <p:sp>
          <p:nvSpPr>
            <p:cNvPr id="18455" name="Line 26">
              <a:extLst>
                <a:ext uri="{FF2B5EF4-FFF2-40B4-BE49-F238E27FC236}">
                  <a16:creationId xmlns:a16="http://schemas.microsoft.com/office/drawing/2014/main" id="{8401C08C-EA09-46C5-B36F-339C3C0F39CA}"/>
                </a:ext>
              </a:extLst>
            </p:cNvPr>
            <p:cNvSpPr>
              <a:spLocks noChangeShapeType="1"/>
            </p:cNvSpPr>
            <p:nvPr/>
          </p:nvSpPr>
          <p:spPr bwMode="auto">
            <a:xfrm>
              <a:off x="3648" y="1488"/>
              <a:ext cx="110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56" name="Line 27">
              <a:extLst>
                <a:ext uri="{FF2B5EF4-FFF2-40B4-BE49-F238E27FC236}">
                  <a16:creationId xmlns:a16="http://schemas.microsoft.com/office/drawing/2014/main" id="{6839605F-68BD-4C9D-B833-2B7172636C8E}"/>
                </a:ext>
              </a:extLst>
            </p:cNvPr>
            <p:cNvSpPr>
              <a:spLocks noChangeShapeType="1"/>
            </p:cNvSpPr>
            <p:nvPr/>
          </p:nvSpPr>
          <p:spPr bwMode="auto">
            <a:xfrm>
              <a:off x="3552" y="2496"/>
              <a:ext cx="1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18457" name="Group 41">
              <a:extLst>
                <a:ext uri="{FF2B5EF4-FFF2-40B4-BE49-F238E27FC236}">
                  <a16:creationId xmlns:a16="http://schemas.microsoft.com/office/drawing/2014/main" id="{2B58BD47-384B-4927-819D-6C905FF9B222}"/>
                </a:ext>
              </a:extLst>
            </p:cNvPr>
            <p:cNvGrpSpPr>
              <a:grpSpLocks/>
            </p:cNvGrpSpPr>
            <p:nvPr/>
          </p:nvGrpSpPr>
          <p:grpSpPr bwMode="auto">
            <a:xfrm>
              <a:off x="4704" y="1680"/>
              <a:ext cx="144" cy="528"/>
              <a:chOff x="4608" y="1680"/>
              <a:chExt cx="144" cy="528"/>
            </a:xfrm>
          </p:grpSpPr>
          <p:grpSp>
            <p:nvGrpSpPr>
              <p:cNvPr id="18462" name="Group 38">
                <a:extLst>
                  <a:ext uri="{FF2B5EF4-FFF2-40B4-BE49-F238E27FC236}">
                    <a16:creationId xmlns:a16="http://schemas.microsoft.com/office/drawing/2014/main" id="{663B2024-36A7-41C5-990A-341427094ABB}"/>
                  </a:ext>
                </a:extLst>
              </p:cNvPr>
              <p:cNvGrpSpPr>
                <a:grpSpLocks/>
              </p:cNvGrpSpPr>
              <p:nvPr/>
            </p:nvGrpSpPr>
            <p:grpSpPr bwMode="auto">
              <a:xfrm>
                <a:off x="4608" y="1728"/>
                <a:ext cx="144" cy="432"/>
                <a:chOff x="4416" y="1680"/>
                <a:chExt cx="336" cy="864"/>
              </a:xfrm>
            </p:grpSpPr>
            <p:grpSp>
              <p:nvGrpSpPr>
                <p:cNvPr id="18465" name="Group 31">
                  <a:extLst>
                    <a:ext uri="{FF2B5EF4-FFF2-40B4-BE49-F238E27FC236}">
                      <a16:creationId xmlns:a16="http://schemas.microsoft.com/office/drawing/2014/main" id="{A784117A-DE67-4FA1-9668-D0D85CDA62E4}"/>
                    </a:ext>
                  </a:extLst>
                </p:cNvPr>
                <p:cNvGrpSpPr>
                  <a:grpSpLocks/>
                </p:cNvGrpSpPr>
                <p:nvPr/>
              </p:nvGrpSpPr>
              <p:grpSpPr bwMode="auto">
                <a:xfrm>
                  <a:off x="4416" y="1680"/>
                  <a:ext cx="336" cy="288"/>
                  <a:chOff x="4416" y="1680"/>
                  <a:chExt cx="336" cy="288"/>
                </a:xfrm>
              </p:grpSpPr>
              <p:sp>
                <p:nvSpPr>
                  <p:cNvPr id="18472" name="Line 29">
                    <a:extLst>
                      <a:ext uri="{FF2B5EF4-FFF2-40B4-BE49-F238E27FC236}">
                        <a16:creationId xmlns:a16="http://schemas.microsoft.com/office/drawing/2014/main" id="{8EB630DD-C308-468F-88C1-7164ED488BD2}"/>
                      </a:ext>
                    </a:extLst>
                  </p:cNvPr>
                  <p:cNvSpPr>
                    <a:spLocks noChangeShapeType="1"/>
                  </p:cNvSpPr>
                  <p:nvPr/>
                </p:nvSpPr>
                <p:spPr bwMode="auto">
                  <a:xfrm>
                    <a:off x="4416" y="1680"/>
                    <a:ext cx="336" cy="14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73" name="Line 30">
                    <a:extLst>
                      <a:ext uri="{FF2B5EF4-FFF2-40B4-BE49-F238E27FC236}">
                        <a16:creationId xmlns:a16="http://schemas.microsoft.com/office/drawing/2014/main" id="{A95B15C2-3E6B-4816-8A20-072470DF8630}"/>
                      </a:ext>
                    </a:extLst>
                  </p:cNvPr>
                  <p:cNvSpPr>
                    <a:spLocks noChangeShapeType="1"/>
                  </p:cNvSpPr>
                  <p:nvPr/>
                </p:nvSpPr>
                <p:spPr bwMode="auto">
                  <a:xfrm flipV="1">
                    <a:off x="4416" y="1824"/>
                    <a:ext cx="336" cy="14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8466" name="Group 32">
                  <a:extLst>
                    <a:ext uri="{FF2B5EF4-FFF2-40B4-BE49-F238E27FC236}">
                      <a16:creationId xmlns:a16="http://schemas.microsoft.com/office/drawing/2014/main" id="{6DB4B4A0-E4A7-4CA6-80EC-AA8BCCE5408B}"/>
                    </a:ext>
                  </a:extLst>
                </p:cNvPr>
                <p:cNvGrpSpPr>
                  <a:grpSpLocks/>
                </p:cNvGrpSpPr>
                <p:nvPr/>
              </p:nvGrpSpPr>
              <p:grpSpPr bwMode="auto">
                <a:xfrm>
                  <a:off x="4416" y="1968"/>
                  <a:ext cx="336" cy="288"/>
                  <a:chOff x="4416" y="1680"/>
                  <a:chExt cx="336" cy="288"/>
                </a:xfrm>
              </p:grpSpPr>
              <p:sp>
                <p:nvSpPr>
                  <p:cNvPr id="18470" name="Line 33">
                    <a:extLst>
                      <a:ext uri="{FF2B5EF4-FFF2-40B4-BE49-F238E27FC236}">
                        <a16:creationId xmlns:a16="http://schemas.microsoft.com/office/drawing/2014/main" id="{FE142829-84AF-48EA-AA94-542E95C2AE93}"/>
                      </a:ext>
                    </a:extLst>
                  </p:cNvPr>
                  <p:cNvSpPr>
                    <a:spLocks noChangeShapeType="1"/>
                  </p:cNvSpPr>
                  <p:nvPr/>
                </p:nvSpPr>
                <p:spPr bwMode="auto">
                  <a:xfrm>
                    <a:off x="4416" y="1680"/>
                    <a:ext cx="336" cy="14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71" name="Line 34">
                    <a:extLst>
                      <a:ext uri="{FF2B5EF4-FFF2-40B4-BE49-F238E27FC236}">
                        <a16:creationId xmlns:a16="http://schemas.microsoft.com/office/drawing/2014/main" id="{B09D2705-7A80-4C6B-8B8D-EA98F149F4D6}"/>
                      </a:ext>
                    </a:extLst>
                  </p:cNvPr>
                  <p:cNvSpPr>
                    <a:spLocks noChangeShapeType="1"/>
                  </p:cNvSpPr>
                  <p:nvPr/>
                </p:nvSpPr>
                <p:spPr bwMode="auto">
                  <a:xfrm flipV="1">
                    <a:off x="4416" y="1824"/>
                    <a:ext cx="336" cy="14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8467" name="Group 35">
                  <a:extLst>
                    <a:ext uri="{FF2B5EF4-FFF2-40B4-BE49-F238E27FC236}">
                      <a16:creationId xmlns:a16="http://schemas.microsoft.com/office/drawing/2014/main" id="{4EA0D3A1-5D23-4D01-8E84-1A2DE02067BC}"/>
                    </a:ext>
                  </a:extLst>
                </p:cNvPr>
                <p:cNvGrpSpPr>
                  <a:grpSpLocks/>
                </p:cNvGrpSpPr>
                <p:nvPr/>
              </p:nvGrpSpPr>
              <p:grpSpPr bwMode="auto">
                <a:xfrm>
                  <a:off x="4416" y="2256"/>
                  <a:ext cx="336" cy="288"/>
                  <a:chOff x="4416" y="1680"/>
                  <a:chExt cx="336" cy="288"/>
                </a:xfrm>
              </p:grpSpPr>
              <p:sp>
                <p:nvSpPr>
                  <p:cNvPr id="18468" name="Line 36">
                    <a:extLst>
                      <a:ext uri="{FF2B5EF4-FFF2-40B4-BE49-F238E27FC236}">
                        <a16:creationId xmlns:a16="http://schemas.microsoft.com/office/drawing/2014/main" id="{22B9689B-E6C2-49B0-9616-A8F27CFDA7B1}"/>
                      </a:ext>
                    </a:extLst>
                  </p:cNvPr>
                  <p:cNvSpPr>
                    <a:spLocks noChangeShapeType="1"/>
                  </p:cNvSpPr>
                  <p:nvPr/>
                </p:nvSpPr>
                <p:spPr bwMode="auto">
                  <a:xfrm>
                    <a:off x="4416" y="1680"/>
                    <a:ext cx="336" cy="14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69" name="Line 37">
                    <a:extLst>
                      <a:ext uri="{FF2B5EF4-FFF2-40B4-BE49-F238E27FC236}">
                        <a16:creationId xmlns:a16="http://schemas.microsoft.com/office/drawing/2014/main" id="{2C123E79-1D8C-4608-AFEB-0B7409C14A92}"/>
                      </a:ext>
                    </a:extLst>
                  </p:cNvPr>
                  <p:cNvSpPr>
                    <a:spLocks noChangeShapeType="1"/>
                  </p:cNvSpPr>
                  <p:nvPr/>
                </p:nvSpPr>
                <p:spPr bwMode="auto">
                  <a:xfrm flipV="1">
                    <a:off x="4416" y="1824"/>
                    <a:ext cx="336" cy="14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sp>
            <p:nvSpPr>
              <p:cNvPr id="18463" name="Line 39">
                <a:extLst>
                  <a:ext uri="{FF2B5EF4-FFF2-40B4-BE49-F238E27FC236}">
                    <a16:creationId xmlns:a16="http://schemas.microsoft.com/office/drawing/2014/main" id="{D3483012-697D-4E72-809B-3F321DD235D5}"/>
                  </a:ext>
                </a:extLst>
              </p:cNvPr>
              <p:cNvSpPr>
                <a:spLocks noChangeShapeType="1"/>
              </p:cNvSpPr>
              <p:nvPr/>
            </p:nvSpPr>
            <p:spPr bwMode="auto">
              <a:xfrm>
                <a:off x="4608" y="2160"/>
                <a:ext cx="48" cy="4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64" name="Line 40">
                <a:extLst>
                  <a:ext uri="{FF2B5EF4-FFF2-40B4-BE49-F238E27FC236}">
                    <a16:creationId xmlns:a16="http://schemas.microsoft.com/office/drawing/2014/main" id="{298D3627-5CF3-47D5-81EB-6B660ED825D4}"/>
                  </a:ext>
                </a:extLst>
              </p:cNvPr>
              <p:cNvSpPr>
                <a:spLocks noChangeShapeType="1"/>
              </p:cNvSpPr>
              <p:nvPr/>
            </p:nvSpPr>
            <p:spPr bwMode="auto">
              <a:xfrm flipH="1">
                <a:off x="4608" y="1680"/>
                <a:ext cx="48" cy="4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18458" name="Line 42">
              <a:extLst>
                <a:ext uri="{FF2B5EF4-FFF2-40B4-BE49-F238E27FC236}">
                  <a16:creationId xmlns:a16="http://schemas.microsoft.com/office/drawing/2014/main" id="{0CA3C4BB-1313-4176-9D8F-7FD739744249}"/>
                </a:ext>
              </a:extLst>
            </p:cNvPr>
            <p:cNvSpPr>
              <a:spLocks noChangeShapeType="1"/>
            </p:cNvSpPr>
            <p:nvPr/>
          </p:nvSpPr>
          <p:spPr bwMode="auto">
            <a:xfrm flipV="1">
              <a:off x="4752" y="2208"/>
              <a:ext cx="0" cy="28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59" name="Line 43">
              <a:extLst>
                <a:ext uri="{FF2B5EF4-FFF2-40B4-BE49-F238E27FC236}">
                  <a16:creationId xmlns:a16="http://schemas.microsoft.com/office/drawing/2014/main" id="{68AE4CE8-9855-4B8E-82BE-E5EB973E5CE3}"/>
                </a:ext>
              </a:extLst>
            </p:cNvPr>
            <p:cNvSpPr>
              <a:spLocks noChangeShapeType="1"/>
            </p:cNvSpPr>
            <p:nvPr/>
          </p:nvSpPr>
          <p:spPr bwMode="auto">
            <a:xfrm flipV="1">
              <a:off x="4752" y="1488"/>
              <a:ext cx="0" cy="19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60" name="Text Box 44">
              <a:extLst>
                <a:ext uri="{FF2B5EF4-FFF2-40B4-BE49-F238E27FC236}">
                  <a16:creationId xmlns:a16="http://schemas.microsoft.com/office/drawing/2014/main" id="{F4EFFD6F-5D9D-4CAB-9E97-B427D0D14E48}"/>
                </a:ext>
              </a:extLst>
            </p:cNvPr>
            <p:cNvSpPr txBox="1">
              <a:spLocks noChangeArrowheads="1"/>
            </p:cNvSpPr>
            <p:nvPr/>
          </p:nvSpPr>
          <p:spPr bwMode="auto">
            <a:xfrm>
              <a:off x="4896" y="1692"/>
              <a:ext cx="28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s-ES_tradnl" altLang="en-US" sz="3200">
                  <a:solidFill>
                    <a:schemeClr val="tx2"/>
                  </a:solidFill>
                  <a:latin typeface="Times New Roman" panose="02020603050405020304" pitchFamily="18" charset="0"/>
                </a:rPr>
                <a:t>R</a:t>
              </a:r>
            </a:p>
          </p:txBody>
        </p:sp>
        <p:sp>
          <p:nvSpPr>
            <p:cNvPr id="18461" name="Text Box 45">
              <a:extLst>
                <a:ext uri="{FF2B5EF4-FFF2-40B4-BE49-F238E27FC236}">
                  <a16:creationId xmlns:a16="http://schemas.microsoft.com/office/drawing/2014/main" id="{3CB66813-704C-40B4-B4A5-4E911E6B96F0}"/>
                </a:ext>
              </a:extLst>
            </p:cNvPr>
            <p:cNvSpPr txBox="1">
              <a:spLocks noChangeArrowheads="1"/>
            </p:cNvSpPr>
            <p:nvPr/>
          </p:nvSpPr>
          <p:spPr bwMode="auto">
            <a:xfrm>
              <a:off x="422" y="1836"/>
              <a:ext cx="389"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s-ES_tradnl" altLang="en-US" sz="3200">
                  <a:solidFill>
                    <a:schemeClr val="tx2"/>
                  </a:solidFill>
                  <a:latin typeface="Times New Roman" panose="02020603050405020304" pitchFamily="18" charset="0"/>
                </a:rPr>
                <a:t>V</a:t>
              </a:r>
              <a:r>
                <a:rPr lang="es-ES_tradnl" altLang="en-US" sz="3200" baseline="-25000">
                  <a:solidFill>
                    <a:schemeClr val="tx2"/>
                  </a:solidFill>
                  <a:latin typeface="Times New Roman" panose="02020603050405020304" pitchFamily="18" charset="0"/>
                </a:rPr>
                <a:t>1</a:t>
              </a:r>
              <a:endParaRPr lang="es-ES_tradnl" altLang="en-US" sz="3200">
                <a:solidFill>
                  <a:schemeClr val="tx2"/>
                </a:solidFill>
                <a:latin typeface="Times New Roman" panose="02020603050405020304" pitchFamily="18" charset="0"/>
              </a:endParaRPr>
            </a:p>
          </p:txBody>
        </p:sp>
      </p:grpSp>
      <p:graphicFrame>
        <p:nvGraphicFramePr>
          <p:cNvPr id="18434" name="Object 47">
            <a:extLst>
              <a:ext uri="{FF2B5EF4-FFF2-40B4-BE49-F238E27FC236}">
                <a16:creationId xmlns:a16="http://schemas.microsoft.com/office/drawing/2014/main" id="{3982671D-0469-4673-AF19-00B5430F5874}"/>
              </a:ext>
            </a:extLst>
          </p:cNvPr>
          <p:cNvGraphicFramePr>
            <a:graphicFrameLocks noChangeAspect="1"/>
          </p:cNvGraphicFramePr>
          <p:nvPr/>
        </p:nvGraphicFramePr>
        <p:xfrm>
          <a:off x="1905000" y="3581400"/>
          <a:ext cx="2362200" cy="1176338"/>
        </p:xfrm>
        <a:graphic>
          <a:graphicData uri="http://schemas.openxmlformats.org/presentationml/2006/ole">
            <mc:AlternateContent xmlns:mc="http://schemas.openxmlformats.org/markup-compatibility/2006">
              <mc:Choice xmlns:v="urn:schemas-microsoft-com:vml" Requires="v">
                <p:oleObj spid="_x0000_s33802" name="Ecuación" r:id="rId3" imgW="787320" imgH="393480" progId="Equation.3">
                  <p:embed/>
                </p:oleObj>
              </mc:Choice>
              <mc:Fallback>
                <p:oleObj name="Ecuación" r:id="rId3" imgW="787320" imgH="393480" progId="Equation.3">
                  <p:embed/>
                  <p:pic>
                    <p:nvPicPr>
                      <p:cNvPr id="18434" name="Object 47">
                        <a:extLst>
                          <a:ext uri="{FF2B5EF4-FFF2-40B4-BE49-F238E27FC236}">
                            <a16:creationId xmlns:a16="http://schemas.microsoft.com/office/drawing/2014/main" id="{3982671D-0469-4673-AF19-00B5430F587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3581400"/>
                        <a:ext cx="2362200" cy="11763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35" name="Object 48">
            <a:extLst>
              <a:ext uri="{FF2B5EF4-FFF2-40B4-BE49-F238E27FC236}">
                <a16:creationId xmlns:a16="http://schemas.microsoft.com/office/drawing/2014/main" id="{97C3BAF4-3BC2-4B37-B9E5-3B11D1BF459D}"/>
              </a:ext>
            </a:extLst>
          </p:cNvPr>
          <p:cNvGraphicFramePr>
            <a:graphicFrameLocks noChangeAspect="1"/>
          </p:cNvGraphicFramePr>
          <p:nvPr/>
        </p:nvGraphicFramePr>
        <p:xfrm>
          <a:off x="7543800" y="3429001"/>
          <a:ext cx="2895600" cy="1376363"/>
        </p:xfrm>
        <a:graphic>
          <a:graphicData uri="http://schemas.openxmlformats.org/presentationml/2006/ole">
            <mc:AlternateContent xmlns:mc="http://schemas.openxmlformats.org/markup-compatibility/2006">
              <mc:Choice xmlns:v="urn:schemas-microsoft-com:vml" Requires="v">
                <p:oleObj spid="_x0000_s33803" name="Ecuación" r:id="rId5" imgW="825480" imgH="393480" progId="Equation.3">
                  <p:embed/>
                </p:oleObj>
              </mc:Choice>
              <mc:Fallback>
                <p:oleObj name="Ecuación" r:id="rId5" imgW="825480" imgH="393480" progId="Equation.3">
                  <p:embed/>
                  <p:pic>
                    <p:nvPicPr>
                      <p:cNvPr id="18435" name="Object 48">
                        <a:extLst>
                          <a:ext uri="{FF2B5EF4-FFF2-40B4-BE49-F238E27FC236}">
                            <a16:creationId xmlns:a16="http://schemas.microsoft.com/office/drawing/2014/main" id="{97C3BAF4-3BC2-4B37-B9E5-3B11D1BF459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43800" y="3429001"/>
                        <a:ext cx="2895600" cy="1376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36" name="Object 49">
            <a:extLst>
              <a:ext uri="{FF2B5EF4-FFF2-40B4-BE49-F238E27FC236}">
                <a16:creationId xmlns:a16="http://schemas.microsoft.com/office/drawing/2014/main" id="{E32EE4B5-139B-4843-8C80-81459C05ED15}"/>
              </a:ext>
            </a:extLst>
          </p:cNvPr>
          <p:cNvGraphicFramePr>
            <a:graphicFrameLocks noChangeAspect="1"/>
          </p:cNvGraphicFramePr>
          <p:nvPr/>
        </p:nvGraphicFramePr>
        <p:xfrm>
          <a:off x="3581400" y="5105401"/>
          <a:ext cx="1828800" cy="1376363"/>
        </p:xfrm>
        <a:graphic>
          <a:graphicData uri="http://schemas.openxmlformats.org/presentationml/2006/ole">
            <mc:AlternateContent xmlns:mc="http://schemas.openxmlformats.org/markup-compatibility/2006">
              <mc:Choice xmlns:v="urn:schemas-microsoft-com:vml" Requires="v">
                <p:oleObj spid="_x0000_s33804" name="Ecuación" r:id="rId7" imgW="571320" imgH="431640" progId="Equation.3">
                  <p:embed/>
                </p:oleObj>
              </mc:Choice>
              <mc:Fallback>
                <p:oleObj name="Ecuación" r:id="rId7" imgW="571320" imgH="431640" progId="Equation.3">
                  <p:embed/>
                  <p:pic>
                    <p:nvPicPr>
                      <p:cNvPr id="18436" name="Object 49">
                        <a:extLst>
                          <a:ext uri="{FF2B5EF4-FFF2-40B4-BE49-F238E27FC236}">
                            <a16:creationId xmlns:a16="http://schemas.microsoft.com/office/drawing/2014/main" id="{E32EE4B5-139B-4843-8C80-81459C05ED1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81400" y="5105401"/>
                        <a:ext cx="1828800" cy="1376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8440" name="Group 52">
            <a:extLst>
              <a:ext uri="{FF2B5EF4-FFF2-40B4-BE49-F238E27FC236}">
                <a16:creationId xmlns:a16="http://schemas.microsoft.com/office/drawing/2014/main" id="{7C077339-4B26-4617-A08E-0B1AC6DE12E5}"/>
              </a:ext>
            </a:extLst>
          </p:cNvPr>
          <p:cNvGrpSpPr>
            <a:grpSpLocks/>
          </p:cNvGrpSpPr>
          <p:nvPr/>
        </p:nvGrpSpPr>
        <p:grpSpPr bwMode="auto">
          <a:xfrm>
            <a:off x="6324600" y="4800600"/>
            <a:ext cx="3124200" cy="1676400"/>
            <a:chOff x="3024" y="3024"/>
            <a:chExt cx="1968" cy="1056"/>
          </a:xfrm>
        </p:grpSpPr>
        <p:sp>
          <p:nvSpPr>
            <p:cNvPr id="18441" name="Rectangle 51">
              <a:extLst>
                <a:ext uri="{FF2B5EF4-FFF2-40B4-BE49-F238E27FC236}">
                  <a16:creationId xmlns:a16="http://schemas.microsoft.com/office/drawing/2014/main" id="{211D03D4-27F4-432F-913F-A424DF9C7130}"/>
                </a:ext>
              </a:extLst>
            </p:cNvPr>
            <p:cNvSpPr>
              <a:spLocks noChangeArrowheads="1"/>
            </p:cNvSpPr>
            <p:nvPr/>
          </p:nvSpPr>
          <p:spPr bwMode="auto">
            <a:xfrm>
              <a:off x="3024" y="3024"/>
              <a:ext cx="1968" cy="1056"/>
            </a:xfrm>
            <a:prstGeom prst="rect">
              <a:avLst/>
            </a:prstGeom>
            <a:solidFill>
              <a:schemeClr val="hlink"/>
            </a:solidFill>
            <a:ln w="9525">
              <a:solidFill>
                <a:srgbClr val="000000"/>
              </a:solidFill>
              <a:miter lim="800000"/>
              <a:headEnd/>
              <a:tailEnd/>
            </a:ln>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endParaRPr lang="es-CL" altLang="en-US">
                <a:latin typeface="Times New Roman" panose="02020603050405020304" pitchFamily="18" charset="0"/>
              </a:endParaRPr>
            </a:p>
          </p:txBody>
        </p:sp>
        <p:graphicFrame>
          <p:nvGraphicFramePr>
            <p:cNvPr id="18437" name="Object 50">
              <a:extLst>
                <a:ext uri="{FF2B5EF4-FFF2-40B4-BE49-F238E27FC236}">
                  <a16:creationId xmlns:a16="http://schemas.microsoft.com/office/drawing/2014/main" id="{355A8BC2-FEE9-4E74-948B-51C8DEC638F8}"/>
                </a:ext>
              </a:extLst>
            </p:cNvPr>
            <p:cNvGraphicFramePr>
              <a:graphicFrameLocks noChangeAspect="1"/>
            </p:cNvGraphicFramePr>
            <p:nvPr/>
          </p:nvGraphicFramePr>
          <p:xfrm>
            <a:off x="3216" y="3120"/>
            <a:ext cx="1536" cy="929"/>
          </p:xfrm>
          <a:graphic>
            <a:graphicData uri="http://schemas.openxmlformats.org/presentationml/2006/ole">
              <mc:AlternateContent xmlns:mc="http://schemas.openxmlformats.org/markup-compatibility/2006">
                <mc:Choice xmlns:v="urn:schemas-microsoft-com:vml" Requires="v">
                  <p:oleObj spid="_x0000_s33805" name="Ecuación" r:id="rId9" imgW="711000" imgH="431640" progId="Equation.3">
                    <p:embed/>
                  </p:oleObj>
                </mc:Choice>
                <mc:Fallback>
                  <p:oleObj name="Ecuación" r:id="rId9" imgW="711000" imgH="431640" progId="Equation.3">
                    <p:embed/>
                    <p:pic>
                      <p:nvPicPr>
                        <p:cNvPr id="18437" name="Object 50">
                          <a:extLst>
                            <a:ext uri="{FF2B5EF4-FFF2-40B4-BE49-F238E27FC236}">
                              <a16:creationId xmlns:a16="http://schemas.microsoft.com/office/drawing/2014/main" id="{355A8BC2-FEE9-4E74-948B-51C8DEC638F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16" y="3120"/>
                          <a:ext cx="1536" cy="9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698" name="Group 152">
            <a:extLst>
              <a:ext uri="{FF2B5EF4-FFF2-40B4-BE49-F238E27FC236}">
                <a16:creationId xmlns:a16="http://schemas.microsoft.com/office/drawing/2014/main" id="{7FEE64CC-3F0C-4E88-BDF3-2C5B30172033}"/>
              </a:ext>
            </a:extLst>
          </p:cNvPr>
          <p:cNvGrpSpPr>
            <a:grpSpLocks/>
          </p:cNvGrpSpPr>
          <p:nvPr/>
        </p:nvGrpSpPr>
        <p:grpSpPr bwMode="auto">
          <a:xfrm>
            <a:off x="3657600" y="609600"/>
            <a:ext cx="5035550" cy="2876550"/>
            <a:chOff x="480" y="1212"/>
            <a:chExt cx="3172" cy="1812"/>
          </a:xfrm>
        </p:grpSpPr>
        <p:grpSp>
          <p:nvGrpSpPr>
            <p:cNvPr id="29704" name="Group 108">
              <a:extLst>
                <a:ext uri="{FF2B5EF4-FFF2-40B4-BE49-F238E27FC236}">
                  <a16:creationId xmlns:a16="http://schemas.microsoft.com/office/drawing/2014/main" id="{41BEC14D-1D14-40B3-A5E3-B3EF9E293D96}"/>
                </a:ext>
              </a:extLst>
            </p:cNvPr>
            <p:cNvGrpSpPr>
              <a:grpSpLocks noChangeAspect="1"/>
            </p:cNvGrpSpPr>
            <p:nvPr/>
          </p:nvGrpSpPr>
          <p:grpSpPr bwMode="auto">
            <a:xfrm rot="5400000" flipH="1">
              <a:off x="1200" y="2160"/>
              <a:ext cx="1253" cy="265"/>
              <a:chOff x="1200" y="2160"/>
              <a:chExt cx="2496" cy="528"/>
            </a:xfrm>
          </p:grpSpPr>
          <p:grpSp>
            <p:nvGrpSpPr>
              <p:cNvPr id="29747" name="Group 70">
                <a:extLst>
                  <a:ext uri="{FF2B5EF4-FFF2-40B4-BE49-F238E27FC236}">
                    <a16:creationId xmlns:a16="http://schemas.microsoft.com/office/drawing/2014/main" id="{354817A2-024F-46D8-88F6-B0A6736DD7D0}"/>
                  </a:ext>
                </a:extLst>
              </p:cNvPr>
              <p:cNvGrpSpPr>
                <a:grpSpLocks noChangeAspect="1"/>
              </p:cNvGrpSpPr>
              <p:nvPr/>
            </p:nvGrpSpPr>
            <p:grpSpPr bwMode="auto">
              <a:xfrm flipV="1">
                <a:off x="1200" y="2160"/>
                <a:ext cx="576" cy="288"/>
                <a:chOff x="1056" y="2160"/>
                <a:chExt cx="576" cy="288"/>
              </a:xfrm>
            </p:grpSpPr>
            <p:sp>
              <p:nvSpPr>
                <p:cNvPr id="29772" name="Arc 68">
                  <a:extLst>
                    <a:ext uri="{FF2B5EF4-FFF2-40B4-BE49-F238E27FC236}">
                      <a16:creationId xmlns:a16="http://schemas.microsoft.com/office/drawing/2014/main" id="{F7531ACF-2939-42B4-858A-01AAA1D76A2A}"/>
                    </a:ext>
                  </a:extLst>
                </p:cNvPr>
                <p:cNvSpPr>
                  <a:spLocks noChangeAspect="1"/>
                </p:cNvSpPr>
                <p:nvPr/>
              </p:nvSpPr>
              <p:spPr bwMode="auto">
                <a:xfrm flipV="1">
                  <a:off x="1344" y="2160"/>
                  <a:ext cx="288" cy="28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5715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endParaRPr lang="es-CL" altLang="en-US">
                    <a:latin typeface="Times New Roman" panose="02020603050405020304" pitchFamily="18" charset="0"/>
                  </a:endParaRPr>
                </a:p>
              </p:txBody>
            </p:sp>
            <p:sp>
              <p:nvSpPr>
                <p:cNvPr id="29773" name="Arc 69">
                  <a:extLst>
                    <a:ext uri="{FF2B5EF4-FFF2-40B4-BE49-F238E27FC236}">
                      <a16:creationId xmlns:a16="http://schemas.microsoft.com/office/drawing/2014/main" id="{146BD83D-B237-4067-AC93-31CD9F15BD3A}"/>
                    </a:ext>
                  </a:extLst>
                </p:cNvPr>
                <p:cNvSpPr>
                  <a:spLocks noChangeAspect="1"/>
                </p:cNvSpPr>
                <p:nvPr/>
              </p:nvSpPr>
              <p:spPr bwMode="auto">
                <a:xfrm flipH="1" flipV="1">
                  <a:off x="1056" y="2160"/>
                  <a:ext cx="288" cy="28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5715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endParaRPr lang="es-CL" altLang="en-US">
                    <a:latin typeface="Times New Roman" panose="02020603050405020304" pitchFamily="18" charset="0"/>
                  </a:endParaRPr>
                </a:p>
              </p:txBody>
            </p:sp>
          </p:grpSp>
          <p:grpSp>
            <p:nvGrpSpPr>
              <p:cNvPr id="29748" name="Group 77">
                <a:extLst>
                  <a:ext uri="{FF2B5EF4-FFF2-40B4-BE49-F238E27FC236}">
                    <a16:creationId xmlns:a16="http://schemas.microsoft.com/office/drawing/2014/main" id="{2C0B0CD7-58C5-4770-B076-F36B60486C82}"/>
                  </a:ext>
                </a:extLst>
              </p:cNvPr>
              <p:cNvGrpSpPr>
                <a:grpSpLocks noChangeAspect="1"/>
              </p:cNvGrpSpPr>
              <p:nvPr/>
            </p:nvGrpSpPr>
            <p:grpSpPr bwMode="auto">
              <a:xfrm flipV="1">
                <a:off x="1680" y="2160"/>
                <a:ext cx="576" cy="288"/>
                <a:chOff x="1056" y="2160"/>
                <a:chExt cx="576" cy="288"/>
              </a:xfrm>
            </p:grpSpPr>
            <p:sp>
              <p:nvSpPr>
                <p:cNvPr id="29770" name="Arc 78">
                  <a:extLst>
                    <a:ext uri="{FF2B5EF4-FFF2-40B4-BE49-F238E27FC236}">
                      <a16:creationId xmlns:a16="http://schemas.microsoft.com/office/drawing/2014/main" id="{9AAE6650-62DF-4AD3-8FA1-BC3DCE5D7A21}"/>
                    </a:ext>
                  </a:extLst>
                </p:cNvPr>
                <p:cNvSpPr>
                  <a:spLocks noChangeAspect="1"/>
                </p:cNvSpPr>
                <p:nvPr/>
              </p:nvSpPr>
              <p:spPr bwMode="auto">
                <a:xfrm flipV="1">
                  <a:off x="1344" y="2160"/>
                  <a:ext cx="288" cy="28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5715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endParaRPr lang="es-CL" altLang="en-US">
                    <a:latin typeface="Times New Roman" panose="02020603050405020304" pitchFamily="18" charset="0"/>
                  </a:endParaRPr>
                </a:p>
              </p:txBody>
            </p:sp>
            <p:sp>
              <p:nvSpPr>
                <p:cNvPr id="29771" name="Arc 79">
                  <a:extLst>
                    <a:ext uri="{FF2B5EF4-FFF2-40B4-BE49-F238E27FC236}">
                      <a16:creationId xmlns:a16="http://schemas.microsoft.com/office/drawing/2014/main" id="{0C44C2C7-06EE-4905-BAFD-F60878EBACF4}"/>
                    </a:ext>
                  </a:extLst>
                </p:cNvPr>
                <p:cNvSpPr>
                  <a:spLocks noChangeAspect="1"/>
                </p:cNvSpPr>
                <p:nvPr/>
              </p:nvSpPr>
              <p:spPr bwMode="auto">
                <a:xfrm flipH="1" flipV="1">
                  <a:off x="1056" y="2160"/>
                  <a:ext cx="288" cy="28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5715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endParaRPr lang="es-CL" altLang="en-US">
                    <a:latin typeface="Times New Roman" panose="02020603050405020304" pitchFamily="18" charset="0"/>
                  </a:endParaRPr>
                </a:p>
              </p:txBody>
            </p:sp>
          </p:grpSp>
          <p:grpSp>
            <p:nvGrpSpPr>
              <p:cNvPr id="29749" name="Group 84">
                <a:extLst>
                  <a:ext uri="{FF2B5EF4-FFF2-40B4-BE49-F238E27FC236}">
                    <a16:creationId xmlns:a16="http://schemas.microsoft.com/office/drawing/2014/main" id="{B3DA56CB-9923-48F4-AE87-F08B3C4D4EA2}"/>
                  </a:ext>
                </a:extLst>
              </p:cNvPr>
              <p:cNvGrpSpPr>
                <a:grpSpLocks noChangeAspect="1"/>
              </p:cNvGrpSpPr>
              <p:nvPr/>
            </p:nvGrpSpPr>
            <p:grpSpPr bwMode="auto">
              <a:xfrm flipV="1">
                <a:off x="2160" y="2160"/>
                <a:ext cx="576" cy="288"/>
                <a:chOff x="1056" y="2160"/>
                <a:chExt cx="576" cy="288"/>
              </a:xfrm>
            </p:grpSpPr>
            <p:sp>
              <p:nvSpPr>
                <p:cNvPr id="29768" name="Arc 85">
                  <a:extLst>
                    <a:ext uri="{FF2B5EF4-FFF2-40B4-BE49-F238E27FC236}">
                      <a16:creationId xmlns:a16="http://schemas.microsoft.com/office/drawing/2014/main" id="{CC8688B1-0028-44D3-B65B-2FCBFB6FABB2}"/>
                    </a:ext>
                  </a:extLst>
                </p:cNvPr>
                <p:cNvSpPr>
                  <a:spLocks noChangeAspect="1"/>
                </p:cNvSpPr>
                <p:nvPr/>
              </p:nvSpPr>
              <p:spPr bwMode="auto">
                <a:xfrm flipV="1">
                  <a:off x="1344" y="2160"/>
                  <a:ext cx="288" cy="28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5715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endParaRPr lang="es-CL" altLang="en-US">
                    <a:latin typeface="Times New Roman" panose="02020603050405020304" pitchFamily="18" charset="0"/>
                  </a:endParaRPr>
                </a:p>
              </p:txBody>
            </p:sp>
            <p:sp>
              <p:nvSpPr>
                <p:cNvPr id="29769" name="Arc 86">
                  <a:extLst>
                    <a:ext uri="{FF2B5EF4-FFF2-40B4-BE49-F238E27FC236}">
                      <a16:creationId xmlns:a16="http://schemas.microsoft.com/office/drawing/2014/main" id="{392ED32E-1614-4966-BD4E-5FC667D369D4}"/>
                    </a:ext>
                  </a:extLst>
                </p:cNvPr>
                <p:cNvSpPr>
                  <a:spLocks noChangeAspect="1"/>
                </p:cNvSpPr>
                <p:nvPr/>
              </p:nvSpPr>
              <p:spPr bwMode="auto">
                <a:xfrm flipH="1" flipV="1">
                  <a:off x="1056" y="2160"/>
                  <a:ext cx="288" cy="28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5715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endParaRPr lang="es-CL" altLang="en-US">
                    <a:latin typeface="Times New Roman" panose="02020603050405020304" pitchFamily="18" charset="0"/>
                  </a:endParaRPr>
                </a:p>
              </p:txBody>
            </p:sp>
          </p:grpSp>
          <p:grpSp>
            <p:nvGrpSpPr>
              <p:cNvPr id="29750" name="Group 92">
                <a:extLst>
                  <a:ext uri="{FF2B5EF4-FFF2-40B4-BE49-F238E27FC236}">
                    <a16:creationId xmlns:a16="http://schemas.microsoft.com/office/drawing/2014/main" id="{5642DD10-9F95-4F32-AD0F-4731236DA1FD}"/>
                  </a:ext>
                </a:extLst>
              </p:cNvPr>
              <p:cNvGrpSpPr>
                <a:grpSpLocks noChangeAspect="1"/>
              </p:cNvGrpSpPr>
              <p:nvPr/>
            </p:nvGrpSpPr>
            <p:grpSpPr bwMode="auto">
              <a:xfrm>
                <a:off x="1680" y="2448"/>
                <a:ext cx="96" cy="240"/>
                <a:chOff x="1680" y="2448"/>
                <a:chExt cx="96" cy="240"/>
              </a:xfrm>
            </p:grpSpPr>
            <p:sp>
              <p:nvSpPr>
                <p:cNvPr id="29766" name="Arc 90">
                  <a:extLst>
                    <a:ext uri="{FF2B5EF4-FFF2-40B4-BE49-F238E27FC236}">
                      <a16:creationId xmlns:a16="http://schemas.microsoft.com/office/drawing/2014/main" id="{9AFD99DD-FA20-4F22-9C8D-D1D4FA1F3093}"/>
                    </a:ext>
                  </a:extLst>
                </p:cNvPr>
                <p:cNvSpPr>
                  <a:spLocks noChangeAspect="1"/>
                </p:cNvSpPr>
                <p:nvPr/>
              </p:nvSpPr>
              <p:spPr bwMode="auto">
                <a:xfrm flipH="1" flipV="1">
                  <a:off x="1680" y="2448"/>
                  <a:ext cx="48" cy="24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5715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endParaRPr lang="es-CL" altLang="en-US">
                    <a:latin typeface="Times New Roman" panose="02020603050405020304" pitchFamily="18" charset="0"/>
                  </a:endParaRPr>
                </a:p>
              </p:txBody>
            </p:sp>
            <p:sp>
              <p:nvSpPr>
                <p:cNvPr id="29767" name="Arc 91">
                  <a:extLst>
                    <a:ext uri="{FF2B5EF4-FFF2-40B4-BE49-F238E27FC236}">
                      <a16:creationId xmlns:a16="http://schemas.microsoft.com/office/drawing/2014/main" id="{F01B15D8-603B-4C06-8C5A-407157854AC8}"/>
                    </a:ext>
                  </a:extLst>
                </p:cNvPr>
                <p:cNvSpPr>
                  <a:spLocks noChangeAspect="1"/>
                </p:cNvSpPr>
                <p:nvPr/>
              </p:nvSpPr>
              <p:spPr bwMode="auto">
                <a:xfrm flipV="1">
                  <a:off x="1728" y="2448"/>
                  <a:ext cx="48" cy="24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5715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endParaRPr lang="es-CL" altLang="en-US">
                    <a:latin typeface="Times New Roman" panose="02020603050405020304" pitchFamily="18" charset="0"/>
                  </a:endParaRPr>
                </a:p>
              </p:txBody>
            </p:sp>
          </p:grpSp>
          <p:grpSp>
            <p:nvGrpSpPr>
              <p:cNvPr id="29751" name="Group 93">
                <a:extLst>
                  <a:ext uri="{FF2B5EF4-FFF2-40B4-BE49-F238E27FC236}">
                    <a16:creationId xmlns:a16="http://schemas.microsoft.com/office/drawing/2014/main" id="{3E83AE33-7C42-4672-84AF-0468D4743715}"/>
                  </a:ext>
                </a:extLst>
              </p:cNvPr>
              <p:cNvGrpSpPr>
                <a:grpSpLocks noChangeAspect="1"/>
              </p:cNvGrpSpPr>
              <p:nvPr/>
            </p:nvGrpSpPr>
            <p:grpSpPr bwMode="auto">
              <a:xfrm>
                <a:off x="2160" y="2448"/>
                <a:ext cx="96" cy="240"/>
                <a:chOff x="1680" y="2448"/>
                <a:chExt cx="96" cy="240"/>
              </a:xfrm>
            </p:grpSpPr>
            <p:sp>
              <p:nvSpPr>
                <p:cNvPr id="29764" name="Arc 94">
                  <a:extLst>
                    <a:ext uri="{FF2B5EF4-FFF2-40B4-BE49-F238E27FC236}">
                      <a16:creationId xmlns:a16="http://schemas.microsoft.com/office/drawing/2014/main" id="{64DF86F4-D4AC-471B-8DDF-01FFD9DD66EE}"/>
                    </a:ext>
                  </a:extLst>
                </p:cNvPr>
                <p:cNvSpPr>
                  <a:spLocks noChangeAspect="1"/>
                </p:cNvSpPr>
                <p:nvPr/>
              </p:nvSpPr>
              <p:spPr bwMode="auto">
                <a:xfrm flipH="1" flipV="1">
                  <a:off x="1680" y="2448"/>
                  <a:ext cx="48" cy="24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5715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endParaRPr lang="es-CL" altLang="en-US">
                    <a:latin typeface="Times New Roman" panose="02020603050405020304" pitchFamily="18" charset="0"/>
                  </a:endParaRPr>
                </a:p>
              </p:txBody>
            </p:sp>
            <p:sp>
              <p:nvSpPr>
                <p:cNvPr id="29765" name="Arc 95">
                  <a:extLst>
                    <a:ext uri="{FF2B5EF4-FFF2-40B4-BE49-F238E27FC236}">
                      <a16:creationId xmlns:a16="http://schemas.microsoft.com/office/drawing/2014/main" id="{17E2DF7D-6140-4959-B30D-2C937FF54A27}"/>
                    </a:ext>
                  </a:extLst>
                </p:cNvPr>
                <p:cNvSpPr>
                  <a:spLocks noChangeAspect="1"/>
                </p:cNvSpPr>
                <p:nvPr/>
              </p:nvSpPr>
              <p:spPr bwMode="auto">
                <a:xfrm flipV="1">
                  <a:off x="1728" y="2448"/>
                  <a:ext cx="48" cy="24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5715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endParaRPr lang="es-CL" altLang="en-US">
                    <a:latin typeface="Times New Roman" panose="02020603050405020304" pitchFamily="18" charset="0"/>
                  </a:endParaRPr>
                </a:p>
              </p:txBody>
            </p:sp>
          </p:grpSp>
          <p:grpSp>
            <p:nvGrpSpPr>
              <p:cNvPr id="29752" name="Group 96">
                <a:extLst>
                  <a:ext uri="{FF2B5EF4-FFF2-40B4-BE49-F238E27FC236}">
                    <a16:creationId xmlns:a16="http://schemas.microsoft.com/office/drawing/2014/main" id="{CD0297AE-CDAE-4D59-9A7A-501F6FB14312}"/>
                  </a:ext>
                </a:extLst>
              </p:cNvPr>
              <p:cNvGrpSpPr>
                <a:grpSpLocks noChangeAspect="1"/>
              </p:cNvGrpSpPr>
              <p:nvPr/>
            </p:nvGrpSpPr>
            <p:grpSpPr bwMode="auto">
              <a:xfrm flipV="1">
                <a:off x="2640" y="2160"/>
                <a:ext cx="576" cy="288"/>
                <a:chOff x="1056" y="2160"/>
                <a:chExt cx="576" cy="288"/>
              </a:xfrm>
            </p:grpSpPr>
            <p:sp>
              <p:nvSpPr>
                <p:cNvPr id="29762" name="Arc 97">
                  <a:extLst>
                    <a:ext uri="{FF2B5EF4-FFF2-40B4-BE49-F238E27FC236}">
                      <a16:creationId xmlns:a16="http://schemas.microsoft.com/office/drawing/2014/main" id="{ED9C191C-C649-4FBB-9AD5-788178923988}"/>
                    </a:ext>
                  </a:extLst>
                </p:cNvPr>
                <p:cNvSpPr>
                  <a:spLocks noChangeAspect="1"/>
                </p:cNvSpPr>
                <p:nvPr/>
              </p:nvSpPr>
              <p:spPr bwMode="auto">
                <a:xfrm flipV="1">
                  <a:off x="1344" y="2160"/>
                  <a:ext cx="288" cy="28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5715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endParaRPr lang="es-CL" altLang="en-US">
                    <a:latin typeface="Times New Roman" panose="02020603050405020304" pitchFamily="18" charset="0"/>
                  </a:endParaRPr>
                </a:p>
              </p:txBody>
            </p:sp>
            <p:sp>
              <p:nvSpPr>
                <p:cNvPr id="29763" name="Arc 98">
                  <a:extLst>
                    <a:ext uri="{FF2B5EF4-FFF2-40B4-BE49-F238E27FC236}">
                      <a16:creationId xmlns:a16="http://schemas.microsoft.com/office/drawing/2014/main" id="{3A4C1353-B6BB-4CEA-8269-566FF6A4B623}"/>
                    </a:ext>
                  </a:extLst>
                </p:cNvPr>
                <p:cNvSpPr>
                  <a:spLocks noChangeAspect="1"/>
                </p:cNvSpPr>
                <p:nvPr/>
              </p:nvSpPr>
              <p:spPr bwMode="auto">
                <a:xfrm flipH="1" flipV="1">
                  <a:off x="1056" y="2160"/>
                  <a:ext cx="288" cy="28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5715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endParaRPr lang="es-CL" altLang="en-US">
                    <a:latin typeface="Times New Roman" panose="02020603050405020304" pitchFamily="18" charset="0"/>
                  </a:endParaRPr>
                </a:p>
              </p:txBody>
            </p:sp>
          </p:grpSp>
          <p:grpSp>
            <p:nvGrpSpPr>
              <p:cNvPr id="29753" name="Group 99">
                <a:extLst>
                  <a:ext uri="{FF2B5EF4-FFF2-40B4-BE49-F238E27FC236}">
                    <a16:creationId xmlns:a16="http://schemas.microsoft.com/office/drawing/2014/main" id="{A4AA64A5-6C75-4699-9814-A8D14BB96C3C}"/>
                  </a:ext>
                </a:extLst>
              </p:cNvPr>
              <p:cNvGrpSpPr>
                <a:grpSpLocks noChangeAspect="1"/>
              </p:cNvGrpSpPr>
              <p:nvPr/>
            </p:nvGrpSpPr>
            <p:grpSpPr bwMode="auto">
              <a:xfrm>
                <a:off x="2640" y="2448"/>
                <a:ext cx="96" cy="240"/>
                <a:chOff x="1680" y="2448"/>
                <a:chExt cx="96" cy="240"/>
              </a:xfrm>
            </p:grpSpPr>
            <p:sp>
              <p:nvSpPr>
                <p:cNvPr id="29760" name="Arc 100">
                  <a:extLst>
                    <a:ext uri="{FF2B5EF4-FFF2-40B4-BE49-F238E27FC236}">
                      <a16:creationId xmlns:a16="http://schemas.microsoft.com/office/drawing/2014/main" id="{9362838F-1A4D-4529-81D9-3C2E86163F9C}"/>
                    </a:ext>
                  </a:extLst>
                </p:cNvPr>
                <p:cNvSpPr>
                  <a:spLocks noChangeAspect="1"/>
                </p:cNvSpPr>
                <p:nvPr/>
              </p:nvSpPr>
              <p:spPr bwMode="auto">
                <a:xfrm flipH="1" flipV="1">
                  <a:off x="1680" y="2448"/>
                  <a:ext cx="48" cy="24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5715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endParaRPr lang="es-CL" altLang="en-US">
                    <a:latin typeface="Times New Roman" panose="02020603050405020304" pitchFamily="18" charset="0"/>
                  </a:endParaRPr>
                </a:p>
              </p:txBody>
            </p:sp>
            <p:sp>
              <p:nvSpPr>
                <p:cNvPr id="29761" name="Arc 101">
                  <a:extLst>
                    <a:ext uri="{FF2B5EF4-FFF2-40B4-BE49-F238E27FC236}">
                      <a16:creationId xmlns:a16="http://schemas.microsoft.com/office/drawing/2014/main" id="{A4DFD70B-DC36-4B7D-80B8-393F9D1F2632}"/>
                    </a:ext>
                  </a:extLst>
                </p:cNvPr>
                <p:cNvSpPr>
                  <a:spLocks noChangeAspect="1"/>
                </p:cNvSpPr>
                <p:nvPr/>
              </p:nvSpPr>
              <p:spPr bwMode="auto">
                <a:xfrm flipV="1">
                  <a:off x="1728" y="2448"/>
                  <a:ext cx="48" cy="24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5715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endParaRPr lang="es-CL" altLang="en-US">
                    <a:latin typeface="Times New Roman" panose="02020603050405020304" pitchFamily="18" charset="0"/>
                  </a:endParaRPr>
                </a:p>
              </p:txBody>
            </p:sp>
          </p:grpSp>
          <p:grpSp>
            <p:nvGrpSpPr>
              <p:cNvPr id="29754" name="Group 102">
                <a:extLst>
                  <a:ext uri="{FF2B5EF4-FFF2-40B4-BE49-F238E27FC236}">
                    <a16:creationId xmlns:a16="http://schemas.microsoft.com/office/drawing/2014/main" id="{E82C5B13-4692-4F76-A4FB-ADC8CEFA5D8A}"/>
                  </a:ext>
                </a:extLst>
              </p:cNvPr>
              <p:cNvGrpSpPr>
                <a:grpSpLocks noChangeAspect="1"/>
              </p:cNvGrpSpPr>
              <p:nvPr/>
            </p:nvGrpSpPr>
            <p:grpSpPr bwMode="auto">
              <a:xfrm flipV="1">
                <a:off x="3120" y="2160"/>
                <a:ext cx="576" cy="288"/>
                <a:chOff x="1056" y="2160"/>
                <a:chExt cx="576" cy="288"/>
              </a:xfrm>
            </p:grpSpPr>
            <p:sp>
              <p:nvSpPr>
                <p:cNvPr id="29758" name="Arc 103">
                  <a:extLst>
                    <a:ext uri="{FF2B5EF4-FFF2-40B4-BE49-F238E27FC236}">
                      <a16:creationId xmlns:a16="http://schemas.microsoft.com/office/drawing/2014/main" id="{47CC48F2-128C-4C77-9340-C0336906F0E4}"/>
                    </a:ext>
                  </a:extLst>
                </p:cNvPr>
                <p:cNvSpPr>
                  <a:spLocks noChangeAspect="1"/>
                </p:cNvSpPr>
                <p:nvPr/>
              </p:nvSpPr>
              <p:spPr bwMode="auto">
                <a:xfrm flipV="1">
                  <a:off x="1344" y="2160"/>
                  <a:ext cx="288" cy="28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5715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endParaRPr lang="es-CL" altLang="en-US">
                    <a:latin typeface="Times New Roman" panose="02020603050405020304" pitchFamily="18" charset="0"/>
                  </a:endParaRPr>
                </a:p>
              </p:txBody>
            </p:sp>
            <p:sp>
              <p:nvSpPr>
                <p:cNvPr id="29759" name="Arc 104">
                  <a:extLst>
                    <a:ext uri="{FF2B5EF4-FFF2-40B4-BE49-F238E27FC236}">
                      <a16:creationId xmlns:a16="http://schemas.microsoft.com/office/drawing/2014/main" id="{AB587872-E78C-44B1-9E76-124F2BBC6E7C}"/>
                    </a:ext>
                  </a:extLst>
                </p:cNvPr>
                <p:cNvSpPr>
                  <a:spLocks noChangeAspect="1"/>
                </p:cNvSpPr>
                <p:nvPr/>
              </p:nvSpPr>
              <p:spPr bwMode="auto">
                <a:xfrm flipH="1" flipV="1">
                  <a:off x="1056" y="2160"/>
                  <a:ext cx="288" cy="28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5715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endParaRPr lang="es-CL" altLang="en-US">
                    <a:latin typeface="Times New Roman" panose="02020603050405020304" pitchFamily="18" charset="0"/>
                  </a:endParaRPr>
                </a:p>
              </p:txBody>
            </p:sp>
          </p:grpSp>
          <p:grpSp>
            <p:nvGrpSpPr>
              <p:cNvPr id="29755" name="Group 105">
                <a:extLst>
                  <a:ext uri="{FF2B5EF4-FFF2-40B4-BE49-F238E27FC236}">
                    <a16:creationId xmlns:a16="http://schemas.microsoft.com/office/drawing/2014/main" id="{7C251332-69D1-4F46-AD93-8598AA348690}"/>
                  </a:ext>
                </a:extLst>
              </p:cNvPr>
              <p:cNvGrpSpPr>
                <a:grpSpLocks noChangeAspect="1"/>
              </p:cNvGrpSpPr>
              <p:nvPr/>
            </p:nvGrpSpPr>
            <p:grpSpPr bwMode="auto">
              <a:xfrm>
                <a:off x="3120" y="2448"/>
                <a:ext cx="96" cy="240"/>
                <a:chOff x="1680" y="2448"/>
                <a:chExt cx="96" cy="240"/>
              </a:xfrm>
            </p:grpSpPr>
            <p:sp>
              <p:nvSpPr>
                <p:cNvPr id="29756" name="Arc 106">
                  <a:extLst>
                    <a:ext uri="{FF2B5EF4-FFF2-40B4-BE49-F238E27FC236}">
                      <a16:creationId xmlns:a16="http://schemas.microsoft.com/office/drawing/2014/main" id="{7929C89B-0AEE-4694-8436-F84DC22511D3}"/>
                    </a:ext>
                  </a:extLst>
                </p:cNvPr>
                <p:cNvSpPr>
                  <a:spLocks noChangeAspect="1"/>
                </p:cNvSpPr>
                <p:nvPr/>
              </p:nvSpPr>
              <p:spPr bwMode="auto">
                <a:xfrm flipH="1" flipV="1">
                  <a:off x="1680" y="2448"/>
                  <a:ext cx="48" cy="24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5715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endParaRPr lang="es-CL" altLang="en-US">
                    <a:latin typeface="Times New Roman" panose="02020603050405020304" pitchFamily="18" charset="0"/>
                  </a:endParaRPr>
                </a:p>
              </p:txBody>
            </p:sp>
            <p:sp>
              <p:nvSpPr>
                <p:cNvPr id="29757" name="Arc 107">
                  <a:extLst>
                    <a:ext uri="{FF2B5EF4-FFF2-40B4-BE49-F238E27FC236}">
                      <a16:creationId xmlns:a16="http://schemas.microsoft.com/office/drawing/2014/main" id="{9CC98575-EB5F-4D98-9C33-BC48274A4EB6}"/>
                    </a:ext>
                  </a:extLst>
                </p:cNvPr>
                <p:cNvSpPr>
                  <a:spLocks noChangeAspect="1"/>
                </p:cNvSpPr>
                <p:nvPr/>
              </p:nvSpPr>
              <p:spPr bwMode="auto">
                <a:xfrm flipV="1">
                  <a:off x="1728" y="2448"/>
                  <a:ext cx="48" cy="24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5715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endParaRPr lang="es-CL" altLang="en-US">
                    <a:latin typeface="Times New Roman" panose="02020603050405020304" pitchFamily="18" charset="0"/>
                  </a:endParaRPr>
                </a:p>
              </p:txBody>
            </p:sp>
          </p:grpSp>
        </p:grpSp>
        <p:grpSp>
          <p:nvGrpSpPr>
            <p:cNvPr id="29705" name="Group 109">
              <a:extLst>
                <a:ext uri="{FF2B5EF4-FFF2-40B4-BE49-F238E27FC236}">
                  <a16:creationId xmlns:a16="http://schemas.microsoft.com/office/drawing/2014/main" id="{CB65BB17-25F7-4576-BC88-A18AB88FD009}"/>
                </a:ext>
              </a:extLst>
            </p:cNvPr>
            <p:cNvGrpSpPr>
              <a:grpSpLocks noChangeAspect="1"/>
            </p:cNvGrpSpPr>
            <p:nvPr/>
          </p:nvGrpSpPr>
          <p:grpSpPr bwMode="auto">
            <a:xfrm rot="-5400000">
              <a:off x="1785" y="2174"/>
              <a:ext cx="1253" cy="265"/>
              <a:chOff x="1200" y="2160"/>
              <a:chExt cx="2496" cy="528"/>
            </a:xfrm>
          </p:grpSpPr>
          <p:grpSp>
            <p:nvGrpSpPr>
              <p:cNvPr id="29720" name="Group 110">
                <a:extLst>
                  <a:ext uri="{FF2B5EF4-FFF2-40B4-BE49-F238E27FC236}">
                    <a16:creationId xmlns:a16="http://schemas.microsoft.com/office/drawing/2014/main" id="{AA5D1E2E-D651-4643-9EF9-F6AE5A8D79D0}"/>
                  </a:ext>
                </a:extLst>
              </p:cNvPr>
              <p:cNvGrpSpPr>
                <a:grpSpLocks noChangeAspect="1"/>
              </p:cNvGrpSpPr>
              <p:nvPr/>
            </p:nvGrpSpPr>
            <p:grpSpPr bwMode="auto">
              <a:xfrm flipV="1">
                <a:off x="1200" y="2160"/>
                <a:ext cx="576" cy="288"/>
                <a:chOff x="1056" y="2160"/>
                <a:chExt cx="576" cy="288"/>
              </a:xfrm>
            </p:grpSpPr>
            <p:sp>
              <p:nvSpPr>
                <p:cNvPr id="29745" name="Arc 111">
                  <a:extLst>
                    <a:ext uri="{FF2B5EF4-FFF2-40B4-BE49-F238E27FC236}">
                      <a16:creationId xmlns:a16="http://schemas.microsoft.com/office/drawing/2014/main" id="{08B398CB-39F3-4AF2-B449-64CEFD6CD1B1}"/>
                    </a:ext>
                  </a:extLst>
                </p:cNvPr>
                <p:cNvSpPr>
                  <a:spLocks noChangeAspect="1"/>
                </p:cNvSpPr>
                <p:nvPr/>
              </p:nvSpPr>
              <p:spPr bwMode="auto">
                <a:xfrm flipV="1">
                  <a:off x="1344" y="2160"/>
                  <a:ext cx="288" cy="28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5715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endParaRPr lang="es-CL" altLang="en-US">
                    <a:latin typeface="Times New Roman" panose="02020603050405020304" pitchFamily="18" charset="0"/>
                  </a:endParaRPr>
                </a:p>
              </p:txBody>
            </p:sp>
            <p:sp>
              <p:nvSpPr>
                <p:cNvPr id="29746" name="Arc 112">
                  <a:extLst>
                    <a:ext uri="{FF2B5EF4-FFF2-40B4-BE49-F238E27FC236}">
                      <a16:creationId xmlns:a16="http://schemas.microsoft.com/office/drawing/2014/main" id="{D4AB90DB-7E1B-48AC-8655-D1DAE903F03C}"/>
                    </a:ext>
                  </a:extLst>
                </p:cNvPr>
                <p:cNvSpPr>
                  <a:spLocks noChangeAspect="1"/>
                </p:cNvSpPr>
                <p:nvPr/>
              </p:nvSpPr>
              <p:spPr bwMode="auto">
                <a:xfrm flipH="1" flipV="1">
                  <a:off x="1056" y="2160"/>
                  <a:ext cx="288" cy="28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5715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endParaRPr lang="es-CL" altLang="en-US">
                    <a:latin typeface="Times New Roman" panose="02020603050405020304" pitchFamily="18" charset="0"/>
                  </a:endParaRPr>
                </a:p>
              </p:txBody>
            </p:sp>
          </p:grpSp>
          <p:grpSp>
            <p:nvGrpSpPr>
              <p:cNvPr id="29721" name="Group 113">
                <a:extLst>
                  <a:ext uri="{FF2B5EF4-FFF2-40B4-BE49-F238E27FC236}">
                    <a16:creationId xmlns:a16="http://schemas.microsoft.com/office/drawing/2014/main" id="{248207B2-E997-4CBF-8089-C7F1DDB2E12C}"/>
                  </a:ext>
                </a:extLst>
              </p:cNvPr>
              <p:cNvGrpSpPr>
                <a:grpSpLocks noChangeAspect="1"/>
              </p:cNvGrpSpPr>
              <p:nvPr/>
            </p:nvGrpSpPr>
            <p:grpSpPr bwMode="auto">
              <a:xfrm flipV="1">
                <a:off x="1680" y="2160"/>
                <a:ext cx="576" cy="288"/>
                <a:chOff x="1056" y="2160"/>
                <a:chExt cx="576" cy="288"/>
              </a:xfrm>
            </p:grpSpPr>
            <p:sp>
              <p:nvSpPr>
                <p:cNvPr id="29743" name="Arc 114">
                  <a:extLst>
                    <a:ext uri="{FF2B5EF4-FFF2-40B4-BE49-F238E27FC236}">
                      <a16:creationId xmlns:a16="http://schemas.microsoft.com/office/drawing/2014/main" id="{22CAEFFB-1BE0-4798-AD5F-4F15B94096FE}"/>
                    </a:ext>
                  </a:extLst>
                </p:cNvPr>
                <p:cNvSpPr>
                  <a:spLocks noChangeAspect="1"/>
                </p:cNvSpPr>
                <p:nvPr/>
              </p:nvSpPr>
              <p:spPr bwMode="auto">
                <a:xfrm flipV="1">
                  <a:off x="1344" y="2160"/>
                  <a:ext cx="288" cy="28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5715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endParaRPr lang="es-CL" altLang="en-US">
                    <a:latin typeface="Times New Roman" panose="02020603050405020304" pitchFamily="18" charset="0"/>
                  </a:endParaRPr>
                </a:p>
              </p:txBody>
            </p:sp>
            <p:sp>
              <p:nvSpPr>
                <p:cNvPr id="29744" name="Arc 115">
                  <a:extLst>
                    <a:ext uri="{FF2B5EF4-FFF2-40B4-BE49-F238E27FC236}">
                      <a16:creationId xmlns:a16="http://schemas.microsoft.com/office/drawing/2014/main" id="{22E895B6-1757-448E-8C22-426FC26C9AC1}"/>
                    </a:ext>
                  </a:extLst>
                </p:cNvPr>
                <p:cNvSpPr>
                  <a:spLocks noChangeAspect="1"/>
                </p:cNvSpPr>
                <p:nvPr/>
              </p:nvSpPr>
              <p:spPr bwMode="auto">
                <a:xfrm flipH="1" flipV="1">
                  <a:off x="1056" y="2160"/>
                  <a:ext cx="288" cy="28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5715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endParaRPr lang="es-CL" altLang="en-US">
                    <a:latin typeface="Times New Roman" panose="02020603050405020304" pitchFamily="18" charset="0"/>
                  </a:endParaRPr>
                </a:p>
              </p:txBody>
            </p:sp>
          </p:grpSp>
          <p:grpSp>
            <p:nvGrpSpPr>
              <p:cNvPr id="29722" name="Group 116">
                <a:extLst>
                  <a:ext uri="{FF2B5EF4-FFF2-40B4-BE49-F238E27FC236}">
                    <a16:creationId xmlns:a16="http://schemas.microsoft.com/office/drawing/2014/main" id="{84BF6D37-5261-4C53-B261-ECF3E3A4DD1F}"/>
                  </a:ext>
                </a:extLst>
              </p:cNvPr>
              <p:cNvGrpSpPr>
                <a:grpSpLocks noChangeAspect="1"/>
              </p:cNvGrpSpPr>
              <p:nvPr/>
            </p:nvGrpSpPr>
            <p:grpSpPr bwMode="auto">
              <a:xfrm flipV="1">
                <a:off x="2160" y="2160"/>
                <a:ext cx="576" cy="288"/>
                <a:chOff x="1056" y="2160"/>
                <a:chExt cx="576" cy="288"/>
              </a:xfrm>
            </p:grpSpPr>
            <p:sp>
              <p:nvSpPr>
                <p:cNvPr id="29741" name="Arc 117">
                  <a:extLst>
                    <a:ext uri="{FF2B5EF4-FFF2-40B4-BE49-F238E27FC236}">
                      <a16:creationId xmlns:a16="http://schemas.microsoft.com/office/drawing/2014/main" id="{4C510C0F-6EF6-40F2-BD5F-831644DCDCE3}"/>
                    </a:ext>
                  </a:extLst>
                </p:cNvPr>
                <p:cNvSpPr>
                  <a:spLocks noChangeAspect="1"/>
                </p:cNvSpPr>
                <p:nvPr/>
              </p:nvSpPr>
              <p:spPr bwMode="auto">
                <a:xfrm flipV="1">
                  <a:off x="1344" y="2160"/>
                  <a:ext cx="288" cy="28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5715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endParaRPr lang="es-CL" altLang="en-US">
                    <a:latin typeface="Times New Roman" panose="02020603050405020304" pitchFamily="18" charset="0"/>
                  </a:endParaRPr>
                </a:p>
              </p:txBody>
            </p:sp>
            <p:sp>
              <p:nvSpPr>
                <p:cNvPr id="29742" name="Arc 118">
                  <a:extLst>
                    <a:ext uri="{FF2B5EF4-FFF2-40B4-BE49-F238E27FC236}">
                      <a16:creationId xmlns:a16="http://schemas.microsoft.com/office/drawing/2014/main" id="{544F10AE-7CC2-44FD-898F-0A3E65FDEA8B}"/>
                    </a:ext>
                  </a:extLst>
                </p:cNvPr>
                <p:cNvSpPr>
                  <a:spLocks noChangeAspect="1"/>
                </p:cNvSpPr>
                <p:nvPr/>
              </p:nvSpPr>
              <p:spPr bwMode="auto">
                <a:xfrm flipH="1" flipV="1">
                  <a:off x="1056" y="2160"/>
                  <a:ext cx="288" cy="28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5715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endParaRPr lang="es-CL" altLang="en-US">
                    <a:latin typeface="Times New Roman" panose="02020603050405020304" pitchFamily="18" charset="0"/>
                  </a:endParaRPr>
                </a:p>
              </p:txBody>
            </p:sp>
          </p:grpSp>
          <p:grpSp>
            <p:nvGrpSpPr>
              <p:cNvPr id="29723" name="Group 119">
                <a:extLst>
                  <a:ext uri="{FF2B5EF4-FFF2-40B4-BE49-F238E27FC236}">
                    <a16:creationId xmlns:a16="http://schemas.microsoft.com/office/drawing/2014/main" id="{1DA01659-2E60-4553-9EA3-E8E1596F5967}"/>
                  </a:ext>
                </a:extLst>
              </p:cNvPr>
              <p:cNvGrpSpPr>
                <a:grpSpLocks noChangeAspect="1"/>
              </p:cNvGrpSpPr>
              <p:nvPr/>
            </p:nvGrpSpPr>
            <p:grpSpPr bwMode="auto">
              <a:xfrm>
                <a:off x="1680" y="2448"/>
                <a:ext cx="96" cy="240"/>
                <a:chOff x="1680" y="2448"/>
                <a:chExt cx="96" cy="240"/>
              </a:xfrm>
            </p:grpSpPr>
            <p:sp>
              <p:nvSpPr>
                <p:cNvPr id="29739" name="Arc 120">
                  <a:extLst>
                    <a:ext uri="{FF2B5EF4-FFF2-40B4-BE49-F238E27FC236}">
                      <a16:creationId xmlns:a16="http://schemas.microsoft.com/office/drawing/2014/main" id="{04BF6E62-B90B-4D16-AAEC-9630AF4A9CAB}"/>
                    </a:ext>
                  </a:extLst>
                </p:cNvPr>
                <p:cNvSpPr>
                  <a:spLocks noChangeAspect="1"/>
                </p:cNvSpPr>
                <p:nvPr/>
              </p:nvSpPr>
              <p:spPr bwMode="auto">
                <a:xfrm flipH="1" flipV="1">
                  <a:off x="1680" y="2448"/>
                  <a:ext cx="48" cy="24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5715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endParaRPr lang="es-CL" altLang="en-US">
                    <a:latin typeface="Times New Roman" panose="02020603050405020304" pitchFamily="18" charset="0"/>
                  </a:endParaRPr>
                </a:p>
              </p:txBody>
            </p:sp>
            <p:sp>
              <p:nvSpPr>
                <p:cNvPr id="29740" name="Arc 121">
                  <a:extLst>
                    <a:ext uri="{FF2B5EF4-FFF2-40B4-BE49-F238E27FC236}">
                      <a16:creationId xmlns:a16="http://schemas.microsoft.com/office/drawing/2014/main" id="{7B32B6E7-3E82-456F-A5D6-62CF6648E2F7}"/>
                    </a:ext>
                  </a:extLst>
                </p:cNvPr>
                <p:cNvSpPr>
                  <a:spLocks noChangeAspect="1"/>
                </p:cNvSpPr>
                <p:nvPr/>
              </p:nvSpPr>
              <p:spPr bwMode="auto">
                <a:xfrm flipV="1">
                  <a:off x="1728" y="2448"/>
                  <a:ext cx="48" cy="24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5715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endParaRPr lang="es-CL" altLang="en-US">
                    <a:latin typeface="Times New Roman" panose="02020603050405020304" pitchFamily="18" charset="0"/>
                  </a:endParaRPr>
                </a:p>
              </p:txBody>
            </p:sp>
          </p:grpSp>
          <p:grpSp>
            <p:nvGrpSpPr>
              <p:cNvPr id="29724" name="Group 122">
                <a:extLst>
                  <a:ext uri="{FF2B5EF4-FFF2-40B4-BE49-F238E27FC236}">
                    <a16:creationId xmlns:a16="http://schemas.microsoft.com/office/drawing/2014/main" id="{77C2D735-941F-4EDE-B1CC-262261B03A6F}"/>
                  </a:ext>
                </a:extLst>
              </p:cNvPr>
              <p:cNvGrpSpPr>
                <a:grpSpLocks noChangeAspect="1"/>
              </p:cNvGrpSpPr>
              <p:nvPr/>
            </p:nvGrpSpPr>
            <p:grpSpPr bwMode="auto">
              <a:xfrm>
                <a:off x="2160" y="2448"/>
                <a:ext cx="96" cy="240"/>
                <a:chOff x="1680" y="2448"/>
                <a:chExt cx="96" cy="240"/>
              </a:xfrm>
            </p:grpSpPr>
            <p:sp>
              <p:nvSpPr>
                <p:cNvPr id="29737" name="Arc 123">
                  <a:extLst>
                    <a:ext uri="{FF2B5EF4-FFF2-40B4-BE49-F238E27FC236}">
                      <a16:creationId xmlns:a16="http://schemas.microsoft.com/office/drawing/2014/main" id="{04B5F3D1-317E-4815-B055-A0884A3F535D}"/>
                    </a:ext>
                  </a:extLst>
                </p:cNvPr>
                <p:cNvSpPr>
                  <a:spLocks noChangeAspect="1"/>
                </p:cNvSpPr>
                <p:nvPr/>
              </p:nvSpPr>
              <p:spPr bwMode="auto">
                <a:xfrm flipH="1" flipV="1">
                  <a:off x="1680" y="2448"/>
                  <a:ext cx="48" cy="24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5715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endParaRPr lang="es-CL" altLang="en-US">
                    <a:latin typeface="Times New Roman" panose="02020603050405020304" pitchFamily="18" charset="0"/>
                  </a:endParaRPr>
                </a:p>
              </p:txBody>
            </p:sp>
            <p:sp>
              <p:nvSpPr>
                <p:cNvPr id="29738" name="Arc 124">
                  <a:extLst>
                    <a:ext uri="{FF2B5EF4-FFF2-40B4-BE49-F238E27FC236}">
                      <a16:creationId xmlns:a16="http://schemas.microsoft.com/office/drawing/2014/main" id="{E692E201-9959-441D-BE38-B72344747FFC}"/>
                    </a:ext>
                  </a:extLst>
                </p:cNvPr>
                <p:cNvSpPr>
                  <a:spLocks noChangeAspect="1"/>
                </p:cNvSpPr>
                <p:nvPr/>
              </p:nvSpPr>
              <p:spPr bwMode="auto">
                <a:xfrm flipV="1">
                  <a:off x="1728" y="2448"/>
                  <a:ext cx="48" cy="24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5715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endParaRPr lang="es-CL" altLang="en-US">
                    <a:latin typeface="Times New Roman" panose="02020603050405020304" pitchFamily="18" charset="0"/>
                  </a:endParaRPr>
                </a:p>
              </p:txBody>
            </p:sp>
          </p:grpSp>
          <p:grpSp>
            <p:nvGrpSpPr>
              <p:cNvPr id="29725" name="Group 125">
                <a:extLst>
                  <a:ext uri="{FF2B5EF4-FFF2-40B4-BE49-F238E27FC236}">
                    <a16:creationId xmlns:a16="http://schemas.microsoft.com/office/drawing/2014/main" id="{D65EA775-0DF1-4C35-823B-4E40D3711992}"/>
                  </a:ext>
                </a:extLst>
              </p:cNvPr>
              <p:cNvGrpSpPr>
                <a:grpSpLocks noChangeAspect="1"/>
              </p:cNvGrpSpPr>
              <p:nvPr/>
            </p:nvGrpSpPr>
            <p:grpSpPr bwMode="auto">
              <a:xfrm flipV="1">
                <a:off x="2640" y="2160"/>
                <a:ext cx="576" cy="288"/>
                <a:chOff x="1056" y="2160"/>
                <a:chExt cx="576" cy="288"/>
              </a:xfrm>
            </p:grpSpPr>
            <p:sp>
              <p:nvSpPr>
                <p:cNvPr id="29735" name="Arc 126">
                  <a:extLst>
                    <a:ext uri="{FF2B5EF4-FFF2-40B4-BE49-F238E27FC236}">
                      <a16:creationId xmlns:a16="http://schemas.microsoft.com/office/drawing/2014/main" id="{E60AEF83-25D1-4854-B067-BF51D4A3823F}"/>
                    </a:ext>
                  </a:extLst>
                </p:cNvPr>
                <p:cNvSpPr>
                  <a:spLocks noChangeAspect="1"/>
                </p:cNvSpPr>
                <p:nvPr/>
              </p:nvSpPr>
              <p:spPr bwMode="auto">
                <a:xfrm flipV="1">
                  <a:off x="1344" y="2160"/>
                  <a:ext cx="288" cy="28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5715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endParaRPr lang="es-CL" altLang="en-US">
                    <a:latin typeface="Times New Roman" panose="02020603050405020304" pitchFamily="18" charset="0"/>
                  </a:endParaRPr>
                </a:p>
              </p:txBody>
            </p:sp>
            <p:sp>
              <p:nvSpPr>
                <p:cNvPr id="29736" name="Arc 127">
                  <a:extLst>
                    <a:ext uri="{FF2B5EF4-FFF2-40B4-BE49-F238E27FC236}">
                      <a16:creationId xmlns:a16="http://schemas.microsoft.com/office/drawing/2014/main" id="{EA203680-182C-48D2-917E-5886D74B458A}"/>
                    </a:ext>
                  </a:extLst>
                </p:cNvPr>
                <p:cNvSpPr>
                  <a:spLocks noChangeAspect="1"/>
                </p:cNvSpPr>
                <p:nvPr/>
              </p:nvSpPr>
              <p:spPr bwMode="auto">
                <a:xfrm flipH="1" flipV="1">
                  <a:off x="1056" y="2160"/>
                  <a:ext cx="288" cy="28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5715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endParaRPr lang="es-CL" altLang="en-US">
                    <a:latin typeface="Times New Roman" panose="02020603050405020304" pitchFamily="18" charset="0"/>
                  </a:endParaRPr>
                </a:p>
              </p:txBody>
            </p:sp>
          </p:grpSp>
          <p:grpSp>
            <p:nvGrpSpPr>
              <p:cNvPr id="29726" name="Group 128">
                <a:extLst>
                  <a:ext uri="{FF2B5EF4-FFF2-40B4-BE49-F238E27FC236}">
                    <a16:creationId xmlns:a16="http://schemas.microsoft.com/office/drawing/2014/main" id="{10DC5D8A-ECB5-450E-8C56-ABE3EBEA5055}"/>
                  </a:ext>
                </a:extLst>
              </p:cNvPr>
              <p:cNvGrpSpPr>
                <a:grpSpLocks noChangeAspect="1"/>
              </p:cNvGrpSpPr>
              <p:nvPr/>
            </p:nvGrpSpPr>
            <p:grpSpPr bwMode="auto">
              <a:xfrm>
                <a:off x="2640" y="2448"/>
                <a:ext cx="96" cy="240"/>
                <a:chOff x="1680" y="2448"/>
                <a:chExt cx="96" cy="240"/>
              </a:xfrm>
            </p:grpSpPr>
            <p:sp>
              <p:nvSpPr>
                <p:cNvPr id="29733" name="Arc 129">
                  <a:extLst>
                    <a:ext uri="{FF2B5EF4-FFF2-40B4-BE49-F238E27FC236}">
                      <a16:creationId xmlns:a16="http://schemas.microsoft.com/office/drawing/2014/main" id="{E2624321-B1C8-4098-8DB9-D4062B332617}"/>
                    </a:ext>
                  </a:extLst>
                </p:cNvPr>
                <p:cNvSpPr>
                  <a:spLocks noChangeAspect="1"/>
                </p:cNvSpPr>
                <p:nvPr/>
              </p:nvSpPr>
              <p:spPr bwMode="auto">
                <a:xfrm flipH="1" flipV="1">
                  <a:off x="1680" y="2448"/>
                  <a:ext cx="48" cy="24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5715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endParaRPr lang="es-CL" altLang="en-US">
                    <a:latin typeface="Times New Roman" panose="02020603050405020304" pitchFamily="18" charset="0"/>
                  </a:endParaRPr>
                </a:p>
              </p:txBody>
            </p:sp>
            <p:sp>
              <p:nvSpPr>
                <p:cNvPr id="29734" name="Arc 130">
                  <a:extLst>
                    <a:ext uri="{FF2B5EF4-FFF2-40B4-BE49-F238E27FC236}">
                      <a16:creationId xmlns:a16="http://schemas.microsoft.com/office/drawing/2014/main" id="{5CEAA3B9-F5F0-4B40-8B26-B59F7ADC84A9}"/>
                    </a:ext>
                  </a:extLst>
                </p:cNvPr>
                <p:cNvSpPr>
                  <a:spLocks noChangeAspect="1"/>
                </p:cNvSpPr>
                <p:nvPr/>
              </p:nvSpPr>
              <p:spPr bwMode="auto">
                <a:xfrm flipV="1">
                  <a:off x="1728" y="2448"/>
                  <a:ext cx="48" cy="24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5715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endParaRPr lang="es-CL" altLang="en-US">
                    <a:latin typeface="Times New Roman" panose="02020603050405020304" pitchFamily="18" charset="0"/>
                  </a:endParaRPr>
                </a:p>
              </p:txBody>
            </p:sp>
          </p:grpSp>
          <p:grpSp>
            <p:nvGrpSpPr>
              <p:cNvPr id="29727" name="Group 131">
                <a:extLst>
                  <a:ext uri="{FF2B5EF4-FFF2-40B4-BE49-F238E27FC236}">
                    <a16:creationId xmlns:a16="http://schemas.microsoft.com/office/drawing/2014/main" id="{D5031E0F-3EC3-408E-B257-08CFC965C2DF}"/>
                  </a:ext>
                </a:extLst>
              </p:cNvPr>
              <p:cNvGrpSpPr>
                <a:grpSpLocks noChangeAspect="1"/>
              </p:cNvGrpSpPr>
              <p:nvPr/>
            </p:nvGrpSpPr>
            <p:grpSpPr bwMode="auto">
              <a:xfrm flipV="1">
                <a:off x="3120" y="2160"/>
                <a:ext cx="576" cy="288"/>
                <a:chOff x="1056" y="2160"/>
                <a:chExt cx="576" cy="288"/>
              </a:xfrm>
            </p:grpSpPr>
            <p:sp>
              <p:nvSpPr>
                <p:cNvPr id="29731" name="Arc 132">
                  <a:extLst>
                    <a:ext uri="{FF2B5EF4-FFF2-40B4-BE49-F238E27FC236}">
                      <a16:creationId xmlns:a16="http://schemas.microsoft.com/office/drawing/2014/main" id="{343A520D-7611-4838-8D0A-5EE94C7A2BCE}"/>
                    </a:ext>
                  </a:extLst>
                </p:cNvPr>
                <p:cNvSpPr>
                  <a:spLocks noChangeAspect="1"/>
                </p:cNvSpPr>
                <p:nvPr/>
              </p:nvSpPr>
              <p:spPr bwMode="auto">
                <a:xfrm flipV="1">
                  <a:off x="1344" y="2160"/>
                  <a:ext cx="288" cy="28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5715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endParaRPr lang="es-CL" altLang="en-US">
                    <a:latin typeface="Times New Roman" panose="02020603050405020304" pitchFamily="18" charset="0"/>
                  </a:endParaRPr>
                </a:p>
              </p:txBody>
            </p:sp>
            <p:sp>
              <p:nvSpPr>
                <p:cNvPr id="29732" name="Arc 133">
                  <a:extLst>
                    <a:ext uri="{FF2B5EF4-FFF2-40B4-BE49-F238E27FC236}">
                      <a16:creationId xmlns:a16="http://schemas.microsoft.com/office/drawing/2014/main" id="{18AE20E7-A6AB-4F4D-B2FD-A2119DDB0ED0}"/>
                    </a:ext>
                  </a:extLst>
                </p:cNvPr>
                <p:cNvSpPr>
                  <a:spLocks noChangeAspect="1"/>
                </p:cNvSpPr>
                <p:nvPr/>
              </p:nvSpPr>
              <p:spPr bwMode="auto">
                <a:xfrm flipH="1" flipV="1">
                  <a:off x="1056" y="2160"/>
                  <a:ext cx="288" cy="28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5715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endParaRPr lang="es-CL" altLang="en-US">
                    <a:latin typeface="Times New Roman" panose="02020603050405020304" pitchFamily="18" charset="0"/>
                  </a:endParaRPr>
                </a:p>
              </p:txBody>
            </p:sp>
          </p:grpSp>
          <p:grpSp>
            <p:nvGrpSpPr>
              <p:cNvPr id="29728" name="Group 134">
                <a:extLst>
                  <a:ext uri="{FF2B5EF4-FFF2-40B4-BE49-F238E27FC236}">
                    <a16:creationId xmlns:a16="http://schemas.microsoft.com/office/drawing/2014/main" id="{45248413-5F0A-411E-B035-7E0B734174C7}"/>
                  </a:ext>
                </a:extLst>
              </p:cNvPr>
              <p:cNvGrpSpPr>
                <a:grpSpLocks noChangeAspect="1"/>
              </p:cNvGrpSpPr>
              <p:nvPr/>
            </p:nvGrpSpPr>
            <p:grpSpPr bwMode="auto">
              <a:xfrm>
                <a:off x="3120" y="2448"/>
                <a:ext cx="96" cy="240"/>
                <a:chOff x="1680" y="2448"/>
                <a:chExt cx="96" cy="240"/>
              </a:xfrm>
            </p:grpSpPr>
            <p:sp>
              <p:nvSpPr>
                <p:cNvPr id="29729" name="Arc 135">
                  <a:extLst>
                    <a:ext uri="{FF2B5EF4-FFF2-40B4-BE49-F238E27FC236}">
                      <a16:creationId xmlns:a16="http://schemas.microsoft.com/office/drawing/2014/main" id="{5749168C-84DC-4667-93D3-9434102C5F15}"/>
                    </a:ext>
                  </a:extLst>
                </p:cNvPr>
                <p:cNvSpPr>
                  <a:spLocks noChangeAspect="1"/>
                </p:cNvSpPr>
                <p:nvPr/>
              </p:nvSpPr>
              <p:spPr bwMode="auto">
                <a:xfrm flipH="1" flipV="1">
                  <a:off x="1680" y="2448"/>
                  <a:ext cx="48" cy="24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5715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endParaRPr lang="es-CL" altLang="en-US">
                    <a:latin typeface="Times New Roman" panose="02020603050405020304" pitchFamily="18" charset="0"/>
                  </a:endParaRPr>
                </a:p>
              </p:txBody>
            </p:sp>
            <p:sp>
              <p:nvSpPr>
                <p:cNvPr id="29730" name="Arc 136">
                  <a:extLst>
                    <a:ext uri="{FF2B5EF4-FFF2-40B4-BE49-F238E27FC236}">
                      <a16:creationId xmlns:a16="http://schemas.microsoft.com/office/drawing/2014/main" id="{8C80AAE4-0F8E-4329-9B3E-0B6B965351ED}"/>
                    </a:ext>
                  </a:extLst>
                </p:cNvPr>
                <p:cNvSpPr>
                  <a:spLocks noChangeAspect="1"/>
                </p:cNvSpPr>
                <p:nvPr/>
              </p:nvSpPr>
              <p:spPr bwMode="auto">
                <a:xfrm flipV="1">
                  <a:off x="1728" y="2448"/>
                  <a:ext cx="48" cy="24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5715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endParaRPr lang="es-CL" altLang="en-US">
                    <a:latin typeface="Times New Roman" panose="02020603050405020304" pitchFamily="18" charset="0"/>
                  </a:endParaRPr>
                </a:p>
              </p:txBody>
            </p:sp>
          </p:grpSp>
        </p:grpSp>
        <p:sp>
          <p:nvSpPr>
            <p:cNvPr id="29706" name="Line 137">
              <a:extLst>
                <a:ext uri="{FF2B5EF4-FFF2-40B4-BE49-F238E27FC236}">
                  <a16:creationId xmlns:a16="http://schemas.microsoft.com/office/drawing/2014/main" id="{DBA073D5-E7B4-454C-BBD7-737091D94285}"/>
                </a:ext>
              </a:extLst>
            </p:cNvPr>
            <p:cNvSpPr>
              <a:spLocks noChangeShapeType="1"/>
            </p:cNvSpPr>
            <p:nvPr/>
          </p:nvSpPr>
          <p:spPr bwMode="auto">
            <a:xfrm>
              <a:off x="2064" y="1632"/>
              <a:ext cx="0" cy="139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707" name="Line 138">
              <a:extLst>
                <a:ext uri="{FF2B5EF4-FFF2-40B4-BE49-F238E27FC236}">
                  <a16:creationId xmlns:a16="http://schemas.microsoft.com/office/drawing/2014/main" id="{A11ECC1B-58CA-4FC7-BAB6-E0EAE7394A02}"/>
                </a:ext>
              </a:extLst>
            </p:cNvPr>
            <p:cNvSpPr>
              <a:spLocks noChangeShapeType="1"/>
            </p:cNvSpPr>
            <p:nvPr/>
          </p:nvSpPr>
          <p:spPr bwMode="auto">
            <a:xfrm>
              <a:off x="2160" y="1632"/>
              <a:ext cx="0" cy="139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708" name="Line 139">
              <a:extLst>
                <a:ext uri="{FF2B5EF4-FFF2-40B4-BE49-F238E27FC236}">
                  <a16:creationId xmlns:a16="http://schemas.microsoft.com/office/drawing/2014/main" id="{BAEA9D5D-46C5-40EC-A43C-67E4EA3CFA52}"/>
                </a:ext>
              </a:extLst>
            </p:cNvPr>
            <p:cNvSpPr>
              <a:spLocks noChangeShapeType="1"/>
            </p:cNvSpPr>
            <p:nvPr/>
          </p:nvSpPr>
          <p:spPr bwMode="auto">
            <a:xfrm flipH="1" flipV="1">
              <a:off x="720" y="2928"/>
              <a:ext cx="110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709" name="Line 140">
              <a:extLst>
                <a:ext uri="{FF2B5EF4-FFF2-40B4-BE49-F238E27FC236}">
                  <a16:creationId xmlns:a16="http://schemas.microsoft.com/office/drawing/2014/main" id="{34E2E31A-3EEB-40BC-BE6C-F326CF4468C1}"/>
                </a:ext>
              </a:extLst>
            </p:cNvPr>
            <p:cNvSpPr>
              <a:spLocks noChangeShapeType="1"/>
            </p:cNvSpPr>
            <p:nvPr/>
          </p:nvSpPr>
          <p:spPr bwMode="auto">
            <a:xfrm flipH="1" flipV="1">
              <a:off x="720" y="1680"/>
              <a:ext cx="110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710" name="Line 141">
              <a:extLst>
                <a:ext uri="{FF2B5EF4-FFF2-40B4-BE49-F238E27FC236}">
                  <a16:creationId xmlns:a16="http://schemas.microsoft.com/office/drawing/2014/main" id="{4FC9AD2A-8D83-4429-AA9E-D51B414786B8}"/>
                </a:ext>
              </a:extLst>
            </p:cNvPr>
            <p:cNvSpPr>
              <a:spLocks noChangeShapeType="1"/>
            </p:cNvSpPr>
            <p:nvPr/>
          </p:nvSpPr>
          <p:spPr bwMode="auto">
            <a:xfrm flipH="1" flipV="1">
              <a:off x="2400" y="2928"/>
              <a:ext cx="110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711" name="Line 142">
              <a:extLst>
                <a:ext uri="{FF2B5EF4-FFF2-40B4-BE49-F238E27FC236}">
                  <a16:creationId xmlns:a16="http://schemas.microsoft.com/office/drawing/2014/main" id="{35FB8B0E-55EF-4F6E-B9C0-A0F8B0A7D850}"/>
                </a:ext>
              </a:extLst>
            </p:cNvPr>
            <p:cNvSpPr>
              <a:spLocks noChangeShapeType="1"/>
            </p:cNvSpPr>
            <p:nvPr/>
          </p:nvSpPr>
          <p:spPr bwMode="auto">
            <a:xfrm flipH="1" flipV="1">
              <a:off x="2400" y="1680"/>
              <a:ext cx="110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712" name="Text Box 143">
              <a:extLst>
                <a:ext uri="{FF2B5EF4-FFF2-40B4-BE49-F238E27FC236}">
                  <a16:creationId xmlns:a16="http://schemas.microsoft.com/office/drawing/2014/main" id="{06DFB6B7-D9EE-4800-A130-95CF7983B86F}"/>
                </a:ext>
              </a:extLst>
            </p:cNvPr>
            <p:cNvSpPr txBox="1">
              <a:spLocks noChangeArrowheads="1"/>
            </p:cNvSpPr>
            <p:nvPr/>
          </p:nvSpPr>
          <p:spPr bwMode="auto">
            <a:xfrm>
              <a:off x="1190" y="1308"/>
              <a:ext cx="288"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s-ES_tradnl" altLang="en-US" sz="3200">
                  <a:solidFill>
                    <a:schemeClr val="tx2"/>
                  </a:solidFill>
                  <a:latin typeface="Times New Roman" panose="02020603050405020304" pitchFamily="18" charset="0"/>
                </a:rPr>
                <a:t>I</a:t>
              </a:r>
              <a:r>
                <a:rPr lang="es-ES_tradnl" altLang="en-US" sz="3200" baseline="-25000">
                  <a:solidFill>
                    <a:schemeClr val="tx2"/>
                  </a:solidFill>
                  <a:latin typeface="Times New Roman" panose="02020603050405020304" pitchFamily="18" charset="0"/>
                </a:rPr>
                <a:t>1</a:t>
              </a:r>
              <a:endParaRPr lang="es-ES_tradnl" altLang="en-US" sz="3200">
                <a:solidFill>
                  <a:schemeClr val="tx2"/>
                </a:solidFill>
                <a:latin typeface="Times New Roman" panose="02020603050405020304" pitchFamily="18" charset="0"/>
              </a:endParaRPr>
            </a:p>
          </p:txBody>
        </p:sp>
        <p:sp>
          <p:nvSpPr>
            <p:cNvPr id="29713" name="Text Box 144">
              <a:extLst>
                <a:ext uri="{FF2B5EF4-FFF2-40B4-BE49-F238E27FC236}">
                  <a16:creationId xmlns:a16="http://schemas.microsoft.com/office/drawing/2014/main" id="{9EF1E6BD-8C97-4AED-99A9-D03EE5940CD9}"/>
                </a:ext>
              </a:extLst>
            </p:cNvPr>
            <p:cNvSpPr txBox="1">
              <a:spLocks noChangeArrowheads="1"/>
            </p:cNvSpPr>
            <p:nvPr/>
          </p:nvSpPr>
          <p:spPr bwMode="auto">
            <a:xfrm>
              <a:off x="2870" y="1212"/>
              <a:ext cx="288"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s-ES_tradnl" altLang="en-US" sz="3200">
                  <a:solidFill>
                    <a:schemeClr val="tx2"/>
                  </a:solidFill>
                  <a:latin typeface="Times New Roman" panose="02020603050405020304" pitchFamily="18" charset="0"/>
                </a:rPr>
                <a:t>I</a:t>
              </a:r>
              <a:r>
                <a:rPr lang="es-ES_tradnl" altLang="en-US" sz="3200" baseline="-25000">
                  <a:solidFill>
                    <a:schemeClr val="tx2"/>
                  </a:solidFill>
                  <a:latin typeface="Times New Roman" panose="02020603050405020304" pitchFamily="18" charset="0"/>
                </a:rPr>
                <a:t>2</a:t>
              </a:r>
              <a:endParaRPr lang="es-ES_tradnl" altLang="en-US" sz="3200">
                <a:solidFill>
                  <a:schemeClr val="tx2"/>
                </a:solidFill>
                <a:latin typeface="Times New Roman" panose="02020603050405020304" pitchFamily="18" charset="0"/>
              </a:endParaRPr>
            </a:p>
          </p:txBody>
        </p:sp>
        <p:sp>
          <p:nvSpPr>
            <p:cNvPr id="29714" name="Text Box 145">
              <a:extLst>
                <a:ext uri="{FF2B5EF4-FFF2-40B4-BE49-F238E27FC236}">
                  <a16:creationId xmlns:a16="http://schemas.microsoft.com/office/drawing/2014/main" id="{E8276C07-ED41-4E03-9649-FE5D5046E450}"/>
                </a:ext>
              </a:extLst>
            </p:cNvPr>
            <p:cNvSpPr txBox="1">
              <a:spLocks noChangeArrowheads="1"/>
            </p:cNvSpPr>
            <p:nvPr/>
          </p:nvSpPr>
          <p:spPr bwMode="auto">
            <a:xfrm>
              <a:off x="3263" y="2124"/>
              <a:ext cx="389"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s-ES_tradnl" altLang="en-US" sz="3200">
                  <a:solidFill>
                    <a:schemeClr val="tx2"/>
                  </a:solidFill>
                  <a:latin typeface="Times New Roman" panose="02020603050405020304" pitchFamily="18" charset="0"/>
                </a:rPr>
                <a:t>V</a:t>
              </a:r>
              <a:r>
                <a:rPr lang="es-ES_tradnl" altLang="en-US" sz="3200" baseline="-25000">
                  <a:solidFill>
                    <a:schemeClr val="tx2"/>
                  </a:solidFill>
                  <a:latin typeface="Times New Roman" panose="02020603050405020304" pitchFamily="18" charset="0"/>
                </a:rPr>
                <a:t>2</a:t>
              </a:r>
              <a:endParaRPr lang="es-ES_tradnl" altLang="en-US" sz="3200">
                <a:solidFill>
                  <a:schemeClr val="tx2"/>
                </a:solidFill>
                <a:latin typeface="Times New Roman" panose="02020603050405020304" pitchFamily="18" charset="0"/>
              </a:endParaRPr>
            </a:p>
          </p:txBody>
        </p:sp>
        <p:sp>
          <p:nvSpPr>
            <p:cNvPr id="29715" name="Text Box 146">
              <a:extLst>
                <a:ext uri="{FF2B5EF4-FFF2-40B4-BE49-F238E27FC236}">
                  <a16:creationId xmlns:a16="http://schemas.microsoft.com/office/drawing/2014/main" id="{27A556FD-3944-4917-9CFA-7DF37DB835E7}"/>
                </a:ext>
              </a:extLst>
            </p:cNvPr>
            <p:cNvSpPr txBox="1">
              <a:spLocks noChangeArrowheads="1"/>
            </p:cNvSpPr>
            <p:nvPr/>
          </p:nvSpPr>
          <p:spPr bwMode="auto">
            <a:xfrm>
              <a:off x="480" y="2083"/>
              <a:ext cx="389"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s-ES_tradnl" altLang="en-US" sz="3200">
                  <a:solidFill>
                    <a:schemeClr val="tx2"/>
                  </a:solidFill>
                  <a:latin typeface="Times New Roman" panose="02020603050405020304" pitchFamily="18" charset="0"/>
                </a:rPr>
                <a:t>V</a:t>
              </a:r>
              <a:r>
                <a:rPr lang="es-ES_tradnl" altLang="en-US" sz="3200" baseline="-25000">
                  <a:solidFill>
                    <a:schemeClr val="tx2"/>
                  </a:solidFill>
                  <a:latin typeface="Times New Roman" panose="02020603050405020304" pitchFamily="18" charset="0"/>
                </a:rPr>
                <a:t>1</a:t>
              </a:r>
              <a:endParaRPr lang="es-ES_tradnl" altLang="en-US" sz="3200">
                <a:solidFill>
                  <a:schemeClr val="tx2"/>
                </a:solidFill>
                <a:latin typeface="Times New Roman" panose="02020603050405020304" pitchFamily="18" charset="0"/>
              </a:endParaRPr>
            </a:p>
          </p:txBody>
        </p:sp>
        <p:sp>
          <p:nvSpPr>
            <p:cNvPr id="29716" name="Line 147">
              <a:extLst>
                <a:ext uri="{FF2B5EF4-FFF2-40B4-BE49-F238E27FC236}">
                  <a16:creationId xmlns:a16="http://schemas.microsoft.com/office/drawing/2014/main" id="{02A1D1D2-4385-4ABB-9B62-87D6B9CE43EE}"/>
                </a:ext>
              </a:extLst>
            </p:cNvPr>
            <p:cNvSpPr>
              <a:spLocks noChangeShapeType="1"/>
            </p:cNvSpPr>
            <p:nvPr/>
          </p:nvSpPr>
          <p:spPr bwMode="auto">
            <a:xfrm flipV="1">
              <a:off x="720" y="1680"/>
              <a:ext cx="0" cy="336"/>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717" name="Line 149">
              <a:extLst>
                <a:ext uri="{FF2B5EF4-FFF2-40B4-BE49-F238E27FC236}">
                  <a16:creationId xmlns:a16="http://schemas.microsoft.com/office/drawing/2014/main" id="{5905E5B7-63CE-48A5-B615-921F9C5D570E}"/>
                </a:ext>
              </a:extLst>
            </p:cNvPr>
            <p:cNvSpPr>
              <a:spLocks noChangeShapeType="1"/>
            </p:cNvSpPr>
            <p:nvPr/>
          </p:nvSpPr>
          <p:spPr bwMode="auto">
            <a:xfrm flipV="1">
              <a:off x="720" y="2544"/>
              <a:ext cx="0" cy="384"/>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718" name="Line 150">
              <a:extLst>
                <a:ext uri="{FF2B5EF4-FFF2-40B4-BE49-F238E27FC236}">
                  <a16:creationId xmlns:a16="http://schemas.microsoft.com/office/drawing/2014/main" id="{120E94A9-3066-4197-8668-5F4A203AFCD5}"/>
                </a:ext>
              </a:extLst>
            </p:cNvPr>
            <p:cNvSpPr>
              <a:spLocks noChangeShapeType="1"/>
            </p:cNvSpPr>
            <p:nvPr/>
          </p:nvSpPr>
          <p:spPr bwMode="auto">
            <a:xfrm>
              <a:off x="3504" y="1680"/>
              <a:ext cx="0" cy="43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719" name="Line 151">
              <a:extLst>
                <a:ext uri="{FF2B5EF4-FFF2-40B4-BE49-F238E27FC236}">
                  <a16:creationId xmlns:a16="http://schemas.microsoft.com/office/drawing/2014/main" id="{907667B7-F4BF-4B05-B565-A8A552A5AE02}"/>
                </a:ext>
              </a:extLst>
            </p:cNvPr>
            <p:cNvSpPr>
              <a:spLocks noChangeShapeType="1"/>
            </p:cNvSpPr>
            <p:nvPr/>
          </p:nvSpPr>
          <p:spPr bwMode="auto">
            <a:xfrm flipV="1">
              <a:off x="3504" y="2544"/>
              <a:ext cx="0" cy="384"/>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9699" name="Text Box 153">
            <a:extLst>
              <a:ext uri="{FF2B5EF4-FFF2-40B4-BE49-F238E27FC236}">
                <a16:creationId xmlns:a16="http://schemas.microsoft.com/office/drawing/2014/main" id="{30AF5078-51A6-4736-886C-EC9280D51EA9}"/>
              </a:ext>
            </a:extLst>
          </p:cNvPr>
          <p:cNvSpPr txBox="1">
            <a:spLocks noChangeArrowheads="1"/>
          </p:cNvSpPr>
          <p:nvPr/>
        </p:nvSpPr>
        <p:spPr bwMode="auto">
          <a:xfrm>
            <a:off x="5546725" y="3905251"/>
            <a:ext cx="141737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s-ES_tradnl" altLang="en-US" sz="3200">
                <a:solidFill>
                  <a:schemeClr val="tx2"/>
                </a:solidFill>
                <a:latin typeface="Times New Roman" panose="02020603050405020304" pitchFamily="18" charset="0"/>
              </a:rPr>
              <a:t>P</a:t>
            </a:r>
            <a:r>
              <a:rPr lang="es-ES_tradnl" altLang="en-US" sz="3200" baseline="-25000">
                <a:solidFill>
                  <a:schemeClr val="tx2"/>
                </a:solidFill>
                <a:latin typeface="Times New Roman" panose="02020603050405020304" pitchFamily="18" charset="0"/>
              </a:rPr>
              <a:t>1 </a:t>
            </a:r>
            <a:r>
              <a:rPr lang="es-ES_tradnl" altLang="en-US" sz="3200">
                <a:solidFill>
                  <a:schemeClr val="tx2"/>
                </a:solidFill>
                <a:latin typeface="Times New Roman" panose="02020603050405020304" pitchFamily="18" charset="0"/>
              </a:rPr>
              <a:t> = P</a:t>
            </a:r>
            <a:r>
              <a:rPr lang="es-ES_tradnl" altLang="en-US" sz="3200" baseline="-25000">
                <a:solidFill>
                  <a:schemeClr val="tx2"/>
                </a:solidFill>
                <a:latin typeface="Times New Roman" panose="02020603050405020304" pitchFamily="18" charset="0"/>
              </a:rPr>
              <a:t>2</a:t>
            </a:r>
            <a:endParaRPr lang="es-ES_tradnl" altLang="en-US" sz="3200">
              <a:solidFill>
                <a:schemeClr val="tx2"/>
              </a:solidFill>
              <a:latin typeface="Times New Roman" panose="02020603050405020304" pitchFamily="18" charset="0"/>
            </a:endParaRPr>
          </a:p>
        </p:txBody>
      </p:sp>
      <p:grpSp>
        <p:nvGrpSpPr>
          <p:cNvPr id="29700" name="Group 156">
            <a:extLst>
              <a:ext uri="{FF2B5EF4-FFF2-40B4-BE49-F238E27FC236}">
                <a16:creationId xmlns:a16="http://schemas.microsoft.com/office/drawing/2014/main" id="{9730A08F-3BBD-4A27-9AA5-F477BF596AFA}"/>
              </a:ext>
            </a:extLst>
          </p:cNvPr>
          <p:cNvGrpSpPr>
            <a:grpSpLocks/>
          </p:cNvGrpSpPr>
          <p:nvPr/>
        </p:nvGrpSpPr>
        <p:grpSpPr bwMode="auto">
          <a:xfrm>
            <a:off x="4724400" y="4800600"/>
            <a:ext cx="2438400" cy="838200"/>
            <a:chOff x="2016" y="3024"/>
            <a:chExt cx="1536" cy="528"/>
          </a:xfrm>
        </p:grpSpPr>
        <p:sp>
          <p:nvSpPr>
            <p:cNvPr id="29702" name="Rectangle 155">
              <a:extLst>
                <a:ext uri="{FF2B5EF4-FFF2-40B4-BE49-F238E27FC236}">
                  <a16:creationId xmlns:a16="http://schemas.microsoft.com/office/drawing/2014/main" id="{6C497D01-37CE-4BC6-8D4D-E81B5BB80B70}"/>
                </a:ext>
              </a:extLst>
            </p:cNvPr>
            <p:cNvSpPr>
              <a:spLocks noChangeArrowheads="1"/>
            </p:cNvSpPr>
            <p:nvPr/>
          </p:nvSpPr>
          <p:spPr bwMode="auto">
            <a:xfrm>
              <a:off x="2016" y="3024"/>
              <a:ext cx="1536" cy="528"/>
            </a:xfrm>
            <a:prstGeom prst="rect">
              <a:avLst/>
            </a:prstGeom>
            <a:solidFill>
              <a:schemeClr val="hlink"/>
            </a:solidFill>
            <a:ln w="9525">
              <a:solidFill>
                <a:srgbClr val="000000"/>
              </a:solidFill>
              <a:miter lim="800000"/>
              <a:headEnd/>
              <a:tailEnd/>
            </a:ln>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endParaRPr lang="es-CL" altLang="en-US">
                <a:latin typeface="Times New Roman" panose="02020603050405020304" pitchFamily="18" charset="0"/>
              </a:endParaRPr>
            </a:p>
          </p:txBody>
        </p:sp>
        <p:sp>
          <p:nvSpPr>
            <p:cNvPr id="29703" name="Text Box 154">
              <a:extLst>
                <a:ext uri="{FF2B5EF4-FFF2-40B4-BE49-F238E27FC236}">
                  <a16:creationId xmlns:a16="http://schemas.microsoft.com/office/drawing/2014/main" id="{B421BB4C-2EF0-4968-ACD0-AF8D877DDBF6}"/>
                </a:ext>
              </a:extLst>
            </p:cNvPr>
            <p:cNvSpPr txBox="1">
              <a:spLocks noChangeArrowheads="1"/>
            </p:cNvSpPr>
            <p:nvPr/>
          </p:nvSpPr>
          <p:spPr bwMode="auto">
            <a:xfrm>
              <a:off x="2150" y="3036"/>
              <a:ext cx="1344"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s-ES_tradnl" altLang="en-US" sz="3200">
                  <a:solidFill>
                    <a:schemeClr val="tx2"/>
                  </a:solidFill>
                  <a:latin typeface="Times New Roman" panose="02020603050405020304" pitchFamily="18" charset="0"/>
                </a:rPr>
                <a:t>I</a:t>
              </a:r>
              <a:r>
                <a:rPr lang="es-ES_tradnl" altLang="en-US" sz="3200" baseline="-25000">
                  <a:solidFill>
                    <a:schemeClr val="tx2"/>
                  </a:solidFill>
                  <a:latin typeface="Times New Roman" panose="02020603050405020304" pitchFamily="18" charset="0"/>
                </a:rPr>
                <a:t>1</a:t>
              </a:r>
              <a:r>
                <a:rPr lang="es-ES_tradnl" altLang="en-US" sz="3200">
                  <a:solidFill>
                    <a:schemeClr val="tx2"/>
                  </a:solidFill>
                  <a:latin typeface="Times New Roman" panose="02020603050405020304" pitchFamily="18" charset="0"/>
                </a:rPr>
                <a:t>V</a:t>
              </a:r>
              <a:r>
                <a:rPr lang="es-ES_tradnl" altLang="en-US" sz="3200" baseline="-25000">
                  <a:solidFill>
                    <a:schemeClr val="tx2"/>
                  </a:solidFill>
                  <a:latin typeface="Times New Roman" panose="02020603050405020304" pitchFamily="18" charset="0"/>
                </a:rPr>
                <a:t>1</a:t>
              </a:r>
              <a:r>
                <a:rPr lang="es-ES_tradnl" altLang="en-US" sz="3200">
                  <a:solidFill>
                    <a:schemeClr val="tx2"/>
                  </a:solidFill>
                  <a:latin typeface="Times New Roman" panose="02020603050405020304" pitchFamily="18" charset="0"/>
                </a:rPr>
                <a:t>  = I</a:t>
              </a:r>
              <a:r>
                <a:rPr lang="es-ES_tradnl" altLang="en-US" sz="3200" baseline="-25000">
                  <a:solidFill>
                    <a:schemeClr val="tx2"/>
                  </a:solidFill>
                  <a:latin typeface="Times New Roman" panose="02020603050405020304" pitchFamily="18" charset="0"/>
                </a:rPr>
                <a:t>2</a:t>
              </a:r>
              <a:r>
                <a:rPr lang="es-ES_tradnl" altLang="en-US" sz="3200">
                  <a:solidFill>
                    <a:schemeClr val="tx2"/>
                  </a:solidFill>
                  <a:latin typeface="Times New Roman" panose="02020603050405020304" pitchFamily="18" charset="0"/>
                </a:rPr>
                <a:t>V</a:t>
              </a:r>
              <a:r>
                <a:rPr lang="es-ES_tradnl" altLang="en-US" sz="3200" baseline="-25000">
                  <a:solidFill>
                    <a:schemeClr val="tx2"/>
                  </a:solidFill>
                  <a:latin typeface="Times New Roman" panose="02020603050405020304" pitchFamily="18" charset="0"/>
                </a:rPr>
                <a:t>2</a:t>
              </a:r>
              <a:endParaRPr lang="es-ES_tradnl" altLang="en-US" sz="3200">
                <a:solidFill>
                  <a:schemeClr val="tx2"/>
                </a:solidFill>
                <a:latin typeface="Times New Roman" panose="02020603050405020304" pitchFamily="18" charset="0"/>
              </a:endParaRPr>
            </a:p>
          </p:txBody>
        </p:sp>
      </p:grpSp>
      <p:sp>
        <p:nvSpPr>
          <p:cNvPr id="29701" name="Text Box 157">
            <a:extLst>
              <a:ext uri="{FF2B5EF4-FFF2-40B4-BE49-F238E27FC236}">
                <a16:creationId xmlns:a16="http://schemas.microsoft.com/office/drawing/2014/main" id="{463F89BD-FA09-4639-8D9A-E885160D3265}"/>
              </a:ext>
            </a:extLst>
          </p:cNvPr>
          <p:cNvSpPr txBox="1">
            <a:spLocks noChangeArrowheads="1"/>
          </p:cNvSpPr>
          <p:nvPr/>
        </p:nvSpPr>
        <p:spPr bwMode="auto">
          <a:xfrm>
            <a:off x="7908925" y="4819650"/>
            <a:ext cx="1244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s-ES_tradnl" altLang="en-US" sz="3200">
                <a:solidFill>
                  <a:schemeClr val="tx2"/>
                </a:solidFill>
                <a:latin typeface="Times New Roman" panose="02020603050405020304" pitchFamily="18" charset="0"/>
              </a:rPr>
              <a:t>(ideal)</a:t>
            </a: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D3FE79E1-8D79-4932-B0CF-68DDA96969A3}"/>
              </a:ext>
            </a:extLst>
          </p:cNvPr>
          <p:cNvSpPr>
            <a:spLocks noGrp="1" noChangeArrowheads="1"/>
          </p:cNvSpPr>
          <p:nvPr>
            <p:ph type="title" idx="4294967295"/>
          </p:nvPr>
        </p:nvSpPr>
        <p:spPr>
          <a:xfrm>
            <a:off x="2209800" y="644526"/>
            <a:ext cx="7772400" cy="703263"/>
          </a:xfrm>
        </p:spPr>
        <p:txBody>
          <a:bodyPr/>
          <a:lstStyle/>
          <a:p>
            <a:pPr algn="l" eaLnBrk="1" hangingPunct="1"/>
            <a:r>
              <a:rPr lang="es-ES_tradnl" altLang="en-US" sz="3200"/>
              <a:t>Lectura por inducción</a:t>
            </a:r>
          </a:p>
        </p:txBody>
      </p:sp>
      <p:sp>
        <p:nvSpPr>
          <p:cNvPr id="30723" name="Freeform 3">
            <a:extLst>
              <a:ext uri="{FF2B5EF4-FFF2-40B4-BE49-F238E27FC236}">
                <a16:creationId xmlns:a16="http://schemas.microsoft.com/office/drawing/2014/main" id="{5A1AC3A2-A61C-48B8-B230-BAE33BD6ADC0}"/>
              </a:ext>
            </a:extLst>
          </p:cNvPr>
          <p:cNvSpPr>
            <a:spLocks/>
          </p:cNvSpPr>
          <p:nvPr/>
        </p:nvSpPr>
        <p:spPr bwMode="auto">
          <a:xfrm>
            <a:off x="3994150" y="2736851"/>
            <a:ext cx="382588" cy="180975"/>
          </a:xfrm>
          <a:custGeom>
            <a:avLst/>
            <a:gdLst>
              <a:gd name="T0" fmla="*/ 0 w 270"/>
              <a:gd name="T1" fmla="*/ 0 h 128"/>
              <a:gd name="T2" fmla="*/ 542124294 w 270"/>
              <a:gd name="T3" fmla="*/ 0 h 128"/>
              <a:gd name="T4" fmla="*/ 0 60000 65536"/>
              <a:gd name="T5" fmla="*/ 0 60000 65536"/>
              <a:gd name="T6" fmla="*/ 0 w 270"/>
              <a:gd name="T7" fmla="*/ 0 h 128"/>
              <a:gd name="T8" fmla="*/ 270 w 270"/>
              <a:gd name="T9" fmla="*/ 128 h 128"/>
            </a:gdLst>
            <a:ahLst/>
            <a:cxnLst>
              <a:cxn ang="T4">
                <a:pos x="T0" y="T1"/>
              </a:cxn>
              <a:cxn ang="T5">
                <a:pos x="T2" y="T3"/>
              </a:cxn>
            </a:cxnLst>
            <a:rect l="T6" t="T7" r="T8" b="T9"/>
            <a:pathLst>
              <a:path w="270" h="128">
                <a:moveTo>
                  <a:pt x="0" y="0"/>
                </a:moveTo>
                <a:cubicBezTo>
                  <a:pt x="55" y="80"/>
                  <a:pt x="151" y="128"/>
                  <a:pt x="270" y="0"/>
                </a:cubicBezTo>
              </a:path>
            </a:pathLst>
          </a:custGeom>
          <a:noFill/>
          <a:ln w="9525">
            <a:solidFill>
              <a:srgbClr val="FF5050"/>
            </a:solidFill>
            <a:round/>
            <a:headEnd type="triangle" w="sm" len="sm"/>
            <a:tailEnd type="none" w="sm"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30724" name="Freeform 4">
            <a:extLst>
              <a:ext uri="{FF2B5EF4-FFF2-40B4-BE49-F238E27FC236}">
                <a16:creationId xmlns:a16="http://schemas.microsoft.com/office/drawing/2014/main" id="{3259464A-63CE-420A-B04D-30FF34D892FA}"/>
              </a:ext>
            </a:extLst>
          </p:cNvPr>
          <p:cNvSpPr>
            <a:spLocks/>
          </p:cNvSpPr>
          <p:nvPr/>
        </p:nvSpPr>
        <p:spPr bwMode="auto">
          <a:xfrm>
            <a:off x="3994150" y="2657476"/>
            <a:ext cx="382588" cy="61913"/>
          </a:xfrm>
          <a:custGeom>
            <a:avLst/>
            <a:gdLst>
              <a:gd name="T0" fmla="*/ 0 w 270"/>
              <a:gd name="T1" fmla="*/ 0 h 44"/>
              <a:gd name="T2" fmla="*/ 542124294 w 270"/>
              <a:gd name="T3" fmla="*/ 0 h 44"/>
              <a:gd name="T4" fmla="*/ 0 60000 65536"/>
              <a:gd name="T5" fmla="*/ 0 60000 65536"/>
              <a:gd name="T6" fmla="*/ 0 w 270"/>
              <a:gd name="T7" fmla="*/ 0 h 44"/>
              <a:gd name="T8" fmla="*/ 270 w 270"/>
              <a:gd name="T9" fmla="*/ 44 h 44"/>
            </a:gdLst>
            <a:ahLst/>
            <a:cxnLst>
              <a:cxn ang="T4">
                <a:pos x="T0" y="T1"/>
              </a:cxn>
              <a:cxn ang="T5">
                <a:pos x="T2" y="T3"/>
              </a:cxn>
            </a:cxnLst>
            <a:rect l="T6" t="T7" r="T8" b="T9"/>
            <a:pathLst>
              <a:path w="270" h="44">
                <a:moveTo>
                  <a:pt x="0" y="0"/>
                </a:moveTo>
                <a:cubicBezTo>
                  <a:pt x="67" y="40"/>
                  <a:pt x="175" y="44"/>
                  <a:pt x="270" y="0"/>
                </a:cubicBezTo>
              </a:path>
            </a:pathLst>
          </a:custGeom>
          <a:noFill/>
          <a:ln w="9525">
            <a:solidFill>
              <a:srgbClr val="FF5050"/>
            </a:solidFill>
            <a:round/>
            <a:headEnd type="triangle" w="sm" len="sm"/>
            <a:tailEnd type="none" w="sm"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grpSp>
        <p:nvGrpSpPr>
          <p:cNvPr id="30725" name="Group 5">
            <a:extLst>
              <a:ext uri="{FF2B5EF4-FFF2-40B4-BE49-F238E27FC236}">
                <a16:creationId xmlns:a16="http://schemas.microsoft.com/office/drawing/2014/main" id="{47F7FBB5-F4DC-4F8E-9A40-FDE69ECF67A2}"/>
              </a:ext>
            </a:extLst>
          </p:cNvPr>
          <p:cNvGrpSpPr>
            <a:grpSpLocks/>
          </p:cNvGrpSpPr>
          <p:nvPr/>
        </p:nvGrpSpPr>
        <p:grpSpPr bwMode="auto">
          <a:xfrm flipH="1">
            <a:off x="3586164" y="2657475"/>
            <a:ext cx="407987" cy="463550"/>
            <a:chOff x="11392" y="9783"/>
            <a:chExt cx="473" cy="536"/>
          </a:xfrm>
        </p:grpSpPr>
        <p:sp>
          <p:nvSpPr>
            <p:cNvPr id="30786" name="Freeform 6">
              <a:extLst>
                <a:ext uri="{FF2B5EF4-FFF2-40B4-BE49-F238E27FC236}">
                  <a16:creationId xmlns:a16="http://schemas.microsoft.com/office/drawing/2014/main" id="{8A5E2DEF-D37F-4E25-9124-5EE86A0E6A6E}"/>
                </a:ext>
              </a:extLst>
            </p:cNvPr>
            <p:cNvSpPr>
              <a:spLocks/>
            </p:cNvSpPr>
            <p:nvPr/>
          </p:nvSpPr>
          <p:spPr bwMode="auto">
            <a:xfrm>
              <a:off x="11420" y="9876"/>
              <a:ext cx="445" cy="210"/>
            </a:xfrm>
            <a:custGeom>
              <a:avLst/>
              <a:gdLst>
                <a:gd name="T0" fmla="*/ 0 w 270"/>
                <a:gd name="T1" fmla="*/ 0 h 128"/>
                <a:gd name="T2" fmla="*/ 733 w 270"/>
                <a:gd name="T3" fmla="*/ 0 h 128"/>
                <a:gd name="T4" fmla="*/ 0 60000 65536"/>
                <a:gd name="T5" fmla="*/ 0 60000 65536"/>
                <a:gd name="T6" fmla="*/ 0 w 270"/>
                <a:gd name="T7" fmla="*/ 0 h 128"/>
                <a:gd name="T8" fmla="*/ 270 w 270"/>
                <a:gd name="T9" fmla="*/ 128 h 128"/>
              </a:gdLst>
              <a:ahLst/>
              <a:cxnLst>
                <a:cxn ang="T4">
                  <a:pos x="T0" y="T1"/>
                </a:cxn>
                <a:cxn ang="T5">
                  <a:pos x="T2" y="T3"/>
                </a:cxn>
              </a:cxnLst>
              <a:rect l="T6" t="T7" r="T8" b="T9"/>
              <a:pathLst>
                <a:path w="270" h="128">
                  <a:moveTo>
                    <a:pt x="0" y="0"/>
                  </a:moveTo>
                  <a:cubicBezTo>
                    <a:pt x="55" y="80"/>
                    <a:pt x="151" y="128"/>
                    <a:pt x="270" y="0"/>
                  </a:cubicBezTo>
                </a:path>
              </a:pathLst>
            </a:custGeom>
            <a:noFill/>
            <a:ln w="9525">
              <a:solidFill>
                <a:srgbClr val="FF5050"/>
              </a:solidFill>
              <a:round/>
              <a:headEnd type="triangle" w="sm" len="sm"/>
              <a:tailEnd type="none" w="sm"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30787" name="Freeform 7">
              <a:extLst>
                <a:ext uri="{FF2B5EF4-FFF2-40B4-BE49-F238E27FC236}">
                  <a16:creationId xmlns:a16="http://schemas.microsoft.com/office/drawing/2014/main" id="{859A8793-F6BC-44F9-A788-417787DA1855}"/>
                </a:ext>
              </a:extLst>
            </p:cNvPr>
            <p:cNvSpPr>
              <a:spLocks/>
            </p:cNvSpPr>
            <p:nvPr/>
          </p:nvSpPr>
          <p:spPr bwMode="auto">
            <a:xfrm>
              <a:off x="11420" y="9783"/>
              <a:ext cx="445" cy="73"/>
            </a:xfrm>
            <a:custGeom>
              <a:avLst/>
              <a:gdLst>
                <a:gd name="T0" fmla="*/ 0 w 270"/>
                <a:gd name="T1" fmla="*/ 0 h 44"/>
                <a:gd name="T2" fmla="*/ 733 w 270"/>
                <a:gd name="T3" fmla="*/ 0 h 44"/>
                <a:gd name="T4" fmla="*/ 0 60000 65536"/>
                <a:gd name="T5" fmla="*/ 0 60000 65536"/>
                <a:gd name="T6" fmla="*/ 0 w 270"/>
                <a:gd name="T7" fmla="*/ 0 h 44"/>
                <a:gd name="T8" fmla="*/ 270 w 270"/>
                <a:gd name="T9" fmla="*/ 44 h 44"/>
              </a:gdLst>
              <a:ahLst/>
              <a:cxnLst>
                <a:cxn ang="T4">
                  <a:pos x="T0" y="T1"/>
                </a:cxn>
                <a:cxn ang="T5">
                  <a:pos x="T2" y="T3"/>
                </a:cxn>
              </a:cxnLst>
              <a:rect l="T6" t="T7" r="T8" b="T9"/>
              <a:pathLst>
                <a:path w="270" h="44">
                  <a:moveTo>
                    <a:pt x="0" y="0"/>
                  </a:moveTo>
                  <a:cubicBezTo>
                    <a:pt x="67" y="40"/>
                    <a:pt x="175" y="44"/>
                    <a:pt x="270" y="0"/>
                  </a:cubicBezTo>
                </a:path>
              </a:pathLst>
            </a:custGeom>
            <a:noFill/>
            <a:ln w="9525">
              <a:solidFill>
                <a:srgbClr val="FF5050"/>
              </a:solidFill>
              <a:round/>
              <a:headEnd type="triangle" w="sm" len="sm"/>
              <a:tailEnd type="none" w="sm"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30788" name="Freeform 8">
              <a:extLst>
                <a:ext uri="{FF2B5EF4-FFF2-40B4-BE49-F238E27FC236}">
                  <a16:creationId xmlns:a16="http://schemas.microsoft.com/office/drawing/2014/main" id="{38659C1B-9D41-4EB7-98FC-69C112319280}"/>
                </a:ext>
              </a:extLst>
            </p:cNvPr>
            <p:cNvSpPr>
              <a:spLocks/>
            </p:cNvSpPr>
            <p:nvPr/>
          </p:nvSpPr>
          <p:spPr bwMode="auto">
            <a:xfrm>
              <a:off x="11392" y="9981"/>
              <a:ext cx="473" cy="338"/>
            </a:xfrm>
            <a:custGeom>
              <a:avLst/>
              <a:gdLst>
                <a:gd name="T0" fmla="*/ 0 w 287"/>
                <a:gd name="T1" fmla="*/ 0 h 204"/>
                <a:gd name="T2" fmla="*/ 780 w 287"/>
                <a:gd name="T3" fmla="*/ 45 h 204"/>
                <a:gd name="T4" fmla="*/ 0 60000 65536"/>
                <a:gd name="T5" fmla="*/ 0 60000 65536"/>
                <a:gd name="T6" fmla="*/ 0 w 287"/>
                <a:gd name="T7" fmla="*/ 0 h 204"/>
                <a:gd name="T8" fmla="*/ 287 w 287"/>
                <a:gd name="T9" fmla="*/ 204 h 204"/>
              </a:gdLst>
              <a:ahLst/>
              <a:cxnLst>
                <a:cxn ang="T4">
                  <a:pos x="T0" y="T1"/>
                </a:cxn>
                <a:cxn ang="T5">
                  <a:pos x="T2" y="T3"/>
                </a:cxn>
              </a:cxnLst>
              <a:rect l="T6" t="T7" r="T8" b="T9"/>
              <a:pathLst>
                <a:path w="287" h="204">
                  <a:moveTo>
                    <a:pt x="0" y="0"/>
                  </a:moveTo>
                  <a:cubicBezTo>
                    <a:pt x="79" y="136"/>
                    <a:pt x="176" y="204"/>
                    <a:pt x="287" y="16"/>
                  </a:cubicBezTo>
                </a:path>
              </a:pathLst>
            </a:custGeom>
            <a:noFill/>
            <a:ln w="9525">
              <a:solidFill>
                <a:srgbClr val="FF5050"/>
              </a:solidFill>
              <a:round/>
              <a:headEnd type="triangle" w="sm" len="sm"/>
              <a:tailEnd type="none" w="sm"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grpSp>
      <p:sp>
        <p:nvSpPr>
          <p:cNvPr id="30726" name="Rectangle 9">
            <a:extLst>
              <a:ext uri="{FF2B5EF4-FFF2-40B4-BE49-F238E27FC236}">
                <a16:creationId xmlns:a16="http://schemas.microsoft.com/office/drawing/2014/main" id="{21A64E03-91A4-4909-8B83-2E59E88AE860}"/>
              </a:ext>
            </a:extLst>
          </p:cNvPr>
          <p:cNvSpPr>
            <a:spLocks noChangeArrowheads="1"/>
          </p:cNvSpPr>
          <p:nvPr/>
        </p:nvSpPr>
        <p:spPr bwMode="auto">
          <a:xfrm>
            <a:off x="3700464" y="2116139"/>
            <a:ext cx="3111429" cy="277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s-ES" altLang="en-US" sz="1200">
                <a:solidFill>
                  <a:srgbClr val="000000"/>
                </a:solidFill>
              </a:rPr>
              <a:t> 1     0    1    1     0     0    1     0     0    1    0</a:t>
            </a:r>
          </a:p>
        </p:txBody>
      </p:sp>
      <p:sp>
        <p:nvSpPr>
          <p:cNvPr id="30727" name="AutoShape 10">
            <a:extLst>
              <a:ext uri="{FF2B5EF4-FFF2-40B4-BE49-F238E27FC236}">
                <a16:creationId xmlns:a16="http://schemas.microsoft.com/office/drawing/2014/main" id="{C9F18EFE-4788-43EA-91A8-BD5D03435CDF}"/>
              </a:ext>
            </a:extLst>
          </p:cNvPr>
          <p:cNvSpPr>
            <a:spLocks noChangeArrowheads="1"/>
          </p:cNvSpPr>
          <p:nvPr/>
        </p:nvSpPr>
        <p:spPr bwMode="auto">
          <a:xfrm>
            <a:off x="2176463" y="2447926"/>
            <a:ext cx="4824412" cy="207963"/>
          </a:xfrm>
          <a:prstGeom prst="parallelogram">
            <a:avLst>
              <a:gd name="adj" fmla="val 87961"/>
            </a:avLst>
          </a:prstGeom>
          <a:solidFill>
            <a:srgbClr val="CC9900"/>
          </a:solidFill>
          <a:ln w="25400">
            <a:solidFill>
              <a:srgbClr val="CC9900"/>
            </a:solidFill>
            <a:miter lim="800000"/>
            <a:headEnd/>
            <a:tailEnd/>
          </a:ln>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30728" name="Line 11">
            <a:extLst>
              <a:ext uri="{FF2B5EF4-FFF2-40B4-BE49-F238E27FC236}">
                <a16:creationId xmlns:a16="http://schemas.microsoft.com/office/drawing/2014/main" id="{8857EB87-0737-4F25-A2BC-1B29DBDD08DC}"/>
              </a:ext>
            </a:extLst>
          </p:cNvPr>
          <p:cNvSpPr>
            <a:spLocks noChangeShapeType="1"/>
          </p:cNvSpPr>
          <p:nvPr/>
        </p:nvSpPr>
        <p:spPr bwMode="auto">
          <a:xfrm>
            <a:off x="3767138" y="2495550"/>
            <a:ext cx="222250" cy="0"/>
          </a:xfrm>
          <a:prstGeom prst="line">
            <a:avLst/>
          </a:prstGeom>
          <a:noFill/>
          <a:ln w="9525">
            <a:solidFill>
              <a:srgbClr val="000000"/>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0729" name="Line 12">
            <a:extLst>
              <a:ext uri="{FF2B5EF4-FFF2-40B4-BE49-F238E27FC236}">
                <a16:creationId xmlns:a16="http://schemas.microsoft.com/office/drawing/2014/main" id="{2C596632-96A5-49FA-AB0B-0446401406FC}"/>
              </a:ext>
            </a:extLst>
          </p:cNvPr>
          <p:cNvSpPr>
            <a:spLocks noChangeShapeType="1"/>
          </p:cNvSpPr>
          <p:nvPr/>
        </p:nvSpPr>
        <p:spPr bwMode="auto">
          <a:xfrm>
            <a:off x="3711575" y="2608263"/>
            <a:ext cx="223838" cy="0"/>
          </a:xfrm>
          <a:prstGeom prst="line">
            <a:avLst/>
          </a:prstGeom>
          <a:noFill/>
          <a:ln w="9525">
            <a:solidFill>
              <a:srgbClr val="000000"/>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0730" name="Line 13">
            <a:extLst>
              <a:ext uri="{FF2B5EF4-FFF2-40B4-BE49-F238E27FC236}">
                <a16:creationId xmlns:a16="http://schemas.microsoft.com/office/drawing/2014/main" id="{7449EDCC-80A9-429F-B95D-D17477490A97}"/>
              </a:ext>
            </a:extLst>
          </p:cNvPr>
          <p:cNvSpPr>
            <a:spLocks noChangeShapeType="1"/>
          </p:cNvSpPr>
          <p:nvPr/>
        </p:nvSpPr>
        <p:spPr bwMode="auto">
          <a:xfrm>
            <a:off x="4048125" y="2495550"/>
            <a:ext cx="222250" cy="0"/>
          </a:xfrm>
          <a:prstGeom prst="line">
            <a:avLst/>
          </a:prstGeom>
          <a:noFill/>
          <a:ln w="9525">
            <a:solidFill>
              <a:srgbClr val="000000"/>
            </a:solidFill>
            <a:round/>
            <a:headEnd type="stealth" w="med" len="med"/>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30731" name="Line 14">
            <a:extLst>
              <a:ext uri="{FF2B5EF4-FFF2-40B4-BE49-F238E27FC236}">
                <a16:creationId xmlns:a16="http://schemas.microsoft.com/office/drawing/2014/main" id="{6D0B6F57-33D8-4A69-83C4-CE98B7515BA9}"/>
              </a:ext>
            </a:extLst>
          </p:cNvPr>
          <p:cNvSpPr>
            <a:spLocks noChangeShapeType="1"/>
          </p:cNvSpPr>
          <p:nvPr/>
        </p:nvSpPr>
        <p:spPr bwMode="auto">
          <a:xfrm>
            <a:off x="3989389" y="2608263"/>
            <a:ext cx="223837" cy="0"/>
          </a:xfrm>
          <a:prstGeom prst="line">
            <a:avLst/>
          </a:prstGeom>
          <a:noFill/>
          <a:ln w="9525">
            <a:solidFill>
              <a:srgbClr val="000000"/>
            </a:solidFill>
            <a:round/>
            <a:headEnd type="stealth" w="med" len="med"/>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30732" name="Line 15">
            <a:extLst>
              <a:ext uri="{FF2B5EF4-FFF2-40B4-BE49-F238E27FC236}">
                <a16:creationId xmlns:a16="http://schemas.microsoft.com/office/drawing/2014/main" id="{4DE1E7F8-4E2E-4960-8F4B-43550C51AB96}"/>
              </a:ext>
            </a:extLst>
          </p:cNvPr>
          <p:cNvSpPr>
            <a:spLocks noChangeShapeType="1"/>
          </p:cNvSpPr>
          <p:nvPr/>
        </p:nvSpPr>
        <p:spPr bwMode="auto">
          <a:xfrm>
            <a:off x="4325939" y="2495550"/>
            <a:ext cx="223837" cy="0"/>
          </a:xfrm>
          <a:prstGeom prst="line">
            <a:avLst/>
          </a:prstGeom>
          <a:noFill/>
          <a:ln w="9525">
            <a:solidFill>
              <a:srgbClr val="000000"/>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0733" name="Line 16">
            <a:extLst>
              <a:ext uri="{FF2B5EF4-FFF2-40B4-BE49-F238E27FC236}">
                <a16:creationId xmlns:a16="http://schemas.microsoft.com/office/drawing/2014/main" id="{7C0845B7-18D7-4218-A7DC-4CC71887BFBB}"/>
              </a:ext>
            </a:extLst>
          </p:cNvPr>
          <p:cNvSpPr>
            <a:spLocks noChangeShapeType="1"/>
          </p:cNvSpPr>
          <p:nvPr/>
        </p:nvSpPr>
        <p:spPr bwMode="auto">
          <a:xfrm>
            <a:off x="4270376" y="2608263"/>
            <a:ext cx="225425" cy="0"/>
          </a:xfrm>
          <a:prstGeom prst="line">
            <a:avLst/>
          </a:prstGeom>
          <a:noFill/>
          <a:ln w="9525">
            <a:solidFill>
              <a:srgbClr val="000000"/>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0734" name="Line 17">
            <a:extLst>
              <a:ext uri="{FF2B5EF4-FFF2-40B4-BE49-F238E27FC236}">
                <a16:creationId xmlns:a16="http://schemas.microsoft.com/office/drawing/2014/main" id="{EAE39EF0-0B94-45A6-BB2E-4A44D1426441}"/>
              </a:ext>
            </a:extLst>
          </p:cNvPr>
          <p:cNvSpPr>
            <a:spLocks noChangeShapeType="1"/>
          </p:cNvSpPr>
          <p:nvPr/>
        </p:nvSpPr>
        <p:spPr bwMode="auto">
          <a:xfrm>
            <a:off x="4605339" y="2495550"/>
            <a:ext cx="225425" cy="0"/>
          </a:xfrm>
          <a:prstGeom prst="line">
            <a:avLst/>
          </a:prstGeom>
          <a:noFill/>
          <a:ln w="9525">
            <a:solidFill>
              <a:srgbClr val="000000"/>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0735" name="Line 18">
            <a:extLst>
              <a:ext uri="{FF2B5EF4-FFF2-40B4-BE49-F238E27FC236}">
                <a16:creationId xmlns:a16="http://schemas.microsoft.com/office/drawing/2014/main" id="{34306E60-B048-43DE-9816-CAFC04E704EE}"/>
              </a:ext>
            </a:extLst>
          </p:cNvPr>
          <p:cNvSpPr>
            <a:spLocks noChangeShapeType="1"/>
          </p:cNvSpPr>
          <p:nvPr/>
        </p:nvSpPr>
        <p:spPr bwMode="auto">
          <a:xfrm>
            <a:off x="4549775" y="2608263"/>
            <a:ext cx="223838" cy="0"/>
          </a:xfrm>
          <a:prstGeom prst="line">
            <a:avLst/>
          </a:prstGeom>
          <a:noFill/>
          <a:ln w="9525">
            <a:solidFill>
              <a:srgbClr val="000000"/>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0736" name="Line 19">
            <a:extLst>
              <a:ext uri="{FF2B5EF4-FFF2-40B4-BE49-F238E27FC236}">
                <a16:creationId xmlns:a16="http://schemas.microsoft.com/office/drawing/2014/main" id="{D52DEF47-6C75-404B-A80E-B1AAC716EF36}"/>
              </a:ext>
            </a:extLst>
          </p:cNvPr>
          <p:cNvSpPr>
            <a:spLocks noChangeShapeType="1"/>
          </p:cNvSpPr>
          <p:nvPr/>
        </p:nvSpPr>
        <p:spPr bwMode="auto">
          <a:xfrm>
            <a:off x="4884739" y="2495550"/>
            <a:ext cx="223837" cy="0"/>
          </a:xfrm>
          <a:prstGeom prst="line">
            <a:avLst/>
          </a:prstGeom>
          <a:noFill/>
          <a:ln w="9525">
            <a:solidFill>
              <a:srgbClr val="000000"/>
            </a:solidFill>
            <a:round/>
            <a:headEnd type="stealth" w="med" len="med"/>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30737" name="Line 20">
            <a:extLst>
              <a:ext uri="{FF2B5EF4-FFF2-40B4-BE49-F238E27FC236}">
                <a16:creationId xmlns:a16="http://schemas.microsoft.com/office/drawing/2014/main" id="{49C57C0C-5F28-4EAA-9696-CF07AA342BA6}"/>
              </a:ext>
            </a:extLst>
          </p:cNvPr>
          <p:cNvSpPr>
            <a:spLocks noChangeShapeType="1"/>
          </p:cNvSpPr>
          <p:nvPr/>
        </p:nvSpPr>
        <p:spPr bwMode="auto">
          <a:xfrm>
            <a:off x="4830763" y="2608263"/>
            <a:ext cx="220662" cy="0"/>
          </a:xfrm>
          <a:prstGeom prst="line">
            <a:avLst/>
          </a:prstGeom>
          <a:noFill/>
          <a:ln w="9525">
            <a:solidFill>
              <a:srgbClr val="000000"/>
            </a:solidFill>
            <a:round/>
            <a:headEnd type="stealth" w="med" len="med"/>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30738" name="Line 21">
            <a:extLst>
              <a:ext uri="{FF2B5EF4-FFF2-40B4-BE49-F238E27FC236}">
                <a16:creationId xmlns:a16="http://schemas.microsoft.com/office/drawing/2014/main" id="{142C0070-5972-442D-A84E-70F918437A6F}"/>
              </a:ext>
            </a:extLst>
          </p:cNvPr>
          <p:cNvSpPr>
            <a:spLocks noChangeShapeType="1"/>
          </p:cNvSpPr>
          <p:nvPr/>
        </p:nvSpPr>
        <p:spPr bwMode="auto">
          <a:xfrm>
            <a:off x="5164139" y="2495550"/>
            <a:ext cx="223837" cy="0"/>
          </a:xfrm>
          <a:prstGeom prst="line">
            <a:avLst/>
          </a:prstGeom>
          <a:noFill/>
          <a:ln w="9525">
            <a:solidFill>
              <a:srgbClr val="000000"/>
            </a:solidFill>
            <a:round/>
            <a:headEnd type="stealth" w="med" len="med"/>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30739" name="Line 22">
            <a:extLst>
              <a:ext uri="{FF2B5EF4-FFF2-40B4-BE49-F238E27FC236}">
                <a16:creationId xmlns:a16="http://schemas.microsoft.com/office/drawing/2014/main" id="{1B455334-2580-4C9E-88EF-C62C2F7D1988}"/>
              </a:ext>
            </a:extLst>
          </p:cNvPr>
          <p:cNvSpPr>
            <a:spLocks noChangeShapeType="1"/>
          </p:cNvSpPr>
          <p:nvPr/>
        </p:nvSpPr>
        <p:spPr bwMode="auto">
          <a:xfrm>
            <a:off x="5108575" y="2608263"/>
            <a:ext cx="223838" cy="0"/>
          </a:xfrm>
          <a:prstGeom prst="line">
            <a:avLst/>
          </a:prstGeom>
          <a:noFill/>
          <a:ln w="9525">
            <a:solidFill>
              <a:srgbClr val="000000"/>
            </a:solidFill>
            <a:round/>
            <a:headEnd type="stealth" w="med" len="med"/>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30740" name="Line 23">
            <a:extLst>
              <a:ext uri="{FF2B5EF4-FFF2-40B4-BE49-F238E27FC236}">
                <a16:creationId xmlns:a16="http://schemas.microsoft.com/office/drawing/2014/main" id="{E9BFDE01-8D8C-4446-B565-4CFB7CE71AFC}"/>
              </a:ext>
            </a:extLst>
          </p:cNvPr>
          <p:cNvSpPr>
            <a:spLocks noChangeShapeType="1"/>
          </p:cNvSpPr>
          <p:nvPr/>
        </p:nvSpPr>
        <p:spPr bwMode="auto">
          <a:xfrm>
            <a:off x="5445125" y="2495550"/>
            <a:ext cx="223838" cy="0"/>
          </a:xfrm>
          <a:prstGeom prst="line">
            <a:avLst/>
          </a:prstGeom>
          <a:noFill/>
          <a:ln w="9525">
            <a:solidFill>
              <a:srgbClr val="000000"/>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0741" name="Line 24">
            <a:extLst>
              <a:ext uri="{FF2B5EF4-FFF2-40B4-BE49-F238E27FC236}">
                <a16:creationId xmlns:a16="http://schemas.microsoft.com/office/drawing/2014/main" id="{E5BC5F68-C6D1-47AA-A558-88EE2DCD2E5A}"/>
              </a:ext>
            </a:extLst>
          </p:cNvPr>
          <p:cNvSpPr>
            <a:spLocks noChangeShapeType="1"/>
          </p:cNvSpPr>
          <p:nvPr/>
        </p:nvSpPr>
        <p:spPr bwMode="auto">
          <a:xfrm>
            <a:off x="5387976" y="2608263"/>
            <a:ext cx="225425" cy="0"/>
          </a:xfrm>
          <a:prstGeom prst="line">
            <a:avLst/>
          </a:prstGeom>
          <a:noFill/>
          <a:ln w="9525">
            <a:solidFill>
              <a:srgbClr val="000000"/>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0742" name="Line 25">
            <a:extLst>
              <a:ext uri="{FF2B5EF4-FFF2-40B4-BE49-F238E27FC236}">
                <a16:creationId xmlns:a16="http://schemas.microsoft.com/office/drawing/2014/main" id="{5EA9FC4F-E75F-44D3-9DD7-3ADB982405D3}"/>
              </a:ext>
            </a:extLst>
          </p:cNvPr>
          <p:cNvSpPr>
            <a:spLocks noChangeShapeType="1"/>
          </p:cNvSpPr>
          <p:nvPr/>
        </p:nvSpPr>
        <p:spPr bwMode="auto">
          <a:xfrm>
            <a:off x="5724525" y="2495550"/>
            <a:ext cx="222250" cy="0"/>
          </a:xfrm>
          <a:prstGeom prst="line">
            <a:avLst/>
          </a:prstGeom>
          <a:noFill/>
          <a:ln w="9525">
            <a:solidFill>
              <a:srgbClr val="000000"/>
            </a:solidFill>
            <a:round/>
            <a:headEnd type="stealth" w="med" len="med"/>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30743" name="Line 26">
            <a:extLst>
              <a:ext uri="{FF2B5EF4-FFF2-40B4-BE49-F238E27FC236}">
                <a16:creationId xmlns:a16="http://schemas.microsoft.com/office/drawing/2014/main" id="{62CF5C5D-26AA-4D62-8048-8D94B954D99E}"/>
              </a:ext>
            </a:extLst>
          </p:cNvPr>
          <p:cNvSpPr>
            <a:spLocks noChangeShapeType="1"/>
          </p:cNvSpPr>
          <p:nvPr/>
        </p:nvSpPr>
        <p:spPr bwMode="auto">
          <a:xfrm>
            <a:off x="5668964" y="2608263"/>
            <a:ext cx="223837" cy="0"/>
          </a:xfrm>
          <a:prstGeom prst="line">
            <a:avLst/>
          </a:prstGeom>
          <a:noFill/>
          <a:ln w="9525">
            <a:solidFill>
              <a:srgbClr val="000000"/>
            </a:solidFill>
            <a:round/>
            <a:headEnd type="stealth" w="med" len="med"/>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30744" name="Line 27">
            <a:extLst>
              <a:ext uri="{FF2B5EF4-FFF2-40B4-BE49-F238E27FC236}">
                <a16:creationId xmlns:a16="http://schemas.microsoft.com/office/drawing/2014/main" id="{A846E47C-07F7-4FE6-BBBD-CF1DA752A8C5}"/>
              </a:ext>
            </a:extLst>
          </p:cNvPr>
          <p:cNvSpPr>
            <a:spLocks noChangeShapeType="1"/>
          </p:cNvSpPr>
          <p:nvPr/>
        </p:nvSpPr>
        <p:spPr bwMode="auto">
          <a:xfrm>
            <a:off x="6005513" y="2495550"/>
            <a:ext cx="222250" cy="0"/>
          </a:xfrm>
          <a:prstGeom prst="line">
            <a:avLst/>
          </a:prstGeom>
          <a:noFill/>
          <a:ln w="9525">
            <a:solidFill>
              <a:srgbClr val="000000"/>
            </a:solidFill>
            <a:round/>
            <a:headEnd type="stealth" w="med" len="med"/>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30745" name="Line 28">
            <a:extLst>
              <a:ext uri="{FF2B5EF4-FFF2-40B4-BE49-F238E27FC236}">
                <a16:creationId xmlns:a16="http://schemas.microsoft.com/office/drawing/2014/main" id="{5913E65E-7423-43AD-9204-39B18E85959F}"/>
              </a:ext>
            </a:extLst>
          </p:cNvPr>
          <p:cNvSpPr>
            <a:spLocks noChangeShapeType="1"/>
          </p:cNvSpPr>
          <p:nvPr/>
        </p:nvSpPr>
        <p:spPr bwMode="auto">
          <a:xfrm>
            <a:off x="5946775" y="2608263"/>
            <a:ext cx="223838" cy="0"/>
          </a:xfrm>
          <a:prstGeom prst="line">
            <a:avLst/>
          </a:prstGeom>
          <a:noFill/>
          <a:ln w="9525">
            <a:solidFill>
              <a:srgbClr val="000000"/>
            </a:solidFill>
            <a:round/>
            <a:headEnd type="stealth" w="med" len="med"/>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30746" name="Line 29">
            <a:extLst>
              <a:ext uri="{FF2B5EF4-FFF2-40B4-BE49-F238E27FC236}">
                <a16:creationId xmlns:a16="http://schemas.microsoft.com/office/drawing/2014/main" id="{98194278-B7A7-4912-9473-A77B458151B7}"/>
              </a:ext>
            </a:extLst>
          </p:cNvPr>
          <p:cNvSpPr>
            <a:spLocks noChangeShapeType="1"/>
          </p:cNvSpPr>
          <p:nvPr/>
        </p:nvSpPr>
        <p:spPr bwMode="auto">
          <a:xfrm>
            <a:off x="6283325" y="2495550"/>
            <a:ext cx="223838" cy="0"/>
          </a:xfrm>
          <a:prstGeom prst="line">
            <a:avLst/>
          </a:prstGeom>
          <a:noFill/>
          <a:ln w="9525">
            <a:solidFill>
              <a:srgbClr val="000000"/>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0747" name="Line 30">
            <a:extLst>
              <a:ext uri="{FF2B5EF4-FFF2-40B4-BE49-F238E27FC236}">
                <a16:creationId xmlns:a16="http://schemas.microsoft.com/office/drawing/2014/main" id="{D9CE9196-7875-4927-8028-5AF9F540E1AF}"/>
              </a:ext>
            </a:extLst>
          </p:cNvPr>
          <p:cNvSpPr>
            <a:spLocks noChangeShapeType="1"/>
          </p:cNvSpPr>
          <p:nvPr/>
        </p:nvSpPr>
        <p:spPr bwMode="auto">
          <a:xfrm>
            <a:off x="6227763" y="2608263"/>
            <a:ext cx="220662" cy="0"/>
          </a:xfrm>
          <a:prstGeom prst="line">
            <a:avLst/>
          </a:prstGeom>
          <a:noFill/>
          <a:ln w="9525">
            <a:solidFill>
              <a:srgbClr val="000000"/>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0748" name="Line 31">
            <a:extLst>
              <a:ext uri="{FF2B5EF4-FFF2-40B4-BE49-F238E27FC236}">
                <a16:creationId xmlns:a16="http://schemas.microsoft.com/office/drawing/2014/main" id="{6C66500C-9A5A-4F61-AD42-201B5DA2469E}"/>
              </a:ext>
            </a:extLst>
          </p:cNvPr>
          <p:cNvSpPr>
            <a:spLocks noChangeShapeType="1"/>
          </p:cNvSpPr>
          <p:nvPr/>
        </p:nvSpPr>
        <p:spPr bwMode="auto">
          <a:xfrm>
            <a:off x="6562726" y="2495550"/>
            <a:ext cx="225425" cy="0"/>
          </a:xfrm>
          <a:prstGeom prst="line">
            <a:avLst/>
          </a:prstGeom>
          <a:noFill/>
          <a:ln w="9525">
            <a:solidFill>
              <a:srgbClr val="000000"/>
            </a:solidFill>
            <a:round/>
            <a:headEnd type="stealth" w="med" len="med"/>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30749" name="Line 32">
            <a:extLst>
              <a:ext uri="{FF2B5EF4-FFF2-40B4-BE49-F238E27FC236}">
                <a16:creationId xmlns:a16="http://schemas.microsoft.com/office/drawing/2014/main" id="{B70B6ECE-720D-4387-88CC-D084BE90317C}"/>
              </a:ext>
            </a:extLst>
          </p:cNvPr>
          <p:cNvSpPr>
            <a:spLocks noChangeShapeType="1"/>
          </p:cNvSpPr>
          <p:nvPr/>
        </p:nvSpPr>
        <p:spPr bwMode="auto">
          <a:xfrm>
            <a:off x="6507163" y="2608263"/>
            <a:ext cx="222250" cy="0"/>
          </a:xfrm>
          <a:prstGeom prst="line">
            <a:avLst/>
          </a:prstGeom>
          <a:noFill/>
          <a:ln w="9525">
            <a:solidFill>
              <a:srgbClr val="000000"/>
            </a:solidFill>
            <a:round/>
            <a:headEnd type="stealth" w="med" len="med"/>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30750" name="Freeform 33">
            <a:extLst>
              <a:ext uri="{FF2B5EF4-FFF2-40B4-BE49-F238E27FC236}">
                <a16:creationId xmlns:a16="http://schemas.microsoft.com/office/drawing/2014/main" id="{93F580BC-5D87-4800-95CC-D683DF5E891D}"/>
              </a:ext>
            </a:extLst>
          </p:cNvPr>
          <p:cNvSpPr>
            <a:spLocks/>
          </p:cNvSpPr>
          <p:nvPr/>
        </p:nvSpPr>
        <p:spPr bwMode="auto">
          <a:xfrm flipH="1" flipV="1">
            <a:off x="2520951" y="2473326"/>
            <a:ext cx="390525" cy="155575"/>
          </a:xfrm>
          <a:custGeom>
            <a:avLst/>
            <a:gdLst>
              <a:gd name="T0" fmla="*/ 113983385 w 1338"/>
              <a:gd name="T1" fmla="*/ 49590011 h 247"/>
              <a:gd name="T2" fmla="*/ 46769018 w 1338"/>
              <a:gd name="T3" fmla="*/ 97990220 h 247"/>
              <a:gd name="T4" fmla="*/ 64062440 w 1338"/>
              <a:gd name="T5" fmla="*/ 65855468 h 247"/>
              <a:gd name="T6" fmla="*/ 0 w 1338"/>
              <a:gd name="T7" fmla="*/ 65459287 h 247"/>
              <a:gd name="T8" fmla="*/ 19423221 w 1338"/>
              <a:gd name="T9" fmla="*/ 27770455 h 247"/>
              <a:gd name="T10" fmla="*/ 81781721 w 1338"/>
              <a:gd name="T11" fmla="*/ 27770455 h 247"/>
              <a:gd name="T12" fmla="*/ 99501275 w 1338"/>
              <a:gd name="T13" fmla="*/ 0 h 247"/>
              <a:gd name="T14" fmla="*/ 113983385 w 1338"/>
              <a:gd name="T15" fmla="*/ 49590011 h 247"/>
              <a:gd name="T16" fmla="*/ 0 60000 65536"/>
              <a:gd name="T17" fmla="*/ 0 60000 65536"/>
              <a:gd name="T18" fmla="*/ 0 60000 65536"/>
              <a:gd name="T19" fmla="*/ 0 60000 65536"/>
              <a:gd name="T20" fmla="*/ 0 60000 65536"/>
              <a:gd name="T21" fmla="*/ 0 60000 65536"/>
              <a:gd name="T22" fmla="*/ 0 60000 65536"/>
              <a:gd name="T23" fmla="*/ 0 60000 65536"/>
              <a:gd name="T24" fmla="*/ 0 w 1338"/>
              <a:gd name="T25" fmla="*/ 0 h 247"/>
              <a:gd name="T26" fmla="*/ 1338 w 1338"/>
              <a:gd name="T27" fmla="*/ 247 h 24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338" h="247">
                <a:moveTo>
                  <a:pt x="1338" y="125"/>
                </a:moveTo>
                <a:lnTo>
                  <a:pt x="549" y="247"/>
                </a:lnTo>
                <a:lnTo>
                  <a:pt x="752" y="166"/>
                </a:lnTo>
                <a:lnTo>
                  <a:pt x="0" y="165"/>
                </a:lnTo>
                <a:lnTo>
                  <a:pt x="228" y="70"/>
                </a:lnTo>
                <a:lnTo>
                  <a:pt x="960" y="70"/>
                </a:lnTo>
                <a:lnTo>
                  <a:pt x="1168" y="0"/>
                </a:lnTo>
                <a:lnTo>
                  <a:pt x="1338" y="125"/>
                </a:lnTo>
              </a:path>
            </a:pathLst>
          </a:custGeom>
          <a:solidFill>
            <a:srgbClr val="FF6600"/>
          </a:solidFill>
          <a:ln w="9525">
            <a:solidFill>
              <a:srgbClr val="CC3300"/>
            </a:solidFill>
            <a:round/>
            <a:headEnd/>
            <a:tailEnd/>
          </a:ln>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30751" name="Freeform 34">
            <a:extLst>
              <a:ext uri="{FF2B5EF4-FFF2-40B4-BE49-F238E27FC236}">
                <a16:creationId xmlns:a16="http://schemas.microsoft.com/office/drawing/2014/main" id="{9613BA1C-C5CD-45AF-97F1-2DB2E0FD4F7B}"/>
              </a:ext>
            </a:extLst>
          </p:cNvPr>
          <p:cNvSpPr>
            <a:spLocks/>
          </p:cNvSpPr>
          <p:nvPr/>
        </p:nvSpPr>
        <p:spPr bwMode="auto">
          <a:xfrm>
            <a:off x="2365375" y="3176588"/>
            <a:ext cx="2330450" cy="2328862"/>
          </a:xfrm>
          <a:custGeom>
            <a:avLst/>
            <a:gdLst>
              <a:gd name="T0" fmla="*/ 1017915616 w 2184"/>
              <a:gd name="T1" fmla="*/ 0 h 2184"/>
              <a:gd name="T2" fmla="*/ 0 w 2184"/>
              <a:gd name="T3" fmla="*/ 0 h 2184"/>
              <a:gd name="T4" fmla="*/ 0 w 2184"/>
              <a:gd name="T5" fmla="*/ 2147483647 h 2184"/>
              <a:gd name="T6" fmla="*/ 2147483647 w 2184"/>
              <a:gd name="T7" fmla="*/ 2147483647 h 2184"/>
              <a:gd name="T8" fmla="*/ 2147483647 w 2184"/>
              <a:gd name="T9" fmla="*/ 6822370 h 2184"/>
              <a:gd name="T10" fmla="*/ 1468804403 w 2184"/>
              <a:gd name="T11" fmla="*/ 6822370 h 2184"/>
              <a:gd name="T12" fmla="*/ 1468804403 w 2184"/>
              <a:gd name="T13" fmla="*/ 552609835 h 2184"/>
              <a:gd name="T14" fmla="*/ 1933356568 w 2184"/>
              <a:gd name="T15" fmla="*/ 552609835 h 2184"/>
              <a:gd name="T16" fmla="*/ 1933356568 w 2184"/>
              <a:gd name="T17" fmla="*/ 1930722237 h 2184"/>
              <a:gd name="T18" fmla="*/ 553363318 w 2184"/>
              <a:gd name="T19" fmla="*/ 1930722237 h 2184"/>
              <a:gd name="T20" fmla="*/ 553363318 w 2184"/>
              <a:gd name="T21" fmla="*/ 552609835 h 2184"/>
              <a:gd name="T22" fmla="*/ 1017915616 w 2184"/>
              <a:gd name="T23" fmla="*/ 552609835 h 2184"/>
              <a:gd name="T24" fmla="*/ 1017915616 w 2184"/>
              <a:gd name="T25" fmla="*/ 0 h 218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184"/>
              <a:gd name="T40" fmla="*/ 0 h 2184"/>
              <a:gd name="T41" fmla="*/ 2184 w 2184"/>
              <a:gd name="T42" fmla="*/ 2184 h 218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184" h="2184">
                <a:moveTo>
                  <a:pt x="894" y="0"/>
                </a:moveTo>
                <a:lnTo>
                  <a:pt x="0" y="0"/>
                </a:lnTo>
                <a:lnTo>
                  <a:pt x="0" y="2184"/>
                </a:lnTo>
                <a:lnTo>
                  <a:pt x="2184" y="2184"/>
                </a:lnTo>
                <a:lnTo>
                  <a:pt x="2184" y="6"/>
                </a:lnTo>
                <a:lnTo>
                  <a:pt x="1290" y="6"/>
                </a:lnTo>
                <a:lnTo>
                  <a:pt x="1290" y="486"/>
                </a:lnTo>
                <a:lnTo>
                  <a:pt x="1698" y="486"/>
                </a:lnTo>
                <a:lnTo>
                  <a:pt x="1698" y="1698"/>
                </a:lnTo>
                <a:lnTo>
                  <a:pt x="486" y="1698"/>
                </a:lnTo>
                <a:lnTo>
                  <a:pt x="486" y="486"/>
                </a:lnTo>
                <a:lnTo>
                  <a:pt x="894" y="486"/>
                </a:lnTo>
                <a:lnTo>
                  <a:pt x="894" y="0"/>
                </a:lnTo>
                <a:close/>
              </a:path>
            </a:pathLst>
          </a:custGeom>
          <a:solidFill>
            <a:srgbClr val="A6C8CD"/>
          </a:solidFill>
          <a:ln w="9525">
            <a:miter lim="800000"/>
            <a:headEnd/>
            <a:tailEnd/>
          </a:ln>
          <a:scene3d>
            <a:camera prst="legacyObliqueTopRight"/>
            <a:lightRig rig="legacyFlat3" dir="b"/>
          </a:scene3d>
          <a:sp3d extrusionH="519100" prstMaterial="legacyMatte">
            <a:bevelT w="13500" h="13500" prst="angle"/>
            <a:bevelB w="13500" h="13500" prst="angle"/>
            <a:extrusionClr>
              <a:srgbClr val="DDDDDD"/>
            </a:extrusionClr>
            <a:contourClr>
              <a:srgbClr val="A6C8CD"/>
            </a:contourClr>
          </a:sp3d>
        </p:spPr>
        <p:txBody>
          <a:bodyPr wrap="none" anchor="ctr">
            <a:flatTx/>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30752" name="Arc 35">
            <a:extLst>
              <a:ext uri="{FF2B5EF4-FFF2-40B4-BE49-F238E27FC236}">
                <a16:creationId xmlns:a16="http://schemas.microsoft.com/office/drawing/2014/main" id="{C41FEE0E-92D4-44F8-AF0A-CCC39F7CD3EB}"/>
              </a:ext>
            </a:extLst>
          </p:cNvPr>
          <p:cNvSpPr>
            <a:spLocks noChangeAspect="1"/>
          </p:cNvSpPr>
          <p:nvPr/>
        </p:nvSpPr>
        <p:spPr bwMode="auto">
          <a:xfrm rot="5400000">
            <a:off x="2973388" y="4611688"/>
            <a:ext cx="538162" cy="309562"/>
          </a:xfrm>
          <a:custGeom>
            <a:avLst/>
            <a:gdLst>
              <a:gd name="T0" fmla="*/ 330569975 w 21600"/>
              <a:gd name="T1" fmla="*/ 19371195 h 39133"/>
              <a:gd name="T2" fmla="*/ 138977147 w 21600"/>
              <a:gd name="T3" fmla="*/ 0 h 39133"/>
              <a:gd name="T4" fmla="*/ 334065436 w 21600"/>
              <a:gd name="T5" fmla="*/ 8679507 h 39133"/>
              <a:gd name="T6" fmla="*/ 0 60000 65536"/>
              <a:gd name="T7" fmla="*/ 0 60000 65536"/>
              <a:gd name="T8" fmla="*/ 0 60000 65536"/>
              <a:gd name="T9" fmla="*/ 0 w 21600"/>
              <a:gd name="T10" fmla="*/ 0 h 39133"/>
              <a:gd name="T11" fmla="*/ 21600 w 21600"/>
              <a:gd name="T12" fmla="*/ 39133 h 39133"/>
            </a:gdLst>
            <a:ahLst/>
            <a:cxnLst>
              <a:cxn ang="T6">
                <a:pos x="T0" y="T1"/>
              </a:cxn>
              <a:cxn ang="T7">
                <a:pos x="T2" y="T3"/>
              </a:cxn>
              <a:cxn ang="T8">
                <a:pos x="T4" y="T5"/>
              </a:cxn>
            </a:cxnLst>
            <a:rect l="T9" t="T10" r="T11" b="T12"/>
            <a:pathLst>
              <a:path w="21600" h="39133" fill="none" extrusionOk="0">
                <a:moveTo>
                  <a:pt x="21374" y="39132"/>
                </a:moveTo>
                <a:cubicBezTo>
                  <a:pt x="9533" y="39008"/>
                  <a:pt x="0" y="29375"/>
                  <a:pt x="0" y="17534"/>
                </a:cubicBezTo>
                <a:cubicBezTo>
                  <a:pt x="-1" y="10584"/>
                  <a:pt x="3344" y="4058"/>
                  <a:pt x="8985" y="-1"/>
                </a:cubicBezTo>
              </a:path>
              <a:path w="21600" h="39133" stroke="0" extrusionOk="0">
                <a:moveTo>
                  <a:pt x="21374" y="39132"/>
                </a:moveTo>
                <a:cubicBezTo>
                  <a:pt x="9533" y="39008"/>
                  <a:pt x="0" y="29375"/>
                  <a:pt x="0" y="17534"/>
                </a:cubicBezTo>
                <a:cubicBezTo>
                  <a:pt x="-1" y="10584"/>
                  <a:pt x="3344" y="4058"/>
                  <a:pt x="8985" y="-1"/>
                </a:cubicBezTo>
                <a:lnTo>
                  <a:pt x="21600" y="17534"/>
                </a:lnTo>
                <a:close/>
              </a:path>
            </a:pathLst>
          </a:custGeom>
          <a:noFill/>
          <a:ln w="12700">
            <a:solidFill>
              <a:srgbClr val="0000FF"/>
            </a:solidFill>
            <a:round/>
            <a:headEnd/>
            <a:tailEnd type="none" w="sm"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30753" name="Arc 36">
            <a:extLst>
              <a:ext uri="{FF2B5EF4-FFF2-40B4-BE49-F238E27FC236}">
                <a16:creationId xmlns:a16="http://schemas.microsoft.com/office/drawing/2014/main" id="{E3C128C0-5B2A-4DC4-A7B2-5069FB2E6142}"/>
              </a:ext>
            </a:extLst>
          </p:cNvPr>
          <p:cNvSpPr>
            <a:spLocks noChangeAspect="1"/>
          </p:cNvSpPr>
          <p:nvPr/>
        </p:nvSpPr>
        <p:spPr bwMode="auto">
          <a:xfrm rot="5400000">
            <a:off x="3120232" y="4612482"/>
            <a:ext cx="538162" cy="307975"/>
          </a:xfrm>
          <a:custGeom>
            <a:avLst/>
            <a:gdLst>
              <a:gd name="T0" fmla="*/ 330569975 w 21600"/>
              <a:gd name="T1" fmla="*/ 18974780 h 39236"/>
              <a:gd name="T2" fmla="*/ 141204439 w 21600"/>
              <a:gd name="T3" fmla="*/ 0 h 39236"/>
              <a:gd name="T4" fmla="*/ 334065436 w 21600"/>
              <a:gd name="T5" fmla="*/ 8529368 h 39236"/>
              <a:gd name="T6" fmla="*/ 0 60000 65536"/>
              <a:gd name="T7" fmla="*/ 0 60000 65536"/>
              <a:gd name="T8" fmla="*/ 0 60000 65536"/>
              <a:gd name="T9" fmla="*/ 0 w 21600"/>
              <a:gd name="T10" fmla="*/ 0 h 39236"/>
              <a:gd name="T11" fmla="*/ 21600 w 21600"/>
              <a:gd name="T12" fmla="*/ 39236 h 39236"/>
            </a:gdLst>
            <a:ahLst/>
            <a:cxnLst>
              <a:cxn ang="T6">
                <a:pos x="T0" y="T1"/>
              </a:cxn>
              <a:cxn ang="T7">
                <a:pos x="T2" y="T3"/>
              </a:cxn>
              <a:cxn ang="T8">
                <a:pos x="T4" y="T5"/>
              </a:cxn>
            </a:cxnLst>
            <a:rect l="T9" t="T10" r="T11" b="T12"/>
            <a:pathLst>
              <a:path w="21600" h="39236" fill="none" extrusionOk="0">
                <a:moveTo>
                  <a:pt x="21374" y="39235"/>
                </a:moveTo>
                <a:cubicBezTo>
                  <a:pt x="9533" y="39111"/>
                  <a:pt x="0" y="29478"/>
                  <a:pt x="0" y="17637"/>
                </a:cubicBezTo>
                <a:cubicBezTo>
                  <a:pt x="-1" y="10624"/>
                  <a:pt x="3404" y="4048"/>
                  <a:pt x="9130" y="0"/>
                </a:cubicBezTo>
              </a:path>
              <a:path w="21600" h="39236" stroke="0" extrusionOk="0">
                <a:moveTo>
                  <a:pt x="21374" y="39235"/>
                </a:moveTo>
                <a:cubicBezTo>
                  <a:pt x="9533" y="39111"/>
                  <a:pt x="0" y="29478"/>
                  <a:pt x="0" y="17637"/>
                </a:cubicBezTo>
                <a:cubicBezTo>
                  <a:pt x="-1" y="10624"/>
                  <a:pt x="3404" y="4048"/>
                  <a:pt x="9130" y="0"/>
                </a:cubicBezTo>
                <a:lnTo>
                  <a:pt x="21600" y="17637"/>
                </a:lnTo>
                <a:close/>
              </a:path>
            </a:pathLst>
          </a:custGeom>
          <a:noFill/>
          <a:ln w="12700">
            <a:solidFill>
              <a:srgbClr val="0000FF"/>
            </a:solidFill>
            <a:round/>
            <a:headEnd/>
            <a:tailEnd type="none" w="sm"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30754" name="Arc 37">
            <a:extLst>
              <a:ext uri="{FF2B5EF4-FFF2-40B4-BE49-F238E27FC236}">
                <a16:creationId xmlns:a16="http://schemas.microsoft.com/office/drawing/2014/main" id="{A0882A6F-18A2-4C72-85BA-4BC779EE1F39}"/>
              </a:ext>
            </a:extLst>
          </p:cNvPr>
          <p:cNvSpPr>
            <a:spLocks noChangeAspect="1"/>
          </p:cNvSpPr>
          <p:nvPr/>
        </p:nvSpPr>
        <p:spPr bwMode="auto">
          <a:xfrm rot="5400000">
            <a:off x="3277395" y="4612482"/>
            <a:ext cx="538162" cy="307975"/>
          </a:xfrm>
          <a:custGeom>
            <a:avLst/>
            <a:gdLst>
              <a:gd name="T0" fmla="*/ 330569975 w 21600"/>
              <a:gd name="T1" fmla="*/ 18993177 h 39217"/>
              <a:gd name="T2" fmla="*/ 140786666 w 21600"/>
              <a:gd name="T3" fmla="*/ 0 h 39217"/>
              <a:gd name="T4" fmla="*/ 334065436 w 21600"/>
              <a:gd name="T5" fmla="*/ 8532574 h 39217"/>
              <a:gd name="T6" fmla="*/ 0 60000 65536"/>
              <a:gd name="T7" fmla="*/ 0 60000 65536"/>
              <a:gd name="T8" fmla="*/ 0 60000 65536"/>
              <a:gd name="T9" fmla="*/ 0 w 21600"/>
              <a:gd name="T10" fmla="*/ 0 h 39217"/>
              <a:gd name="T11" fmla="*/ 21600 w 21600"/>
              <a:gd name="T12" fmla="*/ 39217 h 39217"/>
            </a:gdLst>
            <a:ahLst/>
            <a:cxnLst>
              <a:cxn ang="T6">
                <a:pos x="T0" y="T1"/>
              </a:cxn>
              <a:cxn ang="T7">
                <a:pos x="T2" y="T3"/>
              </a:cxn>
              <a:cxn ang="T8">
                <a:pos x="T4" y="T5"/>
              </a:cxn>
            </a:cxnLst>
            <a:rect l="T9" t="T10" r="T11" b="T12"/>
            <a:pathLst>
              <a:path w="21600" h="39217" fill="none" extrusionOk="0">
                <a:moveTo>
                  <a:pt x="21374" y="39216"/>
                </a:moveTo>
                <a:cubicBezTo>
                  <a:pt x="9533" y="39092"/>
                  <a:pt x="0" y="29459"/>
                  <a:pt x="0" y="17618"/>
                </a:cubicBezTo>
                <a:cubicBezTo>
                  <a:pt x="-1" y="10617"/>
                  <a:pt x="3392" y="4050"/>
                  <a:pt x="9103" y="0"/>
                </a:cubicBezTo>
              </a:path>
              <a:path w="21600" h="39217" stroke="0" extrusionOk="0">
                <a:moveTo>
                  <a:pt x="21374" y="39216"/>
                </a:moveTo>
                <a:cubicBezTo>
                  <a:pt x="9533" y="39092"/>
                  <a:pt x="0" y="29459"/>
                  <a:pt x="0" y="17618"/>
                </a:cubicBezTo>
                <a:cubicBezTo>
                  <a:pt x="-1" y="10617"/>
                  <a:pt x="3392" y="4050"/>
                  <a:pt x="9103" y="0"/>
                </a:cubicBezTo>
                <a:lnTo>
                  <a:pt x="21600" y="17618"/>
                </a:lnTo>
                <a:close/>
              </a:path>
            </a:pathLst>
          </a:custGeom>
          <a:noFill/>
          <a:ln w="12700">
            <a:solidFill>
              <a:srgbClr val="0000FF"/>
            </a:solidFill>
            <a:round/>
            <a:headEnd/>
            <a:tailEnd type="none" w="sm"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30755" name="Arc 38">
            <a:extLst>
              <a:ext uri="{FF2B5EF4-FFF2-40B4-BE49-F238E27FC236}">
                <a16:creationId xmlns:a16="http://schemas.microsoft.com/office/drawing/2014/main" id="{1ADF9FFE-E94C-4D57-8891-11C5F313B374}"/>
              </a:ext>
            </a:extLst>
          </p:cNvPr>
          <p:cNvSpPr>
            <a:spLocks noChangeAspect="1"/>
          </p:cNvSpPr>
          <p:nvPr/>
        </p:nvSpPr>
        <p:spPr bwMode="auto">
          <a:xfrm rot="5400000">
            <a:off x="3427413" y="4613275"/>
            <a:ext cx="538162" cy="306388"/>
          </a:xfrm>
          <a:custGeom>
            <a:avLst/>
            <a:gdLst>
              <a:gd name="T0" fmla="*/ 330569975 w 21600"/>
              <a:gd name="T1" fmla="*/ 18722070 h 39195"/>
              <a:gd name="T2" fmla="*/ 140307403 w 21600"/>
              <a:gd name="T3" fmla="*/ 0 h 39195"/>
              <a:gd name="T4" fmla="*/ 334065436 w 21600"/>
              <a:gd name="T5" fmla="*/ 8404975 h 39195"/>
              <a:gd name="T6" fmla="*/ 0 60000 65536"/>
              <a:gd name="T7" fmla="*/ 0 60000 65536"/>
              <a:gd name="T8" fmla="*/ 0 60000 65536"/>
              <a:gd name="T9" fmla="*/ 0 w 21600"/>
              <a:gd name="T10" fmla="*/ 0 h 39195"/>
              <a:gd name="T11" fmla="*/ 21600 w 21600"/>
              <a:gd name="T12" fmla="*/ 39195 h 39195"/>
            </a:gdLst>
            <a:ahLst/>
            <a:cxnLst>
              <a:cxn ang="T6">
                <a:pos x="T0" y="T1"/>
              </a:cxn>
              <a:cxn ang="T7">
                <a:pos x="T2" y="T3"/>
              </a:cxn>
              <a:cxn ang="T8">
                <a:pos x="T4" y="T5"/>
              </a:cxn>
            </a:cxnLst>
            <a:rect l="T9" t="T10" r="T11" b="T12"/>
            <a:pathLst>
              <a:path w="21600" h="39195" fill="none" extrusionOk="0">
                <a:moveTo>
                  <a:pt x="21374" y="39194"/>
                </a:moveTo>
                <a:cubicBezTo>
                  <a:pt x="9533" y="39070"/>
                  <a:pt x="0" y="29437"/>
                  <a:pt x="0" y="17596"/>
                </a:cubicBezTo>
                <a:cubicBezTo>
                  <a:pt x="-1" y="10608"/>
                  <a:pt x="3380" y="4052"/>
                  <a:pt x="9072" y="0"/>
                </a:cubicBezTo>
              </a:path>
              <a:path w="21600" h="39195" stroke="0" extrusionOk="0">
                <a:moveTo>
                  <a:pt x="21374" y="39194"/>
                </a:moveTo>
                <a:cubicBezTo>
                  <a:pt x="9533" y="39070"/>
                  <a:pt x="0" y="29437"/>
                  <a:pt x="0" y="17596"/>
                </a:cubicBezTo>
                <a:cubicBezTo>
                  <a:pt x="-1" y="10608"/>
                  <a:pt x="3380" y="4052"/>
                  <a:pt x="9072" y="0"/>
                </a:cubicBezTo>
                <a:lnTo>
                  <a:pt x="21600" y="17596"/>
                </a:lnTo>
                <a:close/>
              </a:path>
            </a:pathLst>
          </a:custGeom>
          <a:noFill/>
          <a:ln w="12700">
            <a:solidFill>
              <a:srgbClr val="0000FF"/>
            </a:solidFill>
            <a:round/>
            <a:headEnd/>
            <a:tailEnd type="none" w="sm"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30756" name="Arc 39">
            <a:extLst>
              <a:ext uri="{FF2B5EF4-FFF2-40B4-BE49-F238E27FC236}">
                <a16:creationId xmlns:a16="http://schemas.microsoft.com/office/drawing/2014/main" id="{8053A93C-E9DF-4AA8-83DE-F1F66FA9A0D9}"/>
              </a:ext>
            </a:extLst>
          </p:cNvPr>
          <p:cNvSpPr>
            <a:spLocks noChangeAspect="1"/>
          </p:cNvSpPr>
          <p:nvPr/>
        </p:nvSpPr>
        <p:spPr bwMode="auto">
          <a:xfrm rot="5400000">
            <a:off x="3596482" y="4612482"/>
            <a:ext cx="538162" cy="307975"/>
          </a:xfrm>
          <a:custGeom>
            <a:avLst/>
            <a:gdLst>
              <a:gd name="T0" fmla="*/ 330569975 w 21600"/>
              <a:gd name="T1" fmla="*/ 19114839 h 39092"/>
              <a:gd name="T2" fmla="*/ 138095658 w 21600"/>
              <a:gd name="T3" fmla="*/ 0 h 39092"/>
              <a:gd name="T4" fmla="*/ 334065436 w 21600"/>
              <a:gd name="T5" fmla="*/ 8553594 h 39092"/>
              <a:gd name="T6" fmla="*/ 0 60000 65536"/>
              <a:gd name="T7" fmla="*/ 0 60000 65536"/>
              <a:gd name="T8" fmla="*/ 0 60000 65536"/>
              <a:gd name="T9" fmla="*/ 0 w 21600"/>
              <a:gd name="T10" fmla="*/ 0 h 39092"/>
              <a:gd name="T11" fmla="*/ 21600 w 21600"/>
              <a:gd name="T12" fmla="*/ 39092 h 39092"/>
            </a:gdLst>
            <a:ahLst/>
            <a:cxnLst>
              <a:cxn ang="T6">
                <a:pos x="T0" y="T1"/>
              </a:cxn>
              <a:cxn ang="T7">
                <a:pos x="T2" y="T3"/>
              </a:cxn>
              <a:cxn ang="T8">
                <a:pos x="T4" y="T5"/>
              </a:cxn>
            </a:cxnLst>
            <a:rect l="T9" t="T10" r="T11" b="T12"/>
            <a:pathLst>
              <a:path w="21600" h="39092" fill="none" extrusionOk="0">
                <a:moveTo>
                  <a:pt x="21374" y="39091"/>
                </a:moveTo>
                <a:cubicBezTo>
                  <a:pt x="9533" y="38967"/>
                  <a:pt x="0" y="29334"/>
                  <a:pt x="0" y="17493"/>
                </a:cubicBezTo>
                <a:cubicBezTo>
                  <a:pt x="-1" y="10567"/>
                  <a:pt x="3320" y="4062"/>
                  <a:pt x="8928" y="-1"/>
                </a:cubicBezTo>
              </a:path>
              <a:path w="21600" h="39092" stroke="0" extrusionOk="0">
                <a:moveTo>
                  <a:pt x="21374" y="39091"/>
                </a:moveTo>
                <a:cubicBezTo>
                  <a:pt x="9533" y="38967"/>
                  <a:pt x="0" y="29334"/>
                  <a:pt x="0" y="17493"/>
                </a:cubicBezTo>
                <a:cubicBezTo>
                  <a:pt x="-1" y="10567"/>
                  <a:pt x="3320" y="4062"/>
                  <a:pt x="8928" y="-1"/>
                </a:cubicBezTo>
                <a:lnTo>
                  <a:pt x="21600" y="17493"/>
                </a:lnTo>
                <a:close/>
              </a:path>
            </a:pathLst>
          </a:custGeom>
          <a:noFill/>
          <a:ln w="12700">
            <a:solidFill>
              <a:srgbClr val="0000FF"/>
            </a:solidFill>
            <a:round/>
            <a:headEnd/>
            <a:tailEnd type="none" w="sm"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30757" name="Freeform 40">
            <a:extLst>
              <a:ext uri="{FF2B5EF4-FFF2-40B4-BE49-F238E27FC236}">
                <a16:creationId xmlns:a16="http://schemas.microsoft.com/office/drawing/2014/main" id="{0F4C2EB8-E372-44B0-A724-1E438BECF131}"/>
              </a:ext>
            </a:extLst>
          </p:cNvPr>
          <p:cNvSpPr>
            <a:spLocks/>
          </p:cNvSpPr>
          <p:nvPr/>
        </p:nvSpPr>
        <p:spPr bwMode="auto">
          <a:xfrm>
            <a:off x="3746501" y="2905125"/>
            <a:ext cx="1223963" cy="274638"/>
          </a:xfrm>
          <a:custGeom>
            <a:avLst/>
            <a:gdLst>
              <a:gd name="T0" fmla="*/ 0 w 861"/>
              <a:gd name="T1" fmla="*/ 390808505 h 193"/>
              <a:gd name="T2" fmla="*/ 1357999002 w 861"/>
              <a:gd name="T3" fmla="*/ 388783584 h 193"/>
              <a:gd name="T4" fmla="*/ 1739936832 w 861"/>
              <a:gd name="T5" fmla="*/ 2024922 h 193"/>
              <a:gd name="T6" fmla="*/ 390020639 w 861"/>
              <a:gd name="T7" fmla="*/ 0 h 193"/>
              <a:gd name="T8" fmla="*/ 0 w 861"/>
              <a:gd name="T9" fmla="*/ 390808505 h 193"/>
              <a:gd name="T10" fmla="*/ 0 60000 65536"/>
              <a:gd name="T11" fmla="*/ 0 60000 65536"/>
              <a:gd name="T12" fmla="*/ 0 60000 65536"/>
              <a:gd name="T13" fmla="*/ 0 60000 65536"/>
              <a:gd name="T14" fmla="*/ 0 60000 65536"/>
              <a:gd name="T15" fmla="*/ 0 w 861"/>
              <a:gd name="T16" fmla="*/ 0 h 193"/>
              <a:gd name="T17" fmla="*/ 861 w 861"/>
              <a:gd name="T18" fmla="*/ 193 h 193"/>
            </a:gdLst>
            <a:ahLst/>
            <a:cxnLst>
              <a:cxn ang="T10">
                <a:pos x="T0" y="T1"/>
              </a:cxn>
              <a:cxn ang="T11">
                <a:pos x="T2" y="T3"/>
              </a:cxn>
              <a:cxn ang="T12">
                <a:pos x="T4" y="T5"/>
              </a:cxn>
              <a:cxn ang="T13">
                <a:pos x="T6" y="T7"/>
              </a:cxn>
              <a:cxn ang="T14">
                <a:pos x="T8" y="T9"/>
              </a:cxn>
            </a:cxnLst>
            <a:rect l="T15" t="T16" r="T17" b="T18"/>
            <a:pathLst>
              <a:path w="861" h="193">
                <a:moveTo>
                  <a:pt x="0" y="193"/>
                </a:moveTo>
                <a:lnTo>
                  <a:pt x="672" y="192"/>
                </a:lnTo>
                <a:lnTo>
                  <a:pt x="861" y="1"/>
                </a:lnTo>
                <a:lnTo>
                  <a:pt x="193" y="0"/>
                </a:lnTo>
                <a:lnTo>
                  <a:pt x="0" y="193"/>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30758" name="Freeform 41">
            <a:extLst>
              <a:ext uri="{FF2B5EF4-FFF2-40B4-BE49-F238E27FC236}">
                <a16:creationId xmlns:a16="http://schemas.microsoft.com/office/drawing/2014/main" id="{E26764AB-D19E-4515-A7D7-2C00B1A61BE9}"/>
              </a:ext>
            </a:extLst>
          </p:cNvPr>
          <p:cNvSpPr>
            <a:spLocks/>
          </p:cNvSpPr>
          <p:nvPr/>
        </p:nvSpPr>
        <p:spPr bwMode="auto">
          <a:xfrm>
            <a:off x="3743325" y="3181350"/>
            <a:ext cx="952500" cy="2324100"/>
          </a:xfrm>
          <a:custGeom>
            <a:avLst/>
            <a:gdLst>
              <a:gd name="T0" fmla="*/ 942716412 w 442"/>
              <a:gd name="T1" fmla="*/ 2147483647 h 1077"/>
              <a:gd name="T2" fmla="*/ 2052615922 w 442"/>
              <a:gd name="T3" fmla="*/ 2147483647 h 1077"/>
              <a:gd name="T4" fmla="*/ 2052615922 w 442"/>
              <a:gd name="T5" fmla="*/ 1750918853 h 1077"/>
              <a:gd name="T6" fmla="*/ 2052615922 w 442"/>
              <a:gd name="T7" fmla="*/ 0 h 1077"/>
              <a:gd name="T8" fmla="*/ 0 w 442"/>
              <a:gd name="T9" fmla="*/ 0 h 1077"/>
              <a:gd name="T10" fmla="*/ 0 w 442"/>
              <a:gd name="T11" fmla="*/ 1103636526 h 1077"/>
              <a:gd name="T12" fmla="*/ 938072437 w 442"/>
              <a:gd name="T13" fmla="*/ 1103636526 h 1077"/>
              <a:gd name="T14" fmla="*/ 938072437 w 442"/>
              <a:gd name="T15" fmla="*/ 1788171332 h 1077"/>
              <a:gd name="T16" fmla="*/ 942716412 w 442"/>
              <a:gd name="T17" fmla="*/ 2147483647 h 107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42"/>
              <a:gd name="T28" fmla="*/ 0 h 1077"/>
              <a:gd name="T29" fmla="*/ 442 w 442"/>
              <a:gd name="T30" fmla="*/ 1077 h 107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42" h="1077">
                <a:moveTo>
                  <a:pt x="203" y="1072"/>
                </a:moveTo>
                <a:lnTo>
                  <a:pt x="442" y="1077"/>
                </a:lnTo>
                <a:lnTo>
                  <a:pt x="442" y="376"/>
                </a:lnTo>
                <a:lnTo>
                  <a:pt x="442" y="0"/>
                </a:lnTo>
                <a:lnTo>
                  <a:pt x="0" y="0"/>
                </a:lnTo>
                <a:lnTo>
                  <a:pt x="0" y="237"/>
                </a:lnTo>
                <a:lnTo>
                  <a:pt x="202" y="237"/>
                </a:lnTo>
                <a:lnTo>
                  <a:pt x="202" y="384"/>
                </a:lnTo>
                <a:lnTo>
                  <a:pt x="203" y="1072"/>
                </a:lnTo>
                <a:close/>
              </a:path>
            </a:pathLst>
          </a:custGeom>
          <a:solidFill>
            <a:srgbClr val="A6C8CD"/>
          </a:solidFill>
          <a:ln w="9525">
            <a:miter lim="800000"/>
            <a:headEnd/>
            <a:tailEnd/>
          </a:ln>
          <a:scene3d>
            <a:camera prst="legacyObliqueTopRight"/>
            <a:lightRig rig="legacyFlat3" dir="b"/>
          </a:scene3d>
          <a:sp3d extrusionH="519100" prstMaterial="legacyMatte">
            <a:bevelT w="13500" h="13500" prst="angle"/>
            <a:bevelB w="13500" h="13500" prst="angle"/>
            <a:extrusionClr>
              <a:srgbClr val="DDDDDD"/>
            </a:extrusionClr>
            <a:contourClr>
              <a:srgbClr val="A6C8CD"/>
            </a:contourClr>
          </a:sp3d>
        </p:spPr>
        <p:txBody>
          <a:bodyPr wrap="none" anchor="ctr">
            <a:flatTx/>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30759" name="Line 42">
            <a:extLst>
              <a:ext uri="{FF2B5EF4-FFF2-40B4-BE49-F238E27FC236}">
                <a16:creationId xmlns:a16="http://schemas.microsoft.com/office/drawing/2014/main" id="{9D7FCFD1-A32B-4956-9CC3-5AC51717A66A}"/>
              </a:ext>
            </a:extLst>
          </p:cNvPr>
          <p:cNvSpPr>
            <a:spLocks noChangeShapeType="1"/>
          </p:cNvSpPr>
          <p:nvPr/>
        </p:nvSpPr>
        <p:spPr bwMode="auto">
          <a:xfrm>
            <a:off x="3087688" y="5557839"/>
            <a:ext cx="0" cy="452437"/>
          </a:xfrm>
          <a:prstGeom prst="line">
            <a:avLst/>
          </a:prstGeom>
          <a:noFill/>
          <a:ln w="12700">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0760" name="Line 43">
            <a:extLst>
              <a:ext uri="{FF2B5EF4-FFF2-40B4-BE49-F238E27FC236}">
                <a16:creationId xmlns:a16="http://schemas.microsoft.com/office/drawing/2014/main" id="{C47D26F2-0D89-4703-B84F-326F79981B9F}"/>
              </a:ext>
            </a:extLst>
          </p:cNvPr>
          <p:cNvSpPr>
            <a:spLocks noChangeShapeType="1"/>
          </p:cNvSpPr>
          <p:nvPr/>
        </p:nvSpPr>
        <p:spPr bwMode="auto">
          <a:xfrm>
            <a:off x="3911600" y="5557839"/>
            <a:ext cx="0" cy="452437"/>
          </a:xfrm>
          <a:prstGeom prst="line">
            <a:avLst/>
          </a:prstGeom>
          <a:noFill/>
          <a:ln w="12700">
            <a:solidFill>
              <a:srgbClr val="0000FF"/>
            </a:solidFill>
            <a:round/>
            <a:headEnd type="triangle" w="med" len="med"/>
            <a:tailEnd type="none" w="sm" len="med"/>
          </a:ln>
          <a:extLst>
            <a:ext uri="{909E8E84-426E-40DD-AFC4-6F175D3DCCD1}">
              <a14:hiddenFill xmlns:a14="http://schemas.microsoft.com/office/drawing/2010/main">
                <a:noFill/>
              </a14:hiddenFill>
            </a:ext>
          </a:extLst>
        </p:spPr>
        <p:txBody>
          <a:bodyPr wrap="none" anchor="ctr"/>
          <a:lstStyle/>
          <a:p>
            <a:endParaRPr lang="en-US"/>
          </a:p>
        </p:txBody>
      </p:sp>
      <p:sp>
        <p:nvSpPr>
          <p:cNvPr id="30761" name="Text Box 44">
            <a:extLst>
              <a:ext uri="{FF2B5EF4-FFF2-40B4-BE49-F238E27FC236}">
                <a16:creationId xmlns:a16="http://schemas.microsoft.com/office/drawing/2014/main" id="{A28561C9-0FDE-4DD1-8B7B-93CDD1A59E30}"/>
              </a:ext>
            </a:extLst>
          </p:cNvPr>
          <p:cNvSpPr txBox="1">
            <a:spLocks noChangeArrowheads="1"/>
          </p:cNvSpPr>
          <p:nvPr/>
        </p:nvSpPr>
        <p:spPr bwMode="auto">
          <a:xfrm>
            <a:off x="3163888" y="5540376"/>
            <a:ext cx="2476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s-ES" altLang="en-US" sz="1800" i="1">
                <a:solidFill>
                  <a:srgbClr val="0000FF"/>
                </a:solidFill>
              </a:rPr>
              <a:t>I</a:t>
            </a:r>
          </a:p>
        </p:txBody>
      </p:sp>
      <p:sp>
        <p:nvSpPr>
          <p:cNvPr id="30762" name="Freeform 45">
            <a:extLst>
              <a:ext uri="{FF2B5EF4-FFF2-40B4-BE49-F238E27FC236}">
                <a16:creationId xmlns:a16="http://schemas.microsoft.com/office/drawing/2014/main" id="{63E5AB11-7420-4CC7-A67A-81368AF03022}"/>
              </a:ext>
            </a:extLst>
          </p:cNvPr>
          <p:cNvSpPr>
            <a:spLocks/>
          </p:cNvSpPr>
          <p:nvPr/>
        </p:nvSpPr>
        <p:spPr bwMode="auto">
          <a:xfrm>
            <a:off x="2500313" y="3314701"/>
            <a:ext cx="2036762" cy="2055813"/>
          </a:xfrm>
          <a:custGeom>
            <a:avLst/>
            <a:gdLst>
              <a:gd name="T0" fmla="*/ 535658919 w 2363"/>
              <a:gd name="T1" fmla="*/ 0 h 2382"/>
              <a:gd name="T2" fmla="*/ 290488966 w 2363"/>
              <a:gd name="T3" fmla="*/ 0 h 2382"/>
              <a:gd name="T4" fmla="*/ 0 w 2363"/>
              <a:gd name="T5" fmla="*/ 291991027 h 2382"/>
              <a:gd name="T6" fmla="*/ 0 w 2363"/>
              <a:gd name="T7" fmla="*/ 1482302274 h 2382"/>
              <a:gd name="T8" fmla="*/ 290488966 w 2363"/>
              <a:gd name="T9" fmla="*/ 1774293193 h 2382"/>
              <a:gd name="T10" fmla="*/ 1465075572 w 2363"/>
              <a:gd name="T11" fmla="*/ 1774293193 h 2382"/>
              <a:gd name="T12" fmla="*/ 1755564430 w 2363"/>
              <a:gd name="T13" fmla="*/ 1482302274 h 2382"/>
              <a:gd name="T14" fmla="*/ 1755564430 w 2363"/>
              <a:gd name="T15" fmla="*/ 291991027 h 2382"/>
              <a:gd name="T16" fmla="*/ 1465075572 w 2363"/>
              <a:gd name="T17" fmla="*/ 0 h 2382"/>
              <a:gd name="T18" fmla="*/ 1219162736 w 2363"/>
              <a:gd name="T19" fmla="*/ 0 h 238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363"/>
              <a:gd name="T31" fmla="*/ 0 h 2382"/>
              <a:gd name="T32" fmla="*/ 2363 w 2363"/>
              <a:gd name="T33" fmla="*/ 2382 h 238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363" h="2382">
                <a:moveTo>
                  <a:pt x="721" y="0"/>
                </a:moveTo>
                <a:lnTo>
                  <a:pt x="391" y="0"/>
                </a:lnTo>
                <a:cubicBezTo>
                  <a:pt x="181" y="0"/>
                  <a:pt x="0" y="181"/>
                  <a:pt x="0" y="392"/>
                </a:cubicBezTo>
                <a:lnTo>
                  <a:pt x="0" y="1990"/>
                </a:lnTo>
                <a:cubicBezTo>
                  <a:pt x="0" y="2201"/>
                  <a:pt x="181" y="2382"/>
                  <a:pt x="391" y="2382"/>
                </a:cubicBezTo>
                <a:lnTo>
                  <a:pt x="1972" y="2382"/>
                </a:lnTo>
                <a:cubicBezTo>
                  <a:pt x="2182" y="2382"/>
                  <a:pt x="2363" y="2201"/>
                  <a:pt x="2363" y="1990"/>
                </a:cubicBezTo>
                <a:lnTo>
                  <a:pt x="2363" y="392"/>
                </a:lnTo>
                <a:cubicBezTo>
                  <a:pt x="2363" y="181"/>
                  <a:pt x="2182" y="0"/>
                  <a:pt x="1972" y="0"/>
                </a:cubicBezTo>
                <a:lnTo>
                  <a:pt x="1641" y="0"/>
                </a:lnTo>
              </a:path>
            </a:pathLst>
          </a:custGeom>
          <a:noFill/>
          <a:ln w="12700">
            <a:solidFill>
              <a:srgbClr val="FF0000"/>
            </a:solidFill>
            <a:round/>
            <a:headEnd type="triangle" w="sm" len="med"/>
            <a:tailEnd type="triangle" w="sm" len="me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30763" name="Arc 46">
            <a:extLst>
              <a:ext uri="{FF2B5EF4-FFF2-40B4-BE49-F238E27FC236}">
                <a16:creationId xmlns:a16="http://schemas.microsoft.com/office/drawing/2014/main" id="{298779E7-8302-4821-80C2-E822115D9868}"/>
              </a:ext>
            </a:extLst>
          </p:cNvPr>
          <p:cNvSpPr>
            <a:spLocks noChangeAspect="1"/>
          </p:cNvSpPr>
          <p:nvPr/>
        </p:nvSpPr>
        <p:spPr bwMode="auto">
          <a:xfrm rot="5400000" flipH="1">
            <a:off x="2893219" y="5215732"/>
            <a:ext cx="538163" cy="152400"/>
          </a:xfrm>
          <a:custGeom>
            <a:avLst/>
            <a:gdLst>
              <a:gd name="T0" fmla="*/ 9681901 w 21600"/>
              <a:gd name="T1" fmla="*/ 14288961 h 15739"/>
              <a:gd name="T2" fmla="*/ 42794843 w 21600"/>
              <a:gd name="T3" fmla="*/ 0 h 15739"/>
              <a:gd name="T4" fmla="*/ 334067252 w 21600"/>
              <a:gd name="T5" fmla="*/ 9603417 h 15739"/>
              <a:gd name="T6" fmla="*/ 0 60000 65536"/>
              <a:gd name="T7" fmla="*/ 0 60000 65536"/>
              <a:gd name="T8" fmla="*/ 0 60000 65536"/>
              <a:gd name="T9" fmla="*/ 0 w 21600"/>
              <a:gd name="T10" fmla="*/ 0 h 15739"/>
              <a:gd name="T11" fmla="*/ 21600 w 21600"/>
              <a:gd name="T12" fmla="*/ 15739 h 15739"/>
            </a:gdLst>
            <a:ahLst/>
            <a:cxnLst>
              <a:cxn ang="T6">
                <a:pos x="T0" y="T1"/>
              </a:cxn>
              <a:cxn ang="T7">
                <a:pos x="T2" y="T3"/>
              </a:cxn>
              <a:cxn ang="T8">
                <a:pos x="T4" y="T5"/>
              </a:cxn>
            </a:cxnLst>
            <a:rect l="T9" t="T10" r="T11" b="T12"/>
            <a:pathLst>
              <a:path w="21600" h="15739" fill="none" extrusionOk="0">
                <a:moveTo>
                  <a:pt x="625" y="15739"/>
                </a:moveTo>
                <a:cubicBezTo>
                  <a:pt x="210" y="14050"/>
                  <a:pt x="0" y="12317"/>
                  <a:pt x="0" y="10578"/>
                </a:cubicBezTo>
                <a:cubicBezTo>
                  <a:pt x="-1" y="6873"/>
                  <a:pt x="952" y="3230"/>
                  <a:pt x="2767" y="0"/>
                </a:cubicBezTo>
              </a:path>
              <a:path w="21600" h="15739" stroke="0" extrusionOk="0">
                <a:moveTo>
                  <a:pt x="625" y="15739"/>
                </a:moveTo>
                <a:cubicBezTo>
                  <a:pt x="210" y="14050"/>
                  <a:pt x="0" y="12317"/>
                  <a:pt x="0" y="10578"/>
                </a:cubicBezTo>
                <a:cubicBezTo>
                  <a:pt x="-1" y="6873"/>
                  <a:pt x="952" y="3230"/>
                  <a:pt x="2767" y="0"/>
                </a:cubicBezTo>
                <a:lnTo>
                  <a:pt x="21600" y="10578"/>
                </a:lnTo>
                <a:close/>
              </a:path>
            </a:pathLst>
          </a:custGeom>
          <a:noFill/>
          <a:ln w="12700">
            <a:solidFill>
              <a:srgbClr val="0000FF"/>
            </a:solidFill>
            <a:round/>
            <a:headEnd/>
            <a:tailEnd type="none" w="sm"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30764" name="Freeform 47">
            <a:extLst>
              <a:ext uri="{FF2B5EF4-FFF2-40B4-BE49-F238E27FC236}">
                <a16:creationId xmlns:a16="http://schemas.microsoft.com/office/drawing/2014/main" id="{B57724FD-79C6-4DE5-A2B0-68C6BADFDE09}"/>
              </a:ext>
            </a:extLst>
          </p:cNvPr>
          <p:cNvSpPr>
            <a:spLocks/>
          </p:cNvSpPr>
          <p:nvPr/>
        </p:nvSpPr>
        <p:spPr bwMode="auto">
          <a:xfrm>
            <a:off x="2652714" y="3471864"/>
            <a:ext cx="1728787" cy="1743075"/>
          </a:xfrm>
          <a:custGeom>
            <a:avLst/>
            <a:gdLst>
              <a:gd name="T0" fmla="*/ 385914592 w 2363"/>
              <a:gd name="T1" fmla="*/ 0 h 2382"/>
              <a:gd name="T2" fmla="*/ 209281999 w 2363"/>
              <a:gd name="T3" fmla="*/ 0 h 2382"/>
              <a:gd name="T4" fmla="*/ 0 w 2363"/>
              <a:gd name="T5" fmla="*/ 209911020 h 2382"/>
              <a:gd name="T6" fmla="*/ 0 w 2363"/>
              <a:gd name="T7" fmla="*/ 1065618073 h 2382"/>
              <a:gd name="T8" fmla="*/ 209281999 w 2363"/>
              <a:gd name="T9" fmla="*/ 1275529001 h 2382"/>
              <a:gd name="T10" fmla="*/ 1055509625 w 2363"/>
              <a:gd name="T11" fmla="*/ 1275529001 h 2382"/>
              <a:gd name="T12" fmla="*/ 1264792264 w 2363"/>
              <a:gd name="T13" fmla="*/ 1065618073 h 2382"/>
              <a:gd name="T14" fmla="*/ 1264792264 w 2363"/>
              <a:gd name="T15" fmla="*/ 209911020 h 2382"/>
              <a:gd name="T16" fmla="*/ 1055509625 w 2363"/>
              <a:gd name="T17" fmla="*/ 0 h 2382"/>
              <a:gd name="T18" fmla="*/ 878343051 w 2363"/>
              <a:gd name="T19" fmla="*/ 0 h 238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363"/>
              <a:gd name="T31" fmla="*/ 0 h 2382"/>
              <a:gd name="T32" fmla="*/ 2363 w 2363"/>
              <a:gd name="T33" fmla="*/ 2382 h 238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363" h="2382">
                <a:moveTo>
                  <a:pt x="721" y="0"/>
                </a:moveTo>
                <a:lnTo>
                  <a:pt x="391" y="0"/>
                </a:lnTo>
                <a:cubicBezTo>
                  <a:pt x="181" y="0"/>
                  <a:pt x="0" y="181"/>
                  <a:pt x="0" y="392"/>
                </a:cubicBezTo>
                <a:lnTo>
                  <a:pt x="0" y="1990"/>
                </a:lnTo>
                <a:cubicBezTo>
                  <a:pt x="0" y="2201"/>
                  <a:pt x="181" y="2382"/>
                  <a:pt x="391" y="2382"/>
                </a:cubicBezTo>
                <a:lnTo>
                  <a:pt x="1972" y="2382"/>
                </a:lnTo>
                <a:cubicBezTo>
                  <a:pt x="2182" y="2382"/>
                  <a:pt x="2363" y="2201"/>
                  <a:pt x="2363" y="1990"/>
                </a:cubicBezTo>
                <a:lnTo>
                  <a:pt x="2363" y="392"/>
                </a:lnTo>
                <a:cubicBezTo>
                  <a:pt x="2363" y="181"/>
                  <a:pt x="2182" y="0"/>
                  <a:pt x="1972" y="0"/>
                </a:cubicBezTo>
                <a:lnTo>
                  <a:pt x="1641" y="0"/>
                </a:lnTo>
              </a:path>
            </a:pathLst>
          </a:custGeom>
          <a:noFill/>
          <a:ln w="12700">
            <a:solidFill>
              <a:srgbClr val="FF0000"/>
            </a:solidFill>
            <a:round/>
            <a:headEnd type="triangle" w="sm" len="med"/>
            <a:tailEnd type="triangle" w="sm" len="me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30765" name="Arc 48">
            <a:extLst>
              <a:ext uri="{FF2B5EF4-FFF2-40B4-BE49-F238E27FC236}">
                <a16:creationId xmlns:a16="http://schemas.microsoft.com/office/drawing/2014/main" id="{4444CE74-95D0-4DF2-8B0B-3F5324E0A9F9}"/>
              </a:ext>
            </a:extLst>
          </p:cNvPr>
          <p:cNvSpPr>
            <a:spLocks noChangeAspect="1"/>
          </p:cNvSpPr>
          <p:nvPr/>
        </p:nvSpPr>
        <p:spPr bwMode="auto">
          <a:xfrm rot="5400000" flipH="1">
            <a:off x="3548063" y="5183188"/>
            <a:ext cx="539750" cy="209550"/>
          </a:xfrm>
          <a:custGeom>
            <a:avLst/>
            <a:gdLst>
              <a:gd name="T0" fmla="*/ 333966522 w 21585"/>
              <a:gd name="T1" fmla="*/ 19724029 h 21599"/>
              <a:gd name="T2" fmla="*/ 0 w 21585"/>
              <a:gd name="T3" fmla="*/ 727783 h 21599"/>
              <a:gd name="T4" fmla="*/ 337499939 w 21585"/>
              <a:gd name="T5" fmla="*/ 0 h 21599"/>
              <a:gd name="T6" fmla="*/ 0 60000 65536"/>
              <a:gd name="T7" fmla="*/ 0 60000 65536"/>
              <a:gd name="T8" fmla="*/ 0 60000 65536"/>
              <a:gd name="T9" fmla="*/ 0 w 21585"/>
              <a:gd name="T10" fmla="*/ 0 h 21599"/>
              <a:gd name="T11" fmla="*/ 21585 w 21585"/>
              <a:gd name="T12" fmla="*/ 21599 h 21599"/>
            </a:gdLst>
            <a:ahLst/>
            <a:cxnLst>
              <a:cxn ang="T6">
                <a:pos x="T0" y="T1"/>
              </a:cxn>
              <a:cxn ang="T7">
                <a:pos x="T2" y="T3"/>
              </a:cxn>
              <a:cxn ang="T8">
                <a:pos x="T4" y="T5"/>
              </a:cxn>
            </a:cxnLst>
            <a:rect l="T9" t="T10" r="T11" b="T12"/>
            <a:pathLst>
              <a:path w="21585" h="21599" fill="none" extrusionOk="0">
                <a:moveTo>
                  <a:pt x="21359" y="21598"/>
                </a:moveTo>
                <a:cubicBezTo>
                  <a:pt x="9827" y="21478"/>
                  <a:pt x="425" y="12320"/>
                  <a:pt x="-1" y="797"/>
                </a:cubicBezTo>
              </a:path>
              <a:path w="21585" h="21599" stroke="0" extrusionOk="0">
                <a:moveTo>
                  <a:pt x="21359" y="21598"/>
                </a:moveTo>
                <a:cubicBezTo>
                  <a:pt x="9827" y="21478"/>
                  <a:pt x="425" y="12320"/>
                  <a:pt x="-1" y="797"/>
                </a:cubicBezTo>
                <a:lnTo>
                  <a:pt x="21585" y="0"/>
                </a:lnTo>
                <a:close/>
              </a:path>
            </a:pathLst>
          </a:custGeom>
          <a:noFill/>
          <a:ln w="12700">
            <a:solidFill>
              <a:srgbClr val="0000FF"/>
            </a:solidFill>
            <a:round/>
            <a:headEnd/>
            <a:tailEnd type="none" w="sm"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30766" name="Arc 49">
            <a:extLst>
              <a:ext uri="{FF2B5EF4-FFF2-40B4-BE49-F238E27FC236}">
                <a16:creationId xmlns:a16="http://schemas.microsoft.com/office/drawing/2014/main" id="{E730E7AE-F96F-419C-9C56-9637FED8B247}"/>
              </a:ext>
            </a:extLst>
          </p:cNvPr>
          <p:cNvSpPr>
            <a:spLocks noChangeAspect="1"/>
          </p:cNvSpPr>
          <p:nvPr/>
        </p:nvSpPr>
        <p:spPr bwMode="auto">
          <a:xfrm rot="5400000" flipH="1">
            <a:off x="3423444" y="5136357"/>
            <a:ext cx="539750" cy="303212"/>
          </a:xfrm>
          <a:custGeom>
            <a:avLst/>
            <a:gdLst>
              <a:gd name="T0" fmla="*/ 333505307 w 21600"/>
              <a:gd name="T1" fmla="*/ 28349309 h 31358"/>
              <a:gd name="T2" fmla="*/ 36355685 w 21600"/>
              <a:gd name="T3" fmla="*/ 0 h 31358"/>
              <a:gd name="T4" fmla="*/ 337031473 w 21600"/>
              <a:gd name="T5" fmla="*/ 8822630 h 31358"/>
              <a:gd name="T6" fmla="*/ 0 60000 65536"/>
              <a:gd name="T7" fmla="*/ 0 60000 65536"/>
              <a:gd name="T8" fmla="*/ 0 60000 65536"/>
              <a:gd name="T9" fmla="*/ 0 w 21600"/>
              <a:gd name="T10" fmla="*/ 0 h 31358"/>
              <a:gd name="T11" fmla="*/ 21600 w 21600"/>
              <a:gd name="T12" fmla="*/ 31358 h 31358"/>
            </a:gdLst>
            <a:ahLst/>
            <a:cxnLst>
              <a:cxn ang="T6">
                <a:pos x="T0" y="T1"/>
              </a:cxn>
              <a:cxn ang="T7">
                <a:pos x="T2" y="T3"/>
              </a:cxn>
              <a:cxn ang="T8">
                <a:pos x="T4" y="T5"/>
              </a:cxn>
            </a:cxnLst>
            <a:rect l="T9" t="T10" r="T11" b="T12"/>
            <a:pathLst>
              <a:path w="21600" h="31358" fill="none" extrusionOk="0">
                <a:moveTo>
                  <a:pt x="21374" y="31357"/>
                </a:moveTo>
                <a:cubicBezTo>
                  <a:pt x="9533" y="31233"/>
                  <a:pt x="0" y="21600"/>
                  <a:pt x="0" y="9759"/>
                </a:cubicBezTo>
                <a:cubicBezTo>
                  <a:pt x="-1" y="6368"/>
                  <a:pt x="798" y="3025"/>
                  <a:pt x="2330" y="0"/>
                </a:cubicBezTo>
              </a:path>
              <a:path w="21600" h="31358" stroke="0" extrusionOk="0">
                <a:moveTo>
                  <a:pt x="21374" y="31357"/>
                </a:moveTo>
                <a:cubicBezTo>
                  <a:pt x="9533" y="31233"/>
                  <a:pt x="0" y="21600"/>
                  <a:pt x="0" y="9759"/>
                </a:cubicBezTo>
                <a:cubicBezTo>
                  <a:pt x="-1" y="6368"/>
                  <a:pt x="798" y="3025"/>
                  <a:pt x="2330" y="0"/>
                </a:cubicBezTo>
                <a:lnTo>
                  <a:pt x="21600" y="9759"/>
                </a:lnTo>
                <a:close/>
              </a:path>
            </a:pathLst>
          </a:custGeom>
          <a:noFill/>
          <a:ln w="12700">
            <a:solidFill>
              <a:srgbClr val="0000FF"/>
            </a:solidFill>
            <a:round/>
            <a:headEnd/>
            <a:tailEnd type="none" w="sm"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30767" name="Arc 50">
            <a:extLst>
              <a:ext uri="{FF2B5EF4-FFF2-40B4-BE49-F238E27FC236}">
                <a16:creationId xmlns:a16="http://schemas.microsoft.com/office/drawing/2014/main" id="{E283895E-575C-4AE9-A771-E056913059C2}"/>
              </a:ext>
            </a:extLst>
          </p:cNvPr>
          <p:cNvSpPr>
            <a:spLocks noChangeAspect="1"/>
          </p:cNvSpPr>
          <p:nvPr/>
        </p:nvSpPr>
        <p:spPr bwMode="auto">
          <a:xfrm rot="5400000" flipH="1">
            <a:off x="3276601" y="5133976"/>
            <a:ext cx="539750" cy="307975"/>
          </a:xfrm>
          <a:custGeom>
            <a:avLst/>
            <a:gdLst>
              <a:gd name="T0" fmla="*/ 333505307 w 21600"/>
              <a:gd name="T1" fmla="*/ 29032200 h 31720"/>
              <a:gd name="T2" fmla="*/ 39289225 w 21600"/>
              <a:gd name="T3" fmla="*/ 0 h 31720"/>
              <a:gd name="T4" fmla="*/ 337031473 w 21600"/>
              <a:gd name="T5" fmla="*/ 9263436 h 31720"/>
              <a:gd name="T6" fmla="*/ 0 60000 65536"/>
              <a:gd name="T7" fmla="*/ 0 60000 65536"/>
              <a:gd name="T8" fmla="*/ 0 60000 65536"/>
              <a:gd name="T9" fmla="*/ 0 w 21600"/>
              <a:gd name="T10" fmla="*/ 0 h 31720"/>
              <a:gd name="T11" fmla="*/ 21600 w 21600"/>
              <a:gd name="T12" fmla="*/ 31720 h 31720"/>
            </a:gdLst>
            <a:ahLst/>
            <a:cxnLst>
              <a:cxn ang="T6">
                <a:pos x="T0" y="T1"/>
              </a:cxn>
              <a:cxn ang="T7">
                <a:pos x="T2" y="T3"/>
              </a:cxn>
              <a:cxn ang="T8">
                <a:pos x="T4" y="T5"/>
              </a:cxn>
            </a:cxnLst>
            <a:rect l="T9" t="T10" r="T11" b="T12"/>
            <a:pathLst>
              <a:path w="21600" h="31720" fill="none" extrusionOk="0">
                <a:moveTo>
                  <a:pt x="21374" y="31719"/>
                </a:moveTo>
                <a:cubicBezTo>
                  <a:pt x="9533" y="31595"/>
                  <a:pt x="0" y="21962"/>
                  <a:pt x="0" y="10121"/>
                </a:cubicBezTo>
                <a:cubicBezTo>
                  <a:pt x="-1" y="6592"/>
                  <a:pt x="864" y="3117"/>
                  <a:pt x="2517" y="-1"/>
                </a:cubicBezTo>
              </a:path>
              <a:path w="21600" h="31720" stroke="0" extrusionOk="0">
                <a:moveTo>
                  <a:pt x="21374" y="31719"/>
                </a:moveTo>
                <a:cubicBezTo>
                  <a:pt x="9533" y="31595"/>
                  <a:pt x="0" y="21962"/>
                  <a:pt x="0" y="10121"/>
                </a:cubicBezTo>
                <a:cubicBezTo>
                  <a:pt x="-1" y="6592"/>
                  <a:pt x="864" y="3117"/>
                  <a:pt x="2517" y="-1"/>
                </a:cubicBezTo>
                <a:lnTo>
                  <a:pt x="21600" y="10121"/>
                </a:lnTo>
                <a:close/>
              </a:path>
            </a:pathLst>
          </a:custGeom>
          <a:noFill/>
          <a:ln w="12700">
            <a:solidFill>
              <a:srgbClr val="0000FF"/>
            </a:solidFill>
            <a:round/>
            <a:headEnd/>
            <a:tailEnd type="none" w="sm"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30768" name="Arc 51">
            <a:extLst>
              <a:ext uri="{FF2B5EF4-FFF2-40B4-BE49-F238E27FC236}">
                <a16:creationId xmlns:a16="http://schemas.microsoft.com/office/drawing/2014/main" id="{815D0292-6E05-4E59-B604-F28F72DD73D4}"/>
              </a:ext>
            </a:extLst>
          </p:cNvPr>
          <p:cNvSpPr>
            <a:spLocks noChangeAspect="1"/>
          </p:cNvSpPr>
          <p:nvPr/>
        </p:nvSpPr>
        <p:spPr bwMode="auto">
          <a:xfrm rot="5400000" flipH="1">
            <a:off x="3119438" y="5133976"/>
            <a:ext cx="539750" cy="307975"/>
          </a:xfrm>
          <a:custGeom>
            <a:avLst/>
            <a:gdLst>
              <a:gd name="T0" fmla="*/ 333505307 w 21600"/>
              <a:gd name="T1" fmla="*/ 28848204 h 31821"/>
              <a:gd name="T2" fmla="*/ 40131560 w 21600"/>
              <a:gd name="T3" fmla="*/ 0 h 31821"/>
              <a:gd name="T4" fmla="*/ 337031473 w 21600"/>
              <a:gd name="T5" fmla="*/ 9267017 h 31821"/>
              <a:gd name="T6" fmla="*/ 0 60000 65536"/>
              <a:gd name="T7" fmla="*/ 0 60000 65536"/>
              <a:gd name="T8" fmla="*/ 0 60000 65536"/>
              <a:gd name="T9" fmla="*/ 0 w 21600"/>
              <a:gd name="T10" fmla="*/ 0 h 31821"/>
              <a:gd name="T11" fmla="*/ 21600 w 21600"/>
              <a:gd name="T12" fmla="*/ 31821 h 31821"/>
            </a:gdLst>
            <a:ahLst/>
            <a:cxnLst>
              <a:cxn ang="T6">
                <a:pos x="T0" y="T1"/>
              </a:cxn>
              <a:cxn ang="T7">
                <a:pos x="T2" y="T3"/>
              </a:cxn>
              <a:cxn ang="T8">
                <a:pos x="T4" y="T5"/>
              </a:cxn>
            </a:cxnLst>
            <a:rect l="T9" t="T10" r="T11" b="T12"/>
            <a:pathLst>
              <a:path w="21600" h="31821" fill="none" extrusionOk="0">
                <a:moveTo>
                  <a:pt x="21374" y="31820"/>
                </a:moveTo>
                <a:cubicBezTo>
                  <a:pt x="9533" y="31696"/>
                  <a:pt x="0" y="22063"/>
                  <a:pt x="0" y="10222"/>
                </a:cubicBezTo>
                <a:cubicBezTo>
                  <a:pt x="-1" y="6654"/>
                  <a:pt x="883" y="3142"/>
                  <a:pt x="2571" y="-1"/>
                </a:cubicBezTo>
              </a:path>
              <a:path w="21600" h="31821" stroke="0" extrusionOk="0">
                <a:moveTo>
                  <a:pt x="21374" y="31820"/>
                </a:moveTo>
                <a:cubicBezTo>
                  <a:pt x="9533" y="31696"/>
                  <a:pt x="0" y="22063"/>
                  <a:pt x="0" y="10222"/>
                </a:cubicBezTo>
                <a:cubicBezTo>
                  <a:pt x="-1" y="6654"/>
                  <a:pt x="883" y="3142"/>
                  <a:pt x="2571" y="-1"/>
                </a:cubicBezTo>
                <a:lnTo>
                  <a:pt x="21600" y="10222"/>
                </a:lnTo>
                <a:close/>
              </a:path>
            </a:pathLst>
          </a:custGeom>
          <a:noFill/>
          <a:ln w="12700">
            <a:solidFill>
              <a:srgbClr val="0000FF"/>
            </a:solidFill>
            <a:round/>
            <a:headEnd/>
            <a:tailEnd type="none" w="sm"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30769" name="Arc 52">
            <a:extLst>
              <a:ext uri="{FF2B5EF4-FFF2-40B4-BE49-F238E27FC236}">
                <a16:creationId xmlns:a16="http://schemas.microsoft.com/office/drawing/2014/main" id="{50A9B566-162E-47F6-848C-0DF69634AFC0}"/>
              </a:ext>
            </a:extLst>
          </p:cNvPr>
          <p:cNvSpPr>
            <a:spLocks noChangeAspect="1"/>
          </p:cNvSpPr>
          <p:nvPr/>
        </p:nvSpPr>
        <p:spPr bwMode="auto">
          <a:xfrm rot="5400000" flipH="1">
            <a:off x="2970213" y="5135563"/>
            <a:ext cx="539750" cy="304800"/>
          </a:xfrm>
          <a:custGeom>
            <a:avLst/>
            <a:gdLst>
              <a:gd name="T0" fmla="*/ 333505307 w 21600"/>
              <a:gd name="T1" fmla="*/ 28541642 h 31498"/>
              <a:gd name="T2" fmla="*/ 37479015 w 21600"/>
              <a:gd name="T3" fmla="*/ 0 h 31498"/>
              <a:gd name="T4" fmla="*/ 337031473 w 21600"/>
              <a:gd name="T5" fmla="*/ 8969924 h 31498"/>
              <a:gd name="T6" fmla="*/ 0 60000 65536"/>
              <a:gd name="T7" fmla="*/ 0 60000 65536"/>
              <a:gd name="T8" fmla="*/ 0 60000 65536"/>
              <a:gd name="T9" fmla="*/ 0 w 21600"/>
              <a:gd name="T10" fmla="*/ 0 h 31498"/>
              <a:gd name="T11" fmla="*/ 21600 w 21600"/>
              <a:gd name="T12" fmla="*/ 31498 h 31498"/>
            </a:gdLst>
            <a:ahLst/>
            <a:cxnLst>
              <a:cxn ang="T6">
                <a:pos x="T0" y="T1"/>
              </a:cxn>
              <a:cxn ang="T7">
                <a:pos x="T2" y="T3"/>
              </a:cxn>
              <a:cxn ang="T8">
                <a:pos x="T4" y="T5"/>
              </a:cxn>
            </a:cxnLst>
            <a:rect l="T9" t="T10" r="T11" b="T12"/>
            <a:pathLst>
              <a:path w="21600" h="31498" fill="none" extrusionOk="0">
                <a:moveTo>
                  <a:pt x="21374" y="31497"/>
                </a:moveTo>
                <a:cubicBezTo>
                  <a:pt x="9533" y="31373"/>
                  <a:pt x="0" y="21740"/>
                  <a:pt x="0" y="9899"/>
                </a:cubicBezTo>
                <a:cubicBezTo>
                  <a:pt x="-1" y="6455"/>
                  <a:pt x="823" y="3060"/>
                  <a:pt x="2401" y="-1"/>
                </a:cubicBezTo>
              </a:path>
              <a:path w="21600" h="31498" stroke="0" extrusionOk="0">
                <a:moveTo>
                  <a:pt x="21374" y="31497"/>
                </a:moveTo>
                <a:cubicBezTo>
                  <a:pt x="9533" y="31373"/>
                  <a:pt x="0" y="21740"/>
                  <a:pt x="0" y="9899"/>
                </a:cubicBezTo>
                <a:cubicBezTo>
                  <a:pt x="-1" y="6455"/>
                  <a:pt x="823" y="3060"/>
                  <a:pt x="2401" y="-1"/>
                </a:cubicBezTo>
                <a:lnTo>
                  <a:pt x="21600" y="9899"/>
                </a:lnTo>
                <a:close/>
              </a:path>
            </a:pathLst>
          </a:custGeom>
          <a:noFill/>
          <a:ln w="12700">
            <a:solidFill>
              <a:srgbClr val="0000FF"/>
            </a:solidFill>
            <a:round/>
            <a:headEnd/>
            <a:tailEnd type="none" w="sm"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30770" name="Line 53">
            <a:extLst>
              <a:ext uri="{FF2B5EF4-FFF2-40B4-BE49-F238E27FC236}">
                <a16:creationId xmlns:a16="http://schemas.microsoft.com/office/drawing/2014/main" id="{027DC3D4-6023-41F4-A59E-3E4EEA9809A4}"/>
              </a:ext>
            </a:extLst>
          </p:cNvPr>
          <p:cNvSpPr>
            <a:spLocks noChangeShapeType="1"/>
          </p:cNvSpPr>
          <p:nvPr/>
        </p:nvSpPr>
        <p:spPr bwMode="auto">
          <a:xfrm flipH="1">
            <a:off x="6575426" y="5326063"/>
            <a:ext cx="142875" cy="0"/>
          </a:xfrm>
          <a:prstGeom prst="line">
            <a:avLst/>
          </a:prstGeom>
          <a:noFill/>
          <a:ln w="19050">
            <a:solidFill>
              <a:srgbClr val="0000FF"/>
            </a:solidFill>
            <a:round/>
            <a:headEnd/>
            <a:tailEnd type="none" w="sm" len="med"/>
          </a:ln>
          <a:extLst>
            <a:ext uri="{909E8E84-426E-40DD-AFC4-6F175D3DCCD1}">
              <a14:hiddenFill xmlns:a14="http://schemas.microsoft.com/office/drawing/2010/main">
                <a:noFill/>
              </a14:hiddenFill>
            </a:ext>
          </a:extLst>
        </p:spPr>
        <p:txBody>
          <a:bodyPr/>
          <a:lstStyle/>
          <a:p>
            <a:endParaRPr lang="en-US"/>
          </a:p>
        </p:txBody>
      </p:sp>
      <p:sp>
        <p:nvSpPr>
          <p:cNvPr id="30771" name="Line 54">
            <a:extLst>
              <a:ext uri="{FF2B5EF4-FFF2-40B4-BE49-F238E27FC236}">
                <a16:creationId xmlns:a16="http://schemas.microsoft.com/office/drawing/2014/main" id="{DDAE9951-D1D1-44D2-BEE1-62F10450A96E}"/>
              </a:ext>
            </a:extLst>
          </p:cNvPr>
          <p:cNvSpPr>
            <a:spLocks noChangeShapeType="1"/>
          </p:cNvSpPr>
          <p:nvPr/>
        </p:nvSpPr>
        <p:spPr bwMode="auto">
          <a:xfrm flipH="1">
            <a:off x="6434139" y="5672138"/>
            <a:ext cx="141287" cy="0"/>
          </a:xfrm>
          <a:prstGeom prst="line">
            <a:avLst/>
          </a:prstGeom>
          <a:noFill/>
          <a:ln w="19050">
            <a:solidFill>
              <a:srgbClr val="0000FF"/>
            </a:solidFill>
            <a:round/>
            <a:headEnd/>
            <a:tailEnd type="none" w="sm" len="med"/>
          </a:ln>
          <a:extLst>
            <a:ext uri="{909E8E84-426E-40DD-AFC4-6F175D3DCCD1}">
              <a14:hiddenFill xmlns:a14="http://schemas.microsoft.com/office/drawing/2010/main">
                <a:noFill/>
              </a14:hiddenFill>
            </a:ext>
          </a:extLst>
        </p:spPr>
        <p:txBody>
          <a:bodyPr/>
          <a:lstStyle/>
          <a:p>
            <a:endParaRPr lang="en-US"/>
          </a:p>
        </p:txBody>
      </p:sp>
      <p:sp>
        <p:nvSpPr>
          <p:cNvPr id="30772" name="Line 55">
            <a:extLst>
              <a:ext uri="{FF2B5EF4-FFF2-40B4-BE49-F238E27FC236}">
                <a16:creationId xmlns:a16="http://schemas.microsoft.com/office/drawing/2014/main" id="{579E8FBB-72EB-43E5-A500-8A825F645450}"/>
              </a:ext>
            </a:extLst>
          </p:cNvPr>
          <p:cNvSpPr>
            <a:spLocks noChangeShapeType="1"/>
          </p:cNvSpPr>
          <p:nvPr/>
        </p:nvSpPr>
        <p:spPr bwMode="auto">
          <a:xfrm flipH="1">
            <a:off x="6291264" y="5326063"/>
            <a:ext cx="142875" cy="0"/>
          </a:xfrm>
          <a:prstGeom prst="line">
            <a:avLst/>
          </a:prstGeom>
          <a:noFill/>
          <a:ln w="19050">
            <a:solidFill>
              <a:srgbClr val="0000FF"/>
            </a:solidFill>
            <a:round/>
            <a:headEnd/>
            <a:tailEnd type="none" w="sm" len="med"/>
          </a:ln>
          <a:extLst>
            <a:ext uri="{909E8E84-426E-40DD-AFC4-6F175D3DCCD1}">
              <a14:hiddenFill xmlns:a14="http://schemas.microsoft.com/office/drawing/2010/main">
                <a:noFill/>
              </a14:hiddenFill>
            </a:ext>
          </a:extLst>
        </p:spPr>
        <p:txBody>
          <a:bodyPr/>
          <a:lstStyle/>
          <a:p>
            <a:endParaRPr lang="en-US"/>
          </a:p>
        </p:txBody>
      </p:sp>
      <p:sp>
        <p:nvSpPr>
          <p:cNvPr id="30773" name="Line 56">
            <a:extLst>
              <a:ext uri="{FF2B5EF4-FFF2-40B4-BE49-F238E27FC236}">
                <a16:creationId xmlns:a16="http://schemas.microsoft.com/office/drawing/2014/main" id="{53077989-6F33-42B0-AFD8-9A0170F169F0}"/>
              </a:ext>
            </a:extLst>
          </p:cNvPr>
          <p:cNvSpPr>
            <a:spLocks noChangeShapeType="1"/>
          </p:cNvSpPr>
          <p:nvPr/>
        </p:nvSpPr>
        <p:spPr bwMode="auto">
          <a:xfrm flipH="1">
            <a:off x="6146801" y="5326063"/>
            <a:ext cx="142875" cy="0"/>
          </a:xfrm>
          <a:prstGeom prst="line">
            <a:avLst/>
          </a:prstGeom>
          <a:noFill/>
          <a:ln w="19050">
            <a:solidFill>
              <a:srgbClr val="0000FF"/>
            </a:solidFill>
            <a:round/>
            <a:headEnd/>
            <a:tailEnd type="none" w="sm" len="med"/>
          </a:ln>
          <a:extLst>
            <a:ext uri="{909E8E84-426E-40DD-AFC4-6F175D3DCCD1}">
              <a14:hiddenFill xmlns:a14="http://schemas.microsoft.com/office/drawing/2010/main">
                <a:noFill/>
              </a14:hiddenFill>
            </a:ext>
          </a:extLst>
        </p:spPr>
        <p:txBody>
          <a:bodyPr/>
          <a:lstStyle/>
          <a:p>
            <a:endParaRPr lang="en-US"/>
          </a:p>
        </p:txBody>
      </p:sp>
      <p:sp>
        <p:nvSpPr>
          <p:cNvPr id="30774" name="Line 57">
            <a:extLst>
              <a:ext uri="{FF2B5EF4-FFF2-40B4-BE49-F238E27FC236}">
                <a16:creationId xmlns:a16="http://schemas.microsoft.com/office/drawing/2014/main" id="{564C77EA-76B4-4AC1-928D-0DB504720E34}"/>
              </a:ext>
            </a:extLst>
          </p:cNvPr>
          <p:cNvSpPr>
            <a:spLocks noChangeShapeType="1"/>
          </p:cNvSpPr>
          <p:nvPr/>
        </p:nvSpPr>
        <p:spPr bwMode="auto">
          <a:xfrm flipH="1">
            <a:off x="6005514" y="5672138"/>
            <a:ext cx="141287" cy="0"/>
          </a:xfrm>
          <a:prstGeom prst="line">
            <a:avLst/>
          </a:prstGeom>
          <a:noFill/>
          <a:ln w="19050">
            <a:solidFill>
              <a:srgbClr val="0000FF"/>
            </a:solidFill>
            <a:round/>
            <a:headEnd/>
            <a:tailEnd type="none" w="sm" len="med"/>
          </a:ln>
          <a:extLst>
            <a:ext uri="{909E8E84-426E-40DD-AFC4-6F175D3DCCD1}">
              <a14:hiddenFill xmlns:a14="http://schemas.microsoft.com/office/drawing/2010/main">
                <a:noFill/>
              </a14:hiddenFill>
            </a:ext>
          </a:extLst>
        </p:spPr>
        <p:txBody>
          <a:bodyPr/>
          <a:lstStyle/>
          <a:p>
            <a:endParaRPr lang="en-US"/>
          </a:p>
        </p:txBody>
      </p:sp>
      <p:sp>
        <p:nvSpPr>
          <p:cNvPr id="30775" name="Line 58">
            <a:extLst>
              <a:ext uri="{FF2B5EF4-FFF2-40B4-BE49-F238E27FC236}">
                <a16:creationId xmlns:a16="http://schemas.microsoft.com/office/drawing/2014/main" id="{35A98B22-39B5-4F8F-9E7F-F0EFA30422E4}"/>
              </a:ext>
            </a:extLst>
          </p:cNvPr>
          <p:cNvSpPr>
            <a:spLocks noChangeShapeType="1"/>
          </p:cNvSpPr>
          <p:nvPr/>
        </p:nvSpPr>
        <p:spPr bwMode="auto">
          <a:xfrm flipH="1">
            <a:off x="5862639" y="5672138"/>
            <a:ext cx="142875" cy="0"/>
          </a:xfrm>
          <a:prstGeom prst="line">
            <a:avLst/>
          </a:prstGeom>
          <a:noFill/>
          <a:ln w="19050">
            <a:solidFill>
              <a:srgbClr val="0000FF"/>
            </a:solidFill>
            <a:round/>
            <a:headEnd/>
            <a:tailEnd type="none" w="sm" len="med"/>
          </a:ln>
          <a:extLst>
            <a:ext uri="{909E8E84-426E-40DD-AFC4-6F175D3DCCD1}">
              <a14:hiddenFill xmlns:a14="http://schemas.microsoft.com/office/drawing/2010/main">
                <a:noFill/>
              </a14:hiddenFill>
            </a:ext>
          </a:extLst>
        </p:spPr>
        <p:txBody>
          <a:bodyPr/>
          <a:lstStyle/>
          <a:p>
            <a:endParaRPr lang="en-US"/>
          </a:p>
        </p:txBody>
      </p:sp>
      <p:sp>
        <p:nvSpPr>
          <p:cNvPr id="30776" name="Line 59">
            <a:extLst>
              <a:ext uri="{FF2B5EF4-FFF2-40B4-BE49-F238E27FC236}">
                <a16:creationId xmlns:a16="http://schemas.microsoft.com/office/drawing/2014/main" id="{58947726-F890-4DE9-A372-DF9A2CE44B66}"/>
              </a:ext>
            </a:extLst>
          </p:cNvPr>
          <p:cNvSpPr>
            <a:spLocks noChangeShapeType="1"/>
          </p:cNvSpPr>
          <p:nvPr/>
        </p:nvSpPr>
        <p:spPr bwMode="auto">
          <a:xfrm flipH="1">
            <a:off x="5719764" y="5326063"/>
            <a:ext cx="142875" cy="0"/>
          </a:xfrm>
          <a:prstGeom prst="line">
            <a:avLst/>
          </a:prstGeom>
          <a:noFill/>
          <a:ln w="19050">
            <a:solidFill>
              <a:srgbClr val="0000FF"/>
            </a:solidFill>
            <a:round/>
            <a:headEnd/>
            <a:tailEnd type="none" w="sm" len="med"/>
          </a:ln>
          <a:extLst>
            <a:ext uri="{909E8E84-426E-40DD-AFC4-6F175D3DCCD1}">
              <a14:hiddenFill xmlns:a14="http://schemas.microsoft.com/office/drawing/2010/main">
                <a:noFill/>
              </a14:hiddenFill>
            </a:ext>
          </a:extLst>
        </p:spPr>
        <p:txBody>
          <a:bodyPr/>
          <a:lstStyle/>
          <a:p>
            <a:endParaRPr lang="en-US"/>
          </a:p>
        </p:txBody>
      </p:sp>
      <p:sp>
        <p:nvSpPr>
          <p:cNvPr id="30777" name="Line 60">
            <a:extLst>
              <a:ext uri="{FF2B5EF4-FFF2-40B4-BE49-F238E27FC236}">
                <a16:creationId xmlns:a16="http://schemas.microsoft.com/office/drawing/2014/main" id="{D50F21CA-A7A6-4421-AC8E-53C2D0135D4C}"/>
              </a:ext>
            </a:extLst>
          </p:cNvPr>
          <p:cNvSpPr>
            <a:spLocks noChangeShapeType="1"/>
          </p:cNvSpPr>
          <p:nvPr/>
        </p:nvSpPr>
        <p:spPr bwMode="auto">
          <a:xfrm flipH="1">
            <a:off x="5575301" y="5672138"/>
            <a:ext cx="142875" cy="0"/>
          </a:xfrm>
          <a:prstGeom prst="line">
            <a:avLst/>
          </a:prstGeom>
          <a:noFill/>
          <a:ln w="19050">
            <a:solidFill>
              <a:srgbClr val="0000FF"/>
            </a:solidFill>
            <a:round/>
            <a:headEnd/>
            <a:tailEnd type="none" w="sm" len="med"/>
          </a:ln>
          <a:extLst>
            <a:ext uri="{909E8E84-426E-40DD-AFC4-6F175D3DCCD1}">
              <a14:hiddenFill xmlns:a14="http://schemas.microsoft.com/office/drawing/2010/main">
                <a:noFill/>
              </a14:hiddenFill>
            </a:ext>
          </a:extLst>
        </p:spPr>
        <p:txBody>
          <a:bodyPr/>
          <a:lstStyle/>
          <a:p>
            <a:endParaRPr lang="en-US"/>
          </a:p>
        </p:txBody>
      </p:sp>
      <p:sp>
        <p:nvSpPr>
          <p:cNvPr id="30778" name="Line 61">
            <a:extLst>
              <a:ext uri="{FF2B5EF4-FFF2-40B4-BE49-F238E27FC236}">
                <a16:creationId xmlns:a16="http://schemas.microsoft.com/office/drawing/2014/main" id="{DEFF6E98-95C2-4BA1-9830-37A474CCAF92}"/>
              </a:ext>
            </a:extLst>
          </p:cNvPr>
          <p:cNvSpPr>
            <a:spLocks noChangeShapeType="1"/>
          </p:cNvSpPr>
          <p:nvPr/>
        </p:nvSpPr>
        <p:spPr bwMode="auto">
          <a:xfrm flipH="1">
            <a:off x="5434014" y="5672138"/>
            <a:ext cx="141287" cy="0"/>
          </a:xfrm>
          <a:prstGeom prst="line">
            <a:avLst/>
          </a:prstGeom>
          <a:noFill/>
          <a:ln w="19050">
            <a:solidFill>
              <a:srgbClr val="0000FF"/>
            </a:solidFill>
            <a:round/>
            <a:headEnd/>
            <a:tailEnd type="none" w="sm" len="med"/>
          </a:ln>
          <a:extLst>
            <a:ext uri="{909E8E84-426E-40DD-AFC4-6F175D3DCCD1}">
              <a14:hiddenFill xmlns:a14="http://schemas.microsoft.com/office/drawing/2010/main">
                <a:noFill/>
              </a14:hiddenFill>
            </a:ext>
          </a:extLst>
        </p:spPr>
        <p:txBody>
          <a:bodyPr/>
          <a:lstStyle/>
          <a:p>
            <a:endParaRPr lang="en-US"/>
          </a:p>
        </p:txBody>
      </p:sp>
      <p:sp>
        <p:nvSpPr>
          <p:cNvPr id="30779" name="Line 62">
            <a:extLst>
              <a:ext uri="{FF2B5EF4-FFF2-40B4-BE49-F238E27FC236}">
                <a16:creationId xmlns:a16="http://schemas.microsoft.com/office/drawing/2014/main" id="{83B898DE-7F80-47B1-B6DE-7317E034F4D6}"/>
              </a:ext>
            </a:extLst>
          </p:cNvPr>
          <p:cNvSpPr>
            <a:spLocks noChangeShapeType="1"/>
          </p:cNvSpPr>
          <p:nvPr/>
        </p:nvSpPr>
        <p:spPr bwMode="auto">
          <a:xfrm flipH="1">
            <a:off x="5291139" y="5376863"/>
            <a:ext cx="142875" cy="0"/>
          </a:xfrm>
          <a:prstGeom prst="line">
            <a:avLst/>
          </a:prstGeom>
          <a:noFill/>
          <a:ln w="19050">
            <a:solidFill>
              <a:srgbClr val="0000FF"/>
            </a:solidFill>
            <a:round/>
            <a:headEnd/>
            <a:tailEnd type="none" w="sm" len="med"/>
          </a:ln>
          <a:extLst>
            <a:ext uri="{909E8E84-426E-40DD-AFC4-6F175D3DCCD1}">
              <a14:hiddenFill xmlns:a14="http://schemas.microsoft.com/office/drawing/2010/main">
                <a:noFill/>
              </a14:hiddenFill>
            </a:ext>
          </a:extLst>
        </p:spPr>
        <p:txBody>
          <a:bodyPr/>
          <a:lstStyle/>
          <a:p>
            <a:endParaRPr lang="en-US"/>
          </a:p>
        </p:txBody>
      </p:sp>
      <p:sp>
        <p:nvSpPr>
          <p:cNvPr id="30780" name="Line 63">
            <a:extLst>
              <a:ext uri="{FF2B5EF4-FFF2-40B4-BE49-F238E27FC236}">
                <a16:creationId xmlns:a16="http://schemas.microsoft.com/office/drawing/2014/main" id="{5EBBA7FA-23F8-4197-A205-B2B926159A1B}"/>
              </a:ext>
            </a:extLst>
          </p:cNvPr>
          <p:cNvSpPr>
            <a:spLocks noChangeShapeType="1"/>
          </p:cNvSpPr>
          <p:nvPr/>
        </p:nvSpPr>
        <p:spPr bwMode="auto">
          <a:xfrm flipH="1">
            <a:off x="5146676" y="5672138"/>
            <a:ext cx="142875" cy="0"/>
          </a:xfrm>
          <a:prstGeom prst="line">
            <a:avLst/>
          </a:prstGeom>
          <a:noFill/>
          <a:ln w="19050">
            <a:solidFill>
              <a:srgbClr val="0000FF"/>
            </a:solidFill>
            <a:round/>
            <a:headEnd/>
            <a:tailEnd type="none" w="sm" len="med"/>
          </a:ln>
          <a:extLst>
            <a:ext uri="{909E8E84-426E-40DD-AFC4-6F175D3DCCD1}">
              <a14:hiddenFill xmlns:a14="http://schemas.microsoft.com/office/drawing/2010/main">
                <a:noFill/>
              </a14:hiddenFill>
            </a:ext>
          </a:extLst>
        </p:spPr>
        <p:txBody>
          <a:bodyPr/>
          <a:lstStyle/>
          <a:p>
            <a:endParaRPr lang="en-US"/>
          </a:p>
        </p:txBody>
      </p:sp>
      <p:sp>
        <p:nvSpPr>
          <p:cNvPr id="30781" name="Text Box 64">
            <a:extLst>
              <a:ext uri="{FF2B5EF4-FFF2-40B4-BE49-F238E27FC236}">
                <a16:creationId xmlns:a16="http://schemas.microsoft.com/office/drawing/2014/main" id="{9B12838F-B3BA-494D-A6ED-60E6DB5E2DD5}"/>
              </a:ext>
            </a:extLst>
          </p:cNvPr>
          <p:cNvSpPr txBox="1">
            <a:spLocks noChangeArrowheads="1"/>
          </p:cNvSpPr>
          <p:nvPr/>
        </p:nvSpPr>
        <p:spPr bwMode="auto">
          <a:xfrm>
            <a:off x="4903788" y="4967288"/>
            <a:ext cx="2476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s-ES" altLang="en-US" sz="1800" i="1"/>
              <a:t>I</a:t>
            </a:r>
          </a:p>
        </p:txBody>
      </p:sp>
      <p:sp>
        <p:nvSpPr>
          <p:cNvPr id="30782" name="Text Box 65">
            <a:extLst>
              <a:ext uri="{FF2B5EF4-FFF2-40B4-BE49-F238E27FC236}">
                <a16:creationId xmlns:a16="http://schemas.microsoft.com/office/drawing/2014/main" id="{3E6D8CB3-3BAE-43E5-BDC4-832A56D9B515}"/>
              </a:ext>
            </a:extLst>
          </p:cNvPr>
          <p:cNvSpPr txBox="1">
            <a:spLocks noChangeArrowheads="1"/>
          </p:cNvSpPr>
          <p:nvPr/>
        </p:nvSpPr>
        <p:spPr bwMode="auto">
          <a:xfrm>
            <a:off x="6781800" y="5505451"/>
            <a:ext cx="2476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s-ES" altLang="en-US" sz="1800" i="1"/>
              <a:t>t</a:t>
            </a:r>
          </a:p>
        </p:txBody>
      </p:sp>
      <p:sp>
        <p:nvSpPr>
          <p:cNvPr id="30783" name="Line 66">
            <a:extLst>
              <a:ext uri="{FF2B5EF4-FFF2-40B4-BE49-F238E27FC236}">
                <a16:creationId xmlns:a16="http://schemas.microsoft.com/office/drawing/2014/main" id="{0FED1868-A25F-458F-8BFD-2F02BF20F592}"/>
              </a:ext>
            </a:extLst>
          </p:cNvPr>
          <p:cNvSpPr>
            <a:spLocks noChangeShapeType="1"/>
          </p:cNvSpPr>
          <p:nvPr/>
        </p:nvSpPr>
        <p:spPr bwMode="auto">
          <a:xfrm>
            <a:off x="5146675" y="5114925"/>
            <a:ext cx="0" cy="787400"/>
          </a:xfrm>
          <a:prstGeom prst="line">
            <a:avLst/>
          </a:prstGeom>
          <a:noFill/>
          <a:ln w="9525">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en-US"/>
          </a:p>
        </p:txBody>
      </p:sp>
      <p:sp>
        <p:nvSpPr>
          <p:cNvPr id="30784" name="Line 67">
            <a:extLst>
              <a:ext uri="{FF2B5EF4-FFF2-40B4-BE49-F238E27FC236}">
                <a16:creationId xmlns:a16="http://schemas.microsoft.com/office/drawing/2014/main" id="{0F6F2229-BB99-40F9-A608-FC00CA025EB4}"/>
              </a:ext>
            </a:extLst>
          </p:cNvPr>
          <p:cNvSpPr>
            <a:spLocks noChangeShapeType="1"/>
          </p:cNvSpPr>
          <p:nvPr/>
        </p:nvSpPr>
        <p:spPr bwMode="auto">
          <a:xfrm flipH="1">
            <a:off x="5146675" y="5510213"/>
            <a:ext cx="1716088" cy="0"/>
          </a:xfrm>
          <a:prstGeom prst="line">
            <a:avLst/>
          </a:prstGeom>
          <a:noFill/>
          <a:ln w="9525">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en-US"/>
          </a:p>
        </p:txBody>
      </p:sp>
      <p:pic>
        <p:nvPicPr>
          <p:cNvPr id="102468" name="Picture 68" descr="disco">
            <a:extLst>
              <a:ext uri="{FF2B5EF4-FFF2-40B4-BE49-F238E27FC236}">
                <a16:creationId xmlns:a16="http://schemas.microsoft.com/office/drawing/2014/main" id="{79D67A15-19A3-48CC-A073-0CE22511BF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91401" y="2833688"/>
            <a:ext cx="2860675" cy="2151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024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62" name="Freeform 2">
            <a:extLst>
              <a:ext uri="{FF2B5EF4-FFF2-40B4-BE49-F238E27FC236}">
                <a16:creationId xmlns:a16="http://schemas.microsoft.com/office/drawing/2014/main" id="{DA7AADCC-F2B4-4218-B05E-FEB73B2FB02F}"/>
              </a:ext>
            </a:extLst>
          </p:cNvPr>
          <p:cNvSpPr>
            <a:spLocks/>
          </p:cNvSpPr>
          <p:nvPr/>
        </p:nvSpPr>
        <p:spPr bwMode="auto">
          <a:xfrm>
            <a:off x="7753351" y="1971675"/>
            <a:ext cx="688975" cy="1244600"/>
          </a:xfrm>
          <a:custGeom>
            <a:avLst/>
            <a:gdLst>
              <a:gd name="T0" fmla="*/ 1093747902 w 434"/>
              <a:gd name="T1" fmla="*/ 0 h 784"/>
              <a:gd name="T2" fmla="*/ 836692037 w 434"/>
              <a:gd name="T3" fmla="*/ 463708804 h 784"/>
              <a:gd name="T4" fmla="*/ 851812970 w 434"/>
              <a:gd name="T5" fmla="*/ 640119687 h 784"/>
              <a:gd name="T6" fmla="*/ 685482506 w 434"/>
              <a:gd name="T7" fmla="*/ 521671586 h 784"/>
              <a:gd name="T8" fmla="*/ 738406566 w 434"/>
              <a:gd name="T9" fmla="*/ 884575759 h 784"/>
              <a:gd name="T10" fmla="*/ 564515040 w 434"/>
              <a:gd name="T11" fmla="*/ 761087149 h 784"/>
              <a:gd name="T12" fmla="*/ 614918150 w 434"/>
              <a:gd name="T13" fmla="*/ 1116428474 h 784"/>
              <a:gd name="T14" fmla="*/ 448587885 w 434"/>
              <a:gd name="T15" fmla="*/ 997981961 h 784"/>
              <a:gd name="T16" fmla="*/ 496471634 w 434"/>
              <a:gd name="T17" fmla="*/ 1353324675 h 784"/>
              <a:gd name="T18" fmla="*/ 327620320 w 434"/>
              <a:gd name="T19" fmla="*/ 1232355626 h 784"/>
              <a:gd name="T20" fmla="*/ 307459075 w 434"/>
              <a:gd name="T21" fmla="*/ 1416327768 h 784"/>
              <a:gd name="T22" fmla="*/ 0 w 434"/>
              <a:gd name="T23" fmla="*/ 1975802678 h 78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34"/>
              <a:gd name="T37" fmla="*/ 0 h 784"/>
              <a:gd name="T38" fmla="*/ 434 w 434"/>
              <a:gd name="T39" fmla="*/ 784 h 78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34" h="784">
                <a:moveTo>
                  <a:pt x="434" y="0"/>
                </a:moveTo>
                <a:lnTo>
                  <a:pt x="332" y="184"/>
                </a:lnTo>
                <a:lnTo>
                  <a:pt x="338" y="254"/>
                </a:lnTo>
                <a:lnTo>
                  <a:pt x="272" y="207"/>
                </a:lnTo>
                <a:lnTo>
                  <a:pt x="293" y="351"/>
                </a:lnTo>
                <a:lnTo>
                  <a:pt x="224" y="302"/>
                </a:lnTo>
                <a:lnTo>
                  <a:pt x="244" y="443"/>
                </a:lnTo>
                <a:lnTo>
                  <a:pt x="178" y="396"/>
                </a:lnTo>
                <a:lnTo>
                  <a:pt x="197" y="537"/>
                </a:lnTo>
                <a:lnTo>
                  <a:pt x="130" y="489"/>
                </a:lnTo>
                <a:lnTo>
                  <a:pt x="122" y="562"/>
                </a:lnTo>
                <a:lnTo>
                  <a:pt x="0" y="784"/>
                </a:lnTo>
              </a:path>
            </a:pathLst>
          </a:custGeom>
          <a:noFill/>
          <a:ln w="25400">
            <a:solidFill>
              <a:srgbClr val="000000"/>
            </a:solidFill>
            <a:round/>
            <a:headEnd/>
            <a:tailEnd type="none" w="sm"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105475" name="AutoShape 3" descr="Diagonal hacia arriba clara">
            <a:extLst>
              <a:ext uri="{FF2B5EF4-FFF2-40B4-BE49-F238E27FC236}">
                <a16:creationId xmlns:a16="http://schemas.microsoft.com/office/drawing/2014/main" id="{E2E6CD5B-B472-41BC-81F9-46AEFF455762}"/>
              </a:ext>
            </a:extLst>
          </p:cNvPr>
          <p:cNvSpPr>
            <a:spLocks noChangeArrowheads="1"/>
          </p:cNvSpPr>
          <p:nvPr/>
        </p:nvSpPr>
        <p:spPr bwMode="auto">
          <a:xfrm>
            <a:off x="4151314" y="1963738"/>
            <a:ext cx="1233487" cy="1249362"/>
          </a:xfrm>
          <a:prstGeom prst="parallelogram">
            <a:avLst>
              <a:gd name="adj" fmla="val 57398"/>
            </a:avLst>
          </a:prstGeom>
          <a:pattFill prst="ltUpDiag">
            <a:fgClr>
              <a:srgbClr val="0000FF"/>
            </a:fgClr>
            <a:bgClr>
              <a:srgbClr val="FFFFFF"/>
            </a:bgClr>
          </a:pattFill>
          <a:ln>
            <a:noFill/>
          </a:ln>
          <a:extLst>
            <a:ext uri="{91240B29-F687-4F45-9708-019B960494DF}">
              <a14:hiddenLine xmlns:a14="http://schemas.microsoft.com/office/drawing/2010/main" w="12700">
                <a:solidFill>
                  <a:srgbClr val="000000"/>
                </a:solidFill>
                <a:miter lim="800000"/>
                <a:headEnd type="none" w="sm" len="lg"/>
                <a:tailEnd type="none" w="sm" len="lg"/>
              </a14:hiddenLine>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19464" name="Rectangle 4">
            <a:extLst>
              <a:ext uri="{FF2B5EF4-FFF2-40B4-BE49-F238E27FC236}">
                <a16:creationId xmlns:a16="http://schemas.microsoft.com/office/drawing/2014/main" id="{8D52B37B-9558-4756-8D41-90A3201BE992}"/>
              </a:ext>
            </a:extLst>
          </p:cNvPr>
          <p:cNvSpPr>
            <a:spLocks noGrp="1" noChangeArrowheads="1"/>
          </p:cNvSpPr>
          <p:nvPr>
            <p:ph type="title" idx="4294967295"/>
          </p:nvPr>
        </p:nvSpPr>
        <p:spPr>
          <a:xfrm>
            <a:off x="2209800" y="828676"/>
            <a:ext cx="7772400" cy="703263"/>
          </a:xfrm>
        </p:spPr>
        <p:txBody>
          <a:bodyPr/>
          <a:lstStyle/>
          <a:p>
            <a:pPr eaLnBrk="1" hangingPunct="1"/>
            <a:r>
              <a:rPr lang="es-ES_tradnl" altLang="en-US">
                <a:sym typeface="Symbol" panose="05050102010706020507" pitchFamily="18" charset="2"/>
              </a:rPr>
              <a:t>Fuerza sobre una barra móvil</a:t>
            </a:r>
          </a:p>
        </p:txBody>
      </p:sp>
      <p:sp>
        <p:nvSpPr>
          <p:cNvPr id="105477" name="Rectangle 5">
            <a:extLst>
              <a:ext uri="{FF2B5EF4-FFF2-40B4-BE49-F238E27FC236}">
                <a16:creationId xmlns:a16="http://schemas.microsoft.com/office/drawing/2014/main" id="{7F8EE4BA-5646-438C-88E9-5C8E2EDDBD6F}"/>
              </a:ext>
            </a:extLst>
          </p:cNvPr>
          <p:cNvSpPr>
            <a:spLocks noGrp="1" noChangeArrowheads="1"/>
          </p:cNvSpPr>
          <p:nvPr>
            <p:ph type="body" idx="4294967295"/>
          </p:nvPr>
        </p:nvSpPr>
        <p:spPr>
          <a:xfrm>
            <a:off x="2209800" y="3886200"/>
            <a:ext cx="3429000" cy="533400"/>
          </a:xfrm>
        </p:spPr>
        <p:txBody>
          <a:bodyPr>
            <a:normAutofit fontScale="92500"/>
          </a:bodyPr>
          <a:lstStyle/>
          <a:p>
            <a:pPr eaLnBrk="1" hangingPunct="1">
              <a:buFontTx/>
              <a:buNone/>
            </a:pPr>
            <a:r>
              <a:rPr lang="es-ES_tradnl" altLang="en-US" sz="3000">
                <a:sym typeface="Symbol" panose="05050102010706020507" pitchFamily="18" charset="2"/>
              </a:rPr>
              <a:t></a:t>
            </a:r>
            <a:r>
              <a:rPr lang="es-ES_tradnl" altLang="en-US" sz="3000"/>
              <a:t>(t) = BS = B</a:t>
            </a:r>
            <a:r>
              <a:rPr lang="es-ES_tradnl" altLang="en-US" sz="3000">
                <a:sym typeface="MT Extra" panose="05050102010205020202" pitchFamily="18" charset="2"/>
              </a:rPr>
              <a:t></a:t>
            </a:r>
            <a:r>
              <a:rPr lang="es-ES_tradnl" altLang="en-US" sz="3000"/>
              <a:t>x = B</a:t>
            </a:r>
            <a:r>
              <a:rPr lang="es-ES_tradnl" altLang="en-US" sz="3000">
                <a:sym typeface="MT Extra" panose="05050102010205020202" pitchFamily="18" charset="2"/>
              </a:rPr>
              <a:t></a:t>
            </a:r>
            <a:r>
              <a:rPr lang="es-ES_tradnl" altLang="en-US" sz="3000"/>
              <a:t>vt</a:t>
            </a:r>
          </a:p>
        </p:txBody>
      </p:sp>
      <p:sp>
        <p:nvSpPr>
          <p:cNvPr id="19466" name="Rectangle 6">
            <a:extLst>
              <a:ext uri="{FF2B5EF4-FFF2-40B4-BE49-F238E27FC236}">
                <a16:creationId xmlns:a16="http://schemas.microsoft.com/office/drawing/2014/main" id="{F0F90EDE-215E-477F-90A1-B4A4D075281B}"/>
              </a:ext>
            </a:extLst>
          </p:cNvPr>
          <p:cNvSpPr>
            <a:spLocks noChangeArrowheads="1"/>
          </p:cNvSpPr>
          <p:nvPr/>
        </p:nvSpPr>
        <p:spPr bwMode="auto">
          <a:xfrm>
            <a:off x="8180389" y="2603500"/>
            <a:ext cx="217487"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2700" tIns="12700" rIns="12700" bIns="12700"/>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just"/>
            <a:r>
              <a:rPr lang="es-ES_tradnl" altLang="en-US" sz="2000"/>
              <a:t>R</a:t>
            </a:r>
            <a:endParaRPr lang="es-ES_tradnl" altLang="en-US" sz="1800"/>
          </a:p>
        </p:txBody>
      </p:sp>
      <p:sp>
        <p:nvSpPr>
          <p:cNvPr id="19467" name="Line 7">
            <a:extLst>
              <a:ext uri="{FF2B5EF4-FFF2-40B4-BE49-F238E27FC236}">
                <a16:creationId xmlns:a16="http://schemas.microsoft.com/office/drawing/2014/main" id="{AA99ABB8-6FE7-4A5A-A151-2A5148FCB045}"/>
              </a:ext>
            </a:extLst>
          </p:cNvPr>
          <p:cNvSpPr>
            <a:spLocks noChangeShapeType="1"/>
          </p:cNvSpPr>
          <p:nvPr/>
        </p:nvSpPr>
        <p:spPr bwMode="auto">
          <a:xfrm>
            <a:off x="4035425" y="1970088"/>
            <a:ext cx="4408488" cy="0"/>
          </a:xfrm>
          <a:prstGeom prst="line">
            <a:avLst/>
          </a:prstGeom>
          <a:noFill/>
          <a:ln w="25400">
            <a:solidFill>
              <a:srgbClr val="000000"/>
            </a:solidFill>
            <a:round/>
            <a:headEnd type="none" w="med" len="lg"/>
            <a:tailEnd type="none" w="med" len="lg"/>
          </a:ln>
          <a:extLst>
            <a:ext uri="{909E8E84-426E-40DD-AFC4-6F175D3DCCD1}">
              <a14:hiddenFill xmlns:a14="http://schemas.microsoft.com/office/drawing/2010/main">
                <a:noFill/>
              </a14:hiddenFill>
            </a:ext>
          </a:extLst>
        </p:spPr>
        <p:txBody>
          <a:bodyPr/>
          <a:lstStyle/>
          <a:p>
            <a:endParaRPr lang="en-US"/>
          </a:p>
        </p:txBody>
      </p:sp>
      <p:sp>
        <p:nvSpPr>
          <p:cNvPr id="19468" name="Line 8">
            <a:extLst>
              <a:ext uri="{FF2B5EF4-FFF2-40B4-BE49-F238E27FC236}">
                <a16:creationId xmlns:a16="http://schemas.microsoft.com/office/drawing/2014/main" id="{63E12B9C-B7EF-417B-BDAA-122D272F0D29}"/>
              </a:ext>
            </a:extLst>
          </p:cNvPr>
          <p:cNvSpPr>
            <a:spLocks noChangeShapeType="1"/>
          </p:cNvSpPr>
          <p:nvPr/>
        </p:nvSpPr>
        <p:spPr bwMode="auto">
          <a:xfrm>
            <a:off x="3403601" y="3219450"/>
            <a:ext cx="4360863" cy="1588"/>
          </a:xfrm>
          <a:prstGeom prst="line">
            <a:avLst/>
          </a:prstGeom>
          <a:noFill/>
          <a:ln w="25400">
            <a:solidFill>
              <a:srgbClr val="000000"/>
            </a:solidFill>
            <a:round/>
            <a:headEnd type="none" w="med" len="lg"/>
            <a:tailEnd type="none" w="med" len="lg"/>
          </a:ln>
          <a:extLst>
            <a:ext uri="{909E8E84-426E-40DD-AFC4-6F175D3DCCD1}">
              <a14:hiddenFill xmlns:a14="http://schemas.microsoft.com/office/drawing/2010/main">
                <a:noFill/>
              </a14:hiddenFill>
            </a:ext>
          </a:extLst>
        </p:spPr>
        <p:txBody>
          <a:bodyPr/>
          <a:lstStyle/>
          <a:p>
            <a:endParaRPr lang="en-US"/>
          </a:p>
        </p:txBody>
      </p:sp>
      <p:sp>
        <p:nvSpPr>
          <p:cNvPr id="19469" name="Line 9">
            <a:extLst>
              <a:ext uri="{FF2B5EF4-FFF2-40B4-BE49-F238E27FC236}">
                <a16:creationId xmlns:a16="http://schemas.microsoft.com/office/drawing/2014/main" id="{5F888706-D508-47E1-A439-510B138AD533}"/>
              </a:ext>
            </a:extLst>
          </p:cNvPr>
          <p:cNvSpPr>
            <a:spLocks noChangeShapeType="1"/>
          </p:cNvSpPr>
          <p:nvPr/>
        </p:nvSpPr>
        <p:spPr bwMode="auto">
          <a:xfrm flipV="1">
            <a:off x="6677025" y="1531938"/>
            <a:ext cx="1588" cy="900112"/>
          </a:xfrm>
          <a:prstGeom prst="line">
            <a:avLst/>
          </a:prstGeom>
          <a:noFill/>
          <a:ln w="38100">
            <a:solidFill>
              <a:srgbClr val="FF0000"/>
            </a:solidFill>
            <a:round/>
            <a:headEnd type="none" w="sm" len="lg"/>
            <a:tailEnd type="triangle" w="sm" len="lg"/>
          </a:ln>
          <a:extLst>
            <a:ext uri="{909E8E84-426E-40DD-AFC4-6F175D3DCCD1}">
              <a14:hiddenFill xmlns:a14="http://schemas.microsoft.com/office/drawing/2010/main">
                <a:noFill/>
              </a14:hiddenFill>
            </a:ext>
          </a:extLst>
        </p:spPr>
        <p:txBody>
          <a:bodyPr/>
          <a:lstStyle/>
          <a:p>
            <a:endParaRPr lang="en-US"/>
          </a:p>
        </p:txBody>
      </p:sp>
      <p:sp>
        <p:nvSpPr>
          <p:cNvPr id="19470" name="Line 10">
            <a:extLst>
              <a:ext uri="{FF2B5EF4-FFF2-40B4-BE49-F238E27FC236}">
                <a16:creationId xmlns:a16="http://schemas.microsoft.com/office/drawing/2014/main" id="{A726A1F6-AE42-43C5-9F82-C29795CF649C}"/>
              </a:ext>
            </a:extLst>
          </p:cNvPr>
          <p:cNvSpPr>
            <a:spLocks noChangeShapeType="1"/>
          </p:cNvSpPr>
          <p:nvPr/>
        </p:nvSpPr>
        <p:spPr bwMode="auto">
          <a:xfrm flipV="1">
            <a:off x="6465888" y="1982788"/>
            <a:ext cx="0" cy="900112"/>
          </a:xfrm>
          <a:prstGeom prst="line">
            <a:avLst/>
          </a:prstGeom>
          <a:noFill/>
          <a:ln w="38100">
            <a:solidFill>
              <a:srgbClr val="FF0000"/>
            </a:solidFill>
            <a:round/>
            <a:headEnd type="none" w="sm" len="lg"/>
            <a:tailEnd type="triangle" w="sm" len="lg"/>
          </a:ln>
          <a:extLst>
            <a:ext uri="{909E8E84-426E-40DD-AFC4-6F175D3DCCD1}">
              <a14:hiddenFill xmlns:a14="http://schemas.microsoft.com/office/drawing/2010/main">
                <a:noFill/>
              </a14:hiddenFill>
            </a:ext>
          </a:extLst>
        </p:spPr>
        <p:txBody>
          <a:bodyPr/>
          <a:lstStyle/>
          <a:p>
            <a:endParaRPr lang="en-US"/>
          </a:p>
        </p:txBody>
      </p:sp>
      <p:grpSp>
        <p:nvGrpSpPr>
          <p:cNvPr id="2" name="Group 11">
            <a:extLst>
              <a:ext uri="{FF2B5EF4-FFF2-40B4-BE49-F238E27FC236}">
                <a16:creationId xmlns:a16="http://schemas.microsoft.com/office/drawing/2014/main" id="{2049CC4E-08C2-403A-90A6-C77CA4B9198C}"/>
              </a:ext>
            </a:extLst>
          </p:cNvPr>
          <p:cNvGrpSpPr>
            <a:grpSpLocks/>
          </p:cNvGrpSpPr>
          <p:nvPr/>
        </p:nvGrpSpPr>
        <p:grpSpPr bwMode="auto">
          <a:xfrm>
            <a:off x="4756151" y="3517900"/>
            <a:ext cx="2868613" cy="363538"/>
            <a:chOff x="2036" y="2216"/>
            <a:chExt cx="1807" cy="229"/>
          </a:xfrm>
        </p:grpSpPr>
        <p:sp>
          <p:nvSpPr>
            <p:cNvPr id="19501" name="Rectangle 12">
              <a:extLst>
                <a:ext uri="{FF2B5EF4-FFF2-40B4-BE49-F238E27FC236}">
                  <a16:creationId xmlns:a16="http://schemas.microsoft.com/office/drawing/2014/main" id="{698BA449-0A74-43B4-83A3-64E1F208313F}"/>
                </a:ext>
              </a:extLst>
            </p:cNvPr>
            <p:cNvSpPr>
              <a:spLocks noChangeArrowheads="1"/>
            </p:cNvSpPr>
            <p:nvPr/>
          </p:nvSpPr>
          <p:spPr bwMode="auto">
            <a:xfrm>
              <a:off x="2874" y="2216"/>
              <a:ext cx="137"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2700" tIns="12700" rIns="12700" bIns="12700"/>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just"/>
              <a:r>
                <a:rPr lang="es-ES_tradnl" altLang="en-US" sz="2000"/>
                <a:t>x</a:t>
              </a:r>
              <a:endParaRPr lang="es-ES_tradnl" altLang="en-US" sz="1800"/>
            </a:p>
          </p:txBody>
        </p:sp>
        <p:sp>
          <p:nvSpPr>
            <p:cNvPr id="19502" name="Line 13">
              <a:extLst>
                <a:ext uri="{FF2B5EF4-FFF2-40B4-BE49-F238E27FC236}">
                  <a16:creationId xmlns:a16="http://schemas.microsoft.com/office/drawing/2014/main" id="{85FCE766-4ED0-41BA-BBF5-91265BD4CB3D}"/>
                </a:ext>
              </a:extLst>
            </p:cNvPr>
            <p:cNvSpPr>
              <a:spLocks noChangeShapeType="1"/>
            </p:cNvSpPr>
            <p:nvPr/>
          </p:nvSpPr>
          <p:spPr bwMode="auto">
            <a:xfrm flipH="1">
              <a:off x="2036" y="2226"/>
              <a:ext cx="1807" cy="1"/>
            </a:xfrm>
            <a:prstGeom prst="line">
              <a:avLst/>
            </a:prstGeom>
            <a:noFill/>
            <a:ln w="12700">
              <a:solidFill>
                <a:srgbClr val="000000"/>
              </a:solidFill>
              <a:round/>
              <a:headEnd type="none" w="med" len="lg"/>
              <a:tailEnd type="triangle" w="med" len="lg"/>
            </a:ln>
            <a:extLst>
              <a:ext uri="{909E8E84-426E-40DD-AFC4-6F175D3DCCD1}">
                <a14:hiddenFill xmlns:a14="http://schemas.microsoft.com/office/drawing/2010/main">
                  <a:noFill/>
                </a14:hiddenFill>
              </a:ext>
            </a:extLst>
          </p:spPr>
          <p:txBody>
            <a:bodyPr/>
            <a:lstStyle/>
            <a:p>
              <a:endParaRPr lang="en-US"/>
            </a:p>
          </p:txBody>
        </p:sp>
      </p:grpSp>
      <p:sp>
        <p:nvSpPr>
          <p:cNvPr id="19472" name="Rectangle 14">
            <a:extLst>
              <a:ext uri="{FF2B5EF4-FFF2-40B4-BE49-F238E27FC236}">
                <a16:creationId xmlns:a16="http://schemas.microsoft.com/office/drawing/2014/main" id="{7D5F432D-BBD3-41D3-A793-5E11F68BB903}"/>
              </a:ext>
            </a:extLst>
          </p:cNvPr>
          <p:cNvSpPr>
            <a:spLocks noChangeArrowheads="1"/>
          </p:cNvSpPr>
          <p:nvPr/>
        </p:nvSpPr>
        <p:spPr bwMode="auto">
          <a:xfrm>
            <a:off x="3279775" y="2409825"/>
            <a:ext cx="217488"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2700" tIns="12700" rIns="12700" bIns="12700"/>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just"/>
            <a:r>
              <a:rPr lang="es-ES_tradnl" altLang="en-US" sz="2000">
                <a:sym typeface="MT Extra" panose="05050102010205020202" pitchFamily="18" charset="2"/>
              </a:rPr>
              <a:t></a:t>
            </a:r>
            <a:endParaRPr lang="es-ES_tradnl" altLang="en-US" sz="2000"/>
          </a:p>
        </p:txBody>
      </p:sp>
      <p:sp>
        <p:nvSpPr>
          <p:cNvPr id="19473" name="Line 15">
            <a:extLst>
              <a:ext uri="{FF2B5EF4-FFF2-40B4-BE49-F238E27FC236}">
                <a16:creationId xmlns:a16="http://schemas.microsoft.com/office/drawing/2014/main" id="{8862C9A8-D72D-49DD-BBF6-7A93C5D37439}"/>
              </a:ext>
            </a:extLst>
          </p:cNvPr>
          <p:cNvSpPr>
            <a:spLocks noChangeShapeType="1"/>
          </p:cNvSpPr>
          <p:nvPr/>
        </p:nvSpPr>
        <p:spPr bwMode="auto">
          <a:xfrm flipV="1">
            <a:off x="5915025" y="1531938"/>
            <a:ext cx="1588" cy="900112"/>
          </a:xfrm>
          <a:prstGeom prst="line">
            <a:avLst/>
          </a:prstGeom>
          <a:noFill/>
          <a:ln w="38100">
            <a:solidFill>
              <a:srgbClr val="FF0000"/>
            </a:solidFill>
            <a:round/>
            <a:headEnd type="none" w="sm" len="lg"/>
            <a:tailEnd type="triangle" w="sm" len="lg"/>
          </a:ln>
          <a:extLst>
            <a:ext uri="{909E8E84-426E-40DD-AFC4-6F175D3DCCD1}">
              <a14:hiddenFill xmlns:a14="http://schemas.microsoft.com/office/drawing/2010/main">
                <a:noFill/>
              </a14:hiddenFill>
            </a:ext>
          </a:extLst>
        </p:spPr>
        <p:txBody>
          <a:bodyPr/>
          <a:lstStyle/>
          <a:p>
            <a:endParaRPr lang="en-US"/>
          </a:p>
        </p:txBody>
      </p:sp>
      <p:sp>
        <p:nvSpPr>
          <p:cNvPr id="105488" name="Rectangle 16">
            <a:extLst>
              <a:ext uri="{FF2B5EF4-FFF2-40B4-BE49-F238E27FC236}">
                <a16:creationId xmlns:a16="http://schemas.microsoft.com/office/drawing/2014/main" id="{913C4514-BF80-471D-B002-7F58035E6266}"/>
              </a:ext>
            </a:extLst>
          </p:cNvPr>
          <p:cNvSpPr>
            <a:spLocks noChangeArrowheads="1"/>
          </p:cNvSpPr>
          <p:nvPr/>
        </p:nvSpPr>
        <p:spPr bwMode="auto">
          <a:xfrm>
            <a:off x="4437064" y="2714626"/>
            <a:ext cx="307975" cy="31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2700" tIns="12700" rIns="12700" bIns="12700"/>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just"/>
            <a:r>
              <a:rPr lang="es-ES_tradnl" altLang="en-US" sz="1800">
                <a:solidFill>
                  <a:srgbClr val="0000FF"/>
                </a:solidFill>
              </a:rPr>
              <a:t>dS</a:t>
            </a:r>
          </a:p>
        </p:txBody>
      </p:sp>
      <p:grpSp>
        <p:nvGrpSpPr>
          <p:cNvPr id="3" name="Group 17">
            <a:extLst>
              <a:ext uri="{FF2B5EF4-FFF2-40B4-BE49-F238E27FC236}">
                <a16:creationId xmlns:a16="http://schemas.microsoft.com/office/drawing/2014/main" id="{E0A1FB15-A8F8-48F8-8649-B825E17C5FE3}"/>
              </a:ext>
            </a:extLst>
          </p:cNvPr>
          <p:cNvGrpSpPr>
            <a:grpSpLocks/>
          </p:cNvGrpSpPr>
          <p:nvPr/>
        </p:nvGrpSpPr>
        <p:grpSpPr bwMode="auto">
          <a:xfrm>
            <a:off x="3854450" y="1590675"/>
            <a:ext cx="1106488" cy="1811338"/>
            <a:chOff x="0" y="0"/>
            <a:chExt cx="20000" cy="20000"/>
          </a:xfrm>
        </p:grpSpPr>
        <p:sp>
          <p:nvSpPr>
            <p:cNvPr id="19498" name="Freeform 18">
              <a:extLst>
                <a:ext uri="{FF2B5EF4-FFF2-40B4-BE49-F238E27FC236}">
                  <a16:creationId xmlns:a16="http://schemas.microsoft.com/office/drawing/2014/main" id="{605F6B11-4E39-44C4-AD46-31AE9BF311C3}"/>
                </a:ext>
              </a:extLst>
            </p:cNvPr>
            <p:cNvSpPr>
              <a:spLocks/>
            </p:cNvSpPr>
            <p:nvPr/>
          </p:nvSpPr>
          <p:spPr bwMode="auto">
            <a:xfrm>
              <a:off x="3213" y="56"/>
              <a:ext cx="16787" cy="19944"/>
            </a:xfrm>
            <a:custGeom>
              <a:avLst/>
              <a:gdLst>
                <a:gd name="T0" fmla="*/ 14080 w 20000"/>
                <a:gd name="T1" fmla="*/ 0 h 20000"/>
                <a:gd name="T2" fmla="*/ 14080 w 20000"/>
                <a:gd name="T3" fmla="*/ 1728 h 20000"/>
                <a:gd name="T4" fmla="*/ 0 w 20000"/>
                <a:gd name="T5" fmla="*/ 19881 h 20000"/>
                <a:gd name="T6" fmla="*/ 0 w 20000"/>
                <a:gd name="T7" fmla="*/ 17839 h 20000"/>
                <a:gd name="T8" fmla="*/ 0 60000 65536"/>
                <a:gd name="T9" fmla="*/ 0 60000 65536"/>
                <a:gd name="T10" fmla="*/ 0 60000 65536"/>
                <a:gd name="T11" fmla="*/ 0 60000 65536"/>
                <a:gd name="T12" fmla="*/ 0 w 20000"/>
                <a:gd name="T13" fmla="*/ 0 h 20000"/>
                <a:gd name="T14" fmla="*/ 20000 w 20000"/>
                <a:gd name="T15" fmla="*/ 20000 h 20000"/>
              </a:gdLst>
              <a:ahLst/>
              <a:cxnLst>
                <a:cxn ang="T8">
                  <a:pos x="T0" y="T1"/>
                </a:cxn>
                <a:cxn ang="T9">
                  <a:pos x="T2" y="T3"/>
                </a:cxn>
                <a:cxn ang="T10">
                  <a:pos x="T4" y="T5"/>
                </a:cxn>
                <a:cxn ang="T11">
                  <a:pos x="T6" y="T7"/>
                </a:cxn>
              </a:cxnLst>
              <a:rect l="T12" t="T13" r="T14" b="T15"/>
              <a:pathLst>
                <a:path w="20000" h="20000">
                  <a:moveTo>
                    <a:pt x="19986" y="0"/>
                  </a:moveTo>
                  <a:lnTo>
                    <a:pt x="19986" y="1738"/>
                  </a:lnTo>
                  <a:lnTo>
                    <a:pt x="0" y="19993"/>
                  </a:lnTo>
                  <a:lnTo>
                    <a:pt x="0" y="17939"/>
                  </a:lnTo>
                </a:path>
              </a:pathLst>
            </a:custGeom>
            <a:noFill/>
            <a:ln w="9525">
              <a:solidFill>
                <a:srgbClr val="0000FF"/>
              </a:solidFill>
              <a:prstDash val="sysDash"/>
              <a:round/>
              <a:headEnd type="none" w="sm" len="lg"/>
              <a:tailEnd type="none" w="sm" len="lg"/>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19499" name="Freeform 19">
              <a:extLst>
                <a:ext uri="{FF2B5EF4-FFF2-40B4-BE49-F238E27FC236}">
                  <a16:creationId xmlns:a16="http://schemas.microsoft.com/office/drawing/2014/main" id="{BF00FE74-8755-4952-B9F0-CADFFF071CA7}"/>
                </a:ext>
              </a:extLst>
            </p:cNvPr>
            <p:cNvSpPr>
              <a:spLocks/>
            </p:cNvSpPr>
            <p:nvPr/>
          </p:nvSpPr>
          <p:spPr bwMode="auto">
            <a:xfrm>
              <a:off x="0" y="0"/>
              <a:ext cx="20000" cy="18057"/>
            </a:xfrm>
            <a:custGeom>
              <a:avLst/>
              <a:gdLst>
                <a:gd name="T0" fmla="*/ 0 w 20000"/>
                <a:gd name="T1" fmla="*/ 16233 h 20000"/>
                <a:gd name="T2" fmla="*/ 16936 w 20000"/>
                <a:gd name="T3" fmla="*/ 44 h 20000"/>
                <a:gd name="T4" fmla="*/ 19989 w 20000"/>
                <a:gd name="T5" fmla="*/ 0 h 20000"/>
                <a:gd name="T6" fmla="*/ 3213 w 20000"/>
                <a:gd name="T7" fmla="*/ 16296 h 20000"/>
                <a:gd name="T8" fmla="*/ 0 60000 65536"/>
                <a:gd name="T9" fmla="*/ 0 60000 65536"/>
                <a:gd name="T10" fmla="*/ 0 60000 65536"/>
                <a:gd name="T11" fmla="*/ 0 60000 65536"/>
                <a:gd name="T12" fmla="*/ 0 w 20000"/>
                <a:gd name="T13" fmla="*/ 0 h 20000"/>
                <a:gd name="T14" fmla="*/ 20000 w 20000"/>
                <a:gd name="T15" fmla="*/ 20000 h 20000"/>
              </a:gdLst>
              <a:ahLst/>
              <a:cxnLst>
                <a:cxn ang="T8">
                  <a:pos x="T0" y="T1"/>
                </a:cxn>
                <a:cxn ang="T9">
                  <a:pos x="T2" y="T3"/>
                </a:cxn>
                <a:cxn ang="T10">
                  <a:pos x="T4" y="T5"/>
                </a:cxn>
                <a:cxn ang="T11">
                  <a:pos x="T6" y="T7"/>
                </a:cxn>
              </a:cxnLst>
              <a:rect l="T12" t="T13" r="T14" b="T15"/>
              <a:pathLst>
                <a:path w="20000" h="20000">
                  <a:moveTo>
                    <a:pt x="0" y="19915"/>
                  </a:moveTo>
                  <a:lnTo>
                    <a:pt x="16936" y="54"/>
                  </a:lnTo>
                  <a:lnTo>
                    <a:pt x="19989" y="0"/>
                  </a:lnTo>
                  <a:lnTo>
                    <a:pt x="3213" y="19992"/>
                  </a:lnTo>
                </a:path>
              </a:pathLst>
            </a:custGeom>
            <a:noFill/>
            <a:ln w="9525">
              <a:solidFill>
                <a:srgbClr val="0000FF"/>
              </a:solidFill>
              <a:prstDash val="sysDash"/>
              <a:round/>
              <a:headEnd type="none" w="sm" len="lg"/>
              <a:tailEnd type="none" w="sm" len="lg"/>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19500" name="Rectangle 20">
              <a:extLst>
                <a:ext uri="{FF2B5EF4-FFF2-40B4-BE49-F238E27FC236}">
                  <a16:creationId xmlns:a16="http://schemas.microsoft.com/office/drawing/2014/main" id="{A772FE0F-326E-4D69-ACF0-FC8D578348E5}"/>
                </a:ext>
              </a:extLst>
            </p:cNvPr>
            <p:cNvSpPr>
              <a:spLocks noChangeArrowheads="1"/>
            </p:cNvSpPr>
            <p:nvPr/>
          </p:nvSpPr>
          <p:spPr bwMode="auto">
            <a:xfrm>
              <a:off x="0" y="17980"/>
              <a:ext cx="3259" cy="1992"/>
            </a:xfrm>
            <a:prstGeom prst="rect">
              <a:avLst/>
            </a:prstGeom>
            <a:noFill/>
            <a:ln w="9525">
              <a:solidFill>
                <a:srgbClr val="0000FF"/>
              </a:solidFill>
              <a:prstDash val="sysDash"/>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grpSp>
      <p:sp>
        <p:nvSpPr>
          <p:cNvPr id="19476" name="Line 21">
            <a:extLst>
              <a:ext uri="{FF2B5EF4-FFF2-40B4-BE49-F238E27FC236}">
                <a16:creationId xmlns:a16="http://schemas.microsoft.com/office/drawing/2014/main" id="{A148F2D4-6A11-4BF4-B767-7B70291A506A}"/>
              </a:ext>
            </a:extLst>
          </p:cNvPr>
          <p:cNvSpPr>
            <a:spLocks noChangeShapeType="1"/>
          </p:cNvSpPr>
          <p:nvPr/>
        </p:nvSpPr>
        <p:spPr bwMode="auto">
          <a:xfrm flipV="1">
            <a:off x="5265738" y="1531938"/>
            <a:ext cx="0" cy="900112"/>
          </a:xfrm>
          <a:prstGeom prst="line">
            <a:avLst/>
          </a:prstGeom>
          <a:noFill/>
          <a:ln w="38100">
            <a:solidFill>
              <a:srgbClr val="FF0000"/>
            </a:solidFill>
            <a:round/>
            <a:headEnd type="none" w="sm" len="lg"/>
            <a:tailEnd type="triangle" w="sm" len="lg"/>
          </a:ln>
          <a:extLst>
            <a:ext uri="{909E8E84-426E-40DD-AFC4-6F175D3DCCD1}">
              <a14:hiddenFill xmlns:a14="http://schemas.microsoft.com/office/drawing/2010/main">
                <a:noFill/>
              </a14:hiddenFill>
            </a:ext>
          </a:extLst>
        </p:spPr>
        <p:txBody>
          <a:bodyPr/>
          <a:lstStyle/>
          <a:p>
            <a:endParaRPr lang="en-US"/>
          </a:p>
        </p:txBody>
      </p:sp>
      <p:sp>
        <p:nvSpPr>
          <p:cNvPr id="19477" name="Line 22">
            <a:extLst>
              <a:ext uri="{FF2B5EF4-FFF2-40B4-BE49-F238E27FC236}">
                <a16:creationId xmlns:a16="http://schemas.microsoft.com/office/drawing/2014/main" id="{A8D007A3-014D-4054-9BE7-922515227985}"/>
              </a:ext>
            </a:extLst>
          </p:cNvPr>
          <p:cNvSpPr>
            <a:spLocks noChangeShapeType="1"/>
          </p:cNvSpPr>
          <p:nvPr/>
        </p:nvSpPr>
        <p:spPr bwMode="auto">
          <a:xfrm flipV="1">
            <a:off x="3224213" y="1951038"/>
            <a:ext cx="728662" cy="1262062"/>
          </a:xfrm>
          <a:prstGeom prst="line">
            <a:avLst/>
          </a:prstGeom>
          <a:noFill/>
          <a:ln w="9525">
            <a:solidFill>
              <a:srgbClr val="000000"/>
            </a:solidFill>
            <a:prstDash val="sysDash"/>
            <a:round/>
            <a:headEnd type="arrow" w="sm" len="lg"/>
            <a:tailEnd type="arrow" w="sm" len="lg"/>
          </a:ln>
          <a:extLst>
            <a:ext uri="{909E8E84-426E-40DD-AFC4-6F175D3DCCD1}">
              <a14:hiddenFill xmlns:a14="http://schemas.microsoft.com/office/drawing/2010/main">
                <a:noFill/>
              </a14:hiddenFill>
            </a:ext>
          </a:extLst>
        </p:spPr>
        <p:txBody>
          <a:bodyPr/>
          <a:lstStyle/>
          <a:p>
            <a:endParaRPr lang="en-US"/>
          </a:p>
        </p:txBody>
      </p:sp>
      <p:grpSp>
        <p:nvGrpSpPr>
          <p:cNvPr id="4" name="Group 23">
            <a:extLst>
              <a:ext uri="{FF2B5EF4-FFF2-40B4-BE49-F238E27FC236}">
                <a16:creationId xmlns:a16="http://schemas.microsoft.com/office/drawing/2014/main" id="{1F73F05B-1047-4FB1-A884-3A6976E60081}"/>
              </a:ext>
            </a:extLst>
          </p:cNvPr>
          <p:cNvGrpSpPr>
            <a:grpSpLocks/>
          </p:cNvGrpSpPr>
          <p:nvPr/>
        </p:nvGrpSpPr>
        <p:grpSpPr bwMode="auto">
          <a:xfrm>
            <a:off x="6875464" y="2176464"/>
            <a:ext cx="942975" cy="828675"/>
            <a:chOff x="3371" y="1371"/>
            <a:chExt cx="594" cy="522"/>
          </a:xfrm>
        </p:grpSpPr>
        <p:sp>
          <p:nvSpPr>
            <p:cNvPr id="19496" name="Rectangle 24">
              <a:extLst>
                <a:ext uri="{FF2B5EF4-FFF2-40B4-BE49-F238E27FC236}">
                  <a16:creationId xmlns:a16="http://schemas.microsoft.com/office/drawing/2014/main" id="{66A7419D-3C90-48F7-B915-0BD1FCDCD2B8}"/>
                </a:ext>
              </a:extLst>
            </p:cNvPr>
            <p:cNvSpPr>
              <a:spLocks noChangeArrowheads="1"/>
            </p:cNvSpPr>
            <p:nvPr/>
          </p:nvSpPr>
          <p:spPr bwMode="auto">
            <a:xfrm>
              <a:off x="3750" y="1490"/>
              <a:ext cx="161"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2700" tIns="12700" rIns="12700" bIns="12700"/>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just"/>
              <a:r>
                <a:rPr lang="es-ES_tradnl" altLang="en-US">
                  <a:solidFill>
                    <a:srgbClr val="000080"/>
                  </a:solidFill>
                </a:rPr>
                <a:t>I</a:t>
              </a:r>
            </a:p>
          </p:txBody>
        </p:sp>
        <p:sp>
          <p:nvSpPr>
            <p:cNvPr id="19497" name="Freeform 25">
              <a:extLst>
                <a:ext uri="{FF2B5EF4-FFF2-40B4-BE49-F238E27FC236}">
                  <a16:creationId xmlns:a16="http://schemas.microsoft.com/office/drawing/2014/main" id="{A864F772-742B-4504-8A36-A49338B4CEA4}"/>
                </a:ext>
              </a:extLst>
            </p:cNvPr>
            <p:cNvSpPr>
              <a:spLocks/>
            </p:cNvSpPr>
            <p:nvPr/>
          </p:nvSpPr>
          <p:spPr bwMode="auto">
            <a:xfrm>
              <a:off x="3371" y="1371"/>
              <a:ext cx="594" cy="522"/>
            </a:xfrm>
            <a:custGeom>
              <a:avLst/>
              <a:gdLst>
                <a:gd name="T0" fmla="*/ 0 w 20000"/>
                <a:gd name="T1" fmla="*/ 0 h 20000"/>
                <a:gd name="T2" fmla="*/ 2 w 20000"/>
                <a:gd name="T3" fmla="*/ 0 h 20000"/>
                <a:gd name="T4" fmla="*/ 4 w 20000"/>
                <a:gd name="T5" fmla="*/ 1 h 20000"/>
                <a:gd name="T6" fmla="*/ 6 w 20000"/>
                <a:gd name="T7" fmla="*/ 1 h 20000"/>
                <a:gd name="T8" fmla="*/ 7 w 20000"/>
                <a:gd name="T9" fmla="*/ 1 h 20000"/>
                <a:gd name="T10" fmla="*/ 9 w 20000"/>
                <a:gd name="T11" fmla="*/ 2 h 20000"/>
                <a:gd name="T12" fmla="*/ 10 w 20000"/>
                <a:gd name="T13" fmla="*/ 2 h 20000"/>
                <a:gd name="T14" fmla="*/ 12 w 20000"/>
                <a:gd name="T15" fmla="*/ 2 h 20000"/>
                <a:gd name="T16" fmla="*/ 13 w 20000"/>
                <a:gd name="T17" fmla="*/ 3 h 20000"/>
                <a:gd name="T18" fmla="*/ 14 w 20000"/>
                <a:gd name="T19" fmla="*/ 3 h 20000"/>
                <a:gd name="T20" fmla="*/ 15 w 20000"/>
                <a:gd name="T21" fmla="*/ 4 h 20000"/>
                <a:gd name="T22" fmla="*/ 16 w 20000"/>
                <a:gd name="T23" fmla="*/ 4 h 20000"/>
                <a:gd name="T24" fmla="*/ 16 w 20000"/>
                <a:gd name="T25" fmla="*/ 5 h 20000"/>
                <a:gd name="T26" fmla="*/ 17 w 20000"/>
                <a:gd name="T27" fmla="*/ 5 h 20000"/>
                <a:gd name="T28" fmla="*/ 17 w 20000"/>
                <a:gd name="T29" fmla="*/ 6 h 20000"/>
                <a:gd name="T30" fmla="*/ 18 w 20000"/>
                <a:gd name="T31" fmla="*/ 6 h 20000"/>
                <a:gd name="T32" fmla="*/ 18 w 20000"/>
                <a:gd name="T33" fmla="*/ 7 h 20000"/>
                <a:gd name="T34" fmla="*/ 18 w 20000"/>
                <a:gd name="T35" fmla="*/ 7 h 20000"/>
                <a:gd name="T36" fmla="*/ 17 w 20000"/>
                <a:gd name="T37" fmla="*/ 8 h 20000"/>
                <a:gd name="T38" fmla="*/ 17 w 20000"/>
                <a:gd name="T39" fmla="*/ 8 h 20000"/>
                <a:gd name="T40" fmla="*/ 17 w 20000"/>
                <a:gd name="T41" fmla="*/ 9 h 20000"/>
                <a:gd name="T42" fmla="*/ 16 w 20000"/>
                <a:gd name="T43" fmla="*/ 9 h 20000"/>
                <a:gd name="T44" fmla="*/ 15 w 20000"/>
                <a:gd name="T45" fmla="*/ 10 h 20000"/>
                <a:gd name="T46" fmla="*/ 14 w 20000"/>
                <a:gd name="T47" fmla="*/ 10 h 20000"/>
                <a:gd name="T48" fmla="*/ 13 w 20000"/>
                <a:gd name="T49" fmla="*/ 11 h 20000"/>
                <a:gd name="T50" fmla="*/ 12 w 20000"/>
                <a:gd name="T51" fmla="*/ 11 h 20000"/>
                <a:gd name="T52" fmla="*/ 11 w 20000"/>
                <a:gd name="T53" fmla="*/ 11 h 20000"/>
                <a:gd name="T54" fmla="*/ 10 w 20000"/>
                <a:gd name="T55" fmla="*/ 12 h 20000"/>
                <a:gd name="T56" fmla="*/ 8 w 20000"/>
                <a:gd name="T57" fmla="*/ 12 h 20000"/>
                <a:gd name="T58" fmla="*/ 7 w 20000"/>
                <a:gd name="T59" fmla="*/ 13 h 20000"/>
                <a:gd name="T60" fmla="*/ 5 w 20000"/>
                <a:gd name="T61" fmla="*/ 13 h 20000"/>
                <a:gd name="T62" fmla="*/ 3 w 20000"/>
                <a:gd name="T63" fmla="*/ 13 h 20000"/>
                <a:gd name="T64" fmla="*/ 1 w 20000"/>
                <a:gd name="T65" fmla="*/ 13 h 2000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0000"/>
                <a:gd name="T100" fmla="*/ 0 h 20000"/>
                <a:gd name="T101" fmla="*/ 20000 w 20000"/>
                <a:gd name="T102" fmla="*/ 20000 h 2000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0000" h="20000">
                  <a:moveTo>
                    <a:pt x="0" y="0"/>
                  </a:moveTo>
                  <a:lnTo>
                    <a:pt x="0" y="0"/>
                  </a:lnTo>
                  <a:lnTo>
                    <a:pt x="1131" y="230"/>
                  </a:lnTo>
                  <a:lnTo>
                    <a:pt x="2249" y="398"/>
                  </a:lnTo>
                  <a:lnTo>
                    <a:pt x="3327" y="628"/>
                  </a:lnTo>
                  <a:lnTo>
                    <a:pt x="4364" y="842"/>
                  </a:lnTo>
                  <a:lnTo>
                    <a:pt x="5387" y="1103"/>
                  </a:lnTo>
                  <a:lnTo>
                    <a:pt x="6370" y="1302"/>
                  </a:lnTo>
                  <a:lnTo>
                    <a:pt x="7367" y="1577"/>
                  </a:lnTo>
                  <a:lnTo>
                    <a:pt x="8283" y="1868"/>
                  </a:lnTo>
                  <a:lnTo>
                    <a:pt x="9185" y="2129"/>
                  </a:lnTo>
                  <a:lnTo>
                    <a:pt x="10047" y="2404"/>
                  </a:lnTo>
                  <a:lnTo>
                    <a:pt x="10855" y="2665"/>
                  </a:lnTo>
                  <a:lnTo>
                    <a:pt x="11704" y="2986"/>
                  </a:lnTo>
                  <a:lnTo>
                    <a:pt x="12458" y="3323"/>
                  </a:lnTo>
                  <a:lnTo>
                    <a:pt x="13199" y="3553"/>
                  </a:lnTo>
                  <a:lnTo>
                    <a:pt x="13899" y="3874"/>
                  </a:lnTo>
                  <a:lnTo>
                    <a:pt x="14559" y="4227"/>
                  </a:lnTo>
                  <a:lnTo>
                    <a:pt x="15205" y="4564"/>
                  </a:lnTo>
                  <a:lnTo>
                    <a:pt x="15811" y="4885"/>
                  </a:lnTo>
                  <a:lnTo>
                    <a:pt x="16337" y="5207"/>
                  </a:lnTo>
                  <a:lnTo>
                    <a:pt x="16902" y="5559"/>
                  </a:lnTo>
                  <a:lnTo>
                    <a:pt x="17360" y="5942"/>
                  </a:lnTo>
                  <a:lnTo>
                    <a:pt x="17791" y="6263"/>
                  </a:lnTo>
                  <a:lnTo>
                    <a:pt x="18236" y="6631"/>
                  </a:lnTo>
                  <a:lnTo>
                    <a:pt x="18559" y="6983"/>
                  </a:lnTo>
                  <a:lnTo>
                    <a:pt x="18909" y="7366"/>
                  </a:lnTo>
                  <a:lnTo>
                    <a:pt x="19165" y="7734"/>
                  </a:lnTo>
                  <a:lnTo>
                    <a:pt x="19421" y="8086"/>
                  </a:lnTo>
                  <a:lnTo>
                    <a:pt x="19609" y="8484"/>
                  </a:lnTo>
                  <a:lnTo>
                    <a:pt x="19798" y="8836"/>
                  </a:lnTo>
                  <a:lnTo>
                    <a:pt x="19892" y="9204"/>
                  </a:lnTo>
                  <a:lnTo>
                    <a:pt x="19960" y="9587"/>
                  </a:lnTo>
                  <a:lnTo>
                    <a:pt x="19987" y="10031"/>
                  </a:lnTo>
                  <a:lnTo>
                    <a:pt x="19960" y="10352"/>
                  </a:lnTo>
                  <a:lnTo>
                    <a:pt x="19892" y="10781"/>
                  </a:lnTo>
                  <a:lnTo>
                    <a:pt x="19798" y="11118"/>
                  </a:lnTo>
                  <a:lnTo>
                    <a:pt x="19609" y="11501"/>
                  </a:lnTo>
                  <a:lnTo>
                    <a:pt x="19421" y="11884"/>
                  </a:lnTo>
                  <a:lnTo>
                    <a:pt x="19165" y="12251"/>
                  </a:lnTo>
                  <a:lnTo>
                    <a:pt x="18909" y="12665"/>
                  </a:lnTo>
                  <a:lnTo>
                    <a:pt x="18559" y="13017"/>
                  </a:lnTo>
                  <a:lnTo>
                    <a:pt x="18236" y="13338"/>
                  </a:lnTo>
                  <a:lnTo>
                    <a:pt x="17791" y="13691"/>
                  </a:lnTo>
                  <a:lnTo>
                    <a:pt x="17360" y="14043"/>
                  </a:lnTo>
                  <a:lnTo>
                    <a:pt x="16902" y="14426"/>
                  </a:lnTo>
                  <a:lnTo>
                    <a:pt x="16337" y="14793"/>
                  </a:lnTo>
                  <a:lnTo>
                    <a:pt x="15811" y="15130"/>
                  </a:lnTo>
                  <a:lnTo>
                    <a:pt x="15205" y="15436"/>
                  </a:lnTo>
                  <a:lnTo>
                    <a:pt x="14559" y="15789"/>
                  </a:lnTo>
                  <a:lnTo>
                    <a:pt x="13899" y="16110"/>
                  </a:lnTo>
                  <a:lnTo>
                    <a:pt x="13199" y="16386"/>
                  </a:lnTo>
                  <a:lnTo>
                    <a:pt x="12458" y="16708"/>
                  </a:lnTo>
                  <a:lnTo>
                    <a:pt x="11704" y="17014"/>
                  </a:lnTo>
                  <a:lnTo>
                    <a:pt x="10855" y="17289"/>
                  </a:lnTo>
                  <a:lnTo>
                    <a:pt x="10047" y="17580"/>
                  </a:lnTo>
                  <a:lnTo>
                    <a:pt x="9185" y="17871"/>
                  </a:lnTo>
                  <a:lnTo>
                    <a:pt x="8283" y="18132"/>
                  </a:lnTo>
                  <a:lnTo>
                    <a:pt x="7367" y="18423"/>
                  </a:lnTo>
                  <a:lnTo>
                    <a:pt x="6370" y="18652"/>
                  </a:lnTo>
                  <a:lnTo>
                    <a:pt x="5387" y="18913"/>
                  </a:lnTo>
                  <a:lnTo>
                    <a:pt x="4364" y="19142"/>
                  </a:lnTo>
                  <a:lnTo>
                    <a:pt x="3327" y="19372"/>
                  </a:lnTo>
                  <a:lnTo>
                    <a:pt x="2249" y="19617"/>
                  </a:lnTo>
                  <a:lnTo>
                    <a:pt x="1131" y="19770"/>
                  </a:lnTo>
                  <a:lnTo>
                    <a:pt x="0" y="19985"/>
                  </a:lnTo>
                </a:path>
              </a:pathLst>
            </a:custGeom>
            <a:noFill/>
            <a:ln w="28575">
              <a:solidFill>
                <a:srgbClr val="000080"/>
              </a:solidFill>
              <a:round/>
              <a:headEnd type="none" w="sm" len="lg"/>
              <a:tailEnd type="triangle" w="sm" len="lg"/>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grpSp>
      <p:sp>
        <p:nvSpPr>
          <p:cNvPr id="19479" name="Line 26">
            <a:extLst>
              <a:ext uri="{FF2B5EF4-FFF2-40B4-BE49-F238E27FC236}">
                <a16:creationId xmlns:a16="http://schemas.microsoft.com/office/drawing/2014/main" id="{76691393-B908-46CF-8649-3BEAE6AD2F60}"/>
              </a:ext>
            </a:extLst>
          </p:cNvPr>
          <p:cNvSpPr>
            <a:spLocks noChangeShapeType="1"/>
          </p:cNvSpPr>
          <p:nvPr/>
        </p:nvSpPr>
        <p:spPr bwMode="auto">
          <a:xfrm flipV="1">
            <a:off x="7437438" y="1531938"/>
            <a:ext cx="0" cy="900112"/>
          </a:xfrm>
          <a:prstGeom prst="line">
            <a:avLst/>
          </a:prstGeom>
          <a:noFill/>
          <a:ln w="38100">
            <a:solidFill>
              <a:srgbClr val="FF0000"/>
            </a:solidFill>
            <a:round/>
            <a:headEnd type="none" w="sm" len="lg"/>
            <a:tailEnd type="triangle" w="sm" len="lg"/>
          </a:ln>
          <a:extLst>
            <a:ext uri="{909E8E84-426E-40DD-AFC4-6F175D3DCCD1}">
              <a14:hiddenFill xmlns:a14="http://schemas.microsoft.com/office/drawing/2010/main">
                <a:noFill/>
              </a14:hiddenFill>
            </a:ext>
          </a:extLst>
        </p:spPr>
        <p:txBody>
          <a:bodyPr/>
          <a:lstStyle/>
          <a:p>
            <a:endParaRPr lang="en-US"/>
          </a:p>
        </p:txBody>
      </p:sp>
      <p:sp>
        <p:nvSpPr>
          <p:cNvPr id="19480" name="Line 27">
            <a:extLst>
              <a:ext uri="{FF2B5EF4-FFF2-40B4-BE49-F238E27FC236}">
                <a16:creationId xmlns:a16="http://schemas.microsoft.com/office/drawing/2014/main" id="{813C6B27-3B53-41EA-B95A-8E2595CBC6A5}"/>
              </a:ext>
            </a:extLst>
          </p:cNvPr>
          <p:cNvSpPr>
            <a:spLocks noChangeShapeType="1"/>
          </p:cNvSpPr>
          <p:nvPr/>
        </p:nvSpPr>
        <p:spPr bwMode="auto">
          <a:xfrm flipV="1">
            <a:off x="7150100" y="1982788"/>
            <a:ext cx="1588" cy="900112"/>
          </a:xfrm>
          <a:prstGeom prst="line">
            <a:avLst/>
          </a:prstGeom>
          <a:noFill/>
          <a:ln w="38100">
            <a:solidFill>
              <a:srgbClr val="FF0000"/>
            </a:solidFill>
            <a:round/>
            <a:headEnd type="none" w="sm" len="lg"/>
            <a:tailEnd type="triangle" w="sm" len="lg"/>
          </a:ln>
          <a:extLst>
            <a:ext uri="{909E8E84-426E-40DD-AFC4-6F175D3DCCD1}">
              <a14:hiddenFill xmlns:a14="http://schemas.microsoft.com/office/drawing/2010/main">
                <a:noFill/>
              </a14:hiddenFill>
            </a:ext>
          </a:extLst>
        </p:spPr>
        <p:txBody>
          <a:bodyPr/>
          <a:lstStyle/>
          <a:p>
            <a:endParaRPr lang="en-US"/>
          </a:p>
        </p:txBody>
      </p:sp>
      <p:grpSp>
        <p:nvGrpSpPr>
          <p:cNvPr id="19481" name="Group 28">
            <a:extLst>
              <a:ext uri="{FF2B5EF4-FFF2-40B4-BE49-F238E27FC236}">
                <a16:creationId xmlns:a16="http://schemas.microsoft.com/office/drawing/2014/main" id="{97D23F84-A758-4179-AA74-74DFFCFB3306}"/>
              </a:ext>
            </a:extLst>
          </p:cNvPr>
          <p:cNvGrpSpPr>
            <a:grpSpLocks/>
          </p:cNvGrpSpPr>
          <p:nvPr/>
        </p:nvGrpSpPr>
        <p:grpSpPr bwMode="auto">
          <a:xfrm>
            <a:off x="7643814" y="1568450"/>
            <a:ext cx="288925" cy="300038"/>
            <a:chOff x="-1" y="0"/>
            <a:chExt cx="20002" cy="19866"/>
          </a:xfrm>
        </p:grpSpPr>
        <p:sp>
          <p:nvSpPr>
            <p:cNvPr id="19494" name="Line 29">
              <a:extLst>
                <a:ext uri="{FF2B5EF4-FFF2-40B4-BE49-F238E27FC236}">
                  <a16:creationId xmlns:a16="http://schemas.microsoft.com/office/drawing/2014/main" id="{38D65C50-2D8D-4340-96C2-813BA1CDC7C4}"/>
                </a:ext>
              </a:extLst>
            </p:cNvPr>
            <p:cNvSpPr>
              <a:spLocks noChangeShapeType="1"/>
            </p:cNvSpPr>
            <p:nvPr/>
          </p:nvSpPr>
          <p:spPr bwMode="auto">
            <a:xfrm>
              <a:off x="2144" y="0"/>
              <a:ext cx="9935" cy="42"/>
            </a:xfrm>
            <a:prstGeom prst="line">
              <a:avLst/>
            </a:prstGeom>
            <a:noFill/>
            <a:ln w="3175">
              <a:solidFill>
                <a:srgbClr val="FF0000"/>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en-US"/>
            </a:p>
          </p:txBody>
        </p:sp>
        <p:sp>
          <p:nvSpPr>
            <p:cNvPr id="19495" name="Rectangle 30">
              <a:extLst>
                <a:ext uri="{FF2B5EF4-FFF2-40B4-BE49-F238E27FC236}">
                  <a16:creationId xmlns:a16="http://schemas.microsoft.com/office/drawing/2014/main" id="{28202F3C-4321-4208-9EEE-CD79C9134D62}"/>
                </a:ext>
              </a:extLst>
            </p:cNvPr>
            <p:cNvSpPr>
              <a:spLocks noChangeArrowheads="1"/>
            </p:cNvSpPr>
            <p:nvPr/>
          </p:nvSpPr>
          <p:spPr bwMode="auto">
            <a:xfrm>
              <a:off x="-1" y="672"/>
              <a:ext cx="20002" cy="19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2700" tIns="12700" rIns="12700" bIns="12700"/>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just"/>
              <a:r>
                <a:rPr lang="es-ES_tradnl" altLang="en-US" sz="2000" b="1">
                  <a:solidFill>
                    <a:srgbClr val="FF0000"/>
                  </a:solidFill>
                </a:rPr>
                <a:t>B</a:t>
              </a:r>
              <a:endParaRPr lang="es-ES_tradnl" altLang="en-US" sz="1800" b="1">
                <a:solidFill>
                  <a:srgbClr val="FF0000"/>
                </a:solidFill>
              </a:endParaRPr>
            </a:p>
          </p:txBody>
        </p:sp>
      </p:grpSp>
      <p:grpSp>
        <p:nvGrpSpPr>
          <p:cNvPr id="6" name="Group 31">
            <a:extLst>
              <a:ext uri="{FF2B5EF4-FFF2-40B4-BE49-F238E27FC236}">
                <a16:creationId xmlns:a16="http://schemas.microsoft.com/office/drawing/2014/main" id="{CF86B00C-73F4-4698-8C14-7DFEBA83657A}"/>
              </a:ext>
            </a:extLst>
          </p:cNvPr>
          <p:cNvGrpSpPr>
            <a:grpSpLocks/>
          </p:cNvGrpSpPr>
          <p:nvPr/>
        </p:nvGrpSpPr>
        <p:grpSpPr bwMode="auto">
          <a:xfrm>
            <a:off x="5246688" y="2357438"/>
            <a:ext cx="747712" cy="766762"/>
            <a:chOff x="2345" y="1485"/>
            <a:chExt cx="471" cy="483"/>
          </a:xfrm>
        </p:grpSpPr>
        <p:sp>
          <p:nvSpPr>
            <p:cNvPr id="19492" name="Line 32">
              <a:extLst>
                <a:ext uri="{FF2B5EF4-FFF2-40B4-BE49-F238E27FC236}">
                  <a16:creationId xmlns:a16="http://schemas.microsoft.com/office/drawing/2014/main" id="{9C48D462-A9AC-441A-9521-DFA127CA925D}"/>
                </a:ext>
              </a:extLst>
            </p:cNvPr>
            <p:cNvSpPr>
              <a:spLocks noChangeShapeType="1"/>
            </p:cNvSpPr>
            <p:nvPr/>
          </p:nvSpPr>
          <p:spPr bwMode="auto">
            <a:xfrm>
              <a:off x="2345" y="1617"/>
              <a:ext cx="471" cy="0"/>
            </a:xfrm>
            <a:prstGeom prst="line">
              <a:avLst/>
            </a:prstGeom>
            <a:noFill/>
            <a:ln w="38100">
              <a:solidFill>
                <a:srgbClr val="008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9493" name="Rectangle 33">
              <a:extLst>
                <a:ext uri="{FF2B5EF4-FFF2-40B4-BE49-F238E27FC236}">
                  <a16:creationId xmlns:a16="http://schemas.microsoft.com/office/drawing/2014/main" id="{FFA575B9-60A2-4B09-B59F-C7C33A7DB9E7}"/>
                </a:ext>
              </a:extLst>
            </p:cNvPr>
            <p:cNvSpPr>
              <a:spLocks noChangeArrowheads="1"/>
            </p:cNvSpPr>
            <p:nvPr/>
          </p:nvSpPr>
          <p:spPr bwMode="auto">
            <a:xfrm>
              <a:off x="2553" y="1485"/>
              <a:ext cx="183" cy="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2700" tIns="12700" rIns="12700" bIns="12700"/>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just">
                <a:lnSpc>
                  <a:spcPct val="80000"/>
                </a:lnSpc>
              </a:pPr>
              <a:r>
                <a:rPr lang="es-ES_tradnl" altLang="en-US" sz="2800">
                  <a:solidFill>
                    <a:srgbClr val="008000"/>
                  </a:solidFill>
                  <a:latin typeface="MT Extra" panose="05050102010205020202" pitchFamily="18" charset="2"/>
                </a:rPr>
                <a:t>r</a:t>
              </a:r>
              <a:endParaRPr lang="es-ES_tradnl" altLang="en-US">
                <a:solidFill>
                  <a:srgbClr val="008000"/>
                </a:solidFill>
              </a:endParaRPr>
            </a:p>
            <a:p>
              <a:pPr algn="just">
                <a:lnSpc>
                  <a:spcPct val="80000"/>
                </a:lnSpc>
              </a:pPr>
              <a:r>
                <a:rPr lang="es-ES_tradnl" altLang="en-US">
                  <a:solidFill>
                    <a:srgbClr val="008000"/>
                  </a:solidFill>
                </a:rPr>
                <a:t>F</a:t>
              </a:r>
              <a:endParaRPr lang="es-ES_tradnl" altLang="en-US" sz="2000" b="1">
                <a:solidFill>
                  <a:srgbClr val="008000"/>
                </a:solidFill>
              </a:endParaRPr>
            </a:p>
          </p:txBody>
        </p:sp>
      </p:grpSp>
      <p:sp>
        <p:nvSpPr>
          <p:cNvPr id="19483" name="Line 34">
            <a:extLst>
              <a:ext uri="{FF2B5EF4-FFF2-40B4-BE49-F238E27FC236}">
                <a16:creationId xmlns:a16="http://schemas.microsoft.com/office/drawing/2014/main" id="{4D752F23-5922-4B98-ACD1-01CD90F4D951}"/>
              </a:ext>
            </a:extLst>
          </p:cNvPr>
          <p:cNvSpPr>
            <a:spLocks noChangeShapeType="1"/>
          </p:cNvSpPr>
          <p:nvPr/>
        </p:nvSpPr>
        <p:spPr bwMode="auto">
          <a:xfrm flipV="1">
            <a:off x="4645025" y="1531938"/>
            <a:ext cx="1588" cy="900112"/>
          </a:xfrm>
          <a:prstGeom prst="line">
            <a:avLst/>
          </a:prstGeom>
          <a:noFill/>
          <a:ln w="38100">
            <a:solidFill>
              <a:srgbClr val="FF0000"/>
            </a:solidFill>
            <a:round/>
            <a:headEnd type="none" w="sm" len="lg"/>
            <a:tailEnd type="triangle" w="sm" len="lg"/>
          </a:ln>
          <a:extLst>
            <a:ext uri="{909E8E84-426E-40DD-AFC4-6F175D3DCCD1}">
              <a14:hiddenFill xmlns:a14="http://schemas.microsoft.com/office/drawing/2010/main">
                <a:noFill/>
              </a14:hiddenFill>
            </a:ext>
          </a:extLst>
        </p:spPr>
        <p:txBody>
          <a:bodyPr/>
          <a:lstStyle/>
          <a:p>
            <a:endParaRPr lang="en-US"/>
          </a:p>
        </p:txBody>
      </p:sp>
      <p:graphicFrame>
        <p:nvGraphicFramePr>
          <p:cNvPr id="105507" name="Object 35">
            <a:extLst>
              <a:ext uri="{FF2B5EF4-FFF2-40B4-BE49-F238E27FC236}">
                <a16:creationId xmlns:a16="http://schemas.microsoft.com/office/drawing/2014/main" id="{AC0E2F41-988D-4D4F-B1D1-F606C29A9D32}"/>
              </a:ext>
            </a:extLst>
          </p:cNvPr>
          <p:cNvGraphicFramePr>
            <a:graphicFrameLocks noChangeAspect="1"/>
          </p:cNvGraphicFramePr>
          <p:nvPr/>
        </p:nvGraphicFramePr>
        <p:xfrm>
          <a:off x="2362200" y="4724400"/>
          <a:ext cx="2247900" cy="723900"/>
        </p:xfrm>
        <a:graphic>
          <a:graphicData uri="http://schemas.openxmlformats.org/presentationml/2006/ole">
            <mc:AlternateContent xmlns:mc="http://schemas.openxmlformats.org/markup-compatibility/2006">
              <mc:Choice xmlns:v="urn:schemas-microsoft-com:vml" Requires="v">
                <p:oleObj spid="_x0000_s34826" name="Ecuación" r:id="rId4" imgW="2247840" imgH="723600" progId="Equation.3">
                  <p:embed/>
                </p:oleObj>
              </mc:Choice>
              <mc:Fallback>
                <p:oleObj name="Ecuación" r:id="rId4" imgW="2247840" imgH="723600" progId="Equation.3">
                  <p:embed/>
                  <p:pic>
                    <p:nvPicPr>
                      <p:cNvPr id="105507" name="Object 35">
                        <a:extLst>
                          <a:ext uri="{FF2B5EF4-FFF2-40B4-BE49-F238E27FC236}">
                            <a16:creationId xmlns:a16="http://schemas.microsoft.com/office/drawing/2014/main" id="{AC0E2F41-988D-4D4F-B1D1-F606C29A9D3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62200" y="4724400"/>
                        <a:ext cx="2247900" cy="723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5508" name="Object 36">
            <a:extLst>
              <a:ext uri="{FF2B5EF4-FFF2-40B4-BE49-F238E27FC236}">
                <a16:creationId xmlns:a16="http://schemas.microsoft.com/office/drawing/2014/main" id="{5A3560F8-BE79-41D3-B827-8ADC1B453318}"/>
              </a:ext>
            </a:extLst>
          </p:cNvPr>
          <p:cNvGraphicFramePr>
            <a:graphicFrameLocks noChangeAspect="1"/>
          </p:cNvGraphicFramePr>
          <p:nvPr/>
        </p:nvGraphicFramePr>
        <p:xfrm>
          <a:off x="6477000" y="4648200"/>
          <a:ext cx="1473200" cy="723900"/>
        </p:xfrm>
        <a:graphic>
          <a:graphicData uri="http://schemas.openxmlformats.org/presentationml/2006/ole">
            <mc:AlternateContent xmlns:mc="http://schemas.openxmlformats.org/markup-compatibility/2006">
              <mc:Choice xmlns:v="urn:schemas-microsoft-com:vml" Requires="v">
                <p:oleObj spid="_x0000_s34827" name="Ecuación" r:id="rId6" imgW="1473120" imgH="723600" progId="Equation.3">
                  <p:embed/>
                </p:oleObj>
              </mc:Choice>
              <mc:Fallback>
                <p:oleObj name="Ecuación" r:id="rId6" imgW="1473120" imgH="723600" progId="Equation.3">
                  <p:embed/>
                  <p:pic>
                    <p:nvPicPr>
                      <p:cNvPr id="105508" name="Object 36">
                        <a:extLst>
                          <a:ext uri="{FF2B5EF4-FFF2-40B4-BE49-F238E27FC236}">
                            <a16:creationId xmlns:a16="http://schemas.microsoft.com/office/drawing/2014/main" id="{5A3560F8-BE79-41D3-B827-8ADC1B45331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77000" y="4648200"/>
                        <a:ext cx="1473200" cy="723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5509" name="Object 37">
            <a:extLst>
              <a:ext uri="{FF2B5EF4-FFF2-40B4-BE49-F238E27FC236}">
                <a16:creationId xmlns:a16="http://schemas.microsoft.com/office/drawing/2014/main" id="{95984A51-1E74-4B37-8D25-D9F98AB2368B}"/>
              </a:ext>
            </a:extLst>
          </p:cNvPr>
          <p:cNvGraphicFramePr>
            <a:graphicFrameLocks noChangeAspect="1"/>
          </p:cNvGraphicFramePr>
          <p:nvPr/>
        </p:nvGraphicFramePr>
        <p:xfrm>
          <a:off x="2362201" y="5715000"/>
          <a:ext cx="1998663" cy="774700"/>
        </p:xfrm>
        <a:graphic>
          <a:graphicData uri="http://schemas.openxmlformats.org/presentationml/2006/ole">
            <mc:AlternateContent xmlns:mc="http://schemas.openxmlformats.org/markup-compatibility/2006">
              <mc:Choice xmlns:v="urn:schemas-microsoft-com:vml" Requires="v">
                <p:oleObj spid="_x0000_s34828" name="Ecuación" r:id="rId8" imgW="1993680" imgH="774360" progId="Equation.3">
                  <p:embed/>
                </p:oleObj>
              </mc:Choice>
              <mc:Fallback>
                <p:oleObj name="Ecuación" r:id="rId8" imgW="1993680" imgH="774360" progId="Equation.3">
                  <p:embed/>
                  <p:pic>
                    <p:nvPicPr>
                      <p:cNvPr id="105509" name="Object 37">
                        <a:extLst>
                          <a:ext uri="{FF2B5EF4-FFF2-40B4-BE49-F238E27FC236}">
                            <a16:creationId xmlns:a16="http://schemas.microsoft.com/office/drawing/2014/main" id="{95984A51-1E74-4B37-8D25-D9F98AB2368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362201" y="5715000"/>
                        <a:ext cx="1998663" cy="774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5510" name="Object 38">
            <a:extLst>
              <a:ext uri="{FF2B5EF4-FFF2-40B4-BE49-F238E27FC236}">
                <a16:creationId xmlns:a16="http://schemas.microsoft.com/office/drawing/2014/main" id="{8E233BDA-2DE9-4A74-82E0-62F8E4E36A75}"/>
              </a:ext>
            </a:extLst>
          </p:cNvPr>
          <p:cNvGraphicFramePr>
            <a:graphicFrameLocks noChangeAspect="1"/>
          </p:cNvGraphicFramePr>
          <p:nvPr/>
        </p:nvGraphicFramePr>
        <p:xfrm>
          <a:off x="6477000" y="5715000"/>
          <a:ext cx="1574800" cy="774700"/>
        </p:xfrm>
        <a:graphic>
          <a:graphicData uri="http://schemas.openxmlformats.org/presentationml/2006/ole">
            <mc:AlternateContent xmlns:mc="http://schemas.openxmlformats.org/markup-compatibility/2006">
              <mc:Choice xmlns:v="urn:schemas-microsoft-com:vml" Requires="v">
                <p:oleObj spid="_x0000_s34829" name="Ecuación" r:id="rId10" imgW="1574640" imgH="774360" progId="Equation.3">
                  <p:embed/>
                </p:oleObj>
              </mc:Choice>
              <mc:Fallback>
                <p:oleObj name="Ecuación" r:id="rId10" imgW="1574640" imgH="774360" progId="Equation.3">
                  <p:embed/>
                  <p:pic>
                    <p:nvPicPr>
                      <p:cNvPr id="105510" name="Object 38">
                        <a:extLst>
                          <a:ext uri="{FF2B5EF4-FFF2-40B4-BE49-F238E27FC236}">
                            <a16:creationId xmlns:a16="http://schemas.microsoft.com/office/drawing/2014/main" id="{8E233BDA-2DE9-4A74-82E0-62F8E4E36A7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477000" y="5715000"/>
                        <a:ext cx="1574800" cy="774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5511" name="AutoShape 39">
            <a:hlinkClick r:id="" action="ppaction://hlinkshowjump?jump=nextslide" highlightClick="1"/>
            <a:extLst>
              <a:ext uri="{FF2B5EF4-FFF2-40B4-BE49-F238E27FC236}">
                <a16:creationId xmlns:a16="http://schemas.microsoft.com/office/drawing/2014/main" id="{03775BA7-D51A-49D3-9C8A-E4AFB54A0C6B}"/>
              </a:ext>
            </a:extLst>
          </p:cNvPr>
          <p:cNvSpPr>
            <a:spLocks noChangeArrowheads="1"/>
          </p:cNvSpPr>
          <p:nvPr/>
        </p:nvSpPr>
        <p:spPr bwMode="auto">
          <a:xfrm>
            <a:off x="10210800" y="6477000"/>
            <a:ext cx="228600" cy="228600"/>
          </a:xfrm>
          <a:prstGeom prst="actionButtonForwardNext">
            <a:avLst/>
          </a:prstGeom>
          <a:gradFill rotWithShape="0">
            <a:gsLst>
              <a:gs pos="0">
                <a:srgbClr val="9E9E9E"/>
              </a:gs>
              <a:gs pos="50000">
                <a:srgbClr val="DDDDDD"/>
              </a:gs>
              <a:gs pos="100000">
                <a:srgbClr val="9E9E9E"/>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grpSp>
        <p:nvGrpSpPr>
          <p:cNvPr id="7" name="Group 40">
            <a:extLst>
              <a:ext uri="{FF2B5EF4-FFF2-40B4-BE49-F238E27FC236}">
                <a16:creationId xmlns:a16="http://schemas.microsoft.com/office/drawing/2014/main" id="{8C1B2329-ADC0-4EC5-A0AC-482748EF3A6F}"/>
              </a:ext>
            </a:extLst>
          </p:cNvPr>
          <p:cNvGrpSpPr>
            <a:grpSpLocks/>
          </p:cNvGrpSpPr>
          <p:nvPr/>
        </p:nvGrpSpPr>
        <p:grpSpPr bwMode="auto">
          <a:xfrm>
            <a:off x="3733801" y="1590675"/>
            <a:ext cx="2041525" cy="1809750"/>
            <a:chOff x="1392" y="1002"/>
            <a:chExt cx="1286" cy="1140"/>
          </a:xfrm>
        </p:grpSpPr>
        <p:grpSp>
          <p:nvGrpSpPr>
            <p:cNvPr id="19486" name="Group 41">
              <a:extLst>
                <a:ext uri="{FF2B5EF4-FFF2-40B4-BE49-F238E27FC236}">
                  <a16:creationId xmlns:a16="http://schemas.microsoft.com/office/drawing/2014/main" id="{10BD2224-B605-4BC6-A357-F9DC8508BB2B}"/>
                </a:ext>
              </a:extLst>
            </p:cNvPr>
            <p:cNvGrpSpPr>
              <a:grpSpLocks/>
            </p:cNvGrpSpPr>
            <p:nvPr/>
          </p:nvGrpSpPr>
          <p:grpSpPr bwMode="auto">
            <a:xfrm>
              <a:off x="1980" y="1002"/>
              <a:ext cx="698" cy="1140"/>
              <a:chOff x="1980" y="1002"/>
              <a:chExt cx="698" cy="1140"/>
            </a:xfrm>
          </p:grpSpPr>
          <p:sp>
            <p:nvSpPr>
              <p:cNvPr id="19489" name="Freeform 42">
                <a:extLst>
                  <a:ext uri="{FF2B5EF4-FFF2-40B4-BE49-F238E27FC236}">
                    <a16:creationId xmlns:a16="http://schemas.microsoft.com/office/drawing/2014/main" id="{85BBA3A9-6FEA-436F-AA08-0C72098882FD}"/>
                  </a:ext>
                </a:extLst>
              </p:cNvPr>
              <p:cNvSpPr>
                <a:spLocks/>
              </p:cNvSpPr>
              <p:nvPr/>
            </p:nvSpPr>
            <p:spPr bwMode="auto">
              <a:xfrm>
                <a:off x="2092" y="1005"/>
                <a:ext cx="586" cy="1137"/>
              </a:xfrm>
              <a:custGeom>
                <a:avLst/>
                <a:gdLst>
                  <a:gd name="T0" fmla="*/ 17 w 20000"/>
                  <a:gd name="T1" fmla="*/ 0 h 20000"/>
                  <a:gd name="T2" fmla="*/ 17 w 20000"/>
                  <a:gd name="T3" fmla="*/ 6 h 20000"/>
                  <a:gd name="T4" fmla="*/ 0 w 20000"/>
                  <a:gd name="T5" fmla="*/ 65 h 20000"/>
                  <a:gd name="T6" fmla="*/ 0 w 20000"/>
                  <a:gd name="T7" fmla="*/ 58 h 20000"/>
                  <a:gd name="T8" fmla="*/ 0 60000 65536"/>
                  <a:gd name="T9" fmla="*/ 0 60000 65536"/>
                  <a:gd name="T10" fmla="*/ 0 60000 65536"/>
                  <a:gd name="T11" fmla="*/ 0 60000 65536"/>
                  <a:gd name="T12" fmla="*/ 0 w 20000"/>
                  <a:gd name="T13" fmla="*/ 0 h 20000"/>
                  <a:gd name="T14" fmla="*/ 20000 w 20000"/>
                  <a:gd name="T15" fmla="*/ 20000 h 20000"/>
                </a:gdLst>
                <a:ahLst/>
                <a:cxnLst>
                  <a:cxn ang="T8">
                    <a:pos x="T0" y="T1"/>
                  </a:cxn>
                  <a:cxn ang="T9">
                    <a:pos x="T2" y="T3"/>
                  </a:cxn>
                  <a:cxn ang="T10">
                    <a:pos x="T4" y="T5"/>
                  </a:cxn>
                  <a:cxn ang="T11">
                    <a:pos x="T6" y="T7"/>
                  </a:cxn>
                </a:cxnLst>
                <a:rect l="T12" t="T13" r="T14" b="T15"/>
                <a:pathLst>
                  <a:path w="20000" h="20000">
                    <a:moveTo>
                      <a:pt x="19986" y="0"/>
                    </a:moveTo>
                    <a:lnTo>
                      <a:pt x="19986" y="1738"/>
                    </a:lnTo>
                    <a:lnTo>
                      <a:pt x="0" y="19993"/>
                    </a:lnTo>
                    <a:lnTo>
                      <a:pt x="0" y="17939"/>
                    </a:lnTo>
                  </a:path>
                </a:pathLst>
              </a:custGeom>
              <a:gradFill rotWithShape="0">
                <a:gsLst>
                  <a:gs pos="0">
                    <a:srgbClr val="CCECFF"/>
                  </a:gs>
                  <a:gs pos="100000">
                    <a:srgbClr val="3366FF"/>
                  </a:gs>
                </a:gsLst>
                <a:lin ang="18900000" scaled="1"/>
              </a:gradFill>
              <a:ln w="12700">
                <a:solidFill>
                  <a:schemeClr val="tx1"/>
                </a:solidFill>
                <a:round/>
                <a:headEnd type="none" w="sm" len="lg"/>
                <a:tailEnd type="none" w="sm" len="lg"/>
              </a:ln>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19490" name="Freeform 43">
                <a:extLst>
                  <a:ext uri="{FF2B5EF4-FFF2-40B4-BE49-F238E27FC236}">
                    <a16:creationId xmlns:a16="http://schemas.microsoft.com/office/drawing/2014/main" id="{9BB963E4-1DBD-487C-A154-22FD5CC8EB93}"/>
                  </a:ext>
                </a:extLst>
              </p:cNvPr>
              <p:cNvSpPr>
                <a:spLocks/>
              </p:cNvSpPr>
              <p:nvPr/>
            </p:nvSpPr>
            <p:spPr bwMode="auto">
              <a:xfrm>
                <a:off x="1980" y="1002"/>
                <a:ext cx="698" cy="1030"/>
              </a:xfrm>
              <a:custGeom>
                <a:avLst/>
                <a:gdLst>
                  <a:gd name="T0" fmla="*/ 0 w 20000"/>
                  <a:gd name="T1" fmla="*/ 53 h 20000"/>
                  <a:gd name="T2" fmla="*/ 21 w 20000"/>
                  <a:gd name="T3" fmla="*/ 0 h 20000"/>
                  <a:gd name="T4" fmla="*/ 24 w 20000"/>
                  <a:gd name="T5" fmla="*/ 0 h 20000"/>
                  <a:gd name="T6" fmla="*/ 4 w 20000"/>
                  <a:gd name="T7" fmla="*/ 53 h 20000"/>
                  <a:gd name="T8" fmla="*/ 0 60000 65536"/>
                  <a:gd name="T9" fmla="*/ 0 60000 65536"/>
                  <a:gd name="T10" fmla="*/ 0 60000 65536"/>
                  <a:gd name="T11" fmla="*/ 0 60000 65536"/>
                  <a:gd name="T12" fmla="*/ 0 w 20000"/>
                  <a:gd name="T13" fmla="*/ 0 h 20000"/>
                  <a:gd name="T14" fmla="*/ 20000 w 20000"/>
                  <a:gd name="T15" fmla="*/ 20000 h 20000"/>
                </a:gdLst>
                <a:ahLst/>
                <a:cxnLst>
                  <a:cxn ang="T8">
                    <a:pos x="T0" y="T1"/>
                  </a:cxn>
                  <a:cxn ang="T9">
                    <a:pos x="T2" y="T3"/>
                  </a:cxn>
                  <a:cxn ang="T10">
                    <a:pos x="T4" y="T5"/>
                  </a:cxn>
                  <a:cxn ang="T11">
                    <a:pos x="T6" y="T7"/>
                  </a:cxn>
                </a:cxnLst>
                <a:rect l="T12" t="T13" r="T14" b="T15"/>
                <a:pathLst>
                  <a:path w="20000" h="20000">
                    <a:moveTo>
                      <a:pt x="0" y="19915"/>
                    </a:moveTo>
                    <a:lnTo>
                      <a:pt x="16936" y="54"/>
                    </a:lnTo>
                    <a:lnTo>
                      <a:pt x="19989" y="0"/>
                    </a:lnTo>
                    <a:lnTo>
                      <a:pt x="3213" y="19992"/>
                    </a:lnTo>
                  </a:path>
                </a:pathLst>
              </a:custGeom>
              <a:gradFill rotWithShape="0">
                <a:gsLst>
                  <a:gs pos="0">
                    <a:srgbClr val="CCECFF"/>
                  </a:gs>
                  <a:gs pos="100000">
                    <a:srgbClr val="3366FF"/>
                  </a:gs>
                </a:gsLst>
                <a:lin ang="18900000" scaled="1"/>
              </a:gradFill>
              <a:ln w="12700">
                <a:solidFill>
                  <a:schemeClr val="tx1"/>
                </a:solidFill>
                <a:round/>
                <a:headEnd type="none" w="sm" len="lg"/>
                <a:tailEnd type="none" w="sm" len="lg"/>
              </a:ln>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19491" name="Rectangle 44">
                <a:extLst>
                  <a:ext uri="{FF2B5EF4-FFF2-40B4-BE49-F238E27FC236}">
                    <a16:creationId xmlns:a16="http://schemas.microsoft.com/office/drawing/2014/main" id="{47AF7BAE-641E-4694-9D9F-10E46307D111}"/>
                  </a:ext>
                </a:extLst>
              </p:cNvPr>
              <p:cNvSpPr>
                <a:spLocks noChangeArrowheads="1"/>
              </p:cNvSpPr>
              <p:nvPr/>
            </p:nvSpPr>
            <p:spPr bwMode="auto">
              <a:xfrm>
                <a:off x="1980" y="2027"/>
                <a:ext cx="114" cy="113"/>
              </a:xfrm>
              <a:prstGeom prst="rect">
                <a:avLst/>
              </a:prstGeom>
              <a:gradFill rotWithShape="0">
                <a:gsLst>
                  <a:gs pos="0">
                    <a:srgbClr val="CCECFF"/>
                  </a:gs>
                  <a:gs pos="100000">
                    <a:srgbClr val="3366FF"/>
                  </a:gs>
                </a:gsLst>
                <a:lin ang="18900000" scaled="1"/>
              </a:gradFill>
              <a:ln w="12700">
                <a:solidFill>
                  <a:schemeClr val="tx1"/>
                </a:solidFill>
                <a:miter lim="800000"/>
                <a:headEnd/>
                <a:tailEnd/>
              </a:ln>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grpSp>
        <p:sp>
          <p:nvSpPr>
            <p:cNvPr id="19487" name="Freeform 45">
              <a:extLst>
                <a:ext uri="{FF2B5EF4-FFF2-40B4-BE49-F238E27FC236}">
                  <a16:creationId xmlns:a16="http://schemas.microsoft.com/office/drawing/2014/main" id="{774D6BF1-99A2-4887-96A0-2B9C0BBDCDBD}"/>
                </a:ext>
              </a:extLst>
            </p:cNvPr>
            <p:cNvSpPr>
              <a:spLocks/>
            </p:cNvSpPr>
            <p:nvPr/>
          </p:nvSpPr>
          <p:spPr bwMode="auto">
            <a:xfrm>
              <a:off x="1392" y="1469"/>
              <a:ext cx="346" cy="211"/>
            </a:xfrm>
            <a:custGeom>
              <a:avLst/>
              <a:gdLst>
                <a:gd name="T0" fmla="*/ 0 w 20000"/>
                <a:gd name="T1" fmla="*/ 1 h 20000"/>
                <a:gd name="T2" fmla="*/ 3 w 20000"/>
                <a:gd name="T3" fmla="*/ 0 h 20000"/>
                <a:gd name="T4" fmla="*/ 3 w 20000"/>
                <a:gd name="T5" fmla="*/ 1 h 20000"/>
                <a:gd name="T6" fmla="*/ 6 w 20000"/>
                <a:gd name="T7" fmla="*/ 1 h 20000"/>
                <a:gd name="T8" fmla="*/ 5 w 20000"/>
                <a:gd name="T9" fmla="*/ 1 h 20000"/>
                <a:gd name="T10" fmla="*/ 2 w 20000"/>
                <a:gd name="T11" fmla="*/ 1 h 20000"/>
                <a:gd name="T12" fmla="*/ 1 w 20000"/>
                <a:gd name="T13" fmla="*/ 2 h 20000"/>
                <a:gd name="T14" fmla="*/ 0 w 20000"/>
                <a:gd name="T15" fmla="*/ 1 h 20000"/>
                <a:gd name="T16" fmla="*/ 0 60000 65536"/>
                <a:gd name="T17" fmla="*/ 0 60000 65536"/>
                <a:gd name="T18" fmla="*/ 0 60000 65536"/>
                <a:gd name="T19" fmla="*/ 0 60000 65536"/>
                <a:gd name="T20" fmla="*/ 0 60000 65536"/>
                <a:gd name="T21" fmla="*/ 0 60000 65536"/>
                <a:gd name="T22" fmla="*/ 0 60000 65536"/>
                <a:gd name="T23" fmla="*/ 0 60000 65536"/>
                <a:gd name="T24" fmla="*/ 0 w 20000"/>
                <a:gd name="T25" fmla="*/ 0 h 20000"/>
                <a:gd name="T26" fmla="*/ 20000 w 20000"/>
                <a:gd name="T27" fmla="*/ 20000 h 200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0000" h="20000">
                  <a:moveTo>
                    <a:pt x="0" y="9943"/>
                  </a:moveTo>
                  <a:lnTo>
                    <a:pt x="11491" y="0"/>
                  </a:lnTo>
                  <a:lnTo>
                    <a:pt x="8601" y="6654"/>
                  </a:lnTo>
                  <a:lnTo>
                    <a:pt x="19977" y="6654"/>
                  </a:lnTo>
                  <a:lnTo>
                    <a:pt x="17087" y="13384"/>
                  </a:lnTo>
                  <a:lnTo>
                    <a:pt x="5711" y="13384"/>
                  </a:lnTo>
                  <a:lnTo>
                    <a:pt x="2867" y="19962"/>
                  </a:lnTo>
                  <a:lnTo>
                    <a:pt x="0" y="9943"/>
                  </a:lnTo>
                  <a:close/>
                </a:path>
              </a:pathLst>
            </a:custGeom>
            <a:solidFill>
              <a:srgbClr val="6699FF"/>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19488" name="Rectangle 46">
              <a:extLst>
                <a:ext uri="{FF2B5EF4-FFF2-40B4-BE49-F238E27FC236}">
                  <a16:creationId xmlns:a16="http://schemas.microsoft.com/office/drawing/2014/main" id="{3F2BCC16-B01A-4D0F-BA6E-99035F62C84C}"/>
                </a:ext>
              </a:extLst>
            </p:cNvPr>
            <p:cNvSpPr>
              <a:spLocks noChangeArrowheads="1"/>
            </p:cNvSpPr>
            <p:nvPr/>
          </p:nvSpPr>
          <p:spPr bwMode="auto">
            <a:xfrm>
              <a:off x="1593" y="1101"/>
              <a:ext cx="183" cy="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2700" tIns="12700" rIns="12700" bIns="12700"/>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just">
                <a:lnSpc>
                  <a:spcPct val="65000"/>
                </a:lnSpc>
              </a:pPr>
              <a:r>
                <a:rPr lang="es-ES_tradnl" altLang="en-US" sz="3200">
                  <a:solidFill>
                    <a:srgbClr val="0000FF"/>
                  </a:solidFill>
                  <a:latin typeface="MT Extra" panose="05050102010205020202" pitchFamily="18" charset="2"/>
                </a:rPr>
                <a:t>r</a:t>
              </a:r>
              <a:endParaRPr lang="es-ES_tradnl" altLang="en-US" sz="2800">
                <a:solidFill>
                  <a:srgbClr val="0000FF"/>
                </a:solidFill>
              </a:endParaRPr>
            </a:p>
            <a:p>
              <a:pPr algn="just">
                <a:lnSpc>
                  <a:spcPct val="65000"/>
                </a:lnSpc>
              </a:pPr>
              <a:r>
                <a:rPr lang="es-ES_tradnl" altLang="en-US" sz="2800">
                  <a:solidFill>
                    <a:srgbClr val="0000FF"/>
                  </a:solidFill>
                </a:rPr>
                <a:t>v</a:t>
              </a:r>
              <a:endParaRPr lang="es-ES_tradnl" altLang="en-US" b="1">
                <a:solidFill>
                  <a:srgbClr val="0000FF"/>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7" presetClass="entr" presetSubtype="2"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0" fill="hold"/>
                                        <p:tgtEl>
                                          <p:spTgt spid="7"/>
                                        </p:tgtEl>
                                        <p:attrNameLst>
                                          <p:attrName>ppt_x</p:attrName>
                                        </p:attrNameLst>
                                      </p:cBhvr>
                                      <p:tavLst>
                                        <p:tav tm="0">
                                          <p:val>
                                            <p:strVal val="1+#ppt_w/2"/>
                                          </p:val>
                                        </p:tav>
                                        <p:tav tm="100000">
                                          <p:val>
                                            <p:strVal val="#ppt_x"/>
                                          </p:val>
                                        </p:tav>
                                      </p:tavLst>
                                    </p:anim>
                                    <p:anim calcmode="lin" valueType="num">
                                      <p:cBhvr additive="base">
                                        <p:cTn id="8" dur="5000" fill="hold"/>
                                        <p:tgtEl>
                                          <p:spTgt spid="7"/>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0"/>
                            </p:stCondLst>
                            <p:childTnLst>
                              <p:par>
                                <p:cTn id="10" presetID="22" presetClass="entr" presetSubtype="2" fill="hold" grpId="0" nodeType="afterEffect">
                                  <p:stCondLst>
                                    <p:cond delay="0"/>
                                  </p:stCondLst>
                                  <p:childTnLst>
                                    <p:set>
                                      <p:cBhvr>
                                        <p:cTn id="11" dur="1" fill="hold">
                                          <p:stCondLst>
                                            <p:cond delay="0"/>
                                          </p:stCondLst>
                                        </p:cTn>
                                        <p:tgtEl>
                                          <p:spTgt spid="105475"/>
                                        </p:tgtEl>
                                        <p:attrNameLst>
                                          <p:attrName>style.visibility</p:attrName>
                                        </p:attrNameLst>
                                      </p:cBhvr>
                                      <p:to>
                                        <p:strVal val="visible"/>
                                      </p:to>
                                    </p:set>
                                    <p:animEffect transition="in" filter="wipe(right)">
                                      <p:cBhvr>
                                        <p:cTn id="12" dur="500"/>
                                        <p:tgtEl>
                                          <p:spTgt spid="105475"/>
                                        </p:tgtEl>
                                      </p:cBhvr>
                                    </p:animEffect>
                                  </p:childTnLst>
                                </p:cTn>
                              </p:par>
                            </p:childTnLst>
                          </p:cTn>
                        </p:par>
                        <p:par>
                          <p:cTn id="13" fill="hold" nodeType="afterGroup">
                            <p:stCondLst>
                              <p:cond delay="5500"/>
                            </p:stCondLst>
                            <p:childTnLst>
                              <p:par>
                                <p:cTn id="14" presetID="1" presetClass="entr" presetSubtype="0" fill="hold" grpId="0" nodeType="afterEffect">
                                  <p:stCondLst>
                                    <p:cond delay="0"/>
                                  </p:stCondLst>
                                  <p:childTnLst>
                                    <p:set>
                                      <p:cBhvr>
                                        <p:cTn id="15" dur="1" fill="hold">
                                          <p:stCondLst>
                                            <p:cond delay="499"/>
                                          </p:stCondLst>
                                        </p:cTn>
                                        <p:tgtEl>
                                          <p:spTgt spid="105488">
                                            <p:txEl>
                                              <p:pRg st="0" end="0"/>
                                            </p:txEl>
                                          </p:spTgt>
                                        </p:tgtEl>
                                        <p:attrNameLst>
                                          <p:attrName>style.visibility</p:attrName>
                                        </p:attrNameLst>
                                      </p:cBhvr>
                                      <p:to>
                                        <p:strVal val="visible"/>
                                      </p:to>
                                    </p:set>
                                  </p:childTnLst>
                                </p:cTn>
                              </p:par>
                            </p:childTnLst>
                          </p:cTn>
                        </p:par>
                        <p:par>
                          <p:cTn id="16" fill="hold" nodeType="afterGroup">
                            <p:stCondLst>
                              <p:cond delay="6000"/>
                            </p:stCondLst>
                            <p:childTnLst>
                              <p:par>
                                <p:cTn id="17" presetID="1" presetClass="entr" presetSubtype="0" fill="hold" nodeType="afterEffect">
                                  <p:stCondLst>
                                    <p:cond delay="500"/>
                                  </p:stCondLst>
                                  <p:childTnLst>
                                    <p:set>
                                      <p:cBhvr>
                                        <p:cTn id="18" dur="1" fill="hold">
                                          <p:stCondLst>
                                            <p:cond delay="499"/>
                                          </p:stCondLst>
                                        </p:cTn>
                                        <p:tgtEl>
                                          <p:spTgt spid="3"/>
                                        </p:tgtEl>
                                        <p:attrNameLst>
                                          <p:attrName>style.visibility</p:attrName>
                                        </p:attrNameLst>
                                      </p:cBhvr>
                                      <p:to>
                                        <p:strVal val="visible"/>
                                      </p:to>
                                    </p:set>
                                  </p:childTnLst>
                                </p:cTn>
                              </p:par>
                            </p:childTnLst>
                          </p:cTn>
                        </p:par>
                        <p:par>
                          <p:cTn id="19" fill="hold" nodeType="afterGroup">
                            <p:stCondLst>
                              <p:cond delay="7000"/>
                            </p:stCondLst>
                            <p:childTnLst>
                              <p:par>
                                <p:cTn id="20" presetID="18" presetClass="entr" presetSubtype="9" fill="hold" nodeType="after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strips(upLeft)">
                                      <p:cBhvr>
                                        <p:cTn id="22" dur="500"/>
                                        <p:tgtEl>
                                          <p:spTgt spid="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05477">
                                            <p:txEl>
                                              <p:pRg st="0" end="0"/>
                                            </p:txEl>
                                          </p:spTgt>
                                        </p:tgtEl>
                                        <p:attrNameLst>
                                          <p:attrName>style.visibility</p:attrName>
                                        </p:attrNameLst>
                                      </p:cBhvr>
                                      <p:to>
                                        <p:strVal val="visible"/>
                                      </p:to>
                                    </p:set>
                                  </p:childTnLst>
                                </p:cTn>
                              </p:par>
                            </p:childTnLst>
                          </p:cTn>
                        </p:par>
                        <p:par>
                          <p:cTn id="27" fill="hold" nodeType="afterGroup">
                            <p:stCondLst>
                              <p:cond delay="500"/>
                            </p:stCondLst>
                            <p:childTnLst>
                              <p:par>
                                <p:cTn id="28" presetID="1" presetClass="entr" presetSubtype="0" fill="hold" nodeType="afterEffect">
                                  <p:stCondLst>
                                    <p:cond delay="0"/>
                                  </p:stCondLst>
                                  <p:childTnLst>
                                    <p:set>
                                      <p:cBhvr>
                                        <p:cTn id="29" dur="1" fill="hold">
                                          <p:stCondLst>
                                            <p:cond delay="499"/>
                                          </p:stCondLst>
                                        </p:cTn>
                                        <p:tgtEl>
                                          <p:spTgt spid="105507"/>
                                        </p:tgtEl>
                                        <p:attrNameLst>
                                          <p:attrName>style.visibility</p:attrName>
                                        </p:attrNameLst>
                                      </p:cBhvr>
                                      <p:to>
                                        <p:strVal val="visible"/>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1" presetClass="entr" presetSubtype="0" fill="hold" nodeType="clickEffect">
                                  <p:stCondLst>
                                    <p:cond delay="0"/>
                                  </p:stCondLst>
                                  <p:childTnLst>
                                    <p:set>
                                      <p:cBhvr>
                                        <p:cTn id="33" dur="1" fill="hold">
                                          <p:stCondLst>
                                            <p:cond delay="499"/>
                                          </p:stCondLst>
                                        </p:cTn>
                                        <p:tgtEl>
                                          <p:spTgt spid="4"/>
                                        </p:tgtEl>
                                        <p:attrNameLst>
                                          <p:attrName>style.visibility</p:attrName>
                                        </p:attrNameLst>
                                      </p:cBhvr>
                                      <p:to>
                                        <p:strVal val="visible"/>
                                      </p:to>
                                    </p:set>
                                  </p:childTnLst>
                                </p:cTn>
                              </p:par>
                            </p:childTnLst>
                          </p:cTn>
                        </p:par>
                        <p:par>
                          <p:cTn id="34" fill="hold" nodeType="afterGroup">
                            <p:stCondLst>
                              <p:cond delay="500"/>
                            </p:stCondLst>
                            <p:childTnLst>
                              <p:par>
                                <p:cTn id="35" presetID="1" presetClass="entr" presetSubtype="0" fill="hold" nodeType="afterEffect">
                                  <p:stCondLst>
                                    <p:cond delay="0"/>
                                  </p:stCondLst>
                                  <p:childTnLst>
                                    <p:set>
                                      <p:cBhvr>
                                        <p:cTn id="36" dur="1" fill="hold">
                                          <p:stCondLst>
                                            <p:cond delay="499"/>
                                          </p:stCondLst>
                                        </p:cTn>
                                        <p:tgtEl>
                                          <p:spTgt spid="105508"/>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nodeType="clickEffect">
                                  <p:stCondLst>
                                    <p:cond delay="0"/>
                                  </p:stCondLst>
                                  <p:childTnLst>
                                    <p:set>
                                      <p:cBhvr>
                                        <p:cTn id="40" dur="1" fill="hold">
                                          <p:stCondLst>
                                            <p:cond delay="499"/>
                                          </p:stCondLst>
                                        </p:cTn>
                                        <p:tgtEl>
                                          <p:spTgt spid="105509"/>
                                        </p:tgtEl>
                                        <p:attrNameLst>
                                          <p:attrName>style.visibility</p:attrName>
                                        </p:attrNameLst>
                                      </p:cBhvr>
                                      <p:to>
                                        <p:strVal val="visible"/>
                                      </p:to>
                                    </p:set>
                                  </p:childTnLst>
                                </p:cTn>
                              </p:par>
                            </p:childTnLst>
                          </p:cTn>
                        </p:par>
                        <p:par>
                          <p:cTn id="41" fill="hold" nodeType="afterGroup">
                            <p:stCondLst>
                              <p:cond delay="500"/>
                            </p:stCondLst>
                            <p:childTnLst>
                              <p:par>
                                <p:cTn id="42" presetID="22" presetClass="entr" presetSubtype="8" fill="hold" nodeType="afterEffect">
                                  <p:stCondLst>
                                    <p:cond delay="0"/>
                                  </p:stCondLst>
                                  <p:childTnLst>
                                    <p:set>
                                      <p:cBhvr>
                                        <p:cTn id="43" dur="1" fill="hold">
                                          <p:stCondLst>
                                            <p:cond delay="0"/>
                                          </p:stCondLst>
                                        </p:cTn>
                                        <p:tgtEl>
                                          <p:spTgt spid="6"/>
                                        </p:tgtEl>
                                        <p:attrNameLst>
                                          <p:attrName>style.visibility</p:attrName>
                                        </p:attrNameLst>
                                      </p:cBhvr>
                                      <p:to>
                                        <p:strVal val="visible"/>
                                      </p:to>
                                    </p:set>
                                    <p:animEffect transition="in" filter="wipe(left)">
                                      <p:cBhvr>
                                        <p:cTn id="44" dur="500"/>
                                        <p:tgtEl>
                                          <p:spTgt spid="6"/>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19" presetClass="entr" presetSubtype="10" fill="hold" nodeType="clickEffect">
                                  <p:stCondLst>
                                    <p:cond delay="0"/>
                                  </p:stCondLst>
                                  <p:childTnLst>
                                    <p:set>
                                      <p:cBhvr>
                                        <p:cTn id="48" dur="1" fill="hold">
                                          <p:stCondLst>
                                            <p:cond delay="0"/>
                                          </p:stCondLst>
                                        </p:cTn>
                                        <p:tgtEl>
                                          <p:spTgt spid="105510"/>
                                        </p:tgtEl>
                                        <p:attrNameLst>
                                          <p:attrName>style.visibility</p:attrName>
                                        </p:attrNameLst>
                                      </p:cBhvr>
                                      <p:to>
                                        <p:strVal val="visible"/>
                                      </p:to>
                                    </p:set>
                                    <p:anim calcmode="lin" valueType="num">
                                      <p:cBhvr>
                                        <p:cTn id="49" dur="5000" fill="hold"/>
                                        <p:tgtEl>
                                          <p:spTgt spid="105510"/>
                                        </p:tgtEl>
                                        <p:attrNameLst>
                                          <p:attrName>ppt_w</p:attrName>
                                        </p:attrNameLst>
                                      </p:cBhvr>
                                      <p:tavLst>
                                        <p:tav tm="0" fmla="#ppt_w*sin(2.5*pi*$)">
                                          <p:val>
                                            <p:fltVal val="0"/>
                                          </p:val>
                                        </p:tav>
                                        <p:tav tm="100000">
                                          <p:val>
                                            <p:fltVal val="1"/>
                                          </p:val>
                                        </p:tav>
                                      </p:tavLst>
                                    </p:anim>
                                    <p:anim calcmode="lin" valueType="num">
                                      <p:cBhvr>
                                        <p:cTn id="50" dur="5000" fill="hold"/>
                                        <p:tgtEl>
                                          <p:spTgt spid="105510"/>
                                        </p:tgtEl>
                                        <p:attrNameLst>
                                          <p:attrName>ppt_h</p:attrName>
                                        </p:attrNameLst>
                                      </p:cBhvr>
                                      <p:tavLst>
                                        <p:tav tm="0">
                                          <p:val>
                                            <p:strVal val="#ppt_h"/>
                                          </p:val>
                                        </p:tav>
                                        <p:tav tm="100000">
                                          <p:val>
                                            <p:strVal val="#ppt_h"/>
                                          </p:val>
                                        </p:tav>
                                      </p:tavLst>
                                    </p:anim>
                                  </p:childTnLst>
                                </p:cTn>
                              </p:par>
                            </p:childTnLst>
                          </p:cTn>
                        </p:par>
                        <p:par>
                          <p:cTn id="51" fill="hold" nodeType="afterGroup">
                            <p:stCondLst>
                              <p:cond delay="5000"/>
                            </p:stCondLst>
                            <p:childTnLst>
                              <p:par>
                                <p:cTn id="52" presetID="1" presetClass="entr" presetSubtype="0" fill="hold" grpId="0" nodeType="afterEffect">
                                  <p:stCondLst>
                                    <p:cond delay="0"/>
                                  </p:stCondLst>
                                  <p:childTnLst>
                                    <p:set>
                                      <p:cBhvr>
                                        <p:cTn id="53" dur="1" fill="hold">
                                          <p:stCondLst>
                                            <p:cond delay="499"/>
                                          </p:stCondLst>
                                        </p:cTn>
                                        <p:tgtEl>
                                          <p:spTgt spid="1055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75" grpId="0" animBg="1"/>
      <p:bldP spid="105477" grpId="0" build="p" autoUpdateAnimBg="0"/>
      <p:bldP spid="105488" grpId="0" build="p" autoUpdateAnimBg="0" advAuto="0"/>
      <p:bldP spid="105511"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7" name="Freeform 2">
            <a:extLst>
              <a:ext uri="{FF2B5EF4-FFF2-40B4-BE49-F238E27FC236}">
                <a16:creationId xmlns:a16="http://schemas.microsoft.com/office/drawing/2014/main" id="{6D9BE3E3-7EB5-42D7-84ED-E8601D0F1D94}"/>
              </a:ext>
            </a:extLst>
          </p:cNvPr>
          <p:cNvSpPr>
            <a:spLocks/>
          </p:cNvSpPr>
          <p:nvPr/>
        </p:nvSpPr>
        <p:spPr bwMode="auto">
          <a:xfrm flipH="1">
            <a:off x="2381251" y="2216150"/>
            <a:ext cx="688975" cy="1244600"/>
          </a:xfrm>
          <a:custGeom>
            <a:avLst/>
            <a:gdLst>
              <a:gd name="T0" fmla="*/ 1093747902 w 434"/>
              <a:gd name="T1" fmla="*/ 0 h 784"/>
              <a:gd name="T2" fmla="*/ 836692037 w 434"/>
              <a:gd name="T3" fmla="*/ 463708804 h 784"/>
              <a:gd name="T4" fmla="*/ 851812970 w 434"/>
              <a:gd name="T5" fmla="*/ 640119687 h 784"/>
              <a:gd name="T6" fmla="*/ 685482506 w 434"/>
              <a:gd name="T7" fmla="*/ 521671586 h 784"/>
              <a:gd name="T8" fmla="*/ 738406566 w 434"/>
              <a:gd name="T9" fmla="*/ 884575759 h 784"/>
              <a:gd name="T10" fmla="*/ 564515040 w 434"/>
              <a:gd name="T11" fmla="*/ 761087149 h 784"/>
              <a:gd name="T12" fmla="*/ 614918150 w 434"/>
              <a:gd name="T13" fmla="*/ 1116428474 h 784"/>
              <a:gd name="T14" fmla="*/ 448587885 w 434"/>
              <a:gd name="T15" fmla="*/ 997981961 h 784"/>
              <a:gd name="T16" fmla="*/ 496471634 w 434"/>
              <a:gd name="T17" fmla="*/ 1353324675 h 784"/>
              <a:gd name="T18" fmla="*/ 327620320 w 434"/>
              <a:gd name="T19" fmla="*/ 1232355626 h 784"/>
              <a:gd name="T20" fmla="*/ 307459075 w 434"/>
              <a:gd name="T21" fmla="*/ 1416327768 h 784"/>
              <a:gd name="T22" fmla="*/ 0 w 434"/>
              <a:gd name="T23" fmla="*/ 1975802678 h 78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34"/>
              <a:gd name="T37" fmla="*/ 0 h 784"/>
              <a:gd name="T38" fmla="*/ 434 w 434"/>
              <a:gd name="T39" fmla="*/ 784 h 78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34" h="784">
                <a:moveTo>
                  <a:pt x="434" y="0"/>
                </a:moveTo>
                <a:lnTo>
                  <a:pt x="332" y="184"/>
                </a:lnTo>
                <a:lnTo>
                  <a:pt x="338" y="254"/>
                </a:lnTo>
                <a:lnTo>
                  <a:pt x="272" y="207"/>
                </a:lnTo>
                <a:lnTo>
                  <a:pt x="293" y="351"/>
                </a:lnTo>
                <a:lnTo>
                  <a:pt x="224" y="302"/>
                </a:lnTo>
                <a:lnTo>
                  <a:pt x="244" y="443"/>
                </a:lnTo>
                <a:lnTo>
                  <a:pt x="178" y="396"/>
                </a:lnTo>
                <a:lnTo>
                  <a:pt x="197" y="537"/>
                </a:lnTo>
                <a:lnTo>
                  <a:pt x="130" y="489"/>
                </a:lnTo>
                <a:lnTo>
                  <a:pt x="122" y="562"/>
                </a:lnTo>
                <a:lnTo>
                  <a:pt x="0" y="784"/>
                </a:lnTo>
              </a:path>
            </a:pathLst>
          </a:custGeom>
          <a:noFill/>
          <a:ln w="25400">
            <a:solidFill>
              <a:srgbClr val="000000"/>
            </a:solidFill>
            <a:round/>
            <a:headEnd/>
            <a:tailEnd type="none" w="sm"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20488" name="Line 3">
            <a:extLst>
              <a:ext uri="{FF2B5EF4-FFF2-40B4-BE49-F238E27FC236}">
                <a16:creationId xmlns:a16="http://schemas.microsoft.com/office/drawing/2014/main" id="{D16F3B20-176D-439E-B468-E3EDD32C2D98}"/>
              </a:ext>
            </a:extLst>
          </p:cNvPr>
          <p:cNvSpPr>
            <a:spLocks noChangeShapeType="1"/>
          </p:cNvSpPr>
          <p:nvPr/>
        </p:nvSpPr>
        <p:spPr bwMode="auto">
          <a:xfrm>
            <a:off x="4522789" y="3168651"/>
            <a:ext cx="1587" cy="900113"/>
          </a:xfrm>
          <a:prstGeom prst="line">
            <a:avLst/>
          </a:prstGeom>
          <a:noFill/>
          <a:ln w="25400">
            <a:solidFill>
              <a:srgbClr val="FF0000"/>
            </a:solidFill>
            <a:round/>
            <a:headEnd type="none" w="sm" len="lg"/>
            <a:tailEnd type="triangle" w="sm" len="lg"/>
          </a:ln>
          <a:extLst>
            <a:ext uri="{909E8E84-426E-40DD-AFC4-6F175D3DCCD1}">
              <a14:hiddenFill xmlns:a14="http://schemas.microsoft.com/office/drawing/2010/main">
                <a:noFill/>
              </a14:hiddenFill>
            </a:ext>
          </a:extLst>
        </p:spPr>
        <p:txBody>
          <a:bodyPr/>
          <a:lstStyle/>
          <a:p>
            <a:endParaRPr lang="en-US"/>
          </a:p>
        </p:txBody>
      </p:sp>
      <p:sp>
        <p:nvSpPr>
          <p:cNvPr id="20489" name="Line 4">
            <a:extLst>
              <a:ext uri="{FF2B5EF4-FFF2-40B4-BE49-F238E27FC236}">
                <a16:creationId xmlns:a16="http://schemas.microsoft.com/office/drawing/2014/main" id="{6A6CFAF5-2DBB-4F9B-B263-68F762B71E12}"/>
              </a:ext>
            </a:extLst>
          </p:cNvPr>
          <p:cNvSpPr>
            <a:spLocks noChangeShapeType="1"/>
          </p:cNvSpPr>
          <p:nvPr/>
        </p:nvSpPr>
        <p:spPr bwMode="auto">
          <a:xfrm>
            <a:off x="4197350" y="2373313"/>
            <a:ext cx="0" cy="901700"/>
          </a:xfrm>
          <a:prstGeom prst="line">
            <a:avLst/>
          </a:prstGeom>
          <a:noFill/>
          <a:ln w="25400">
            <a:solidFill>
              <a:srgbClr val="FF0000"/>
            </a:solidFill>
            <a:round/>
            <a:headEnd type="none" w="sm" len="lg"/>
            <a:tailEnd type="triangle" w="sm" len="lg"/>
          </a:ln>
          <a:extLst>
            <a:ext uri="{909E8E84-426E-40DD-AFC4-6F175D3DCCD1}">
              <a14:hiddenFill xmlns:a14="http://schemas.microsoft.com/office/drawing/2010/main">
                <a:noFill/>
              </a14:hiddenFill>
            </a:ext>
          </a:extLst>
        </p:spPr>
        <p:txBody>
          <a:bodyPr/>
          <a:lstStyle/>
          <a:p>
            <a:endParaRPr lang="en-US"/>
          </a:p>
        </p:txBody>
      </p:sp>
      <p:sp>
        <p:nvSpPr>
          <p:cNvPr id="20490" name="Line 5">
            <a:extLst>
              <a:ext uri="{FF2B5EF4-FFF2-40B4-BE49-F238E27FC236}">
                <a16:creationId xmlns:a16="http://schemas.microsoft.com/office/drawing/2014/main" id="{CDDC02A6-7C65-455C-85B0-BDE1C3212C13}"/>
              </a:ext>
            </a:extLst>
          </p:cNvPr>
          <p:cNvSpPr>
            <a:spLocks noChangeShapeType="1"/>
          </p:cNvSpPr>
          <p:nvPr/>
        </p:nvSpPr>
        <p:spPr bwMode="auto">
          <a:xfrm>
            <a:off x="5603875" y="3168651"/>
            <a:ext cx="0" cy="900113"/>
          </a:xfrm>
          <a:prstGeom prst="line">
            <a:avLst/>
          </a:prstGeom>
          <a:noFill/>
          <a:ln w="25400">
            <a:solidFill>
              <a:srgbClr val="FF0000"/>
            </a:solidFill>
            <a:round/>
            <a:headEnd type="none" w="sm" len="lg"/>
            <a:tailEnd type="triangle" w="sm" len="lg"/>
          </a:ln>
          <a:extLst>
            <a:ext uri="{909E8E84-426E-40DD-AFC4-6F175D3DCCD1}">
              <a14:hiddenFill xmlns:a14="http://schemas.microsoft.com/office/drawing/2010/main">
                <a:noFill/>
              </a14:hiddenFill>
            </a:ext>
          </a:extLst>
        </p:spPr>
        <p:txBody>
          <a:bodyPr/>
          <a:lstStyle/>
          <a:p>
            <a:endParaRPr lang="en-US"/>
          </a:p>
        </p:txBody>
      </p:sp>
      <p:sp>
        <p:nvSpPr>
          <p:cNvPr id="20491" name="Line 6">
            <a:extLst>
              <a:ext uri="{FF2B5EF4-FFF2-40B4-BE49-F238E27FC236}">
                <a16:creationId xmlns:a16="http://schemas.microsoft.com/office/drawing/2014/main" id="{DFB3FA5A-6F89-4633-B138-6A2D016F985A}"/>
              </a:ext>
            </a:extLst>
          </p:cNvPr>
          <p:cNvSpPr>
            <a:spLocks noChangeShapeType="1"/>
          </p:cNvSpPr>
          <p:nvPr/>
        </p:nvSpPr>
        <p:spPr bwMode="auto">
          <a:xfrm>
            <a:off x="5276850" y="2373313"/>
            <a:ext cx="1588" cy="901700"/>
          </a:xfrm>
          <a:prstGeom prst="line">
            <a:avLst/>
          </a:prstGeom>
          <a:noFill/>
          <a:ln w="25400">
            <a:solidFill>
              <a:srgbClr val="FF0000"/>
            </a:solidFill>
            <a:round/>
            <a:headEnd type="none" w="sm" len="lg"/>
            <a:tailEnd type="triangle" w="sm" len="lg"/>
          </a:ln>
          <a:extLst>
            <a:ext uri="{909E8E84-426E-40DD-AFC4-6F175D3DCCD1}">
              <a14:hiddenFill xmlns:a14="http://schemas.microsoft.com/office/drawing/2010/main">
                <a:noFill/>
              </a14:hiddenFill>
            </a:ext>
          </a:extLst>
        </p:spPr>
        <p:txBody>
          <a:bodyPr/>
          <a:lstStyle/>
          <a:p>
            <a:endParaRPr lang="en-US"/>
          </a:p>
        </p:txBody>
      </p:sp>
      <p:sp>
        <p:nvSpPr>
          <p:cNvPr id="107527" name="AutoShape 7">
            <a:extLst>
              <a:ext uri="{FF2B5EF4-FFF2-40B4-BE49-F238E27FC236}">
                <a16:creationId xmlns:a16="http://schemas.microsoft.com/office/drawing/2014/main" id="{322035D6-3C28-4727-8526-57F10D2BF13C}"/>
              </a:ext>
            </a:extLst>
          </p:cNvPr>
          <p:cNvSpPr>
            <a:spLocks noChangeArrowheads="1"/>
          </p:cNvSpPr>
          <p:nvPr/>
        </p:nvSpPr>
        <p:spPr bwMode="auto">
          <a:xfrm flipH="1">
            <a:off x="3886200" y="2206626"/>
            <a:ext cx="1784350" cy="1254125"/>
          </a:xfrm>
          <a:prstGeom prst="parallelogram">
            <a:avLst>
              <a:gd name="adj" fmla="val 59744"/>
            </a:avLst>
          </a:prstGeom>
          <a:solidFill>
            <a:srgbClr val="33CCFF">
              <a:alpha val="50195"/>
            </a:srgbClr>
          </a:solidFill>
          <a:ln>
            <a:noFill/>
          </a:ln>
          <a:extLst>
            <a:ext uri="{91240B29-F687-4F45-9708-019B960494DF}">
              <a14:hiddenLine xmlns:a14="http://schemas.microsoft.com/office/drawing/2010/main" w="12700">
                <a:solidFill>
                  <a:srgbClr val="000000"/>
                </a:solidFill>
                <a:miter lim="800000"/>
                <a:headEnd type="none" w="sm" len="lg"/>
                <a:tailEnd type="none" w="sm" len="lg"/>
              </a14:hiddenLine>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20493" name="Rectangle 8">
            <a:extLst>
              <a:ext uri="{FF2B5EF4-FFF2-40B4-BE49-F238E27FC236}">
                <a16:creationId xmlns:a16="http://schemas.microsoft.com/office/drawing/2014/main" id="{5769CDF9-A6CF-47C2-B23F-C37CA9C21D94}"/>
              </a:ext>
            </a:extLst>
          </p:cNvPr>
          <p:cNvSpPr>
            <a:spLocks noGrp="1" noChangeArrowheads="1"/>
          </p:cNvSpPr>
          <p:nvPr>
            <p:ph type="title" idx="4294967295"/>
          </p:nvPr>
        </p:nvSpPr>
        <p:spPr>
          <a:xfrm>
            <a:off x="1981200" y="88901"/>
            <a:ext cx="8509000" cy="1108075"/>
          </a:xfrm>
        </p:spPr>
        <p:txBody>
          <a:bodyPr/>
          <a:lstStyle/>
          <a:p>
            <a:pPr eaLnBrk="1" hangingPunct="1"/>
            <a:r>
              <a:rPr lang="es-ES_tradnl" altLang="en-US">
                <a:sym typeface="MT Extra" panose="05050102010205020202" pitchFamily="18" charset="2"/>
              </a:rPr>
              <a:t>Barra lanzada con velocidad inicial</a:t>
            </a:r>
          </a:p>
        </p:txBody>
      </p:sp>
      <p:sp>
        <p:nvSpPr>
          <p:cNvPr id="20494" name="Line 9">
            <a:extLst>
              <a:ext uri="{FF2B5EF4-FFF2-40B4-BE49-F238E27FC236}">
                <a16:creationId xmlns:a16="http://schemas.microsoft.com/office/drawing/2014/main" id="{37E996DB-00AA-42CA-A06E-1F5E96647226}"/>
              </a:ext>
            </a:extLst>
          </p:cNvPr>
          <p:cNvSpPr>
            <a:spLocks noChangeShapeType="1"/>
          </p:cNvSpPr>
          <p:nvPr/>
        </p:nvSpPr>
        <p:spPr bwMode="auto">
          <a:xfrm>
            <a:off x="3117850" y="2373313"/>
            <a:ext cx="0" cy="901700"/>
          </a:xfrm>
          <a:prstGeom prst="line">
            <a:avLst/>
          </a:prstGeom>
          <a:noFill/>
          <a:ln w="25400">
            <a:solidFill>
              <a:srgbClr val="FF0000"/>
            </a:solidFill>
            <a:round/>
            <a:headEnd type="none" w="sm" len="lg"/>
            <a:tailEnd type="triangle" w="sm" len="lg"/>
          </a:ln>
          <a:extLst>
            <a:ext uri="{909E8E84-426E-40DD-AFC4-6F175D3DCCD1}">
              <a14:hiddenFill xmlns:a14="http://schemas.microsoft.com/office/drawing/2010/main">
                <a:noFill/>
              </a14:hiddenFill>
            </a:ext>
          </a:extLst>
        </p:spPr>
        <p:txBody>
          <a:bodyPr/>
          <a:lstStyle/>
          <a:p>
            <a:endParaRPr lang="en-US"/>
          </a:p>
        </p:txBody>
      </p:sp>
      <p:sp>
        <p:nvSpPr>
          <p:cNvPr id="20495" name="Rectangle 10">
            <a:extLst>
              <a:ext uri="{FF2B5EF4-FFF2-40B4-BE49-F238E27FC236}">
                <a16:creationId xmlns:a16="http://schemas.microsoft.com/office/drawing/2014/main" id="{468546F6-4841-424F-8B90-1BCA57A99FA1}"/>
              </a:ext>
            </a:extLst>
          </p:cNvPr>
          <p:cNvSpPr>
            <a:spLocks noChangeArrowheads="1"/>
          </p:cNvSpPr>
          <p:nvPr/>
        </p:nvSpPr>
        <p:spPr bwMode="auto">
          <a:xfrm>
            <a:off x="2438400" y="2844800"/>
            <a:ext cx="217488"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2700" tIns="12700" rIns="12700" bIns="12700"/>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just"/>
            <a:r>
              <a:rPr lang="es-ES_tradnl" altLang="en-US" sz="2000"/>
              <a:t>R</a:t>
            </a:r>
            <a:endParaRPr lang="es-ES_tradnl" altLang="en-US" sz="1800"/>
          </a:p>
        </p:txBody>
      </p:sp>
      <p:sp>
        <p:nvSpPr>
          <p:cNvPr id="20496" name="Line 11">
            <a:extLst>
              <a:ext uri="{FF2B5EF4-FFF2-40B4-BE49-F238E27FC236}">
                <a16:creationId xmlns:a16="http://schemas.microsoft.com/office/drawing/2014/main" id="{9FCC6425-9815-42CD-B061-3D2E1203EA07}"/>
              </a:ext>
            </a:extLst>
          </p:cNvPr>
          <p:cNvSpPr>
            <a:spLocks noChangeShapeType="1"/>
          </p:cNvSpPr>
          <p:nvPr/>
        </p:nvSpPr>
        <p:spPr bwMode="auto">
          <a:xfrm flipH="1">
            <a:off x="2378076" y="2212975"/>
            <a:ext cx="4422775" cy="1588"/>
          </a:xfrm>
          <a:prstGeom prst="line">
            <a:avLst/>
          </a:prstGeom>
          <a:noFill/>
          <a:ln w="25400">
            <a:solidFill>
              <a:srgbClr val="000000"/>
            </a:solidFill>
            <a:round/>
            <a:headEnd type="none" w="med" len="lg"/>
            <a:tailEnd type="none" w="med" len="lg"/>
          </a:ln>
          <a:extLst>
            <a:ext uri="{909E8E84-426E-40DD-AFC4-6F175D3DCCD1}">
              <a14:hiddenFill xmlns:a14="http://schemas.microsoft.com/office/drawing/2010/main">
                <a:noFill/>
              </a14:hiddenFill>
            </a:ext>
          </a:extLst>
        </p:spPr>
        <p:txBody>
          <a:bodyPr/>
          <a:lstStyle/>
          <a:p>
            <a:endParaRPr lang="en-US"/>
          </a:p>
        </p:txBody>
      </p:sp>
      <p:grpSp>
        <p:nvGrpSpPr>
          <p:cNvPr id="2" name="Group 12">
            <a:extLst>
              <a:ext uri="{FF2B5EF4-FFF2-40B4-BE49-F238E27FC236}">
                <a16:creationId xmlns:a16="http://schemas.microsoft.com/office/drawing/2014/main" id="{CC7B0C1F-BB5B-4D9C-B2D7-739530EBCF37}"/>
              </a:ext>
            </a:extLst>
          </p:cNvPr>
          <p:cNvGrpSpPr>
            <a:grpSpLocks/>
          </p:cNvGrpSpPr>
          <p:nvPr/>
        </p:nvGrpSpPr>
        <p:grpSpPr bwMode="auto">
          <a:xfrm>
            <a:off x="3670301" y="1412875"/>
            <a:ext cx="1012825" cy="400050"/>
            <a:chOff x="1352" y="890"/>
            <a:chExt cx="638" cy="252"/>
          </a:xfrm>
        </p:grpSpPr>
        <p:sp>
          <p:nvSpPr>
            <p:cNvPr id="20525" name="Rectangle 13">
              <a:extLst>
                <a:ext uri="{FF2B5EF4-FFF2-40B4-BE49-F238E27FC236}">
                  <a16:creationId xmlns:a16="http://schemas.microsoft.com/office/drawing/2014/main" id="{BE1FD2DD-D015-4AD0-9622-4BB45A2B68B7}"/>
                </a:ext>
              </a:extLst>
            </p:cNvPr>
            <p:cNvSpPr>
              <a:spLocks noChangeArrowheads="1"/>
            </p:cNvSpPr>
            <p:nvPr/>
          </p:nvSpPr>
          <p:spPr bwMode="auto">
            <a:xfrm>
              <a:off x="1557" y="890"/>
              <a:ext cx="274"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2700" tIns="12700" rIns="12700" bIns="12700"/>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just"/>
              <a:r>
                <a:rPr lang="es-ES_tradnl" altLang="en-US" sz="2000"/>
                <a:t>vdt</a:t>
              </a:r>
              <a:endParaRPr lang="es-ES_tradnl" altLang="en-US" sz="1800"/>
            </a:p>
          </p:txBody>
        </p:sp>
        <p:sp>
          <p:nvSpPr>
            <p:cNvPr id="20526" name="Line 14">
              <a:extLst>
                <a:ext uri="{FF2B5EF4-FFF2-40B4-BE49-F238E27FC236}">
                  <a16:creationId xmlns:a16="http://schemas.microsoft.com/office/drawing/2014/main" id="{EBBD9B38-938B-454C-B498-88869A21C8A2}"/>
                </a:ext>
              </a:extLst>
            </p:cNvPr>
            <p:cNvSpPr>
              <a:spLocks noChangeShapeType="1"/>
            </p:cNvSpPr>
            <p:nvPr/>
          </p:nvSpPr>
          <p:spPr bwMode="auto">
            <a:xfrm>
              <a:off x="1352" y="1141"/>
              <a:ext cx="638" cy="1"/>
            </a:xfrm>
            <a:prstGeom prst="line">
              <a:avLst/>
            </a:prstGeom>
            <a:noFill/>
            <a:ln w="6350">
              <a:solidFill>
                <a:srgbClr val="000000"/>
              </a:solidFill>
              <a:round/>
              <a:headEnd type="none" w="med" len="lg"/>
              <a:tailEnd type="triangle" w="med" len="lg"/>
            </a:ln>
            <a:extLst>
              <a:ext uri="{909E8E84-426E-40DD-AFC4-6F175D3DCCD1}">
                <a14:hiddenFill xmlns:a14="http://schemas.microsoft.com/office/drawing/2010/main">
                  <a:noFill/>
                </a14:hiddenFill>
              </a:ext>
            </a:extLst>
          </p:spPr>
          <p:txBody>
            <a:bodyPr/>
            <a:lstStyle/>
            <a:p>
              <a:endParaRPr lang="en-US"/>
            </a:p>
          </p:txBody>
        </p:sp>
      </p:grpSp>
      <p:sp>
        <p:nvSpPr>
          <p:cNvPr id="20498" name="Rectangle 15">
            <a:extLst>
              <a:ext uri="{FF2B5EF4-FFF2-40B4-BE49-F238E27FC236}">
                <a16:creationId xmlns:a16="http://schemas.microsoft.com/office/drawing/2014/main" id="{C7A0B03F-EDB4-450F-92CF-D1617067489C}"/>
              </a:ext>
            </a:extLst>
          </p:cNvPr>
          <p:cNvSpPr>
            <a:spLocks noChangeArrowheads="1"/>
          </p:cNvSpPr>
          <p:nvPr/>
        </p:nvSpPr>
        <p:spPr bwMode="auto">
          <a:xfrm>
            <a:off x="7339014" y="2651125"/>
            <a:ext cx="217487"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2700" tIns="12700" rIns="12700" bIns="12700"/>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just"/>
            <a:r>
              <a:rPr lang="es-ES_tradnl" altLang="en-US" sz="2000">
                <a:sym typeface="MT Extra" panose="05050102010205020202" pitchFamily="18" charset="2"/>
              </a:rPr>
              <a:t></a:t>
            </a:r>
            <a:endParaRPr lang="es-ES_tradnl" altLang="en-US" sz="1800"/>
          </a:p>
        </p:txBody>
      </p:sp>
      <p:sp>
        <p:nvSpPr>
          <p:cNvPr id="107536" name="Rectangle 16">
            <a:extLst>
              <a:ext uri="{FF2B5EF4-FFF2-40B4-BE49-F238E27FC236}">
                <a16:creationId xmlns:a16="http://schemas.microsoft.com/office/drawing/2014/main" id="{238DCC16-0A44-45E8-A425-461BE1D770AC}"/>
              </a:ext>
            </a:extLst>
          </p:cNvPr>
          <p:cNvSpPr>
            <a:spLocks noChangeArrowheads="1"/>
          </p:cNvSpPr>
          <p:nvPr/>
        </p:nvSpPr>
        <p:spPr bwMode="auto">
          <a:xfrm>
            <a:off x="4570414" y="2957513"/>
            <a:ext cx="458787" cy="31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2700" tIns="12700" rIns="12700" bIns="12700"/>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just"/>
            <a:r>
              <a:rPr lang="es-ES_tradnl" altLang="en-US" sz="2000">
                <a:solidFill>
                  <a:srgbClr val="0000FF"/>
                </a:solidFill>
              </a:rPr>
              <a:t>dS</a:t>
            </a:r>
          </a:p>
        </p:txBody>
      </p:sp>
      <p:sp>
        <p:nvSpPr>
          <p:cNvPr id="20500" name="Line 17">
            <a:extLst>
              <a:ext uri="{FF2B5EF4-FFF2-40B4-BE49-F238E27FC236}">
                <a16:creationId xmlns:a16="http://schemas.microsoft.com/office/drawing/2014/main" id="{14AAE0C4-9A41-4D00-B1E0-E68A94A5BA82}"/>
              </a:ext>
            </a:extLst>
          </p:cNvPr>
          <p:cNvSpPr>
            <a:spLocks noChangeShapeType="1"/>
          </p:cNvSpPr>
          <p:nvPr/>
        </p:nvSpPr>
        <p:spPr bwMode="auto">
          <a:xfrm flipH="1" flipV="1">
            <a:off x="6883401" y="2192338"/>
            <a:ext cx="728663" cy="1262062"/>
          </a:xfrm>
          <a:prstGeom prst="line">
            <a:avLst/>
          </a:prstGeom>
          <a:noFill/>
          <a:ln w="9525">
            <a:solidFill>
              <a:srgbClr val="000000"/>
            </a:solidFill>
            <a:prstDash val="sysDash"/>
            <a:round/>
            <a:headEnd type="arrow" w="sm" len="lg"/>
            <a:tailEnd type="arrow" w="sm" len="lg"/>
          </a:ln>
          <a:extLst>
            <a:ext uri="{909E8E84-426E-40DD-AFC4-6F175D3DCCD1}">
              <a14:hiddenFill xmlns:a14="http://schemas.microsoft.com/office/drawing/2010/main">
                <a:noFill/>
              </a14:hiddenFill>
            </a:ext>
          </a:extLst>
        </p:spPr>
        <p:txBody>
          <a:bodyPr/>
          <a:lstStyle/>
          <a:p>
            <a:endParaRPr lang="en-US"/>
          </a:p>
        </p:txBody>
      </p:sp>
      <p:sp>
        <p:nvSpPr>
          <p:cNvPr id="107538" name="Rectangle 18">
            <a:extLst>
              <a:ext uri="{FF2B5EF4-FFF2-40B4-BE49-F238E27FC236}">
                <a16:creationId xmlns:a16="http://schemas.microsoft.com/office/drawing/2014/main" id="{F030F6D6-1759-4779-93BB-4F93699B9D62}"/>
              </a:ext>
            </a:extLst>
          </p:cNvPr>
          <p:cNvSpPr>
            <a:spLocks noChangeArrowheads="1"/>
          </p:cNvSpPr>
          <p:nvPr/>
        </p:nvSpPr>
        <p:spPr bwMode="auto">
          <a:xfrm>
            <a:off x="2757489" y="2373313"/>
            <a:ext cx="2555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2700" tIns="12700" rIns="12700" bIns="12700"/>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just"/>
            <a:r>
              <a:rPr lang="es-ES_tradnl" altLang="en-US" sz="2000">
                <a:solidFill>
                  <a:srgbClr val="000080"/>
                </a:solidFill>
              </a:rPr>
              <a:t>I</a:t>
            </a:r>
            <a:endParaRPr lang="es-ES_tradnl" altLang="en-US" sz="1800">
              <a:solidFill>
                <a:srgbClr val="000080"/>
              </a:solidFill>
            </a:endParaRPr>
          </a:p>
        </p:txBody>
      </p:sp>
      <p:grpSp>
        <p:nvGrpSpPr>
          <p:cNvPr id="3" name="Group 19">
            <a:extLst>
              <a:ext uri="{FF2B5EF4-FFF2-40B4-BE49-F238E27FC236}">
                <a16:creationId xmlns:a16="http://schemas.microsoft.com/office/drawing/2014/main" id="{DEAB50AD-E922-4AFD-A23B-29C3546BB42E}"/>
              </a:ext>
            </a:extLst>
          </p:cNvPr>
          <p:cNvGrpSpPr>
            <a:grpSpLocks/>
          </p:cNvGrpSpPr>
          <p:nvPr/>
        </p:nvGrpSpPr>
        <p:grpSpPr bwMode="auto">
          <a:xfrm>
            <a:off x="4683125" y="1701801"/>
            <a:ext cx="1289050" cy="2079625"/>
            <a:chOff x="0" y="0"/>
            <a:chExt cx="20000" cy="20000"/>
          </a:xfrm>
        </p:grpSpPr>
        <p:sp>
          <p:nvSpPr>
            <p:cNvPr id="20523" name="Freeform 20">
              <a:extLst>
                <a:ext uri="{FF2B5EF4-FFF2-40B4-BE49-F238E27FC236}">
                  <a16:creationId xmlns:a16="http://schemas.microsoft.com/office/drawing/2014/main" id="{2FAC8FA3-B195-479F-96B9-BC4C5F5A715D}"/>
                </a:ext>
              </a:extLst>
            </p:cNvPr>
            <p:cNvSpPr>
              <a:spLocks/>
            </p:cNvSpPr>
            <p:nvPr/>
          </p:nvSpPr>
          <p:spPr bwMode="auto">
            <a:xfrm>
              <a:off x="0" y="0"/>
              <a:ext cx="19813" cy="19713"/>
            </a:xfrm>
            <a:custGeom>
              <a:avLst/>
              <a:gdLst>
                <a:gd name="T0" fmla="*/ 19618 w 20000"/>
                <a:gd name="T1" fmla="*/ 18715 h 20000"/>
                <a:gd name="T2" fmla="*/ 1864 w 20000"/>
                <a:gd name="T3" fmla="*/ 271 h 20000"/>
                <a:gd name="T4" fmla="*/ 1737 w 20000"/>
                <a:gd name="T5" fmla="*/ 180 h 20000"/>
                <a:gd name="T6" fmla="*/ 1601 w 20000"/>
                <a:gd name="T7" fmla="*/ 108 h 20000"/>
                <a:gd name="T8" fmla="*/ 1416 w 20000"/>
                <a:gd name="T9" fmla="*/ 48 h 20000"/>
                <a:gd name="T10" fmla="*/ 1229 w 20000"/>
                <a:gd name="T11" fmla="*/ 6 h 20000"/>
                <a:gd name="T12" fmla="*/ 1024 w 20000"/>
                <a:gd name="T13" fmla="*/ 0 h 20000"/>
                <a:gd name="T14" fmla="*/ 809 w 20000"/>
                <a:gd name="T15" fmla="*/ 6 h 20000"/>
                <a:gd name="T16" fmla="*/ 634 w 20000"/>
                <a:gd name="T17" fmla="*/ 48 h 20000"/>
                <a:gd name="T18" fmla="*/ 449 w 20000"/>
                <a:gd name="T19" fmla="*/ 108 h 20000"/>
                <a:gd name="T20" fmla="*/ 302 w 20000"/>
                <a:gd name="T21" fmla="*/ 180 h 20000"/>
                <a:gd name="T22" fmla="*/ 185 w 20000"/>
                <a:gd name="T23" fmla="*/ 271 h 20000"/>
                <a:gd name="T24" fmla="*/ 88 w 20000"/>
                <a:gd name="T25" fmla="*/ 385 h 20000"/>
                <a:gd name="T26" fmla="*/ 20 w 20000"/>
                <a:gd name="T27" fmla="*/ 500 h 20000"/>
                <a:gd name="T28" fmla="*/ 0 w 20000"/>
                <a:gd name="T29" fmla="*/ 626 h 20000"/>
                <a:gd name="T30" fmla="*/ 20 w 20000"/>
                <a:gd name="T31" fmla="*/ 759 h 20000"/>
                <a:gd name="T32" fmla="*/ 88 w 20000"/>
                <a:gd name="T33" fmla="*/ 866 h 20000"/>
                <a:gd name="T34" fmla="*/ 185 w 20000"/>
                <a:gd name="T35" fmla="*/ 982 h 20000"/>
                <a:gd name="T36" fmla="*/ 17939 w 20000"/>
                <a:gd name="T37" fmla="*/ 19424 h 20000"/>
                <a:gd name="T38" fmla="*/ 17842 w 20000"/>
                <a:gd name="T39" fmla="*/ 19310 h 20000"/>
                <a:gd name="T40" fmla="*/ 17773 w 20000"/>
                <a:gd name="T41" fmla="*/ 19195 h 20000"/>
                <a:gd name="T42" fmla="*/ 17763 w 20000"/>
                <a:gd name="T43" fmla="*/ 19068 h 20000"/>
                <a:gd name="T44" fmla="*/ 17773 w 20000"/>
                <a:gd name="T45" fmla="*/ 18936 h 20000"/>
                <a:gd name="T46" fmla="*/ 17842 w 20000"/>
                <a:gd name="T47" fmla="*/ 18828 h 20000"/>
                <a:gd name="T48" fmla="*/ 17939 w 20000"/>
                <a:gd name="T49" fmla="*/ 18715 h 20000"/>
                <a:gd name="T50" fmla="*/ 18057 w 20000"/>
                <a:gd name="T51" fmla="*/ 18618 h 20000"/>
                <a:gd name="T52" fmla="*/ 18203 w 20000"/>
                <a:gd name="T53" fmla="*/ 18551 h 20000"/>
                <a:gd name="T54" fmla="*/ 18388 w 20000"/>
                <a:gd name="T55" fmla="*/ 18491 h 20000"/>
                <a:gd name="T56" fmla="*/ 18574 w 20000"/>
                <a:gd name="T57" fmla="*/ 18443 h 20000"/>
                <a:gd name="T58" fmla="*/ 18779 w 20000"/>
                <a:gd name="T59" fmla="*/ 18438 h 20000"/>
                <a:gd name="T60" fmla="*/ 18994 w 20000"/>
                <a:gd name="T61" fmla="*/ 18443 h 20000"/>
                <a:gd name="T62" fmla="*/ 19169 w 20000"/>
                <a:gd name="T63" fmla="*/ 18491 h 20000"/>
                <a:gd name="T64" fmla="*/ 19355 w 20000"/>
                <a:gd name="T65" fmla="*/ 18551 h 20000"/>
                <a:gd name="T66" fmla="*/ 19491 w 20000"/>
                <a:gd name="T67" fmla="*/ 18618 h 20000"/>
                <a:gd name="T68" fmla="*/ 19618 w 20000"/>
                <a:gd name="T69" fmla="*/ 18715 h 2000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0000"/>
                <a:gd name="T106" fmla="*/ 0 h 20000"/>
                <a:gd name="T107" fmla="*/ 20000 w 20000"/>
                <a:gd name="T108" fmla="*/ 20000 h 20000"/>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0000" h="20000">
                  <a:moveTo>
                    <a:pt x="19990" y="19263"/>
                  </a:moveTo>
                  <a:lnTo>
                    <a:pt x="1900" y="279"/>
                  </a:lnTo>
                  <a:lnTo>
                    <a:pt x="1770" y="186"/>
                  </a:lnTo>
                  <a:lnTo>
                    <a:pt x="1631" y="112"/>
                  </a:lnTo>
                  <a:lnTo>
                    <a:pt x="1442" y="50"/>
                  </a:lnTo>
                  <a:lnTo>
                    <a:pt x="1253" y="6"/>
                  </a:lnTo>
                  <a:lnTo>
                    <a:pt x="1044" y="0"/>
                  </a:lnTo>
                  <a:lnTo>
                    <a:pt x="825" y="6"/>
                  </a:lnTo>
                  <a:lnTo>
                    <a:pt x="646" y="50"/>
                  </a:lnTo>
                  <a:lnTo>
                    <a:pt x="457" y="112"/>
                  </a:lnTo>
                  <a:lnTo>
                    <a:pt x="308" y="186"/>
                  </a:lnTo>
                  <a:lnTo>
                    <a:pt x="189" y="279"/>
                  </a:lnTo>
                  <a:lnTo>
                    <a:pt x="90" y="397"/>
                  </a:lnTo>
                  <a:lnTo>
                    <a:pt x="20" y="514"/>
                  </a:lnTo>
                  <a:lnTo>
                    <a:pt x="0" y="644"/>
                  </a:lnTo>
                  <a:lnTo>
                    <a:pt x="20" y="781"/>
                  </a:lnTo>
                  <a:lnTo>
                    <a:pt x="90" y="892"/>
                  </a:lnTo>
                  <a:lnTo>
                    <a:pt x="189" y="1010"/>
                  </a:lnTo>
                  <a:lnTo>
                    <a:pt x="18279" y="19994"/>
                  </a:lnTo>
                  <a:lnTo>
                    <a:pt x="18180" y="19876"/>
                  </a:lnTo>
                  <a:lnTo>
                    <a:pt x="18110" y="19758"/>
                  </a:lnTo>
                  <a:lnTo>
                    <a:pt x="18100" y="19628"/>
                  </a:lnTo>
                  <a:lnTo>
                    <a:pt x="18110" y="19492"/>
                  </a:lnTo>
                  <a:lnTo>
                    <a:pt x="18180" y="19380"/>
                  </a:lnTo>
                  <a:lnTo>
                    <a:pt x="18279" y="19263"/>
                  </a:lnTo>
                  <a:lnTo>
                    <a:pt x="18399" y="19164"/>
                  </a:lnTo>
                  <a:lnTo>
                    <a:pt x="18548" y="19095"/>
                  </a:lnTo>
                  <a:lnTo>
                    <a:pt x="18737" y="19033"/>
                  </a:lnTo>
                  <a:lnTo>
                    <a:pt x="18926" y="18984"/>
                  </a:lnTo>
                  <a:lnTo>
                    <a:pt x="19135" y="18978"/>
                  </a:lnTo>
                  <a:lnTo>
                    <a:pt x="19354" y="18984"/>
                  </a:lnTo>
                  <a:lnTo>
                    <a:pt x="19533" y="19033"/>
                  </a:lnTo>
                  <a:lnTo>
                    <a:pt x="19722" y="19095"/>
                  </a:lnTo>
                  <a:lnTo>
                    <a:pt x="19861" y="19164"/>
                  </a:lnTo>
                  <a:lnTo>
                    <a:pt x="19990" y="19263"/>
                  </a:lnTo>
                  <a:close/>
                </a:path>
              </a:pathLst>
            </a:custGeom>
            <a:noFill/>
            <a:ln w="6350">
              <a:solidFill>
                <a:srgbClr val="000000"/>
              </a:solidFill>
              <a:prstDash val="sysDash"/>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20524" name="Oval 21">
              <a:extLst>
                <a:ext uri="{FF2B5EF4-FFF2-40B4-BE49-F238E27FC236}">
                  <a16:creationId xmlns:a16="http://schemas.microsoft.com/office/drawing/2014/main" id="{3E58EFE0-125B-470B-8524-7472A4E61AEA}"/>
                </a:ext>
              </a:extLst>
            </p:cNvPr>
            <p:cNvSpPr>
              <a:spLocks noChangeArrowheads="1"/>
            </p:cNvSpPr>
            <p:nvPr/>
          </p:nvSpPr>
          <p:spPr bwMode="auto">
            <a:xfrm>
              <a:off x="17931" y="18718"/>
              <a:ext cx="2069" cy="1282"/>
            </a:xfrm>
            <a:prstGeom prst="ellipse">
              <a:avLst/>
            </a:prstGeom>
            <a:noFill/>
            <a:ln w="6350">
              <a:solidFill>
                <a:srgbClr val="000000"/>
              </a:solidFill>
              <a:prstDash val="sysDash"/>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grpSp>
      <p:sp>
        <p:nvSpPr>
          <p:cNvPr id="20503" name="Line 22">
            <a:extLst>
              <a:ext uri="{FF2B5EF4-FFF2-40B4-BE49-F238E27FC236}">
                <a16:creationId xmlns:a16="http://schemas.microsoft.com/office/drawing/2014/main" id="{6F328146-2542-4B3E-8D22-4F6C73094F13}"/>
              </a:ext>
            </a:extLst>
          </p:cNvPr>
          <p:cNvSpPr>
            <a:spLocks noChangeShapeType="1"/>
          </p:cNvSpPr>
          <p:nvPr/>
        </p:nvSpPr>
        <p:spPr bwMode="auto">
          <a:xfrm>
            <a:off x="6683375" y="3168651"/>
            <a:ext cx="0" cy="900113"/>
          </a:xfrm>
          <a:prstGeom prst="line">
            <a:avLst/>
          </a:prstGeom>
          <a:noFill/>
          <a:ln w="25400">
            <a:solidFill>
              <a:srgbClr val="FF0000"/>
            </a:solidFill>
            <a:round/>
            <a:headEnd type="none" w="sm" len="lg"/>
            <a:tailEnd type="triangle" w="sm" len="lg"/>
          </a:ln>
          <a:extLst>
            <a:ext uri="{909E8E84-426E-40DD-AFC4-6F175D3DCCD1}">
              <a14:hiddenFill xmlns:a14="http://schemas.microsoft.com/office/drawing/2010/main">
                <a:noFill/>
              </a14:hiddenFill>
            </a:ext>
          </a:extLst>
        </p:spPr>
        <p:txBody>
          <a:bodyPr/>
          <a:lstStyle/>
          <a:p>
            <a:endParaRPr lang="en-US"/>
          </a:p>
        </p:txBody>
      </p:sp>
      <p:sp>
        <p:nvSpPr>
          <p:cNvPr id="20504" name="Line 23">
            <a:extLst>
              <a:ext uri="{FF2B5EF4-FFF2-40B4-BE49-F238E27FC236}">
                <a16:creationId xmlns:a16="http://schemas.microsoft.com/office/drawing/2014/main" id="{DB950C39-F3E5-4F1C-9C06-FA577F784B20}"/>
              </a:ext>
            </a:extLst>
          </p:cNvPr>
          <p:cNvSpPr>
            <a:spLocks noChangeShapeType="1"/>
          </p:cNvSpPr>
          <p:nvPr/>
        </p:nvSpPr>
        <p:spPr bwMode="auto">
          <a:xfrm>
            <a:off x="6357938" y="2373313"/>
            <a:ext cx="0" cy="901700"/>
          </a:xfrm>
          <a:prstGeom prst="line">
            <a:avLst/>
          </a:prstGeom>
          <a:noFill/>
          <a:ln w="25400">
            <a:solidFill>
              <a:srgbClr val="FF0000"/>
            </a:solidFill>
            <a:round/>
            <a:headEnd type="none" w="sm" len="lg"/>
            <a:tailEnd type="triangle" w="sm" len="lg"/>
          </a:ln>
          <a:extLst>
            <a:ext uri="{909E8E84-426E-40DD-AFC4-6F175D3DCCD1}">
              <a14:hiddenFill xmlns:a14="http://schemas.microsoft.com/office/drawing/2010/main">
                <a:noFill/>
              </a14:hiddenFill>
            </a:ext>
          </a:extLst>
        </p:spPr>
        <p:txBody>
          <a:bodyPr/>
          <a:lstStyle/>
          <a:p>
            <a:endParaRPr lang="en-US"/>
          </a:p>
        </p:txBody>
      </p:sp>
      <p:sp>
        <p:nvSpPr>
          <p:cNvPr id="20505" name="Line 24">
            <a:extLst>
              <a:ext uri="{FF2B5EF4-FFF2-40B4-BE49-F238E27FC236}">
                <a16:creationId xmlns:a16="http://schemas.microsoft.com/office/drawing/2014/main" id="{0EE8739B-72FC-4EC7-BB4E-02B0847EFEB5}"/>
              </a:ext>
            </a:extLst>
          </p:cNvPr>
          <p:cNvSpPr>
            <a:spLocks noChangeShapeType="1"/>
          </p:cNvSpPr>
          <p:nvPr/>
        </p:nvSpPr>
        <p:spPr bwMode="auto">
          <a:xfrm>
            <a:off x="3443288" y="3168651"/>
            <a:ext cx="0" cy="900113"/>
          </a:xfrm>
          <a:prstGeom prst="line">
            <a:avLst/>
          </a:prstGeom>
          <a:noFill/>
          <a:ln w="25400">
            <a:solidFill>
              <a:srgbClr val="FF0000"/>
            </a:solidFill>
            <a:round/>
            <a:headEnd type="none" w="sm" len="lg"/>
            <a:tailEnd type="triangle" w="sm" len="lg"/>
          </a:ln>
          <a:extLst>
            <a:ext uri="{909E8E84-426E-40DD-AFC4-6F175D3DCCD1}">
              <a14:hiddenFill xmlns:a14="http://schemas.microsoft.com/office/drawing/2010/main">
                <a:noFill/>
              </a14:hiddenFill>
            </a:ext>
          </a:extLst>
        </p:spPr>
        <p:txBody>
          <a:bodyPr/>
          <a:lstStyle/>
          <a:p>
            <a:endParaRPr lang="en-US"/>
          </a:p>
        </p:txBody>
      </p:sp>
      <p:sp>
        <p:nvSpPr>
          <p:cNvPr id="20506" name="Line 25">
            <a:extLst>
              <a:ext uri="{FF2B5EF4-FFF2-40B4-BE49-F238E27FC236}">
                <a16:creationId xmlns:a16="http://schemas.microsoft.com/office/drawing/2014/main" id="{1426C1E6-7929-4562-970C-8BE5544CFAA4}"/>
              </a:ext>
            </a:extLst>
          </p:cNvPr>
          <p:cNvSpPr>
            <a:spLocks noChangeShapeType="1"/>
          </p:cNvSpPr>
          <p:nvPr/>
        </p:nvSpPr>
        <p:spPr bwMode="auto">
          <a:xfrm flipH="1">
            <a:off x="3070225" y="3460750"/>
            <a:ext cx="4362450" cy="0"/>
          </a:xfrm>
          <a:prstGeom prst="line">
            <a:avLst/>
          </a:prstGeom>
          <a:noFill/>
          <a:ln w="25400">
            <a:solidFill>
              <a:srgbClr val="000000"/>
            </a:solidFill>
            <a:round/>
            <a:headEnd type="none" w="med" len="lg"/>
            <a:tailEnd type="none" w="med" len="lg"/>
          </a:ln>
          <a:extLst>
            <a:ext uri="{909E8E84-426E-40DD-AFC4-6F175D3DCCD1}">
              <a14:hiddenFill xmlns:a14="http://schemas.microsoft.com/office/drawing/2010/main">
                <a:noFill/>
              </a14:hiddenFill>
            </a:ext>
          </a:extLst>
        </p:spPr>
        <p:txBody>
          <a:bodyPr/>
          <a:lstStyle/>
          <a:p>
            <a:endParaRPr lang="en-US"/>
          </a:p>
        </p:txBody>
      </p:sp>
      <p:graphicFrame>
        <p:nvGraphicFramePr>
          <p:cNvPr id="107546" name="Object 26">
            <a:extLst>
              <a:ext uri="{FF2B5EF4-FFF2-40B4-BE49-F238E27FC236}">
                <a16:creationId xmlns:a16="http://schemas.microsoft.com/office/drawing/2014/main" id="{537D8605-88E1-4B1C-9641-D5DA67238B54}"/>
              </a:ext>
            </a:extLst>
          </p:cNvPr>
          <p:cNvGraphicFramePr>
            <a:graphicFrameLocks noChangeAspect="1"/>
          </p:cNvGraphicFramePr>
          <p:nvPr/>
        </p:nvGraphicFramePr>
        <p:xfrm>
          <a:off x="8001000" y="1600200"/>
          <a:ext cx="2247900" cy="723900"/>
        </p:xfrm>
        <a:graphic>
          <a:graphicData uri="http://schemas.openxmlformats.org/presentationml/2006/ole">
            <mc:AlternateContent xmlns:mc="http://schemas.openxmlformats.org/markup-compatibility/2006">
              <mc:Choice xmlns:v="urn:schemas-microsoft-com:vml" Requires="v">
                <p:oleObj spid="_x0000_s35852" name="Ecuación" r:id="rId3" imgW="2247840" imgH="723600" progId="Equation.3">
                  <p:embed/>
                </p:oleObj>
              </mc:Choice>
              <mc:Fallback>
                <p:oleObj name="Ecuación" r:id="rId3" imgW="2247840" imgH="723600" progId="Equation.3">
                  <p:embed/>
                  <p:pic>
                    <p:nvPicPr>
                      <p:cNvPr id="107546" name="Object 26">
                        <a:extLst>
                          <a:ext uri="{FF2B5EF4-FFF2-40B4-BE49-F238E27FC236}">
                            <a16:creationId xmlns:a16="http://schemas.microsoft.com/office/drawing/2014/main" id="{537D8605-88E1-4B1C-9641-D5DA67238B5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01000" y="1600200"/>
                        <a:ext cx="2247900" cy="723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7547" name="Object 27">
            <a:extLst>
              <a:ext uri="{FF2B5EF4-FFF2-40B4-BE49-F238E27FC236}">
                <a16:creationId xmlns:a16="http://schemas.microsoft.com/office/drawing/2014/main" id="{5FE2F673-8AA0-4598-91A4-9165E09CB250}"/>
              </a:ext>
            </a:extLst>
          </p:cNvPr>
          <p:cNvGraphicFramePr>
            <a:graphicFrameLocks noChangeAspect="1"/>
          </p:cNvGraphicFramePr>
          <p:nvPr/>
        </p:nvGraphicFramePr>
        <p:xfrm>
          <a:off x="8077200" y="2971800"/>
          <a:ext cx="1473200" cy="723900"/>
        </p:xfrm>
        <a:graphic>
          <a:graphicData uri="http://schemas.openxmlformats.org/presentationml/2006/ole">
            <mc:AlternateContent xmlns:mc="http://schemas.openxmlformats.org/markup-compatibility/2006">
              <mc:Choice xmlns:v="urn:schemas-microsoft-com:vml" Requires="v">
                <p:oleObj spid="_x0000_s35853" name="Ecuación" r:id="rId5" imgW="1473120" imgH="723600" progId="Equation.3">
                  <p:embed/>
                </p:oleObj>
              </mc:Choice>
              <mc:Fallback>
                <p:oleObj name="Ecuación" r:id="rId5" imgW="1473120" imgH="723600" progId="Equation.3">
                  <p:embed/>
                  <p:pic>
                    <p:nvPicPr>
                      <p:cNvPr id="107547" name="Object 27">
                        <a:extLst>
                          <a:ext uri="{FF2B5EF4-FFF2-40B4-BE49-F238E27FC236}">
                            <a16:creationId xmlns:a16="http://schemas.microsoft.com/office/drawing/2014/main" id="{5FE2F673-8AA0-4598-91A4-9165E09CB25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077200" y="2971800"/>
                        <a:ext cx="1473200" cy="723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7548" name="Object 28">
            <a:extLst>
              <a:ext uri="{FF2B5EF4-FFF2-40B4-BE49-F238E27FC236}">
                <a16:creationId xmlns:a16="http://schemas.microsoft.com/office/drawing/2014/main" id="{43B7ADDE-D37D-4B33-BDD1-1E9DEDB65AAD}"/>
              </a:ext>
            </a:extLst>
          </p:cNvPr>
          <p:cNvGraphicFramePr>
            <a:graphicFrameLocks noChangeAspect="1"/>
          </p:cNvGraphicFramePr>
          <p:nvPr/>
        </p:nvGraphicFramePr>
        <p:xfrm>
          <a:off x="3609975" y="5181600"/>
          <a:ext cx="1993900" cy="774700"/>
        </p:xfrm>
        <a:graphic>
          <a:graphicData uri="http://schemas.openxmlformats.org/presentationml/2006/ole">
            <mc:AlternateContent xmlns:mc="http://schemas.openxmlformats.org/markup-compatibility/2006">
              <mc:Choice xmlns:v="urn:schemas-microsoft-com:vml" Requires="v">
                <p:oleObj spid="_x0000_s35854" name="Ecuación" r:id="rId7" imgW="1993680" imgH="774360" progId="Equation.3">
                  <p:embed/>
                </p:oleObj>
              </mc:Choice>
              <mc:Fallback>
                <p:oleObj name="Ecuación" r:id="rId7" imgW="1993680" imgH="774360" progId="Equation.3">
                  <p:embed/>
                  <p:pic>
                    <p:nvPicPr>
                      <p:cNvPr id="107548" name="Object 28">
                        <a:extLst>
                          <a:ext uri="{FF2B5EF4-FFF2-40B4-BE49-F238E27FC236}">
                            <a16:creationId xmlns:a16="http://schemas.microsoft.com/office/drawing/2014/main" id="{43B7ADDE-D37D-4B33-BDD1-1E9DEDB65AA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09975" y="5181600"/>
                        <a:ext cx="1993900" cy="774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7549" name="Object 29">
            <a:extLst>
              <a:ext uri="{FF2B5EF4-FFF2-40B4-BE49-F238E27FC236}">
                <a16:creationId xmlns:a16="http://schemas.microsoft.com/office/drawing/2014/main" id="{AFF7CA9B-06CA-4668-A121-9EFE8A0AB915}"/>
              </a:ext>
            </a:extLst>
          </p:cNvPr>
          <p:cNvGraphicFramePr>
            <a:graphicFrameLocks noChangeAspect="1"/>
          </p:cNvGraphicFramePr>
          <p:nvPr/>
        </p:nvGraphicFramePr>
        <p:xfrm>
          <a:off x="6096000" y="5105400"/>
          <a:ext cx="1917700" cy="977900"/>
        </p:xfrm>
        <a:graphic>
          <a:graphicData uri="http://schemas.openxmlformats.org/presentationml/2006/ole">
            <mc:AlternateContent xmlns:mc="http://schemas.openxmlformats.org/markup-compatibility/2006">
              <mc:Choice xmlns:v="urn:schemas-microsoft-com:vml" Requires="v">
                <p:oleObj spid="_x0000_s35855" name="Ecuación" r:id="rId9" imgW="1917360" imgH="977760" progId="Equation.3">
                  <p:embed/>
                </p:oleObj>
              </mc:Choice>
              <mc:Fallback>
                <p:oleObj name="Ecuación" r:id="rId9" imgW="1917360" imgH="977760" progId="Equation.3">
                  <p:embed/>
                  <p:pic>
                    <p:nvPicPr>
                      <p:cNvPr id="107549" name="Object 29">
                        <a:extLst>
                          <a:ext uri="{FF2B5EF4-FFF2-40B4-BE49-F238E27FC236}">
                            <a16:creationId xmlns:a16="http://schemas.microsoft.com/office/drawing/2014/main" id="{AFF7CA9B-06CA-4668-A121-9EFE8A0AB91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096000" y="5105400"/>
                        <a:ext cx="1917700" cy="977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7550" name="Object 30">
            <a:extLst>
              <a:ext uri="{FF2B5EF4-FFF2-40B4-BE49-F238E27FC236}">
                <a16:creationId xmlns:a16="http://schemas.microsoft.com/office/drawing/2014/main" id="{B5C0DE9A-DB76-4C0E-9B11-DA4BD470981E}"/>
              </a:ext>
            </a:extLst>
          </p:cNvPr>
          <p:cNvGraphicFramePr>
            <a:graphicFrameLocks noChangeAspect="1"/>
          </p:cNvGraphicFramePr>
          <p:nvPr/>
        </p:nvGraphicFramePr>
        <p:xfrm>
          <a:off x="8369300" y="5181600"/>
          <a:ext cx="1600200" cy="698500"/>
        </p:xfrm>
        <a:graphic>
          <a:graphicData uri="http://schemas.openxmlformats.org/presentationml/2006/ole">
            <mc:AlternateContent xmlns:mc="http://schemas.openxmlformats.org/markup-compatibility/2006">
              <mc:Choice xmlns:v="urn:schemas-microsoft-com:vml" Requires="v">
                <p:oleObj spid="_x0000_s35856" name="Ecuación" r:id="rId11" imgW="1600200" imgH="698400" progId="Equation.3">
                  <p:embed/>
                </p:oleObj>
              </mc:Choice>
              <mc:Fallback>
                <p:oleObj name="Ecuación" r:id="rId11" imgW="1600200" imgH="698400" progId="Equation.3">
                  <p:embed/>
                  <p:pic>
                    <p:nvPicPr>
                      <p:cNvPr id="107550" name="Object 30">
                        <a:extLst>
                          <a:ext uri="{FF2B5EF4-FFF2-40B4-BE49-F238E27FC236}">
                            <a16:creationId xmlns:a16="http://schemas.microsoft.com/office/drawing/2014/main" id="{B5C0DE9A-DB76-4C0E-9B11-DA4BD470981E}"/>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369300" y="5181600"/>
                        <a:ext cx="1600200" cy="6985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507" name="Text Box 31">
            <a:extLst>
              <a:ext uri="{FF2B5EF4-FFF2-40B4-BE49-F238E27FC236}">
                <a16:creationId xmlns:a16="http://schemas.microsoft.com/office/drawing/2014/main" id="{17A4D6BF-6FED-416F-ABE0-87C91F16D45B}"/>
              </a:ext>
            </a:extLst>
          </p:cNvPr>
          <p:cNvSpPr txBox="1">
            <a:spLocks noChangeArrowheads="1"/>
          </p:cNvSpPr>
          <p:nvPr/>
        </p:nvSpPr>
        <p:spPr bwMode="auto">
          <a:xfrm>
            <a:off x="6781801" y="3505201"/>
            <a:ext cx="392113" cy="68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nSpc>
                <a:spcPct val="50000"/>
              </a:lnSpc>
            </a:pPr>
            <a:r>
              <a:rPr lang="es-ES_tradnl" altLang="en-US" sz="4000">
                <a:solidFill>
                  <a:srgbClr val="FF0000"/>
                </a:solidFill>
                <a:latin typeface="MT Extra" panose="05050102010205020202" pitchFamily="18" charset="2"/>
              </a:rPr>
              <a:t>r</a:t>
            </a:r>
            <a:endParaRPr lang="es-ES_tradnl" altLang="en-US">
              <a:solidFill>
                <a:srgbClr val="FF0000"/>
              </a:solidFill>
            </a:endParaRPr>
          </a:p>
          <a:p>
            <a:pPr>
              <a:lnSpc>
                <a:spcPct val="80000"/>
              </a:lnSpc>
            </a:pPr>
            <a:r>
              <a:rPr lang="es-ES_tradnl" altLang="en-US">
                <a:solidFill>
                  <a:srgbClr val="FF0000"/>
                </a:solidFill>
              </a:rPr>
              <a:t>B</a:t>
            </a:r>
          </a:p>
        </p:txBody>
      </p:sp>
      <p:grpSp>
        <p:nvGrpSpPr>
          <p:cNvPr id="4" name="Group 32">
            <a:extLst>
              <a:ext uri="{FF2B5EF4-FFF2-40B4-BE49-F238E27FC236}">
                <a16:creationId xmlns:a16="http://schemas.microsoft.com/office/drawing/2014/main" id="{7609EAA8-B226-47C0-AC06-3931C4FC14FA}"/>
              </a:ext>
            </a:extLst>
          </p:cNvPr>
          <p:cNvGrpSpPr>
            <a:grpSpLocks/>
          </p:cNvGrpSpPr>
          <p:nvPr/>
        </p:nvGrpSpPr>
        <p:grpSpPr bwMode="auto">
          <a:xfrm>
            <a:off x="5443538" y="2209800"/>
            <a:ext cx="977900" cy="628650"/>
            <a:chOff x="2469" y="1392"/>
            <a:chExt cx="616" cy="396"/>
          </a:xfrm>
        </p:grpSpPr>
        <p:sp>
          <p:nvSpPr>
            <p:cNvPr id="20521" name="Line 33">
              <a:extLst>
                <a:ext uri="{FF2B5EF4-FFF2-40B4-BE49-F238E27FC236}">
                  <a16:creationId xmlns:a16="http://schemas.microsoft.com/office/drawing/2014/main" id="{29668B8F-212F-435D-93F2-F4E2B2A95744}"/>
                </a:ext>
              </a:extLst>
            </p:cNvPr>
            <p:cNvSpPr>
              <a:spLocks noChangeShapeType="1"/>
            </p:cNvSpPr>
            <p:nvPr/>
          </p:nvSpPr>
          <p:spPr bwMode="auto">
            <a:xfrm>
              <a:off x="2469" y="1779"/>
              <a:ext cx="616" cy="0"/>
            </a:xfrm>
            <a:prstGeom prst="line">
              <a:avLst/>
            </a:prstGeom>
            <a:noFill/>
            <a:ln w="25400">
              <a:solidFill>
                <a:srgbClr val="0000FF"/>
              </a:solidFill>
              <a:round/>
              <a:headEnd type="none" w="med" len="lg"/>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20522" name="Text Box 34">
              <a:extLst>
                <a:ext uri="{FF2B5EF4-FFF2-40B4-BE49-F238E27FC236}">
                  <a16:creationId xmlns:a16="http://schemas.microsoft.com/office/drawing/2014/main" id="{A0C211A8-B25D-4CB3-81C4-EB1FA6750AA2}"/>
                </a:ext>
              </a:extLst>
            </p:cNvPr>
            <p:cNvSpPr txBox="1">
              <a:spLocks noChangeArrowheads="1"/>
            </p:cNvSpPr>
            <p:nvPr/>
          </p:nvSpPr>
          <p:spPr bwMode="auto">
            <a:xfrm>
              <a:off x="2640" y="1392"/>
              <a:ext cx="247" cy="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nSpc>
                  <a:spcPct val="40000"/>
                </a:lnSpc>
              </a:pPr>
              <a:r>
                <a:rPr lang="es-ES_tradnl" altLang="en-US" sz="4000">
                  <a:solidFill>
                    <a:srgbClr val="0000FF"/>
                  </a:solidFill>
                  <a:latin typeface="MT Extra" panose="05050102010205020202" pitchFamily="18" charset="2"/>
                </a:rPr>
                <a:t>r</a:t>
              </a:r>
              <a:endParaRPr lang="es-ES_tradnl" altLang="en-US">
                <a:solidFill>
                  <a:srgbClr val="0000FF"/>
                </a:solidFill>
              </a:endParaRPr>
            </a:p>
            <a:p>
              <a:pPr>
                <a:lnSpc>
                  <a:spcPct val="80000"/>
                </a:lnSpc>
              </a:pPr>
              <a:r>
                <a:rPr lang="es-ES_tradnl" altLang="en-US">
                  <a:solidFill>
                    <a:srgbClr val="0000FF"/>
                  </a:solidFill>
                </a:rPr>
                <a:t>v</a:t>
              </a:r>
            </a:p>
          </p:txBody>
        </p:sp>
      </p:grpSp>
      <p:grpSp>
        <p:nvGrpSpPr>
          <p:cNvPr id="5" name="Group 35">
            <a:extLst>
              <a:ext uri="{FF2B5EF4-FFF2-40B4-BE49-F238E27FC236}">
                <a16:creationId xmlns:a16="http://schemas.microsoft.com/office/drawing/2014/main" id="{96D74C4C-1A7A-4228-988A-5D1BB148A177}"/>
              </a:ext>
            </a:extLst>
          </p:cNvPr>
          <p:cNvGrpSpPr>
            <a:grpSpLocks/>
          </p:cNvGrpSpPr>
          <p:nvPr/>
        </p:nvGrpSpPr>
        <p:grpSpPr bwMode="auto">
          <a:xfrm>
            <a:off x="3346450" y="2187576"/>
            <a:ext cx="749300" cy="688975"/>
            <a:chOff x="1148" y="1378"/>
            <a:chExt cx="472" cy="434"/>
          </a:xfrm>
        </p:grpSpPr>
        <p:sp>
          <p:nvSpPr>
            <p:cNvPr id="20519" name="Line 36">
              <a:extLst>
                <a:ext uri="{FF2B5EF4-FFF2-40B4-BE49-F238E27FC236}">
                  <a16:creationId xmlns:a16="http://schemas.microsoft.com/office/drawing/2014/main" id="{5DF365EE-C992-4F8D-8487-4FF66F88584C}"/>
                </a:ext>
              </a:extLst>
            </p:cNvPr>
            <p:cNvSpPr>
              <a:spLocks noChangeShapeType="1"/>
            </p:cNvSpPr>
            <p:nvPr/>
          </p:nvSpPr>
          <p:spPr bwMode="auto">
            <a:xfrm flipH="1">
              <a:off x="1148" y="1769"/>
              <a:ext cx="472" cy="0"/>
            </a:xfrm>
            <a:prstGeom prst="line">
              <a:avLst/>
            </a:prstGeom>
            <a:noFill/>
            <a:ln w="38100">
              <a:solidFill>
                <a:srgbClr val="008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0520" name="Text Box 37">
              <a:extLst>
                <a:ext uri="{FF2B5EF4-FFF2-40B4-BE49-F238E27FC236}">
                  <a16:creationId xmlns:a16="http://schemas.microsoft.com/office/drawing/2014/main" id="{9B2DF256-0606-4C57-8508-4DF9F9AC50EA}"/>
                </a:ext>
              </a:extLst>
            </p:cNvPr>
            <p:cNvSpPr txBox="1">
              <a:spLocks noChangeArrowheads="1"/>
            </p:cNvSpPr>
            <p:nvPr/>
          </p:nvSpPr>
          <p:spPr bwMode="auto">
            <a:xfrm>
              <a:off x="1289" y="1378"/>
              <a:ext cx="247" cy="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nSpc>
                  <a:spcPct val="50000"/>
                </a:lnSpc>
              </a:pPr>
              <a:r>
                <a:rPr lang="es-ES_tradnl" altLang="en-US" sz="4000">
                  <a:solidFill>
                    <a:srgbClr val="008000"/>
                  </a:solidFill>
                  <a:latin typeface="MT Extra" panose="05050102010205020202" pitchFamily="18" charset="2"/>
                </a:rPr>
                <a:t>r</a:t>
              </a:r>
              <a:endParaRPr lang="es-ES_tradnl" altLang="en-US">
                <a:solidFill>
                  <a:srgbClr val="008000"/>
                </a:solidFill>
              </a:endParaRPr>
            </a:p>
            <a:p>
              <a:pPr>
                <a:lnSpc>
                  <a:spcPct val="80000"/>
                </a:lnSpc>
              </a:pPr>
              <a:r>
                <a:rPr lang="es-ES_tradnl" altLang="en-US">
                  <a:solidFill>
                    <a:srgbClr val="008000"/>
                  </a:solidFill>
                </a:rPr>
                <a:t>F</a:t>
              </a:r>
            </a:p>
          </p:txBody>
        </p:sp>
      </p:grpSp>
      <p:sp>
        <p:nvSpPr>
          <p:cNvPr id="107559" name="Text Box 39">
            <a:extLst>
              <a:ext uri="{FF2B5EF4-FFF2-40B4-BE49-F238E27FC236}">
                <a16:creationId xmlns:a16="http://schemas.microsoft.com/office/drawing/2014/main" id="{4CC5ECE2-BDD6-4531-999E-8EDF2DE5F2F4}"/>
              </a:ext>
            </a:extLst>
          </p:cNvPr>
          <p:cNvSpPr txBox="1">
            <a:spLocks noChangeArrowheads="1"/>
          </p:cNvSpPr>
          <p:nvPr/>
        </p:nvSpPr>
        <p:spPr bwMode="auto">
          <a:xfrm>
            <a:off x="1914525" y="5191126"/>
            <a:ext cx="1297150" cy="685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Lst>
        </p:spPr>
        <p:txBody>
          <a:bodyPr wrap="non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nSpc>
                <a:spcPct val="80000"/>
              </a:lnSpc>
            </a:pPr>
            <a:r>
              <a:rPr lang="es-ES_tradnl" altLang="en-US">
                <a:latin typeface="MT Extra" panose="05050102010205020202" pitchFamily="18" charset="2"/>
              </a:rPr>
              <a:t>r     r  r</a:t>
            </a:r>
            <a:endParaRPr lang="es-ES_tradnl" altLang="en-US"/>
          </a:p>
          <a:p>
            <a:pPr>
              <a:lnSpc>
                <a:spcPct val="80000"/>
              </a:lnSpc>
            </a:pPr>
            <a:r>
              <a:rPr lang="es-ES_tradnl" altLang="en-US"/>
              <a:t>F = i</a:t>
            </a:r>
            <a:r>
              <a:rPr lang="es-ES_tradnl" altLang="en-US">
                <a:latin typeface="MT Extra" panose="05050102010205020202" pitchFamily="18" charset="2"/>
              </a:rPr>
              <a:t>l</a:t>
            </a:r>
            <a:r>
              <a:rPr lang="es-ES_tradnl" altLang="en-US">
                <a:latin typeface="MT Extra" panose="05050102010205020202" pitchFamily="18" charset="2"/>
                <a:sym typeface="Symbol" panose="05050102010706020507" pitchFamily="18" charset="2"/>
              </a:rPr>
              <a:t></a:t>
            </a:r>
            <a:r>
              <a:rPr lang="es-ES_tradnl" altLang="en-US"/>
              <a:t>B</a:t>
            </a:r>
          </a:p>
        </p:txBody>
      </p:sp>
      <p:sp>
        <p:nvSpPr>
          <p:cNvPr id="107560" name="AutoShape 40">
            <a:extLst>
              <a:ext uri="{FF2B5EF4-FFF2-40B4-BE49-F238E27FC236}">
                <a16:creationId xmlns:a16="http://schemas.microsoft.com/office/drawing/2014/main" id="{5EF36F84-CCA0-4E02-A166-9C2A2B77B339}"/>
              </a:ext>
            </a:extLst>
          </p:cNvPr>
          <p:cNvSpPr>
            <a:spLocks noChangeArrowheads="1"/>
          </p:cNvSpPr>
          <p:nvPr/>
        </p:nvSpPr>
        <p:spPr bwMode="auto">
          <a:xfrm>
            <a:off x="2933700" y="2373314"/>
            <a:ext cx="609600" cy="968375"/>
          </a:xfrm>
          <a:prstGeom prst="curvedRightArrow">
            <a:avLst>
              <a:gd name="adj1" fmla="val 29241"/>
              <a:gd name="adj2" fmla="val 61012"/>
              <a:gd name="adj3" fmla="val 33333"/>
            </a:avLst>
          </a:prstGeom>
          <a:solidFill>
            <a:srgbClr val="0099CC"/>
          </a:solidFill>
          <a:ln w="9525">
            <a:solidFill>
              <a:schemeClr val="tx1"/>
            </a:solidFill>
            <a:miter lim="800000"/>
            <a:headEnd/>
            <a:tailEnd type="none" w="sm" len="med"/>
          </a:ln>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20512" name="Line 41">
            <a:extLst>
              <a:ext uri="{FF2B5EF4-FFF2-40B4-BE49-F238E27FC236}">
                <a16:creationId xmlns:a16="http://schemas.microsoft.com/office/drawing/2014/main" id="{89243028-4C2D-44DB-8BAC-FC18528467F2}"/>
              </a:ext>
            </a:extLst>
          </p:cNvPr>
          <p:cNvSpPr>
            <a:spLocks noChangeShapeType="1"/>
          </p:cNvSpPr>
          <p:nvPr/>
        </p:nvSpPr>
        <p:spPr bwMode="auto">
          <a:xfrm>
            <a:off x="3117850" y="2462214"/>
            <a:ext cx="0" cy="219075"/>
          </a:xfrm>
          <a:prstGeom prst="line">
            <a:avLst/>
          </a:prstGeom>
          <a:noFill/>
          <a:ln w="25400">
            <a:solidFill>
              <a:srgbClr val="FF0000"/>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en-US"/>
          </a:p>
        </p:txBody>
      </p:sp>
      <p:grpSp>
        <p:nvGrpSpPr>
          <p:cNvPr id="6" name="Group 42">
            <a:extLst>
              <a:ext uri="{FF2B5EF4-FFF2-40B4-BE49-F238E27FC236}">
                <a16:creationId xmlns:a16="http://schemas.microsoft.com/office/drawing/2014/main" id="{49E40BB4-FF15-4D3F-A5BD-C245561A159D}"/>
              </a:ext>
            </a:extLst>
          </p:cNvPr>
          <p:cNvGrpSpPr>
            <a:grpSpLocks/>
          </p:cNvGrpSpPr>
          <p:nvPr/>
        </p:nvGrpSpPr>
        <p:grpSpPr bwMode="auto">
          <a:xfrm>
            <a:off x="3162301" y="1485901"/>
            <a:ext cx="2022475" cy="2295525"/>
            <a:chOff x="1032" y="936"/>
            <a:chExt cx="1274" cy="1446"/>
          </a:xfrm>
        </p:grpSpPr>
        <p:sp>
          <p:nvSpPr>
            <p:cNvPr id="20514" name="Line 43">
              <a:extLst>
                <a:ext uri="{FF2B5EF4-FFF2-40B4-BE49-F238E27FC236}">
                  <a16:creationId xmlns:a16="http://schemas.microsoft.com/office/drawing/2014/main" id="{ADA7512E-6922-45F8-92AE-F639A37EE77C}"/>
                </a:ext>
              </a:extLst>
            </p:cNvPr>
            <p:cNvSpPr>
              <a:spLocks noChangeShapeType="1"/>
            </p:cNvSpPr>
            <p:nvPr/>
          </p:nvSpPr>
          <p:spPr bwMode="auto">
            <a:xfrm>
              <a:off x="1690" y="1769"/>
              <a:ext cx="616" cy="0"/>
            </a:xfrm>
            <a:prstGeom prst="line">
              <a:avLst/>
            </a:prstGeom>
            <a:noFill/>
            <a:ln w="25400">
              <a:solidFill>
                <a:srgbClr val="0000FF"/>
              </a:solidFill>
              <a:round/>
              <a:headEnd type="none" w="med" len="lg"/>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20515" name="Rectangle 44">
              <a:extLst>
                <a:ext uri="{FF2B5EF4-FFF2-40B4-BE49-F238E27FC236}">
                  <a16:creationId xmlns:a16="http://schemas.microsoft.com/office/drawing/2014/main" id="{499D6869-F457-4F07-81D1-7A50711A2502}"/>
                </a:ext>
              </a:extLst>
            </p:cNvPr>
            <p:cNvSpPr>
              <a:spLocks noChangeArrowheads="1"/>
            </p:cNvSpPr>
            <p:nvPr/>
          </p:nvSpPr>
          <p:spPr bwMode="auto">
            <a:xfrm>
              <a:off x="1032" y="936"/>
              <a:ext cx="183"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2700" tIns="12700" rIns="12700" bIns="12700"/>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just"/>
              <a:r>
                <a:rPr lang="es-ES_tradnl" altLang="en-US" sz="2000">
                  <a:solidFill>
                    <a:srgbClr val="0000FF"/>
                  </a:solidFill>
                </a:rPr>
                <a:t>m</a:t>
              </a:r>
              <a:endParaRPr lang="es-ES_tradnl" altLang="en-US" sz="1800">
                <a:solidFill>
                  <a:srgbClr val="0000FF"/>
                </a:solidFill>
              </a:endParaRPr>
            </a:p>
          </p:txBody>
        </p:sp>
        <p:sp>
          <p:nvSpPr>
            <p:cNvPr id="20516" name="Freeform 45">
              <a:extLst>
                <a:ext uri="{FF2B5EF4-FFF2-40B4-BE49-F238E27FC236}">
                  <a16:creationId xmlns:a16="http://schemas.microsoft.com/office/drawing/2014/main" id="{87A795D3-26B2-473A-BC3B-2B1BBB4A08AD}"/>
                </a:ext>
              </a:extLst>
            </p:cNvPr>
            <p:cNvSpPr>
              <a:spLocks/>
            </p:cNvSpPr>
            <p:nvPr/>
          </p:nvSpPr>
          <p:spPr bwMode="auto">
            <a:xfrm>
              <a:off x="1242" y="1072"/>
              <a:ext cx="805" cy="1291"/>
            </a:xfrm>
            <a:custGeom>
              <a:avLst/>
              <a:gdLst>
                <a:gd name="T0" fmla="*/ 32 w 20000"/>
                <a:gd name="T1" fmla="*/ 80 h 20000"/>
                <a:gd name="T2" fmla="*/ 3 w 20000"/>
                <a:gd name="T3" fmla="*/ 1 h 20000"/>
                <a:gd name="T4" fmla="*/ 3 w 20000"/>
                <a:gd name="T5" fmla="*/ 1 h 20000"/>
                <a:gd name="T6" fmla="*/ 3 w 20000"/>
                <a:gd name="T7" fmla="*/ 0 h 20000"/>
                <a:gd name="T8" fmla="*/ 2 w 20000"/>
                <a:gd name="T9" fmla="*/ 0 h 20000"/>
                <a:gd name="T10" fmla="*/ 2 w 20000"/>
                <a:gd name="T11" fmla="*/ 0 h 20000"/>
                <a:gd name="T12" fmla="*/ 2 w 20000"/>
                <a:gd name="T13" fmla="*/ 0 h 20000"/>
                <a:gd name="T14" fmla="*/ 1 w 20000"/>
                <a:gd name="T15" fmla="*/ 0 h 20000"/>
                <a:gd name="T16" fmla="*/ 1 w 20000"/>
                <a:gd name="T17" fmla="*/ 0 h 20000"/>
                <a:gd name="T18" fmla="*/ 1 w 20000"/>
                <a:gd name="T19" fmla="*/ 0 h 20000"/>
                <a:gd name="T20" fmla="*/ 0 w 20000"/>
                <a:gd name="T21" fmla="*/ 1 h 20000"/>
                <a:gd name="T22" fmla="*/ 0 w 20000"/>
                <a:gd name="T23" fmla="*/ 1 h 20000"/>
                <a:gd name="T24" fmla="*/ 0 w 20000"/>
                <a:gd name="T25" fmla="*/ 2 h 20000"/>
                <a:gd name="T26" fmla="*/ 0 w 20000"/>
                <a:gd name="T27" fmla="*/ 2 h 20000"/>
                <a:gd name="T28" fmla="*/ 0 w 20000"/>
                <a:gd name="T29" fmla="*/ 3 h 20000"/>
                <a:gd name="T30" fmla="*/ 0 w 20000"/>
                <a:gd name="T31" fmla="*/ 3 h 20000"/>
                <a:gd name="T32" fmla="*/ 0 w 20000"/>
                <a:gd name="T33" fmla="*/ 4 h 20000"/>
                <a:gd name="T34" fmla="*/ 0 w 20000"/>
                <a:gd name="T35" fmla="*/ 4 h 20000"/>
                <a:gd name="T36" fmla="*/ 30 w 20000"/>
                <a:gd name="T37" fmla="*/ 83 h 20000"/>
                <a:gd name="T38" fmla="*/ 29 w 20000"/>
                <a:gd name="T39" fmla="*/ 83 h 20000"/>
                <a:gd name="T40" fmla="*/ 29 w 20000"/>
                <a:gd name="T41" fmla="*/ 82 h 20000"/>
                <a:gd name="T42" fmla="*/ 29 w 20000"/>
                <a:gd name="T43" fmla="*/ 82 h 20000"/>
                <a:gd name="T44" fmla="*/ 29 w 20000"/>
                <a:gd name="T45" fmla="*/ 81 h 20000"/>
                <a:gd name="T46" fmla="*/ 29 w 20000"/>
                <a:gd name="T47" fmla="*/ 81 h 20000"/>
                <a:gd name="T48" fmla="*/ 30 w 20000"/>
                <a:gd name="T49" fmla="*/ 80 h 20000"/>
                <a:gd name="T50" fmla="*/ 30 w 20000"/>
                <a:gd name="T51" fmla="*/ 80 h 20000"/>
                <a:gd name="T52" fmla="*/ 30 w 20000"/>
                <a:gd name="T53" fmla="*/ 80 h 20000"/>
                <a:gd name="T54" fmla="*/ 30 w 20000"/>
                <a:gd name="T55" fmla="*/ 79 h 20000"/>
                <a:gd name="T56" fmla="*/ 31 w 20000"/>
                <a:gd name="T57" fmla="*/ 79 h 20000"/>
                <a:gd name="T58" fmla="*/ 31 w 20000"/>
                <a:gd name="T59" fmla="*/ 79 h 20000"/>
                <a:gd name="T60" fmla="*/ 31 w 20000"/>
                <a:gd name="T61" fmla="*/ 79 h 20000"/>
                <a:gd name="T62" fmla="*/ 32 w 20000"/>
                <a:gd name="T63" fmla="*/ 79 h 20000"/>
                <a:gd name="T64" fmla="*/ 32 w 20000"/>
                <a:gd name="T65" fmla="*/ 80 h 20000"/>
                <a:gd name="T66" fmla="*/ 32 w 20000"/>
                <a:gd name="T67" fmla="*/ 80 h 20000"/>
                <a:gd name="T68" fmla="*/ 32 w 20000"/>
                <a:gd name="T69" fmla="*/ 80 h 2000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0000"/>
                <a:gd name="T106" fmla="*/ 0 h 20000"/>
                <a:gd name="T107" fmla="*/ 20000 w 20000"/>
                <a:gd name="T108" fmla="*/ 20000 h 20000"/>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0000" h="20000">
                  <a:moveTo>
                    <a:pt x="19990" y="19263"/>
                  </a:moveTo>
                  <a:lnTo>
                    <a:pt x="1900" y="279"/>
                  </a:lnTo>
                  <a:lnTo>
                    <a:pt x="1770" y="186"/>
                  </a:lnTo>
                  <a:lnTo>
                    <a:pt x="1631" y="112"/>
                  </a:lnTo>
                  <a:lnTo>
                    <a:pt x="1442" y="50"/>
                  </a:lnTo>
                  <a:lnTo>
                    <a:pt x="1253" y="6"/>
                  </a:lnTo>
                  <a:lnTo>
                    <a:pt x="1044" y="0"/>
                  </a:lnTo>
                  <a:lnTo>
                    <a:pt x="825" y="6"/>
                  </a:lnTo>
                  <a:lnTo>
                    <a:pt x="646" y="50"/>
                  </a:lnTo>
                  <a:lnTo>
                    <a:pt x="457" y="112"/>
                  </a:lnTo>
                  <a:lnTo>
                    <a:pt x="308" y="186"/>
                  </a:lnTo>
                  <a:lnTo>
                    <a:pt x="189" y="279"/>
                  </a:lnTo>
                  <a:lnTo>
                    <a:pt x="90" y="397"/>
                  </a:lnTo>
                  <a:lnTo>
                    <a:pt x="20" y="514"/>
                  </a:lnTo>
                  <a:lnTo>
                    <a:pt x="0" y="644"/>
                  </a:lnTo>
                  <a:lnTo>
                    <a:pt x="20" y="781"/>
                  </a:lnTo>
                  <a:lnTo>
                    <a:pt x="90" y="892"/>
                  </a:lnTo>
                  <a:lnTo>
                    <a:pt x="189" y="1010"/>
                  </a:lnTo>
                  <a:lnTo>
                    <a:pt x="18279" y="19994"/>
                  </a:lnTo>
                  <a:lnTo>
                    <a:pt x="18180" y="19876"/>
                  </a:lnTo>
                  <a:lnTo>
                    <a:pt x="18110" y="19758"/>
                  </a:lnTo>
                  <a:lnTo>
                    <a:pt x="18100" y="19628"/>
                  </a:lnTo>
                  <a:lnTo>
                    <a:pt x="18110" y="19492"/>
                  </a:lnTo>
                  <a:lnTo>
                    <a:pt x="18180" y="19380"/>
                  </a:lnTo>
                  <a:lnTo>
                    <a:pt x="18279" y="19263"/>
                  </a:lnTo>
                  <a:lnTo>
                    <a:pt x="18399" y="19164"/>
                  </a:lnTo>
                  <a:lnTo>
                    <a:pt x="18548" y="19095"/>
                  </a:lnTo>
                  <a:lnTo>
                    <a:pt x="18737" y="19033"/>
                  </a:lnTo>
                  <a:lnTo>
                    <a:pt x="18926" y="18984"/>
                  </a:lnTo>
                  <a:lnTo>
                    <a:pt x="19135" y="18978"/>
                  </a:lnTo>
                  <a:lnTo>
                    <a:pt x="19354" y="18984"/>
                  </a:lnTo>
                  <a:lnTo>
                    <a:pt x="19533" y="19033"/>
                  </a:lnTo>
                  <a:lnTo>
                    <a:pt x="19722" y="19095"/>
                  </a:lnTo>
                  <a:lnTo>
                    <a:pt x="19861" y="19164"/>
                  </a:lnTo>
                  <a:lnTo>
                    <a:pt x="19990" y="19263"/>
                  </a:lnTo>
                  <a:close/>
                </a:path>
              </a:pathLst>
            </a:custGeom>
            <a:solidFill>
              <a:srgbClr val="66CCFF"/>
            </a:solidFill>
            <a:ln w="6350">
              <a:solidFill>
                <a:srgbClr val="000000"/>
              </a:solidFill>
              <a:round/>
              <a:headEnd/>
              <a:tailEnd/>
            </a:ln>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20517" name="Oval 46">
              <a:extLst>
                <a:ext uri="{FF2B5EF4-FFF2-40B4-BE49-F238E27FC236}">
                  <a16:creationId xmlns:a16="http://schemas.microsoft.com/office/drawing/2014/main" id="{EBC2344E-8D21-4E3A-A551-2709D75178F3}"/>
                </a:ext>
              </a:extLst>
            </p:cNvPr>
            <p:cNvSpPr>
              <a:spLocks noChangeArrowheads="1"/>
            </p:cNvSpPr>
            <p:nvPr/>
          </p:nvSpPr>
          <p:spPr bwMode="auto">
            <a:xfrm>
              <a:off x="1970" y="2298"/>
              <a:ext cx="84" cy="84"/>
            </a:xfrm>
            <a:prstGeom prst="ellipse">
              <a:avLst/>
            </a:prstGeom>
            <a:solidFill>
              <a:srgbClr val="CCECFF"/>
            </a:solidFill>
            <a:ln w="6350">
              <a:solidFill>
                <a:srgbClr val="000000"/>
              </a:solidFill>
              <a:round/>
              <a:headEnd/>
              <a:tailEnd/>
            </a:ln>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20518" name="Text Box 47">
              <a:extLst>
                <a:ext uri="{FF2B5EF4-FFF2-40B4-BE49-F238E27FC236}">
                  <a16:creationId xmlns:a16="http://schemas.microsoft.com/office/drawing/2014/main" id="{805109DC-D249-40EA-9C24-25FC350E9FC1}"/>
                </a:ext>
              </a:extLst>
            </p:cNvPr>
            <p:cNvSpPr txBox="1">
              <a:spLocks noChangeArrowheads="1"/>
            </p:cNvSpPr>
            <p:nvPr/>
          </p:nvSpPr>
          <p:spPr bwMode="auto">
            <a:xfrm>
              <a:off x="1872" y="1344"/>
              <a:ext cx="283" cy="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nSpc>
                  <a:spcPct val="40000"/>
                </a:lnSpc>
              </a:pPr>
              <a:r>
                <a:rPr lang="es-ES_tradnl" altLang="en-US" sz="4000">
                  <a:solidFill>
                    <a:srgbClr val="0000FF"/>
                  </a:solidFill>
                  <a:latin typeface="MT Extra" panose="05050102010205020202" pitchFamily="18" charset="2"/>
                </a:rPr>
                <a:t>r</a:t>
              </a:r>
              <a:endParaRPr lang="es-ES_tradnl" altLang="en-US">
                <a:solidFill>
                  <a:srgbClr val="0000FF"/>
                </a:solidFill>
              </a:endParaRPr>
            </a:p>
            <a:p>
              <a:pPr>
                <a:lnSpc>
                  <a:spcPct val="80000"/>
                </a:lnSpc>
              </a:pPr>
              <a:r>
                <a:rPr lang="es-ES_tradnl" altLang="en-US">
                  <a:solidFill>
                    <a:srgbClr val="0000FF"/>
                  </a:solidFill>
                </a:rPr>
                <a:t>v</a:t>
              </a:r>
              <a:r>
                <a:rPr lang="es-ES_tradnl" altLang="en-US" baseline="-25000">
                  <a:solidFill>
                    <a:srgbClr val="0000FF"/>
                  </a:solidFill>
                </a:rPr>
                <a:t>0</a:t>
              </a:r>
              <a:endParaRPr lang="es-ES_tradnl" altLang="en-US">
                <a:solidFill>
                  <a:srgbClr val="0000FF"/>
                </a:solidFill>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7"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0" fill="hold"/>
                                        <p:tgtEl>
                                          <p:spTgt spid="6"/>
                                        </p:tgtEl>
                                        <p:attrNameLst>
                                          <p:attrName>ppt_x</p:attrName>
                                        </p:attrNameLst>
                                      </p:cBhvr>
                                      <p:tavLst>
                                        <p:tav tm="0">
                                          <p:val>
                                            <p:strVal val="0-#ppt_w/2"/>
                                          </p:val>
                                        </p:tav>
                                        <p:tav tm="100000">
                                          <p:val>
                                            <p:strVal val="#ppt_x"/>
                                          </p:val>
                                        </p:tav>
                                      </p:tavLst>
                                    </p:anim>
                                    <p:anim calcmode="lin" valueType="num">
                                      <p:cBhvr additive="base">
                                        <p:cTn id="8" dur="5000" fill="hold"/>
                                        <p:tgtEl>
                                          <p:spTgt spid="6"/>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0"/>
                            </p:stCondLst>
                            <p:childTnLst>
                              <p:par>
                                <p:cTn id="10" presetID="22" presetClass="entr" presetSubtype="8" fill="hold" grpId="0" nodeType="afterEffect">
                                  <p:stCondLst>
                                    <p:cond delay="0"/>
                                  </p:stCondLst>
                                  <p:childTnLst>
                                    <p:set>
                                      <p:cBhvr>
                                        <p:cTn id="11" dur="1" fill="hold">
                                          <p:stCondLst>
                                            <p:cond delay="0"/>
                                          </p:stCondLst>
                                        </p:cTn>
                                        <p:tgtEl>
                                          <p:spTgt spid="107527"/>
                                        </p:tgtEl>
                                        <p:attrNameLst>
                                          <p:attrName>style.visibility</p:attrName>
                                        </p:attrNameLst>
                                      </p:cBhvr>
                                      <p:to>
                                        <p:strVal val="visible"/>
                                      </p:to>
                                    </p:set>
                                    <p:animEffect transition="in" filter="wipe(left)">
                                      <p:cBhvr>
                                        <p:cTn id="12" dur="500"/>
                                        <p:tgtEl>
                                          <p:spTgt spid="107527"/>
                                        </p:tgtEl>
                                      </p:cBhvr>
                                    </p:animEffect>
                                  </p:childTnLst>
                                </p:cTn>
                              </p:par>
                            </p:childTnLst>
                          </p:cTn>
                        </p:par>
                        <p:par>
                          <p:cTn id="13" fill="hold" nodeType="afterGroup">
                            <p:stCondLst>
                              <p:cond delay="5500"/>
                            </p:stCondLst>
                            <p:childTnLst>
                              <p:par>
                                <p:cTn id="14" presetID="1" presetClass="entr" presetSubtype="0" fill="hold" grpId="0" nodeType="afterEffect">
                                  <p:stCondLst>
                                    <p:cond delay="0"/>
                                  </p:stCondLst>
                                  <p:childTnLst>
                                    <p:set>
                                      <p:cBhvr>
                                        <p:cTn id="15" dur="1" fill="hold">
                                          <p:stCondLst>
                                            <p:cond delay="499"/>
                                          </p:stCondLst>
                                        </p:cTn>
                                        <p:tgtEl>
                                          <p:spTgt spid="107536">
                                            <p:txEl>
                                              <p:pRg st="0" end="0"/>
                                            </p:txEl>
                                          </p:spTgt>
                                        </p:tgtEl>
                                        <p:attrNameLst>
                                          <p:attrName>style.visibility</p:attrName>
                                        </p:attrNameLst>
                                      </p:cBhvr>
                                      <p:to>
                                        <p:strVal val="visible"/>
                                      </p:to>
                                    </p:set>
                                  </p:childTnLst>
                                </p:cTn>
                              </p:par>
                            </p:childTnLst>
                          </p:cTn>
                        </p:par>
                        <p:par>
                          <p:cTn id="16" fill="hold" nodeType="afterGroup">
                            <p:stCondLst>
                              <p:cond delay="6000"/>
                            </p:stCondLst>
                            <p:childTnLst>
                              <p:par>
                                <p:cTn id="17" presetID="1" presetClass="entr" presetSubtype="0" fill="hold" nodeType="afterEffect">
                                  <p:stCondLst>
                                    <p:cond delay="0"/>
                                  </p:stCondLst>
                                  <p:childTnLst>
                                    <p:set>
                                      <p:cBhvr>
                                        <p:cTn id="18" dur="1" fill="hold">
                                          <p:stCondLst>
                                            <p:cond delay="499"/>
                                          </p:stCondLst>
                                        </p:cTn>
                                        <p:tgtEl>
                                          <p:spTgt spid="2"/>
                                        </p:tgtEl>
                                        <p:attrNameLst>
                                          <p:attrName>style.visibility</p:attrName>
                                        </p:attrNameLst>
                                      </p:cBhvr>
                                      <p:to>
                                        <p:strVal val="visible"/>
                                      </p:to>
                                    </p:set>
                                  </p:childTnLst>
                                </p:cTn>
                              </p:par>
                            </p:childTnLst>
                          </p:cTn>
                        </p:par>
                        <p:par>
                          <p:cTn id="19" fill="hold" nodeType="afterGroup">
                            <p:stCondLst>
                              <p:cond delay="6500"/>
                            </p:stCondLst>
                            <p:childTnLst>
                              <p:par>
                                <p:cTn id="20" presetID="1" presetClass="entr" presetSubtype="0" fill="hold" nodeType="afterEffect">
                                  <p:stCondLst>
                                    <p:cond delay="0"/>
                                  </p:stCondLst>
                                  <p:childTnLst>
                                    <p:set>
                                      <p:cBhvr>
                                        <p:cTn id="21" dur="1" fill="hold">
                                          <p:stCondLst>
                                            <p:cond delay="499"/>
                                          </p:stCondLst>
                                        </p:cTn>
                                        <p:tgtEl>
                                          <p:spTgt spid="3"/>
                                        </p:tgtEl>
                                        <p:attrNameLst>
                                          <p:attrName>style.visibility</p:attrName>
                                        </p:attrNameLst>
                                      </p:cBhvr>
                                      <p:to>
                                        <p:strVal val="visible"/>
                                      </p:to>
                                    </p:set>
                                  </p:childTnLst>
                                </p:cTn>
                              </p:par>
                            </p:childTnLst>
                          </p:cTn>
                        </p:par>
                        <p:par>
                          <p:cTn id="22" fill="hold" nodeType="afterGroup">
                            <p:stCondLst>
                              <p:cond delay="7000"/>
                            </p:stCondLst>
                            <p:childTnLst>
                              <p:par>
                                <p:cTn id="23" presetID="1" presetClass="entr" presetSubtype="0" fill="hold" nodeType="afterEffect">
                                  <p:stCondLst>
                                    <p:cond delay="0"/>
                                  </p:stCondLst>
                                  <p:childTnLst>
                                    <p:set>
                                      <p:cBhvr>
                                        <p:cTn id="24" dur="1" fill="hold">
                                          <p:stCondLst>
                                            <p:cond delay="499"/>
                                          </p:stCondLst>
                                        </p:cTn>
                                        <p:tgtEl>
                                          <p:spTgt spid="4"/>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499"/>
                                          </p:stCondLst>
                                        </p:cTn>
                                        <p:tgtEl>
                                          <p:spTgt spid="107546"/>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499"/>
                                          </p:stCondLst>
                                        </p:cTn>
                                        <p:tgtEl>
                                          <p:spTgt spid="5"/>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07560"/>
                                        </p:tgtEl>
                                        <p:attrNameLst>
                                          <p:attrName>style.visibility</p:attrName>
                                        </p:attrNameLst>
                                      </p:cBhvr>
                                      <p:to>
                                        <p:strVal val="visible"/>
                                      </p:to>
                                    </p:set>
                                    <p:animEffect transition="in" filter="wipe(left)">
                                      <p:cBhvr>
                                        <p:cTn id="37" dur="500"/>
                                        <p:tgtEl>
                                          <p:spTgt spid="107560"/>
                                        </p:tgtEl>
                                      </p:cBhvr>
                                    </p:animEffect>
                                  </p:childTnLst>
                                </p:cTn>
                              </p:par>
                            </p:childTnLst>
                          </p:cTn>
                        </p:par>
                        <p:par>
                          <p:cTn id="38" fill="hold" nodeType="afterGroup">
                            <p:stCondLst>
                              <p:cond delay="500"/>
                            </p:stCondLst>
                            <p:childTnLst>
                              <p:par>
                                <p:cTn id="39" presetID="1" presetClass="entr" presetSubtype="0" fill="hold" grpId="0" nodeType="afterEffect">
                                  <p:stCondLst>
                                    <p:cond delay="0"/>
                                  </p:stCondLst>
                                  <p:childTnLst>
                                    <p:set>
                                      <p:cBhvr>
                                        <p:cTn id="40" dur="1" fill="hold">
                                          <p:stCondLst>
                                            <p:cond delay="499"/>
                                          </p:stCondLst>
                                        </p:cTn>
                                        <p:tgtEl>
                                          <p:spTgt spid="107538">
                                            <p:txEl>
                                              <p:pRg st="0" end="0"/>
                                            </p:txEl>
                                          </p:spTgt>
                                        </p:tgtEl>
                                        <p:attrNameLst>
                                          <p:attrName>style.visibility</p:attrName>
                                        </p:attrNameLst>
                                      </p:cBhvr>
                                      <p:to>
                                        <p:strVal val="visible"/>
                                      </p:to>
                                    </p:set>
                                  </p:childTnLst>
                                </p:cTn>
                              </p:par>
                            </p:childTnLst>
                          </p:cTn>
                        </p:par>
                        <p:par>
                          <p:cTn id="41" fill="hold" nodeType="afterGroup">
                            <p:stCondLst>
                              <p:cond delay="1000"/>
                            </p:stCondLst>
                            <p:childTnLst>
                              <p:par>
                                <p:cTn id="42" presetID="1" presetClass="entr" presetSubtype="0" fill="hold" nodeType="afterEffect">
                                  <p:stCondLst>
                                    <p:cond delay="0"/>
                                  </p:stCondLst>
                                  <p:childTnLst>
                                    <p:set>
                                      <p:cBhvr>
                                        <p:cTn id="43" dur="1" fill="hold">
                                          <p:stCondLst>
                                            <p:cond delay="499"/>
                                          </p:stCondLst>
                                        </p:cTn>
                                        <p:tgtEl>
                                          <p:spTgt spid="107547"/>
                                        </p:tgtEl>
                                        <p:attrNameLst>
                                          <p:attrName>style.visibility</p:attrName>
                                        </p:attrNameLst>
                                      </p:cBhvr>
                                      <p:to>
                                        <p:strVal val="visible"/>
                                      </p:to>
                                    </p:set>
                                  </p:childTnLst>
                                </p:cTn>
                              </p:par>
                            </p:childTnLst>
                          </p:cTn>
                        </p:par>
                        <p:par>
                          <p:cTn id="44" fill="hold" nodeType="afterGroup">
                            <p:stCondLst>
                              <p:cond delay="1500"/>
                            </p:stCondLst>
                            <p:childTnLst>
                              <p:par>
                                <p:cTn id="45" presetID="22" presetClass="entr" presetSubtype="8" fill="hold" grpId="0" nodeType="afterEffect">
                                  <p:stCondLst>
                                    <p:cond delay="0"/>
                                  </p:stCondLst>
                                  <p:childTnLst>
                                    <p:set>
                                      <p:cBhvr>
                                        <p:cTn id="46" dur="1" fill="hold">
                                          <p:stCondLst>
                                            <p:cond delay="0"/>
                                          </p:stCondLst>
                                        </p:cTn>
                                        <p:tgtEl>
                                          <p:spTgt spid="107559"/>
                                        </p:tgtEl>
                                        <p:attrNameLst>
                                          <p:attrName>style.visibility</p:attrName>
                                        </p:attrNameLst>
                                      </p:cBhvr>
                                      <p:to>
                                        <p:strVal val="visible"/>
                                      </p:to>
                                    </p:set>
                                    <p:animEffect transition="in" filter="wipe(left)">
                                      <p:cBhvr>
                                        <p:cTn id="47" dur="500"/>
                                        <p:tgtEl>
                                          <p:spTgt spid="107559"/>
                                        </p:tgtEl>
                                      </p:cBhvr>
                                    </p:animEffect>
                                  </p:childTnLst>
                                </p:cTn>
                              </p:par>
                            </p:childTnLst>
                          </p:cTn>
                        </p:par>
                        <p:par>
                          <p:cTn id="48" fill="hold" nodeType="afterGroup">
                            <p:stCondLst>
                              <p:cond delay="2000"/>
                            </p:stCondLst>
                            <p:childTnLst>
                              <p:par>
                                <p:cTn id="49" presetID="1" presetClass="entr" presetSubtype="0" fill="hold" nodeType="afterEffect">
                                  <p:stCondLst>
                                    <p:cond delay="0"/>
                                  </p:stCondLst>
                                  <p:childTnLst>
                                    <p:set>
                                      <p:cBhvr>
                                        <p:cTn id="50" dur="1" fill="hold">
                                          <p:stCondLst>
                                            <p:cond delay="499"/>
                                          </p:stCondLst>
                                        </p:cTn>
                                        <p:tgtEl>
                                          <p:spTgt spid="107548"/>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nodeType="clickEffect">
                                  <p:stCondLst>
                                    <p:cond delay="0"/>
                                  </p:stCondLst>
                                  <p:childTnLst>
                                    <p:set>
                                      <p:cBhvr>
                                        <p:cTn id="54" dur="1" fill="hold">
                                          <p:stCondLst>
                                            <p:cond delay="499"/>
                                          </p:stCondLst>
                                        </p:cTn>
                                        <p:tgtEl>
                                          <p:spTgt spid="107549"/>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9" presetClass="entr" presetSubtype="10" fill="hold" nodeType="clickEffect">
                                  <p:stCondLst>
                                    <p:cond delay="0"/>
                                  </p:stCondLst>
                                  <p:childTnLst>
                                    <p:set>
                                      <p:cBhvr>
                                        <p:cTn id="58" dur="1" fill="hold">
                                          <p:stCondLst>
                                            <p:cond delay="0"/>
                                          </p:stCondLst>
                                        </p:cTn>
                                        <p:tgtEl>
                                          <p:spTgt spid="107550"/>
                                        </p:tgtEl>
                                        <p:attrNameLst>
                                          <p:attrName>style.visibility</p:attrName>
                                        </p:attrNameLst>
                                      </p:cBhvr>
                                      <p:to>
                                        <p:strVal val="visible"/>
                                      </p:to>
                                    </p:set>
                                    <p:anim calcmode="lin" valueType="num">
                                      <p:cBhvr>
                                        <p:cTn id="59" dur="5000" fill="hold"/>
                                        <p:tgtEl>
                                          <p:spTgt spid="107550"/>
                                        </p:tgtEl>
                                        <p:attrNameLst>
                                          <p:attrName>ppt_w</p:attrName>
                                        </p:attrNameLst>
                                      </p:cBhvr>
                                      <p:tavLst>
                                        <p:tav tm="0" fmla="#ppt_w*sin(2.5*pi*$)">
                                          <p:val>
                                            <p:fltVal val="0"/>
                                          </p:val>
                                        </p:tav>
                                        <p:tav tm="100000">
                                          <p:val>
                                            <p:fltVal val="1"/>
                                          </p:val>
                                        </p:tav>
                                      </p:tavLst>
                                    </p:anim>
                                    <p:anim calcmode="lin" valueType="num">
                                      <p:cBhvr>
                                        <p:cTn id="60" dur="5000" fill="hold"/>
                                        <p:tgtEl>
                                          <p:spTgt spid="107550"/>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27" grpId="0" animBg="1"/>
      <p:bldP spid="107536" grpId="0" build="p" autoUpdateAnimBg="0" advAuto="0"/>
      <p:bldP spid="107538" grpId="0" build="p" autoUpdateAnimBg="0" advAuto="0"/>
      <p:bldP spid="107559" grpId="0" autoUpdateAnimBg="0"/>
      <p:bldP spid="107560"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Arc 2">
            <a:extLst>
              <a:ext uri="{FF2B5EF4-FFF2-40B4-BE49-F238E27FC236}">
                <a16:creationId xmlns:a16="http://schemas.microsoft.com/office/drawing/2014/main" id="{2334B643-F5AD-4535-ADA2-256E9EB95080}"/>
              </a:ext>
            </a:extLst>
          </p:cNvPr>
          <p:cNvSpPr>
            <a:spLocks/>
          </p:cNvSpPr>
          <p:nvPr/>
        </p:nvSpPr>
        <p:spPr bwMode="auto">
          <a:xfrm flipV="1">
            <a:off x="3778251" y="3049589"/>
            <a:ext cx="1235075" cy="1139825"/>
          </a:xfrm>
          <a:custGeom>
            <a:avLst/>
            <a:gdLst>
              <a:gd name="T0" fmla="*/ 2147483647 w 21600"/>
              <a:gd name="T1" fmla="*/ 0 h 19107"/>
              <a:gd name="T2" fmla="*/ 1899755540 w 21600"/>
              <a:gd name="T3" fmla="*/ 2147483647 h 19107"/>
              <a:gd name="T4" fmla="*/ 0 w 21600"/>
              <a:gd name="T5" fmla="*/ 9978584 h 19107"/>
              <a:gd name="T6" fmla="*/ 0 60000 65536"/>
              <a:gd name="T7" fmla="*/ 0 60000 65536"/>
              <a:gd name="T8" fmla="*/ 0 60000 65536"/>
              <a:gd name="T9" fmla="*/ 0 w 21600"/>
              <a:gd name="T10" fmla="*/ 0 h 19107"/>
              <a:gd name="T11" fmla="*/ 21600 w 21600"/>
              <a:gd name="T12" fmla="*/ 19107 h 19107"/>
            </a:gdLst>
            <a:ahLst/>
            <a:cxnLst>
              <a:cxn ang="T6">
                <a:pos x="T0" y="T1"/>
              </a:cxn>
              <a:cxn ang="T7">
                <a:pos x="T2" y="T3"/>
              </a:cxn>
              <a:cxn ang="T8">
                <a:pos x="T4" y="T5"/>
              </a:cxn>
            </a:cxnLst>
            <a:rect l="T9" t="T10" r="T11" b="T12"/>
            <a:pathLst>
              <a:path w="21600" h="19107" fill="none" extrusionOk="0">
                <a:moveTo>
                  <a:pt x="21599" y="0"/>
                </a:moveTo>
                <a:cubicBezTo>
                  <a:pt x="21599" y="15"/>
                  <a:pt x="21600" y="31"/>
                  <a:pt x="21600" y="47"/>
                </a:cubicBezTo>
                <a:cubicBezTo>
                  <a:pt x="21600" y="8025"/>
                  <a:pt x="17202" y="15353"/>
                  <a:pt x="10162" y="19107"/>
                </a:cubicBezTo>
              </a:path>
              <a:path w="21600" h="19107" stroke="0" extrusionOk="0">
                <a:moveTo>
                  <a:pt x="21599" y="0"/>
                </a:moveTo>
                <a:cubicBezTo>
                  <a:pt x="21599" y="15"/>
                  <a:pt x="21600" y="31"/>
                  <a:pt x="21600" y="47"/>
                </a:cubicBezTo>
                <a:cubicBezTo>
                  <a:pt x="21600" y="8025"/>
                  <a:pt x="17202" y="15353"/>
                  <a:pt x="10162" y="19107"/>
                </a:cubicBezTo>
                <a:lnTo>
                  <a:pt x="0" y="47"/>
                </a:lnTo>
                <a:close/>
              </a:path>
            </a:pathLst>
          </a:custGeom>
          <a:pattFill prst="ltUpDiag">
            <a:fgClr>
              <a:srgbClr val="0000FF"/>
            </a:fgClr>
            <a:bgClr>
              <a:srgbClr val="FFFFFF"/>
            </a:bgClr>
          </a:pattFill>
          <a:ln>
            <a:noFill/>
          </a:ln>
          <a:extLst>
            <a:ext uri="{91240B29-F687-4F45-9708-019B960494DF}">
              <a14:hiddenLine xmlns:a14="http://schemas.microsoft.com/office/drawing/2010/main" w="3175">
                <a:solidFill>
                  <a:srgbClr val="000000"/>
                </a:solidFill>
                <a:round/>
                <a:headEnd type="none" w="sm" len="lg"/>
                <a:tailEnd type="none" w="sm" len="lg"/>
              </a14:hiddenLine>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21510" name="Arc 3">
            <a:extLst>
              <a:ext uri="{FF2B5EF4-FFF2-40B4-BE49-F238E27FC236}">
                <a16:creationId xmlns:a16="http://schemas.microsoft.com/office/drawing/2014/main" id="{D780CB74-09F2-4ACA-A7E7-7ABDBEEB794F}"/>
              </a:ext>
            </a:extLst>
          </p:cNvPr>
          <p:cNvSpPr>
            <a:spLocks/>
          </p:cNvSpPr>
          <p:nvPr/>
        </p:nvSpPr>
        <p:spPr bwMode="auto">
          <a:xfrm flipV="1">
            <a:off x="2439989" y="2898775"/>
            <a:ext cx="2573337" cy="2573338"/>
          </a:xfrm>
          <a:custGeom>
            <a:avLst/>
            <a:gdLst>
              <a:gd name="T0" fmla="*/ 2147483647 w 43200"/>
              <a:gd name="T1" fmla="*/ 2147483647 h 43200"/>
              <a:gd name="T2" fmla="*/ 2147483647 w 43200"/>
              <a:gd name="T3" fmla="*/ 2147483647 h 43200"/>
              <a:gd name="T4" fmla="*/ 2147483647 w 43200"/>
              <a:gd name="T5" fmla="*/ 2147483647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43199" y="21482"/>
                </a:moveTo>
                <a:cubicBezTo>
                  <a:pt x="43199" y="21521"/>
                  <a:pt x="43200" y="21560"/>
                  <a:pt x="43200" y="21600"/>
                </a:cubicBezTo>
                <a:cubicBezTo>
                  <a:pt x="43200" y="33529"/>
                  <a:pt x="33529" y="43200"/>
                  <a:pt x="21600" y="43200"/>
                </a:cubicBezTo>
                <a:cubicBezTo>
                  <a:pt x="9670" y="43200"/>
                  <a:pt x="0" y="33529"/>
                  <a:pt x="0" y="21600"/>
                </a:cubicBezTo>
                <a:cubicBezTo>
                  <a:pt x="0" y="9670"/>
                  <a:pt x="9670" y="0"/>
                  <a:pt x="21600" y="0"/>
                </a:cubicBezTo>
                <a:cubicBezTo>
                  <a:pt x="32125" y="-1"/>
                  <a:pt x="41118" y="7586"/>
                  <a:pt x="42891" y="17960"/>
                </a:cubicBezTo>
              </a:path>
              <a:path w="43200" h="43200" stroke="0" extrusionOk="0">
                <a:moveTo>
                  <a:pt x="43199" y="21482"/>
                </a:moveTo>
                <a:cubicBezTo>
                  <a:pt x="43199" y="21521"/>
                  <a:pt x="43200" y="21560"/>
                  <a:pt x="43200" y="21600"/>
                </a:cubicBezTo>
                <a:cubicBezTo>
                  <a:pt x="43200" y="33529"/>
                  <a:pt x="33529" y="43200"/>
                  <a:pt x="21600" y="43200"/>
                </a:cubicBezTo>
                <a:cubicBezTo>
                  <a:pt x="9670" y="43200"/>
                  <a:pt x="0" y="33529"/>
                  <a:pt x="0" y="21600"/>
                </a:cubicBezTo>
                <a:cubicBezTo>
                  <a:pt x="0" y="9670"/>
                  <a:pt x="9670" y="0"/>
                  <a:pt x="21600" y="0"/>
                </a:cubicBezTo>
                <a:cubicBezTo>
                  <a:pt x="32125" y="-1"/>
                  <a:pt x="41118" y="7586"/>
                  <a:pt x="42891" y="17960"/>
                </a:cubicBezTo>
                <a:lnTo>
                  <a:pt x="21600" y="21600"/>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grpSp>
        <p:nvGrpSpPr>
          <p:cNvPr id="21511" name="Group 4">
            <a:extLst>
              <a:ext uri="{FF2B5EF4-FFF2-40B4-BE49-F238E27FC236}">
                <a16:creationId xmlns:a16="http://schemas.microsoft.com/office/drawing/2014/main" id="{C0567B14-1EFC-440B-9F67-3BC4DE4E87FF}"/>
              </a:ext>
            </a:extLst>
          </p:cNvPr>
          <p:cNvGrpSpPr>
            <a:grpSpLocks/>
          </p:cNvGrpSpPr>
          <p:nvPr/>
        </p:nvGrpSpPr>
        <p:grpSpPr bwMode="auto">
          <a:xfrm>
            <a:off x="3162300" y="4633913"/>
            <a:ext cx="146050" cy="144462"/>
            <a:chOff x="0" y="0"/>
            <a:chExt cx="20000" cy="20000"/>
          </a:xfrm>
        </p:grpSpPr>
        <p:sp>
          <p:nvSpPr>
            <p:cNvPr id="21536" name="Line 5">
              <a:extLst>
                <a:ext uri="{FF2B5EF4-FFF2-40B4-BE49-F238E27FC236}">
                  <a16:creationId xmlns:a16="http://schemas.microsoft.com/office/drawing/2014/main" id="{37A74D02-6BB7-4BFA-A333-3E864A0D15C1}"/>
                </a:ext>
              </a:extLst>
            </p:cNvPr>
            <p:cNvSpPr>
              <a:spLocks noChangeShapeType="1"/>
            </p:cNvSpPr>
            <p:nvPr/>
          </p:nvSpPr>
          <p:spPr bwMode="auto">
            <a:xfrm>
              <a:off x="0" y="0"/>
              <a:ext cx="20000" cy="20000"/>
            </a:xfrm>
            <a:prstGeom prst="line">
              <a:avLst/>
            </a:prstGeom>
            <a:noFill/>
            <a:ln w="25400">
              <a:solidFill>
                <a:srgbClr val="FF0000"/>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en-US"/>
            </a:p>
          </p:txBody>
        </p:sp>
        <p:sp>
          <p:nvSpPr>
            <p:cNvPr id="21537" name="Line 6">
              <a:extLst>
                <a:ext uri="{FF2B5EF4-FFF2-40B4-BE49-F238E27FC236}">
                  <a16:creationId xmlns:a16="http://schemas.microsoft.com/office/drawing/2014/main" id="{FA946327-535C-420E-B006-DF8CDF2669CA}"/>
                </a:ext>
              </a:extLst>
            </p:cNvPr>
            <p:cNvSpPr>
              <a:spLocks noChangeShapeType="1"/>
            </p:cNvSpPr>
            <p:nvPr/>
          </p:nvSpPr>
          <p:spPr bwMode="auto">
            <a:xfrm flipV="1">
              <a:off x="0" y="0"/>
              <a:ext cx="20000" cy="20000"/>
            </a:xfrm>
            <a:prstGeom prst="line">
              <a:avLst/>
            </a:prstGeom>
            <a:noFill/>
            <a:ln w="25400">
              <a:solidFill>
                <a:srgbClr val="FF0000"/>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en-US"/>
            </a:p>
          </p:txBody>
        </p:sp>
      </p:grpSp>
      <p:grpSp>
        <p:nvGrpSpPr>
          <p:cNvPr id="21512" name="Group 7">
            <a:extLst>
              <a:ext uri="{FF2B5EF4-FFF2-40B4-BE49-F238E27FC236}">
                <a16:creationId xmlns:a16="http://schemas.microsoft.com/office/drawing/2014/main" id="{B64E60E8-FCD6-4A43-9E65-C224445E2B38}"/>
              </a:ext>
            </a:extLst>
          </p:cNvPr>
          <p:cNvGrpSpPr>
            <a:grpSpLocks/>
          </p:cNvGrpSpPr>
          <p:nvPr/>
        </p:nvGrpSpPr>
        <p:grpSpPr bwMode="auto">
          <a:xfrm>
            <a:off x="4283075" y="4633913"/>
            <a:ext cx="146050" cy="144462"/>
            <a:chOff x="0" y="0"/>
            <a:chExt cx="20000" cy="20000"/>
          </a:xfrm>
        </p:grpSpPr>
        <p:sp>
          <p:nvSpPr>
            <p:cNvPr id="21534" name="Line 8">
              <a:extLst>
                <a:ext uri="{FF2B5EF4-FFF2-40B4-BE49-F238E27FC236}">
                  <a16:creationId xmlns:a16="http://schemas.microsoft.com/office/drawing/2014/main" id="{0CF8CF08-AD02-46D5-8B88-2BEDB9586091}"/>
                </a:ext>
              </a:extLst>
            </p:cNvPr>
            <p:cNvSpPr>
              <a:spLocks noChangeShapeType="1"/>
            </p:cNvSpPr>
            <p:nvPr/>
          </p:nvSpPr>
          <p:spPr bwMode="auto">
            <a:xfrm>
              <a:off x="0" y="0"/>
              <a:ext cx="20000" cy="20000"/>
            </a:xfrm>
            <a:prstGeom prst="line">
              <a:avLst/>
            </a:prstGeom>
            <a:noFill/>
            <a:ln w="25400">
              <a:solidFill>
                <a:srgbClr val="FF0000"/>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en-US"/>
            </a:p>
          </p:txBody>
        </p:sp>
        <p:sp>
          <p:nvSpPr>
            <p:cNvPr id="21535" name="Line 9">
              <a:extLst>
                <a:ext uri="{FF2B5EF4-FFF2-40B4-BE49-F238E27FC236}">
                  <a16:creationId xmlns:a16="http://schemas.microsoft.com/office/drawing/2014/main" id="{017C4BCA-F65C-44AA-8690-CFBA726AE706}"/>
                </a:ext>
              </a:extLst>
            </p:cNvPr>
            <p:cNvSpPr>
              <a:spLocks noChangeShapeType="1"/>
            </p:cNvSpPr>
            <p:nvPr/>
          </p:nvSpPr>
          <p:spPr bwMode="auto">
            <a:xfrm flipV="1">
              <a:off x="0" y="0"/>
              <a:ext cx="20000" cy="20000"/>
            </a:xfrm>
            <a:prstGeom prst="line">
              <a:avLst/>
            </a:prstGeom>
            <a:noFill/>
            <a:ln w="25400">
              <a:solidFill>
                <a:srgbClr val="FF0000"/>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en-US"/>
            </a:p>
          </p:txBody>
        </p:sp>
      </p:grpSp>
      <p:grpSp>
        <p:nvGrpSpPr>
          <p:cNvPr id="21513" name="Group 10">
            <a:extLst>
              <a:ext uri="{FF2B5EF4-FFF2-40B4-BE49-F238E27FC236}">
                <a16:creationId xmlns:a16="http://schemas.microsoft.com/office/drawing/2014/main" id="{DBC8D0FA-DC24-44AE-9B71-A9BCF4751026}"/>
              </a:ext>
            </a:extLst>
          </p:cNvPr>
          <p:cNvGrpSpPr>
            <a:grpSpLocks/>
          </p:cNvGrpSpPr>
          <p:nvPr/>
        </p:nvGrpSpPr>
        <p:grpSpPr bwMode="auto">
          <a:xfrm>
            <a:off x="4283075" y="3595688"/>
            <a:ext cx="146050" cy="144462"/>
            <a:chOff x="0" y="0"/>
            <a:chExt cx="20000" cy="20000"/>
          </a:xfrm>
        </p:grpSpPr>
        <p:sp>
          <p:nvSpPr>
            <p:cNvPr id="21532" name="Line 11">
              <a:extLst>
                <a:ext uri="{FF2B5EF4-FFF2-40B4-BE49-F238E27FC236}">
                  <a16:creationId xmlns:a16="http://schemas.microsoft.com/office/drawing/2014/main" id="{86EF0CD1-4023-4D04-9583-FBDBBB958605}"/>
                </a:ext>
              </a:extLst>
            </p:cNvPr>
            <p:cNvSpPr>
              <a:spLocks noChangeShapeType="1"/>
            </p:cNvSpPr>
            <p:nvPr/>
          </p:nvSpPr>
          <p:spPr bwMode="auto">
            <a:xfrm>
              <a:off x="0" y="0"/>
              <a:ext cx="20000" cy="20000"/>
            </a:xfrm>
            <a:prstGeom prst="line">
              <a:avLst/>
            </a:prstGeom>
            <a:noFill/>
            <a:ln w="25400">
              <a:solidFill>
                <a:srgbClr val="FF0000"/>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en-US"/>
            </a:p>
          </p:txBody>
        </p:sp>
        <p:sp>
          <p:nvSpPr>
            <p:cNvPr id="21533" name="Line 12">
              <a:extLst>
                <a:ext uri="{FF2B5EF4-FFF2-40B4-BE49-F238E27FC236}">
                  <a16:creationId xmlns:a16="http://schemas.microsoft.com/office/drawing/2014/main" id="{7DAF137C-77B3-461C-B6F1-B9D9D3BB97DE}"/>
                </a:ext>
              </a:extLst>
            </p:cNvPr>
            <p:cNvSpPr>
              <a:spLocks noChangeShapeType="1"/>
            </p:cNvSpPr>
            <p:nvPr/>
          </p:nvSpPr>
          <p:spPr bwMode="auto">
            <a:xfrm flipV="1">
              <a:off x="0" y="0"/>
              <a:ext cx="20000" cy="20000"/>
            </a:xfrm>
            <a:prstGeom prst="line">
              <a:avLst/>
            </a:prstGeom>
            <a:noFill/>
            <a:ln w="25400">
              <a:solidFill>
                <a:srgbClr val="FF0000"/>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en-US"/>
            </a:p>
          </p:txBody>
        </p:sp>
      </p:grpSp>
      <p:grpSp>
        <p:nvGrpSpPr>
          <p:cNvPr id="21514" name="Group 13">
            <a:extLst>
              <a:ext uri="{FF2B5EF4-FFF2-40B4-BE49-F238E27FC236}">
                <a16:creationId xmlns:a16="http://schemas.microsoft.com/office/drawing/2014/main" id="{A3A5970B-728B-4297-9BF2-8DDE910DFF9A}"/>
              </a:ext>
            </a:extLst>
          </p:cNvPr>
          <p:cNvGrpSpPr>
            <a:grpSpLocks/>
          </p:cNvGrpSpPr>
          <p:nvPr/>
        </p:nvGrpSpPr>
        <p:grpSpPr bwMode="auto">
          <a:xfrm>
            <a:off x="3162300" y="3595688"/>
            <a:ext cx="146050" cy="144462"/>
            <a:chOff x="0" y="0"/>
            <a:chExt cx="20000" cy="20000"/>
          </a:xfrm>
        </p:grpSpPr>
        <p:sp>
          <p:nvSpPr>
            <p:cNvPr id="21530" name="Line 14">
              <a:extLst>
                <a:ext uri="{FF2B5EF4-FFF2-40B4-BE49-F238E27FC236}">
                  <a16:creationId xmlns:a16="http://schemas.microsoft.com/office/drawing/2014/main" id="{7BCE04D7-6093-47A1-8967-830E47771CA1}"/>
                </a:ext>
              </a:extLst>
            </p:cNvPr>
            <p:cNvSpPr>
              <a:spLocks noChangeShapeType="1"/>
            </p:cNvSpPr>
            <p:nvPr/>
          </p:nvSpPr>
          <p:spPr bwMode="auto">
            <a:xfrm>
              <a:off x="0" y="0"/>
              <a:ext cx="20000" cy="20000"/>
            </a:xfrm>
            <a:prstGeom prst="line">
              <a:avLst/>
            </a:prstGeom>
            <a:noFill/>
            <a:ln w="25400">
              <a:solidFill>
                <a:srgbClr val="FF0000"/>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en-US"/>
            </a:p>
          </p:txBody>
        </p:sp>
        <p:sp>
          <p:nvSpPr>
            <p:cNvPr id="21531" name="Line 15">
              <a:extLst>
                <a:ext uri="{FF2B5EF4-FFF2-40B4-BE49-F238E27FC236}">
                  <a16:creationId xmlns:a16="http://schemas.microsoft.com/office/drawing/2014/main" id="{925217BC-71D8-4001-BB15-F4D0F19AAF25}"/>
                </a:ext>
              </a:extLst>
            </p:cNvPr>
            <p:cNvSpPr>
              <a:spLocks noChangeShapeType="1"/>
            </p:cNvSpPr>
            <p:nvPr/>
          </p:nvSpPr>
          <p:spPr bwMode="auto">
            <a:xfrm flipV="1">
              <a:off x="0" y="0"/>
              <a:ext cx="20000" cy="20000"/>
            </a:xfrm>
            <a:prstGeom prst="line">
              <a:avLst/>
            </a:prstGeom>
            <a:noFill/>
            <a:ln w="25400">
              <a:solidFill>
                <a:srgbClr val="FF0000"/>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en-US"/>
            </a:p>
          </p:txBody>
        </p:sp>
      </p:grpSp>
      <p:sp>
        <p:nvSpPr>
          <p:cNvPr id="21515" name="Rectangle 16">
            <a:extLst>
              <a:ext uri="{FF2B5EF4-FFF2-40B4-BE49-F238E27FC236}">
                <a16:creationId xmlns:a16="http://schemas.microsoft.com/office/drawing/2014/main" id="{747EC251-36B3-4706-B7A5-186323A50A66}"/>
              </a:ext>
            </a:extLst>
          </p:cNvPr>
          <p:cNvSpPr>
            <a:spLocks noChangeArrowheads="1"/>
          </p:cNvSpPr>
          <p:nvPr/>
        </p:nvSpPr>
        <p:spPr bwMode="auto">
          <a:xfrm>
            <a:off x="5116514" y="3944938"/>
            <a:ext cx="288925"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2700" tIns="12700" rIns="12700" bIns="12700"/>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just"/>
            <a:r>
              <a:rPr lang="es-ES_tradnl" altLang="en-US" sz="1800"/>
              <a:t>C</a:t>
            </a:r>
          </a:p>
        </p:txBody>
      </p:sp>
      <p:sp>
        <p:nvSpPr>
          <p:cNvPr id="21516" name="Rectangle 17">
            <a:extLst>
              <a:ext uri="{FF2B5EF4-FFF2-40B4-BE49-F238E27FC236}">
                <a16:creationId xmlns:a16="http://schemas.microsoft.com/office/drawing/2014/main" id="{F0B0D1A9-64C0-492F-85F0-4A6A009B80BD}"/>
              </a:ext>
            </a:extLst>
          </p:cNvPr>
          <p:cNvSpPr>
            <a:spLocks noChangeArrowheads="1"/>
          </p:cNvSpPr>
          <p:nvPr/>
        </p:nvSpPr>
        <p:spPr bwMode="auto">
          <a:xfrm>
            <a:off x="3414713" y="4054476"/>
            <a:ext cx="290512"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2700" tIns="12700" rIns="12700" bIns="12700"/>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just"/>
            <a:r>
              <a:rPr lang="es-ES_tradnl" altLang="en-US" sz="1800"/>
              <a:t>O</a:t>
            </a:r>
          </a:p>
        </p:txBody>
      </p:sp>
      <p:sp>
        <p:nvSpPr>
          <p:cNvPr id="21517" name="Rectangle 18">
            <a:extLst>
              <a:ext uri="{FF2B5EF4-FFF2-40B4-BE49-F238E27FC236}">
                <a16:creationId xmlns:a16="http://schemas.microsoft.com/office/drawing/2014/main" id="{52C2473D-446C-47AE-9A7A-A6AB191C5BB4}"/>
              </a:ext>
            </a:extLst>
          </p:cNvPr>
          <p:cNvSpPr>
            <a:spLocks noChangeArrowheads="1"/>
          </p:cNvSpPr>
          <p:nvPr/>
        </p:nvSpPr>
        <p:spPr bwMode="auto">
          <a:xfrm>
            <a:off x="4495801" y="2819401"/>
            <a:ext cx="288925" cy="2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2700" tIns="12700" rIns="12700" bIns="12700"/>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just"/>
            <a:r>
              <a:rPr lang="es-ES_tradnl" altLang="en-US" sz="1800"/>
              <a:t>A</a:t>
            </a:r>
          </a:p>
        </p:txBody>
      </p:sp>
      <p:sp>
        <p:nvSpPr>
          <p:cNvPr id="21518" name="Rectangle 19">
            <a:extLst>
              <a:ext uri="{FF2B5EF4-FFF2-40B4-BE49-F238E27FC236}">
                <a16:creationId xmlns:a16="http://schemas.microsoft.com/office/drawing/2014/main" id="{45B6B666-69F7-433B-96DC-C90C299FE26E}"/>
              </a:ext>
            </a:extLst>
          </p:cNvPr>
          <p:cNvSpPr>
            <a:spLocks noChangeArrowheads="1"/>
          </p:cNvSpPr>
          <p:nvPr/>
        </p:nvSpPr>
        <p:spPr bwMode="auto">
          <a:xfrm>
            <a:off x="3816350" y="3294064"/>
            <a:ext cx="1460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2700" tIns="12700" rIns="12700" bIns="12700"/>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just"/>
            <a:r>
              <a:rPr lang="es-ES_tradnl" altLang="en-US" sz="1800"/>
              <a:t>L</a:t>
            </a:r>
          </a:p>
        </p:txBody>
      </p:sp>
      <p:grpSp>
        <p:nvGrpSpPr>
          <p:cNvPr id="21519" name="Group 20">
            <a:extLst>
              <a:ext uri="{FF2B5EF4-FFF2-40B4-BE49-F238E27FC236}">
                <a16:creationId xmlns:a16="http://schemas.microsoft.com/office/drawing/2014/main" id="{D89E7927-130D-4BFB-A16A-C4930DF7484D}"/>
              </a:ext>
            </a:extLst>
          </p:cNvPr>
          <p:cNvGrpSpPr>
            <a:grpSpLocks/>
          </p:cNvGrpSpPr>
          <p:nvPr/>
        </p:nvGrpSpPr>
        <p:grpSpPr bwMode="auto">
          <a:xfrm rot="-1970431">
            <a:off x="3384551" y="2930526"/>
            <a:ext cx="1535113" cy="942975"/>
            <a:chOff x="1392" y="2075"/>
            <a:chExt cx="967" cy="594"/>
          </a:xfrm>
        </p:grpSpPr>
        <p:sp>
          <p:nvSpPr>
            <p:cNvPr id="21528" name="Freeform 21">
              <a:extLst>
                <a:ext uri="{FF2B5EF4-FFF2-40B4-BE49-F238E27FC236}">
                  <a16:creationId xmlns:a16="http://schemas.microsoft.com/office/drawing/2014/main" id="{E0D43EEE-6DC8-4626-8B86-AA0DB269173D}"/>
                </a:ext>
              </a:extLst>
            </p:cNvPr>
            <p:cNvSpPr>
              <a:spLocks/>
            </p:cNvSpPr>
            <p:nvPr/>
          </p:nvSpPr>
          <p:spPr bwMode="auto">
            <a:xfrm>
              <a:off x="1392" y="2076"/>
              <a:ext cx="965" cy="593"/>
            </a:xfrm>
            <a:custGeom>
              <a:avLst/>
              <a:gdLst>
                <a:gd name="T0" fmla="*/ 47 w 20000"/>
                <a:gd name="T1" fmla="*/ 1 h 20000"/>
                <a:gd name="T2" fmla="*/ 1 w 20000"/>
                <a:gd name="T3" fmla="*/ 18 h 20000"/>
                <a:gd name="T4" fmla="*/ 1 w 20000"/>
                <a:gd name="T5" fmla="*/ 18 h 20000"/>
                <a:gd name="T6" fmla="*/ 1 w 20000"/>
                <a:gd name="T7" fmla="*/ 18 h 20000"/>
                <a:gd name="T8" fmla="*/ 1 w 20000"/>
                <a:gd name="T9" fmla="*/ 18 h 20000"/>
                <a:gd name="T10" fmla="*/ 1 w 20000"/>
                <a:gd name="T11" fmla="*/ 17 h 20000"/>
                <a:gd name="T12" fmla="*/ 1 w 20000"/>
                <a:gd name="T13" fmla="*/ 17 h 20000"/>
                <a:gd name="T14" fmla="*/ 1 w 20000"/>
                <a:gd name="T15" fmla="*/ 17 h 20000"/>
                <a:gd name="T16" fmla="*/ 0 w 20000"/>
                <a:gd name="T17" fmla="*/ 17 h 20000"/>
                <a:gd name="T18" fmla="*/ 0 w 20000"/>
                <a:gd name="T19" fmla="*/ 17 h 20000"/>
                <a:gd name="T20" fmla="*/ 0 w 20000"/>
                <a:gd name="T21" fmla="*/ 17 h 20000"/>
                <a:gd name="T22" fmla="*/ 0 w 20000"/>
                <a:gd name="T23" fmla="*/ 17 h 20000"/>
                <a:gd name="T24" fmla="*/ 0 w 20000"/>
                <a:gd name="T25" fmla="*/ 17 h 20000"/>
                <a:gd name="T26" fmla="*/ 0 w 20000"/>
                <a:gd name="T27" fmla="*/ 17 h 20000"/>
                <a:gd name="T28" fmla="*/ 0 w 20000"/>
                <a:gd name="T29" fmla="*/ 16 h 20000"/>
                <a:gd name="T30" fmla="*/ 0 w 20000"/>
                <a:gd name="T31" fmla="*/ 16 h 20000"/>
                <a:gd name="T32" fmla="*/ 0 w 20000"/>
                <a:gd name="T33" fmla="*/ 16 h 20000"/>
                <a:gd name="T34" fmla="*/ 0 w 20000"/>
                <a:gd name="T35" fmla="*/ 16 h 20000"/>
                <a:gd name="T36" fmla="*/ 45 w 20000"/>
                <a:gd name="T37" fmla="*/ 0 h 20000"/>
                <a:gd name="T38" fmla="*/ 45 w 20000"/>
                <a:gd name="T39" fmla="*/ 0 h 20000"/>
                <a:gd name="T40" fmla="*/ 45 w 20000"/>
                <a:gd name="T41" fmla="*/ 0 h 20000"/>
                <a:gd name="T42" fmla="*/ 45 w 20000"/>
                <a:gd name="T43" fmla="*/ 0 h 20000"/>
                <a:gd name="T44" fmla="*/ 45 w 20000"/>
                <a:gd name="T45" fmla="*/ 0 h 20000"/>
                <a:gd name="T46" fmla="*/ 45 w 20000"/>
                <a:gd name="T47" fmla="*/ 0 h 20000"/>
                <a:gd name="T48" fmla="*/ 45 w 20000"/>
                <a:gd name="T49" fmla="*/ 1 h 20000"/>
                <a:gd name="T50" fmla="*/ 45 w 20000"/>
                <a:gd name="T51" fmla="*/ 1 h 20000"/>
                <a:gd name="T52" fmla="*/ 45 w 20000"/>
                <a:gd name="T53" fmla="*/ 1 h 20000"/>
                <a:gd name="T54" fmla="*/ 46 w 20000"/>
                <a:gd name="T55" fmla="*/ 1 h 20000"/>
                <a:gd name="T56" fmla="*/ 46 w 20000"/>
                <a:gd name="T57" fmla="*/ 1 h 20000"/>
                <a:gd name="T58" fmla="*/ 46 w 20000"/>
                <a:gd name="T59" fmla="*/ 1 h 20000"/>
                <a:gd name="T60" fmla="*/ 46 w 20000"/>
                <a:gd name="T61" fmla="*/ 1 h 20000"/>
                <a:gd name="T62" fmla="*/ 46 w 20000"/>
                <a:gd name="T63" fmla="*/ 1 h 20000"/>
                <a:gd name="T64" fmla="*/ 46 w 20000"/>
                <a:gd name="T65" fmla="*/ 1 h 20000"/>
                <a:gd name="T66" fmla="*/ 46 w 20000"/>
                <a:gd name="T67" fmla="*/ 1 h 20000"/>
                <a:gd name="T68" fmla="*/ 47 w 20000"/>
                <a:gd name="T69" fmla="*/ 1 h 2000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0000"/>
                <a:gd name="T106" fmla="*/ 0 h 20000"/>
                <a:gd name="T107" fmla="*/ 20000 w 20000"/>
                <a:gd name="T108" fmla="*/ 20000 h 20000"/>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0000" h="20000">
                  <a:moveTo>
                    <a:pt x="19992" y="1444"/>
                  </a:moveTo>
                  <a:lnTo>
                    <a:pt x="597" y="19960"/>
                  </a:lnTo>
                  <a:lnTo>
                    <a:pt x="547" y="19987"/>
                  </a:lnTo>
                  <a:lnTo>
                    <a:pt x="498" y="19960"/>
                  </a:lnTo>
                  <a:lnTo>
                    <a:pt x="440" y="19933"/>
                  </a:lnTo>
                  <a:lnTo>
                    <a:pt x="382" y="19865"/>
                  </a:lnTo>
                  <a:lnTo>
                    <a:pt x="324" y="19798"/>
                  </a:lnTo>
                  <a:lnTo>
                    <a:pt x="249" y="19676"/>
                  </a:lnTo>
                  <a:lnTo>
                    <a:pt x="191" y="19582"/>
                  </a:lnTo>
                  <a:lnTo>
                    <a:pt x="149" y="19420"/>
                  </a:lnTo>
                  <a:lnTo>
                    <a:pt x="83" y="19271"/>
                  </a:lnTo>
                  <a:lnTo>
                    <a:pt x="50" y="19109"/>
                  </a:lnTo>
                  <a:lnTo>
                    <a:pt x="25" y="18974"/>
                  </a:lnTo>
                  <a:lnTo>
                    <a:pt x="0" y="18839"/>
                  </a:lnTo>
                  <a:lnTo>
                    <a:pt x="0" y="18731"/>
                  </a:lnTo>
                  <a:lnTo>
                    <a:pt x="0" y="18637"/>
                  </a:lnTo>
                  <a:lnTo>
                    <a:pt x="25" y="18556"/>
                  </a:lnTo>
                  <a:lnTo>
                    <a:pt x="66" y="18502"/>
                  </a:lnTo>
                  <a:lnTo>
                    <a:pt x="19469" y="0"/>
                  </a:lnTo>
                  <a:lnTo>
                    <a:pt x="19436" y="54"/>
                  </a:lnTo>
                  <a:lnTo>
                    <a:pt x="19411" y="108"/>
                  </a:lnTo>
                  <a:lnTo>
                    <a:pt x="19394" y="229"/>
                  </a:lnTo>
                  <a:lnTo>
                    <a:pt x="19411" y="351"/>
                  </a:lnTo>
                  <a:lnTo>
                    <a:pt x="19436" y="459"/>
                  </a:lnTo>
                  <a:lnTo>
                    <a:pt x="19461" y="621"/>
                  </a:lnTo>
                  <a:lnTo>
                    <a:pt x="19494" y="756"/>
                  </a:lnTo>
                  <a:lnTo>
                    <a:pt x="19544" y="904"/>
                  </a:lnTo>
                  <a:lnTo>
                    <a:pt x="19602" y="1066"/>
                  </a:lnTo>
                  <a:lnTo>
                    <a:pt x="19660" y="1174"/>
                  </a:lnTo>
                  <a:lnTo>
                    <a:pt x="19718" y="1269"/>
                  </a:lnTo>
                  <a:lnTo>
                    <a:pt x="19793" y="1363"/>
                  </a:lnTo>
                  <a:lnTo>
                    <a:pt x="19851" y="1430"/>
                  </a:lnTo>
                  <a:lnTo>
                    <a:pt x="19892" y="1471"/>
                  </a:lnTo>
                  <a:lnTo>
                    <a:pt x="19959" y="1484"/>
                  </a:lnTo>
                  <a:lnTo>
                    <a:pt x="19992" y="1444"/>
                  </a:lnTo>
                  <a:close/>
                </a:path>
              </a:pathLst>
            </a:custGeom>
            <a:solidFill>
              <a:srgbClr val="99CCFF"/>
            </a:solidFill>
            <a:ln w="9525">
              <a:solidFill>
                <a:srgbClr val="0000FF"/>
              </a:solidFill>
              <a:round/>
              <a:headEnd/>
              <a:tailEnd/>
            </a:ln>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21529" name="Freeform 22">
              <a:extLst>
                <a:ext uri="{FF2B5EF4-FFF2-40B4-BE49-F238E27FC236}">
                  <a16:creationId xmlns:a16="http://schemas.microsoft.com/office/drawing/2014/main" id="{34690913-C3A0-4E49-B56C-80669F8EE84D}"/>
                </a:ext>
              </a:extLst>
            </p:cNvPr>
            <p:cNvSpPr>
              <a:spLocks/>
            </p:cNvSpPr>
            <p:nvPr/>
          </p:nvSpPr>
          <p:spPr bwMode="auto">
            <a:xfrm>
              <a:off x="2327" y="2075"/>
              <a:ext cx="32" cy="46"/>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0000"/>
                <a:gd name="T100" fmla="*/ 0 h 20000"/>
                <a:gd name="T101" fmla="*/ 20000 w 20000"/>
                <a:gd name="T102" fmla="*/ 20000 h 2000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0000" h="20000">
                  <a:moveTo>
                    <a:pt x="2250" y="526"/>
                  </a:moveTo>
                  <a:lnTo>
                    <a:pt x="3250" y="0"/>
                  </a:lnTo>
                  <a:lnTo>
                    <a:pt x="5000" y="175"/>
                  </a:lnTo>
                  <a:lnTo>
                    <a:pt x="6500" y="702"/>
                  </a:lnTo>
                  <a:lnTo>
                    <a:pt x="8750" y="1404"/>
                  </a:lnTo>
                  <a:lnTo>
                    <a:pt x="10500" y="2807"/>
                  </a:lnTo>
                  <a:lnTo>
                    <a:pt x="12250" y="4211"/>
                  </a:lnTo>
                  <a:lnTo>
                    <a:pt x="13750" y="5789"/>
                  </a:lnTo>
                  <a:lnTo>
                    <a:pt x="15750" y="7719"/>
                  </a:lnTo>
                  <a:lnTo>
                    <a:pt x="17000" y="9474"/>
                  </a:lnTo>
                  <a:lnTo>
                    <a:pt x="18250" y="11579"/>
                  </a:lnTo>
                  <a:lnTo>
                    <a:pt x="19000" y="13333"/>
                  </a:lnTo>
                  <a:lnTo>
                    <a:pt x="19750" y="14737"/>
                  </a:lnTo>
                  <a:lnTo>
                    <a:pt x="19750" y="16316"/>
                  </a:lnTo>
                  <a:lnTo>
                    <a:pt x="19500" y="17544"/>
                  </a:lnTo>
                  <a:lnTo>
                    <a:pt x="19000" y="18596"/>
                  </a:lnTo>
                  <a:lnTo>
                    <a:pt x="18000" y="19298"/>
                  </a:lnTo>
                  <a:lnTo>
                    <a:pt x="17000" y="19825"/>
                  </a:lnTo>
                  <a:lnTo>
                    <a:pt x="15000" y="19649"/>
                  </a:lnTo>
                  <a:lnTo>
                    <a:pt x="13750" y="19123"/>
                  </a:lnTo>
                  <a:lnTo>
                    <a:pt x="12000" y="18246"/>
                  </a:lnTo>
                  <a:lnTo>
                    <a:pt x="9750" y="17018"/>
                  </a:lnTo>
                  <a:lnTo>
                    <a:pt x="8000" y="15789"/>
                  </a:lnTo>
                  <a:lnTo>
                    <a:pt x="6250" y="14386"/>
                  </a:lnTo>
                  <a:lnTo>
                    <a:pt x="4500" y="12281"/>
                  </a:lnTo>
                  <a:lnTo>
                    <a:pt x="3000" y="10351"/>
                  </a:lnTo>
                  <a:lnTo>
                    <a:pt x="2000" y="8596"/>
                  </a:lnTo>
                  <a:lnTo>
                    <a:pt x="1250" y="6491"/>
                  </a:lnTo>
                  <a:lnTo>
                    <a:pt x="500" y="5088"/>
                  </a:lnTo>
                  <a:lnTo>
                    <a:pt x="0" y="3509"/>
                  </a:lnTo>
                  <a:lnTo>
                    <a:pt x="500" y="1930"/>
                  </a:lnTo>
                  <a:lnTo>
                    <a:pt x="1250" y="1228"/>
                  </a:lnTo>
                  <a:lnTo>
                    <a:pt x="2250" y="526"/>
                  </a:lnTo>
                  <a:close/>
                </a:path>
              </a:pathLst>
            </a:custGeom>
            <a:solidFill>
              <a:srgbClr val="CCECFF"/>
            </a:solidFill>
            <a:ln w="9525">
              <a:solidFill>
                <a:srgbClr val="0000FF"/>
              </a:solidFill>
              <a:round/>
              <a:headEnd/>
              <a:tailEnd/>
            </a:ln>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grpSp>
      <p:graphicFrame>
        <p:nvGraphicFramePr>
          <p:cNvPr id="108567" name="Object 23">
            <a:extLst>
              <a:ext uri="{FF2B5EF4-FFF2-40B4-BE49-F238E27FC236}">
                <a16:creationId xmlns:a16="http://schemas.microsoft.com/office/drawing/2014/main" id="{BCAABB6E-4ACC-4BC5-9F85-449F86C785B3}"/>
              </a:ext>
            </a:extLst>
          </p:cNvPr>
          <p:cNvGraphicFramePr>
            <a:graphicFrameLocks noChangeAspect="1"/>
          </p:cNvGraphicFramePr>
          <p:nvPr/>
        </p:nvGraphicFramePr>
        <p:xfrm>
          <a:off x="5683250" y="2149475"/>
          <a:ext cx="3810000" cy="723900"/>
        </p:xfrm>
        <a:graphic>
          <a:graphicData uri="http://schemas.openxmlformats.org/presentationml/2006/ole">
            <mc:AlternateContent xmlns:mc="http://schemas.openxmlformats.org/markup-compatibility/2006">
              <mc:Choice xmlns:v="urn:schemas-microsoft-com:vml" Requires="v">
                <p:oleObj spid="_x0000_s36872" name="Ecuación" r:id="rId3" imgW="3809880" imgH="723600" progId="Equation.3">
                  <p:embed/>
                </p:oleObj>
              </mc:Choice>
              <mc:Fallback>
                <p:oleObj name="Ecuación" r:id="rId3" imgW="3809880" imgH="723600" progId="Equation.3">
                  <p:embed/>
                  <p:pic>
                    <p:nvPicPr>
                      <p:cNvPr id="108567" name="Object 23">
                        <a:extLst>
                          <a:ext uri="{FF2B5EF4-FFF2-40B4-BE49-F238E27FC236}">
                            <a16:creationId xmlns:a16="http://schemas.microsoft.com/office/drawing/2014/main" id="{BCAABB6E-4ACC-4BC5-9F85-449F86C785B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83250" y="2149475"/>
                        <a:ext cx="3810000" cy="723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8568" name="Object 24">
            <a:extLst>
              <a:ext uri="{FF2B5EF4-FFF2-40B4-BE49-F238E27FC236}">
                <a16:creationId xmlns:a16="http://schemas.microsoft.com/office/drawing/2014/main" id="{744D7B3B-CD76-4644-875C-0E0590386073}"/>
              </a:ext>
            </a:extLst>
          </p:cNvPr>
          <p:cNvGraphicFramePr>
            <a:graphicFrameLocks noChangeAspect="1"/>
          </p:cNvGraphicFramePr>
          <p:nvPr/>
        </p:nvGraphicFramePr>
        <p:xfrm>
          <a:off x="6140450" y="5105400"/>
          <a:ext cx="1701800" cy="774700"/>
        </p:xfrm>
        <a:graphic>
          <a:graphicData uri="http://schemas.openxmlformats.org/presentationml/2006/ole">
            <mc:AlternateContent xmlns:mc="http://schemas.openxmlformats.org/markup-compatibility/2006">
              <mc:Choice xmlns:v="urn:schemas-microsoft-com:vml" Requires="v">
                <p:oleObj spid="_x0000_s36873" name="Ecuación" r:id="rId5" imgW="1701720" imgH="774360" progId="Equation.3">
                  <p:embed/>
                </p:oleObj>
              </mc:Choice>
              <mc:Fallback>
                <p:oleObj name="Ecuación" r:id="rId5" imgW="1701720" imgH="774360" progId="Equation.3">
                  <p:embed/>
                  <p:pic>
                    <p:nvPicPr>
                      <p:cNvPr id="108568" name="Object 24">
                        <a:extLst>
                          <a:ext uri="{FF2B5EF4-FFF2-40B4-BE49-F238E27FC236}">
                            <a16:creationId xmlns:a16="http://schemas.microsoft.com/office/drawing/2014/main" id="{744D7B3B-CD76-4644-875C-0E059038607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40450" y="5105400"/>
                        <a:ext cx="1701800" cy="774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1520" name="Text Box 26">
            <a:extLst>
              <a:ext uri="{FF2B5EF4-FFF2-40B4-BE49-F238E27FC236}">
                <a16:creationId xmlns:a16="http://schemas.microsoft.com/office/drawing/2014/main" id="{FC79430A-B44B-482E-976E-144EDBE29505}"/>
              </a:ext>
            </a:extLst>
          </p:cNvPr>
          <p:cNvSpPr txBox="1">
            <a:spLocks noChangeArrowheads="1"/>
          </p:cNvSpPr>
          <p:nvPr/>
        </p:nvSpPr>
        <p:spPr bwMode="auto">
          <a:xfrm>
            <a:off x="2667001" y="4038601"/>
            <a:ext cx="392113" cy="68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nSpc>
                <a:spcPct val="50000"/>
              </a:lnSpc>
            </a:pPr>
            <a:r>
              <a:rPr lang="es-ES_tradnl" altLang="en-US" sz="4000">
                <a:solidFill>
                  <a:srgbClr val="FF0000"/>
                </a:solidFill>
                <a:latin typeface="MT Extra" panose="05050102010205020202" pitchFamily="18" charset="2"/>
              </a:rPr>
              <a:t>r</a:t>
            </a:r>
            <a:endParaRPr lang="es-ES_tradnl" altLang="en-US">
              <a:solidFill>
                <a:srgbClr val="FF0000"/>
              </a:solidFill>
            </a:endParaRPr>
          </a:p>
          <a:p>
            <a:pPr>
              <a:lnSpc>
                <a:spcPct val="80000"/>
              </a:lnSpc>
            </a:pPr>
            <a:r>
              <a:rPr lang="es-ES_tradnl" altLang="en-US">
                <a:solidFill>
                  <a:srgbClr val="FF0000"/>
                </a:solidFill>
              </a:rPr>
              <a:t>B</a:t>
            </a:r>
          </a:p>
        </p:txBody>
      </p:sp>
      <p:sp>
        <p:nvSpPr>
          <p:cNvPr id="21521" name="Rectangle 27">
            <a:extLst>
              <a:ext uri="{FF2B5EF4-FFF2-40B4-BE49-F238E27FC236}">
                <a16:creationId xmlns:a16="http://schemas.microsoft.com/office/drawing/2014/main" id="{473619CB-A56B-481F-9C3F-BB2CEEE66880}"/>
              </a:ext>
            </a:extLst>
          </p:cNvPr>
          <p:cNvSpPr>
            <a:spLocks noChangeArrowheads="1"/>
          </p:cNvSpPr>
          <p:nvPr/>
        </p:nvSpPr>
        <p:spPr bwMode="auto">
          <a:xfrm>
            <a:off x="3740150" y="2171700"/>
            <a:ext cx="3746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2700" tIns="12700" rIns="12700" bIns="12700"/>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just"/>
            <a:r>
              <a:rPr lang="es-ES_tradnl" altLang="en-US">
                <a:sym typeface="Symbol" panose="05050102010706020507" pitchFamily="18" charset="2"/>
              </a:rPr>
              <a:t></a:t>
            </a:r>
            <a:endParaRPr lang="es-ES_tradnl" altLang="en-US"/>
          </a:p>
        </p:txBody>
      </p:sp>
      <p:sp>
        <p:nvSpPr>
          <p:cNvPr id="21522" name="Arc 28">
            <a:extLst>
              <a:ext uri="{FF2B5EF4-FFF2-40B4-BE49-F238E27FC236}">
                <a16:creationId xmlns:a16="http://schemas.microsoft.com/office/drawing/2014/main" id="{567D9269-17B4-49B6-8FEC-FF731CFEBC3C}"/>
              </a:ext>
            </a:extLst>
          </p:cNvPr>
          <p:cNvSpPr>
            <a:spLocks/>
          </p:cNvSpPr>
          <p:nvPr/>
        </p:nvSpPr>
        <p:spPr bwMode="auto">
          <a:xfrm>
            <a:off x="3048001" y="2590800"/>
            <a:ext cx="1268413" cy="1676400"/>
          </a:xfrm>
          <a:custGeom>
            <a:avLst/>
            <a:gdLst>
              <a:gd name="T0" fmla="*/ 0 w 16351"/>
              <a:gd name="T1" fmla="*/ 963962248 h 21600"/>
              <a:gd name="T2" fmla="*/ 2147483647 w 16351"/>
              <a:gd name="T3" fmla="*/ 567532442 h 21600"/>
              <a:gd name="T4" fmla="*/ 2147483647 w 16351"/>
              <a:gd name="T5" fmla="*/ 2147483647 h 21600"/>
              <a:gd name="T6" fmla="*/ 0 60000 65536"/>
              <a:gd name="T7" fmla="*/ 0 60000 65536"/>
              <a:gd name="T8" fmla="*/ 0 60000 65536"/>
              <a:gd name="T9" fmla="*/ 0 w 16351"/>
              <a:gd name="T10" fmla="*/ 0 h 21600"/>
              <a:gd name="T11" fmla="*/ 16351 w 16351"/>
              <a:gd name="T12" fmla="*/ 21600 h 21600"/>
            </a:gdLst>
            <a:ahLst/>
            <a:cxnLst>
              <a:cxn ang="T6">
                <a:pos x="T0" y="T1"/>
              </a:cxn>
              <a:cxn ang="T7">
                <a:pos x="T2" y="T3"/>
              </a:cxn>
              <a:cxn ang="T8">
                <a:pos x="T4" y="T5"/>
              </a:cxn>
            </a:cxnLst>
            <a:rect l="T9" t="T10" r="T11" b="T12"/>
            <a:pathLst>
              <a:path w="16351" h="21600" fill="none" extrusionOk="0">
                <a:moveTo>
                  <a:pt x="-1" y="2061"/>
                </a:moveTo>
                <a:cubicBezTo>
                  <a:pt x="2880" y="704"/>
                  <a:pt x="6025" y="-1"/>
                  <a:pt x="9210" y="0"/>
                </a:cubicBezTo>
                <a:cubicBezTo>
                  <a:pt x="11641" y="0"/>
                  <a:pt x="14055" y="410"/>
                  <a:pt x="16350" y="1214"/>
                </a:cubicBezTo>
              </a:path>
              <a:path w="16351" h="21600" stroke="0" extrusionOk="0">
                <a:moveTo>
                  <a:pt x="-1" y="2061"/>
                </a:moveTo>
                <a:cubicBezTo>
                  <a:pt x="2880" y="704"/>
                  <a:pt x="6025" y="-1"/>
                  <a:pt x="9210" y="0"/>
                </a:cubicBezTo>
                <a:cubicBezTo>
                  <a:pt x="11641" y="0"/>
                  <a:pt x="14055" y="410"/>
                  <a:pt x="16350" y="1214"/>
                </a:cubicBezTo>
                <a:lnTo>
                  <a:pt x="9210" y="21600"/>
                </a:lnTo>
                <a:close/>
              </a:path>
            </a:pathLst>
          </a:custGeom>
          <a:noFill/>
          <a:ln w="19050">
            <a:solidFill>
              <a:schemeClr val="tx1"/>
            </a:solidFill>
            <a:round/>
            <a:headEnd type="triangle" w="sm" len="med"/>
            <a:tailEnd type="none" w="sm"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21523" name="Rectangle 29">
            <a:extLst>
              <a:ext uri="{FF2B5EF4-FFF2-40B4-BE49-F238E27FC236}">
                <a16:creationId xmlns:a16="http://schemas.microsoft.com/office/drawing/2014/main" id="{988CFE60-54C2-4F11-9708-1F461F3DD932}"/>
              </a:ext>
            </a:extLst>
          </p:cNvPr>
          <p:cNvSpPr>
            <a:spLocks noGrp="1" noChangeArrowheads="1"/>
          </p:cNvSpPr>
          <p:nvPr>
            <p:ph type="title" idx="4294967295"/>
          </p:nvPr>
        </p:nvSpPr>
        <p:spPr>
          <a:xfrm>
            <a:off x="1524000" y="504826"/>
            <a:ext cx="7924800" cy="942975"/>
          </a:xfrm>
        </p:spPr>
        <p:txBody>
          <a:bodyPr>
            <a:normAutofit fontScale="90000"/>
          </a:bodyPr>
          <a:lstStyle/>
          <a:p>
            <a:pPr eaLnBrk="1" hangingPunct="1"/>
            <a:r>
              <a:rPr lang="es-ES_tradnl" altLang="en-US">
                <a:sym typeface="Symbol" panose="05050102010706020507" pitchFamily="18" charset="2"/>
              </a:rPr>
              <a:t>Inducción en una barra con movimiento circular</a:t>
            </a:r>
          </a:p>
        </p:txBody>
      </p:sp>
      <p:graphicFrame>
        <p:nvGraphicFramePr>
          <p:cNvPr id="108574" name="Object 30">
            <a:extLst>
              <a:ext uri="{FF2B5EF4-FFF2-40B4-BE49-F238E27FC236}">
                <a16:creationId xmlns:a16="http://schemas.microsoft.com/office/drawing/2014/main" id="{6E183927-FFF6-49A1-9C87-B8CB05495329}"/>
              </a:ext>
            </a:extLst>
          </p:cNvPr>
          <p:cNvGraphicFramePr>
            <a:graphicFrameLocks noChangeAspect="1"/>
          </p:cNvGraphicFramePr>
          <p:nvPr/>
        </p:nvGraphicFramePr>
        <p:xfrm>
          <a:off x="6140450" y="3582988"/>
          <a:ext cx="2133600" cy="723900"/>
        </p:xfrm>
        <a:graphic>
          <a:graphicData uri="http://schemas.openxmlformats.org/presentationml/2006/ole">
            <mc:AlternateContent xmlns:mc="http://schemas.openxmlformats.org/markup-compatibility/2006">
              <mc:Choice xmlns:v="urn:schemas-microsoft-com:vml" Requires="v">
                <p:oleObj spid="_x0000_s36874" name="Ecuación" r:id="rId7" imgW="2133360" imgH="723600" progId="Equation.3">
                  <p:embed/>
                </p:oleObj>
              </mc:Choice>
              <mc:Fallback>
                <p:oleObj name="Ecuación" r:id="rId7" imgW="2133360" imgH="723600" progId="Equation.3">
                  <p:embed/>
                  <p:pic>
                    <p:nvPicPr>
                      <p:cNvPr id="108574" name="Object 30">
                        <a:extLst>
                          <a:ext uri="{FF2B5EF4-FFF2-40B4-BE49-F238E27FC236}">
                            <a16:creationId xmlns:a16="http://schemas.microsoft.com/office/drawing/2014/main" id="{6E183927-FFF6-49A1-9C87-B8CB0549532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140450" y="3582988"/>
                        <a:ext cx="2133600" cy="723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8575" name="Arc 31">
            <a:extLst>
              <a:ext uri="{FF2B5EF4-FFF2-40B4-BE49-F238E27FC236}">
                <a16:creationId xmlns:a16="http://schemas.microsoft.com/office/drawing/2014/main" id="{09B9FBDF-87C0-4F18-892B-C2A3DC0D0AE9}"/>
              </a:ext>
            </a:extLst>
          </p:cNvPr>
          <p:cNvSpPr>
            <a:spLocks/>
          </p:cNvSpPr>
          <p:nvPr/>
        </p:nvSpPr>
        <p:spPr bwMode="auto">
          <a:xfrm flipV="1">
            <a:off x="3784600" y="3883025"/>
            <a:ext cx="330200" cy="292100"/>
          </a:xfrm>
          <a:custGeom>
            <a:avLst/>
            <a:gdLst>
              <a:gd name="T0" fmla="*/ 77179842 w 21598"/>
              <a:gd name="T1" fmla="*/ 1254315 h 18468"/>
              <a:gd name="T2" fmla="*/ 40033731 w 21598"/>
              <a:gd name="T3" fmla="*/ 73072640 h 18468"/>
              <a:gd name="T4" fmla="*/ 0 w 21598"/>
              <a:gd name="T5" fmla="*/ 0 h 18468"/>
              <a:gd name="T6" fmla="*/ 0 60000 65536"/>
              <a:gd name="T7" fmla="*/ 0 60000 65536"/>
              <a:gd name="T8" fmla="*/ 0 60000 65536"/>
              <a:gd name="T9" fmla="*/ 0 w 21598"/>
              <a:gd name="T10" fmla="*/ 0 h 18468"/>
              <a:gd name="T11" fmla="*/ 21598 w 21598"/>
              <a:gd name="T12" fmla="*/ 18468 h 18468"/>
            </a:gdLst>
            <a:ahLst/>
            <a:cxnLst>
              <a:cxn ang="T6">
                <a:pos x="T0" y="T1"/>
              </a:cxn>
              <a:cxn ang="T7">
                <a:pos x="T2" y="T3"/>
              </a:cxn>
              <a:cxn ang="T8">
                <a:pos x="T4" y="T5"/>
              </a:cxn>
            </a:cxnLst>
            <a:rect l="T9" t="T10" r="T11" b="T12"/>
            <a:pathLst>
              <a:path w="21598" h="18468" fill="none" extrusionOk="0">
                <a:moveTo>
                  <a:pt x="21597" y="316"/>
                </a:moveTo>
                <a:cubicBezTo>
                  <a:pt x="21488" y="7753"/>
                  <a:pt x="17561" y="14610"/>
                  <a:pt x="11202" y="18467"/>
                </a:cubicBezTo>
              </a:path>
              <a:path w="21598" h="18468" stroke="0" extrusionOk="0">
                <a:moveTo>
                  <a:pt x="21597" y="316"/>
                </a:moveTo>
                <a:cubicBezTo>
                  <a:pt x="21488" y="7753"/>
                  <a:pt x="17561" y="14610"/>
                  <a:pt x="11202" y="18467"/>
                </a:cubicBezTo>
                <a:lnTo>
                  <a:pt x="0" y="0"/>
                </a:lnTo>
                <a:close/>
              </a:path>
            </a:pathLst>
          </a:custGeom>
          <a:noFill/>
          <a:ln w="3175">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21525" name="Freeform 32">
            <a:extLst>
              <a:ext uri="{FF2B5EF4-FFF2-40B4-BE49-F238E27FC236}">
                <a16:creationId xmlns:a16="http://schemas.microsoft.com/office/drawing/2014/main" id="{B64F9375-A5A4-47A6-8605-DC79F14C7241}"/>
              </a:ext>
            </a:extLst>
          </p:cNvPr>
          <p:cNvSpPr>
            <a:spLocks/>
          </p:cNvSpPr>
          <p:nvPr/>
        </p:nvSpPr>
        <p:spPr bwMode="auto">
          <a:xfrm>
            <a:off x="3778251" y="4127500"/>
            <a:ext cx="1230313" cy="146050"/>
          </a:xfrm>
          <a:custGeom>
            <a:avLst/>
            <a:gdLst>
              <a:gd name="T0" fmla="*/ 0 w 20000"/>
              <a:gd name="T1" fmla="*/ 523984 h 20000"/>
              <a:gd name="T2" fmla="*/ 3205211 w 20000"/>
              <a:gd name="T3" fmla="*/ 523984 h 20000"/>
              <a:gd name="T4" fmla="*/ 5937367 w 20000"/>
              <a:gd name="T5" fmla="*/ 18556 h 20000"/>
              <a:gd name="T6" fmla="*/ 12775384 w 20000"/>
              <a:gd name="T7" fmla="*/ 1061893 h 20000"/>
              <a:gd name="T8" fmla="*/ 19810131 w 20000"/>
              <a:gd name="T9" fmla="*/ 0 h 20000"/>
              <a:gd name="T10" fmla="*/ 26765457 w 20000"/>
              <a:gd name="T11" fmla="*/ 1061893 h 20000"/>
              <a:gd name="T12" fmla="*/ 33758622 w 20000"/>
              <a:gd name="T13" fmla="*/ 0 h 20000"/>
              <a:gd name="T14" fmla="*/ 40676116 w 20000"/>
              <a:gd name="T15" fmla="*/ 1061893 h 20000"/>
              <a:gd name="T16" fmla="*/ 47707106 w 20000"/>
              <a:gd name="T17" fmla="*/ 0 h 20000"/>
              <a:gd name="T18" fmla="*/ 54624538 w 20000"/>
              <a:gd name="T19" fmla="*/ 1061893 h 20000"/>
              <a:gd name="T20" fmla="*/ 61617696 w 20000"/>
              <a:gd name="T21" fmla="*/ 0 h 20000"/>
              <a:gd name="T22" fmla="*/ 68573037 w 20000"/>
              <a:gd name="T23" fmla="*/ 1061893 h 20000"/>
              <a:gd name="T24" fmla="*/ 72126364 w 20000"/>
              <a:gd name="T25" fmla="*/ 533265 h 20000"/>
              <a:gd name="T26" fmla="*/ 75645673 w 20000"/>
              <a:gd name="T27" fmla="*/ 533265 h 200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0000"/>
              <a:gd name="T43" fmla="*/ 0 h 20000"/>
              <a:gd name="T44" fmla="*/ 20000 w 20000"/>
              <a:gd name="T45" fmla="*/ 20000 h 200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0000" h="20000">
                <a:moveTo>
                  <a:pt x="0" y="9826"/>
                </a:moveTo>
                <a:lnTo>
                  <a:pt x="847" y="9826"/>
                </a:lnTo>
                <a:lnTo>
                  <a:pt x="1569" y="348"/>
                </a:lnTo>
                <a:lnTo>
                  <a:pt x="3376" y="19913"/>
                </a:lnTo>
                <a:lnTo>
                  <a:pt x="5235" y="0"/>
                </a:lnTo>
                <a:lnTo>
                  <a:pt x="7073" y="19913"/>
                </a:lnTo>
                <a:lnTo>
                  <a:pt x="8921" y="0"/>
                </a:lnTo>
                <a:lnTo>
                  <a:pt x="10749" y="19913"/>
                </a:lnTo>
                <a:lnTo>
                  <a:pt x="12607" y="0"/>
                </a:lnTo>
                <a:lnTo>
                  <a:pt x="14435" y="19913"/>
                </a:lnTo>
                <a:lnTo>
                  <a:pt x="16283" y="0"/>
                </a:lnTo>
                <a:lnTo>
                  <a:pt x="18121" y="19913"/>
                </a:lnTo>
                <a:lnTo>
                  <a:pt x="19060" y="10000"/>
                </a:lnTo>
                <a:lnTo>
                  <a:pt x="19990" y="10000"/>
                </a:lnTo>
              </a:path>
            </a:pathLst>
          </a:custGeom>
          <a:noFill/>
          <a:ln w="25400">
            <a:solidFill>
              <a:srgbClr val="00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sz="1800" u="sng"/>
          </a:p>
        </p:txBody>
      </p:sp>
      <p:sp>
        <p:nvSpPr>
          <p:cNvPr id="108577" name="Text Box 33">
            <a:extLst>
              <a:ext uri="{FF2B5EF4-FFF2-40B4-BE49-F238E27FC236}">
                <a16:creationId xmlns:a16="http://schemas.microsoft.com/office/drawing/2014/main" id="{E7F9A905-7EF2-4703-8828-2783FB940480}"/>
              </a:ext>
            </a:extLst>
          </p:cNvPr>
          <p:cNvSpPr txBox="1">
            <a:spLocks noChangeArrowheads="1"/>
          </p:cNvSpPr>
          <p:nvPr/>
        </p:nvSpPr>
        <p:spPr bwMode="auto">
          <a:xfrm>
            <a:off x="4019550" y="3676650"/>
            <a:ext cx="3762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Lst>
        </p:spPr>
        <p:txBody>
          <a:bodyPr wrap="non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s-ES_tradnl" altLang="en-US">
                <a:latin typeface="Symbol" panose="05050102010706020507" pitchFamily="18" charset="2"/>
              </a:rPr>
              <a:t>a</a:t>
            </a:r>
          </a:p>
        </p:txBody>
      </p:sp>
      <p:sp>
        <p:nvSpPr>
          <p:cNvPr id="108578" name="Text Box 34">
            <a:extLst>
              <a:ext uri="{FF2B5EF4-FFF2-40B4-BE49-F238E27FC236}">
                <a16:creationId xmlns:a16="http://schemas.microsoft.com/office/drawing/2014/main" id="{A552F373-08F6-424F-BA77-CCAAB81CF527}"/>
              </a:ext>
            </a:extLst>
          </p:cNvPr>
          <p:cNvSpPr txBox="1">
            <a:spLocks noChangeArrowheads="1"/>
          </p:cNvSpPr>
          <p:nvPr/>
        </p:nvSpPr>
        <p:spPr bwMode="auto">
          <a:xfrm>
            <a:off x="4495800" y="3487738"/>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Lst>
        </p:spPr>
        <p:txBody>
          <a:bodyPr wrap="non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s-ES_tradnl" altLang="en-US">
                <a:solidFill>
                  <a:srgbClr val="0000FF"/>
                </a:solidFill>
              </a:rPr>
              <a:t>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9" fill="hold" grpId="0" nodeType="clickEffect">
                                  <p:stCondLst>
                                    <p:cond delay="0"/>
                                  </p:stCondLst>
                                  <p:childTnLst>
                                    <p:set>
                                      <p:cBhvr>
                                        <p:cTn id="6" dur="1" fill="hold">
                                          <p:stCondLst>
                                            <p:cond delay="0"/>
                                          </p:stCondLst>
                                        </p:cTn>
                                        <p:tgtEl>
                                          <p:spTgt spid="108546"/>
                                        </p:tgtEl>
                                        <p:attrNameLst>
                                          <p:attrName>style.visibility</p:attrName>
                                        </p:attrNameLst>
                                      </p:cBhvr>
                                      <p:to>
                                        <p:strVal val="visible"/>
                                      </p:to>
                                    </p:set>
                                    <p:animEffect transition="in" filter="strips(upLeft)">
                                      <p:cBhvr>
                                        <p:cTn id="7" dur="500"/>
                                        <p:tgtEl>
                                          <p:spTgt spid="108546"/>
                                        </p:tgtEl>
                                      </p:cBhvr>
                                    </p:animEffect>
                                  </p:childTnLst>
                                </p:cTn>
                              </p:par>
                            </p:childTnLst>
                          </p:cTn>
                        </p:par>
                        <p:par>
                          <p:cTn id="8" fill="hold" nodeType="afterGroup">
                            <p:stCondLst>
                              <p:cond delay="500"/>
                            </p:stCondLst>
                            <p:childTnLst>
                              <p:par>
                                <p:cTn id="9" presetID="1" presetClass="entr" presetSubtype="0" fill="hold" grpId="0" nodeType="afterEffect">
                                  <p:stCondLst>
                                    <p:cond delay="0"/>
                                  </p:stCondLst>
                                  <p:childTnLst>
                                    <p:set>
                                      <p:cBhvr>
                                        <p:cTn id="10" dur="1" fill="hold">
                                          <p:stCondLst>
                                            <p:cond delay="499"/>
                                          </p:stCondLst>
                                        </p:cTn>
                                        <p:tgtEl>
                                          <p:spTgt spid="108578">
                                            <p:txEl>
                                              <p:pRg st="0" end="0"/>
                                            </p:txEl>
                                          </p:spTgt>
                                        </p:tgtEl>
                                        <p:attrNameLst>
                                          <p:attrName>style.visibility</p:attrName>
                                        </p:attrNameLst>
                                      </p:cBhvr>
                                      <p:to>
                                        <p:strVal val="visible"/>
                                      </p:to>
                                    </p:set>
                                  </p:childTnLst>
                                </p:cTn>
                              </p:par>
                            </p:childTnLst>
                          </p:cTn>
                        </p:par>
                        <p:par>
                          <p:cTn id="11" fill="hold" nodeType="afterGroup">
                            <p:stCondLst>
                              <p:cond delay="1000"/>
                            </p:stCondLst>
                            <p:childTnLst>
                              <p:par>
                                <p:cTn id="12" presetID="1" presetClass="entr" presetSubtype="0" fill="hold" grpId="0" nodeType="afterEffect">
                                  <p:stCondLst>
                                    <p:cond delay="0"/>
                                  </p:stCondLst>
                                  <p:childTnLst>
                                    <p:set>
                                      <p:cBhvr>
                                        <p:cTn id="13" dur="1" fill="hold">
                                          <p:stCondLst>
                                            <p:cond delay="499"/>
                                          </p:stCondLst>
                                        </p:cTn>
                                        <p:tgtEl>
                                          <p:spTgt spid="108577">
                                            <p:txEl>
                                              <p:pRg st="0" end="0"/>
                                            </p:txEl>
                                          </p:spTgt>
                                        </p:tgtEl>
                                        <p:attrNameLst>
                                          <p:attrName>style.visibility</p:attrName>
                                        </p:attrNameLst>
                                      </p:cBhvr>
                                      <p:to>
                                        <p:strVal val="visible"/>
                                      </p:to>
                                    </p:set>
                                  </p:childTnLst>
                                </p:cTn>
                              </p:par>
                            </p:childTnLst>
                          </p:cTn>
                        </p:par>
                        <p:par>
                          <p:cTn id="14" fill="hold" nodeType="afterGroup">
                            <p:stCondLst>
                              <p:cond delay="1500"/>
                            </p:stCondLst>
                            <p:childTnLst>
                              <p:par>
                                <p:cTn id="15" presetID="1" presetClass="entr" presetSubtype="0" fill="hold" grpId="0" nodeType="afterEffect">
                                  <p:stCondLst>
                                    <p:cond delay="0"/>
                                  </p:stCondLst>
                                  <p:childTnLst>
                                    <p:set>
                                      <p:cBhvr>
                                        <p:cTn id="16" dur="1" fill="hold">
                                          <p:stCondLst>
                                            <p:cond delay="499"/>
                                          </p:stCondLst>
                                        </p:cTn>
                                        <p:tgtEl>
                                          <p:spTgt spid="108575"/>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499"/>
                                          </p:stCondLst>
                                        </p:cTn>
                                        <p:tgtEl>
                                          <p:spTgt spid="108567"/>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499"/>
                                          </p:stCondLst>
                                        </p:cTn>
                                        <p:tgtEl>
                                          <p:spTgt spid="108574"/>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499"/>
                                          </p:stCondLst>
                                        </p:cTn>
                                        <p:tgtEl>
                                          <p:spTgt spid="1085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46" grpId="0" animBg="1"/>
      <p:bldP spid="108575" grpId="0" animBg="1"/>
      <p:bldP spid="108577" grpId="0" build="p" autoUpdateAnimBg="0" advAuto="0"/>
      <p:bldP spid="108578" grpId="0" build="p" autoUpdateAnimBg="0" advAuto="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Text Box 2">
            <a:extLst>
              <a:ext uri="{FF2B5EF4-FFF2-40B4-BE49-F238E27FC236}">
                <a16:creationId xmlns:a16="http://schemas.microsoft.com/office/drawing/2014/main" id="{2C4B8E81-6FF6-4891-B437-AA01051BD4A4}"/>
              </a:ext>
            </a:extLst>
          </p:cNvPr>
          <p:cNvSpPr txBox="1">
            <a:spLocks noChangeArrowheads="1"/>
          </p:cNvSpPr>
          <p:nvPr/>
        </p:nvSpPr>
        <p:spPr bwMode="auto">
          <a:xfrm>
            <a:off x="2057401" y="304801"/>
            <a:ext cx="8348663"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s-ES_tradnl" altLang="en-US" sz="4000">
                <a:solidFill>
                  <a:schemeClr val="tx2"/>
                </a:solidFill>
                <a:latin typeface="Times New Roman" panose="02020603050405020304" pitchFamily="18" charset="0"/>
              </a:rPr>
              <a:t>INDUCTANCIA DE UN SOLENOIDE</a:t>
            </a:r>
          </a:p>
        </p:txBody>
      </p:sp>
      <p:sp>
        <p:nvSpPr>
          <p:cNvPr id="22533" name="Text Box 3">
            <a:extLst>
              <a:ext uri="{FF2B5EF4-FFF2-40B4-BE49-F238E27FC236}">
                <a16:creationId xmlns:a16="http://schemas.microsoft.com/office/drawing/2014/main" id="{5F1DF8E8-960D-4EA1-A34F-C7569F5C1EDD}"/>
              </a:ext>
            </a:extLst>
          </p:cNvPr>
          <p:cNvSpPr txBox="1">
            <a:spLocks noChangeArrowheads="1"/>
          </p:cNvSpPr>
          <p:nvPr/>
        </p:nvSpPr>
        <p:spPr bwMode="auto">
          <a:xfrm>
            <a:off x="4175125" y="1390650"/>
            <a:ext cx="1841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endParaRPr lang="es-CL" altLang="en-US" sz="3200">
              <a:solidFill>
                <a:schemeClr val="tx2"/>
              </a:solidFill>
              <a:latin typeface="Times New Roman" panose="02020603050405020304" pitchFamily="18" charset="0"/>
            </a:endParaRPr>
          </a:p>
        </p:txBody>
      </p:sp>
      <p:grpSp>
        <p:nvGrpSpPr>
          <p:cNvPr id="22534" name="Group 10">
            <a:extLst>
              <a:ext uri="{FF2B5EF4-FFF2-40B4-BE49-F238E27FC236}">
                <a16:creationId xmlns:a16="http://schemas.microsoft.com/office/drawing/2014/main" id="{3A40D667-6278-4B1E-B079-BDA2C93C063C}"/>
              </a:ext>
            </a:extLst>
          </p:cNvPr>
          <p:cNvGrpSpPr>
            <a:grpSpLocks/>
          </p:cNvGrpSpPr>
          <p:nvPr/>
        </p:nvGrpSpPr>
        <p:grpSpPr bwMode="auto">
          <a:xfrm>
            <a:off x="4321176" y="3581401"/>
            <a:ext cx="3908425" cy="1979613"/>
            <a:chOff x="1330" y="721"/>
            <a:chExt cx="2462" cy="1247"/>
          </a:xfrm>
        </p:grpSpPr>
        <p:sp>
          <p:nvSpPr>
            <p:cNvPr id="22537" name="Rectangle 6">
              <a:extLst>
                <a:ext uri="{FF2B5EF4-FFF2-40B4-BE49-F238E27FC236}">
                  <a16:creationId xmlns:a16="http://schemas.microsoft.com/office/drawing/2014/main" id="{A958715B-B487-4256-A9C1-C3BA14D364EC}"/>
                </a:ext>
              </a:extLst>
            </p:cNvPr>
            <p:cNvSpPr>
              <a:spLocks noChangeArrowheads="1"/>
            </p:cNvSpPr>
            <p:nvPr/>
          </p:nvSpPr>
          <p:spPr bwMode="auto">
            <a:xfrm>
              <a:off x="1344" y="768"/>
              <a:ext cx="2448" cy="1200"/>
            </a:xfrm>
            <a:prstGeom prst="rect">
              <a:avLst/>
            </a:prstGeom>
            <a:solidFill>
              <a:schemeClr val="accent1"/>
            </a:solidFill>
            <a:ln w="9525">
              <a:solidFill>
                <a:srgbClr val="000000"/>
              </a:solidFill>
              <a:miter lim="800000"/>
              <a:headEnd/>
              <a:tailEnd/>
            </a:ln>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endParaRPr lang="es-CL" altLang="en-US">
                <a:latin typeface="Times New Roman" panose="02020603050405020304" pitchFamily="18" charset="0"/>
              </a:endParaRPr>
            </a:p>
          </p:txBody>
        </p:sp>
        <p:graphicFrame>
          <p:nvGraphicFramePr>
            <p:cNvPr id="22531" name="Object 4">
              <a:extLst>
                <a:ext uri="{FF2B5EF4-FFF2-40B4-BE49-F238E27FC236}">
                  <a16:creationId xmlns:a16="http://schemas.microsoft.com/office/drawing/2014/main" id="{3C8A93B7-6B0D-4660-809F-211F4599BEAD}"/>
                </a:ext>
              </a:extLst>
            </p:cNvPr>
            <p:cNvGraphicFramePr>
              <a:graphicFrameLocks noChangeAspect="1"/>
            </p:cNvGraphicFramePr>
            <p:nvPr/>
          </p:nvGraphicFramePr>
          <p:xfrm>
            <a:off x="1330" y="721"/>
            <a:ext cx="2381" cy="1205"/>
          </p:xfrm>
          <a:graphic>
            <a:graphicData uri="http://schemas.openxmlformats.org/presentationml/2006/ole">
              <mc:AlternateContent xmlns:mc="http://schemas.openxmlformats.org/markup-compatibility/2006">
                <mc:Choice xmlns:v="urn:schemas-microsoft-com:vml" Requires="v">
                  <p:oleObj spid="_x0000_s37894" name="Ecuación" r:id="rId3" imgW="761760" imgH="495000" progId="Equation.3">
                    <p:embed/>
                  </p:oleObj>
                </mc:Choice>
                <mc:Fallback>
                  <p:oleObj name="Ecuación" r:id="rId3" imgW="761760" imgH="495000" progId="Equation.3">
                    <p:embed/>
                    <p:pic>
                      <p:nvPicPr>
                        <p:cNvPr id="22531" name="Object 4">
                          <a:extLst>
                            <a:ext uri="{FF2B5EF4-FFF2-40B4-BE49-F238E27FC236}">
                              <a16:creationId xmlns:a16="http://schemas.microsoft.com/office/drawing/2014/main" id="{3C8A93B7-6B0D-4660-809F-211F4599BEA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0" y="721"/>
                          <a:ext cx="2381" cy="12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22535" name="Group 11">
            <a:extLst>
              <a:ext uri="{FF2B5EF4-FFF2-40B4-BE49-F238E27FC236}">
                <a16:creationId xmlns:a16="http://schemas.microsoft.com/office/drawing/2014/main" id="{47C8483E-C911-4C2B-A4D1-5B926F1B6123}"/>
              </a:ext>
            </a:extLst>
          </p:cNvPr>
          <p:cNvGrpSpPr>
            <a:grpSpLocks/>
          </p:cNvGrpSpPr>
          <p:nvPr/>
        </p:nvGrpSpPr>
        <p:grpSpPr bwMode="auto">
          <a:xfrm>
            <a:off x="3200400" y="1143000"/>
            <a:ext cx="6172200" cy="1905000"/>
            <a:chOff x="1296" y="720"/>
            <a:chExt cx="3888" cy="1200"/>
          </a:xfrm>
        </p:grpSpPr>
        <p:sp>
          <p:nvSpPr>
            <p:cNvPr id="22536" name="Rectangle 8">
              <a:extLst>
                <a:ext uri="{FF2B5EF4-FFF2-40B4-BE49-F238E27FC236}">
                  <a16:creationId xmlns:a16="http://schemas.microsoft.com/office/drawing/2014/main" id="{0CA6A1F1-D67A-443E-8168-909CBA0991ED}"/>
                </a:ext>
              </a:extLst>
            </p:cNvPr>
            <p:cNvSpPr>
              <a:spLocks noChangeArrowheads="1"/>
            </p:cNvSpPr>
            <p:nvPr/>
          </p:nvSpPr>
          <p:spPr bwMode="auto">
            <a:xfrm>
              <a:off x="1296" y="720"/>
              <a:ext cx="3888" cy="1200"/>
            </a:xfrm>
            <a:prstGeom prst="rect">
              <a:avLst/>
            </a:prstGeom>
            <a:solidFill>
              <a:schemeClr val="accent1"/>
            </a:solidFill>
            <a:ln w="9525">
              <a:solidFill>
                <a:srgbClr val="000000"/>
              </a:solidFill>
              <a:miter lim="800000"/>
              <a:headEnd/>
              <a:tailEnd/>
            </a:ln>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endParaRPr lang="es-CL" altLang="en-US">
                <a:latin typeface="Times New Roman" panose="02020603050405020304" pitchFamily="18" charset="0"/>
              </a:endParaRPr>
            </a:p>
          </p:txBody>
        </p:sp>
        <p:graphicFrame>
          <p:nvGraphicFramePr>
            <p:cNvPr id="22530" name="Object 5">
              <a:extLst>
                <a:ext uri="{FF2B5EF4-FFF2-40B4-BE49-F238E27FC236}">
                  <a16:creationId xmlns:a16="http://schemas.microsoft.com/office/drawing/2014/main" id="{6B4EB758-3E8C-407A-B40F-4895EBE712EB}"/>
                </a:ext>
              </a:extLst>
            </p:cNvPr>
            <p:cNvGraphicFramePr>
              <a:graphicFrameLocks noChangeAspect="1"/>
            </p:cNvGraphicFramePr>
            <p:nvPr/>
          </p:nvGraphicFramePr>
          <p:xfrm>
            <a:off x="1446" y="768"/>
            <a:ext cx="3450" cy="1015"/>
          </p:xfrm>
          <a:graphic>
            <a:graphicData uri="http://schemas.openxmlformats.org/presentationml/2006/ole">
              <mc:AlternateContent xmlns:mc="http://schemas.openxmlformats.org/markup-compatibility/2006">
                <mc:Choice xmlns:v="urn:schemas-microsoft-com:vml" Requires="v">
                  <p:oleObj spid="_x0000_s37895" name="Ecuación" r:id="rId5" imgW="1460160" imgH="393480" progId="Equation.3">
                    <p:embed/>
                  </p:oleObj>
                </mc:Choice>
                <mc:Fallback>
                  <p:oleObj name="Ecuación" r:id="rId5" imgW="1460160" imgH="393480" progId="Equation.3">
                    <p:embed/>
                    <p:pic>
                      <p:nvPicPr>
                        <p:cNvPr id="22530" name="Object 5">
                          <a:extLst>
                            <a:ext uri="{FF2B5EF4-FFF2-40B4-BE49-F238E27FC236}">
                              <a16:creationId xmlns:a16="http://schemas.microsoft.com/office/drawing/2014/main" id="{6B4EB758-3E8C-407A-B40F-4895EBE712E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46" y="768"/>
                          <a:ext cx="3450" cy="10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a:extLst>
              <a:ext uri="{FF2B5EF4-FFF2-40B4-BE49-F238E27FC236}">
                <a16:creationId xmlns:a16="http://schemas.microsoft.com/office/drawing/2014/main" id="{020F0F05-EC00-48BC-8ACD-8700B79B9D8F}"/>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787900" y="309563"/>
            <a:ext cx="4876800" cy="293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7" name="Text Box 2">
            <a:extLst>
              <a:ext uri="{FF2B5EF4-FFF2-40B4-BE49-F238E27FC236}">
                <a16:creationId xmlns:a16="http://schemas.microsoft.com/office/drawing/2014/main" id="{2AC8CD03-1B69-43EA-BDC1-9120BD541802}"/>
              </a:ext>
            </a:extLst>
          </p:cNvPr>
          <p:cNvSpPr txBox="1">
            <a:spLocks noChangeArrowheads="1"/>
          </p:cNvSpPr>
          <p:nvPr/>
        </p:nvSpPr>
        <p:spPr bwMode="auto">
          <a:xfrm>
            <a:off x="2057401" y="304801"/>
            <a:ext cx="25368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s-ES_tradnl" altLang="en-US" sz="4000">
                <a:solidFill>
                  <a:schemeClr val="tx2"/>
                </a:solidFill>
                <a:latin typeface="Times New Roman" panose="02020603050405020304" pitchFamily="18" charset="0"/>
              </a:rPr>
              <a:t>Problema 4</a:t>
            </a:r>
          </a:p>
        </p:txBody>
      </p:sp>
      <p:sp>
        <p:nvSpPr>
          <p:cNvPr id="4" name="Text Box 8">
            <a:extLst>
              <a:ext uri="{FF2B5EF4-FFF2-40B4-BE49-F238E27FC236}">
                <a16:creationId xmlns:a16="http://schemas.microsoft.com/office/drawing/2014/main" id="{CAEA3B91-EA50-45C7-8D11-5E71AB95DCB2}"/>
              </a:ext>
            </a:extLst>
          </p:cNvPr>
          <p:cNvSpPr txBox="1">
            <a:spLocks noChangeArrowheads="1"/>
          </p:cNvSpPr>
          <p:nvPr/>
        </p:nvSpPr>
        <p:spPr bwMode="auto">
          <a:xfrm>
            <a:off x="2443163" y="3095626"/>
            <a:ext cx="58801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spcBef>
                <a:spcPct val="50000"/>
              </a:spcBef>
            </a:pPr>
            <a:r>
              <a:rPr lang="es-ES" altLang="en-US">
                <a:solidFill>
                  <a:srgbClr val="336600"/>
                </a:solidFill>
              </a:rPr>
              <a:t>Espectrómetro de masas</a:t>
            </a:r>
          </a:p>
        </p:txBody>
      </p:sp>
      <p:pic>
        <p:nvPicPr>
          <p:cNvPr id="5" name="Picture 10">
            <a:extLst>
              <a:ext uri="{FF2B5EF4-FFF2-40B4-BE49-F238E27FC236}">
                <a16:creationId xmlns:a16="http://schemas.microsoft.com/office/drawing/2014/main" id="{90547C3D-A99B-4609-93F5-B9719E789367}"/>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699000" y="3614738"/>
            <a:ext cx="2997200" cy="3243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5"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2"/>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2" presetClass="entr" presetSubtype="6"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500" fill="hold"/>
                                        <p:tgtEl>
                                          <p:spTgt spid="4"/>
                                        </p:tgtEl>
                                        <p:attrNameLst>
                                          <p:attrName>ppt_x</p:attrName>
                                        </p:attrNameLst>
                                      </p:cBhvr>
                                      <p:tavLst>
                                        <p:tav tm="0">
                                          <p:val>
                                            <p:strVal val="1+#ppt_w/2"/>
                                          </p:val>
                                        </p:tav>
                                        <p:tav tm="100000">
                                          <p:val>
                                            <p:strVal val="#ppt_x"/>
                                          </p:val>
                                        </p:tav>
                                      </p:tavLst>
                                    </p:anim>
                                    <p:anim calcmode="lin" valueType="num">
                                      <p:cBhvr additive="base">
                                        <p:cTn id="1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15"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p:cTn id="21" dur="1000" fill="hold"/>
                                        <p:tgtEl>
                                          <p:spTgt spid="5"/>
                                        </p:tgtEl>
                                        <p:attrNameLst>
                                          <p:attrName>ppt_w</p:attrName>
                                        </p:attrNameLst>
                                      </p:cBhvr>
                                      <p:tavLst>
                                        <p:tav tm="0">
                                          <p:val>
                                            <p:fltVal val="0"/>
                                          </p:val>
                                        </p:tav>
                                        <p:tav tm="100000">
                                          <p:val>
                                            <p:strVal val="#ppt_w"/>
                                          </p:val>
                                        </p:tav>
                                      </p:tavLst>
                                    </p:anim>
                                    <p:anim calcmode="lin" valueType="num">
                                      <p:cBhvr>
                                        <p:cTn id="22" dur="1000" fill="hold"/>
                                        <p:tgtEl>
                                          <p:spTgt spid="5"/>
                                        </p:tgtEl>
                                        <p:attrNameLst>
                                          <p:attrName>ppt_h</p:attrName>
                                        </p:attrNameLst>
                                      </p:cBhvr>
                                      <p:tavLst>
                                        <p:tav tm="0">
                                          <p:val>
                                            <p:fltVal val="0"/>
                                          </p:val>
                                        </p:tav>
                                        <p:tav tm="100000">
                                          <p:val>
                                            <p:strVal val="#ppt_h"/>
                                          </p:val>
                                        </p:tav>
                                      </p:tavLst>
                                    </p:anim>
                                    <p:anim calcmode="lin" valueType="num">
                                      <p:cBhvr>
                                        <p:cTn id="23" dur="1000" fill="hold"/>
                                        <p:tgtEl>
                                          <p:spTgt spid="5"/>
                                        </p:tgtEl>
                                        <p:attrNameLst>
                                          <p:attrName>ppt_x</p:attrName>
                                        </p:attrNameLst>
                                      </p:cBhvr>
                                      <p:tavLst>
                                        <p:tav tm="0" fmla="#ppt_x+(cos(-2*pi*(1-$))*-#ppt_x-sin(-2*pi*(1-$))*(1-#ppt_y))*(1-$)">
                                          <p:val>
                                            <p:fltVal val="0"/>
                                          </p:val>
                                        </p:tav>
                                        <p:tav tm="100000">
                                          <p:val>
                                            <p:fltVal val="1"/>
                                          </p:val>
                                        </p:tav>
                                      </p:tavLst>
                                    </p:anim>
                                    <p:anim calcmode="lin" valueType="num">
                                      <p:cBhvr>
                                        <p:cTn id="24" dur="1000" fill="hold"/>
                                        <p:tgtEl>
                                          <p:spTgt spid="5"/>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BAB11B89-4263-4EBE-AF50-2C4A289F6E27}"/>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524001" y="414338"/>
            <a:ext cx="4632325" cy="323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8">
            <a:extLst>
              <a:ext uri="{FF2B5EF4-FFF2-40B4-BE49-F238E27FC236}">
                <a16:creationId xmlns:a16="http://schemas.microsoft.com/office/drawing/2014/main" id="{B12B229A-1CC2-48E6-BA75-16F4876D421D}"/>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748339" y="2578101"/>
            <a:ext cx="4632325" cy="3236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 name="Group 15">
            <a:extLst>
              <a:ext uri="{FF2B5EF4-FFF2-40B4-BE49-F238E27FC236}">
                <a16:creationId xmlns:a16="http://schemas.microsoft.com/office/drawing/2014/main" id="{3DFAAF27-17B2-44CF-9CF0-368910500276}"/>
              </a:ext>
            </a:extLst>
          </p:cNvPr>
          <p:cNvGrpSpPr>
            <a:grpSpLocks/>
          </p:cNvGrpSpPr>
          <p:nvPr/>
        </p:nvGrpSpPr>
        <p:grpSpPr bwMode="auto">
          <a:xfrm>
            <a:off x="1866900" y="5156206"/>
            <a:ext cx="3810000" cy="855663"/>
            <a:chOff x="1632" y="5120"/>
            <a:chExt cx="2400" cy="539"/>
          </a:xfrm>
        </p:grpSpPr>
        <p:graphicFrame>
          <p:nvGraphicFramePr>
            <p:cNvPr id="23554" name="Object 2">
              <a:extLst>
                <a:ext uri="{FF2B5EF4-FFF2-40B4-BE49-F238E27FC236}">
                  <a16:creationId xmlns:a16="http://schemas.microsoft.com/office/drawing/2014/main" id="{545E9B40-0DCE-4F52-B3BD-4C6381F83D2C}"/>
                </a:ext>
              </a:extLst>
            </p:cNvPr>
            <p:cNvGraphicFramePr>
              <a:graphicFrameLocks noChangeAspect="1"/>
            </p:cNvGraphicFramePr>
            <p:nvPr/>
          </p:nvGraphicFramePr>
          <p:xfrm>
            <a:off x="1728" y="5128"/>
            <a:ext cx="864" cy="208"/>
          </p:xfrm>
          <a:graphic>
            <a:graphicData uri="http://schemas.openxmlformats.org/presentationml/2006/ole">
              <mc:AlternateContent xmlns:mc="http://schemas.openxmlformats.org/markup-compatibility/2006">
                <mc:Choice xmlns:v="urn:schemas-microsoft-com:vml" Requires="v">
                  <p:oleObj spid="_x0000_s38916" name="Ecuación" r:id="rId5" imgW="1371600" imgH="330120" progId="Equation.3">
                    <p:embed/>
                  </p:oleObj>
                </mc:Choice>
                <mc:Fallback>
                  <p:oleObj name="Ecuación" r:id="rId5" imgW="1371600" imgH="330120" progId="Equation.3">
                    <p:embed/>
                    <p:pic>
                      <p:nvPicPr>
                        <p:cNvPr id="23554" name="Object 2">
                          <a:extLst>
                            <a:ext uri="{FF2B5EF4-FFF2-40B4-BE49-F238E27FC236}">
                              <a16:creationId xmlns:a16="http://schemas.microsoft.com/office/drawing/2014/main" id="{545E9B40-0DCE-4F52-B3BD-4C6381F83D2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28" y="5128"/>
                          <a:ext cx="864" cy="2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559" name="Rectangle 10">
              <a:extLst>
                <a:ext uri="{FF2B5EF4-FFF2-40B4-BE49-F238E27FC236}">
                  <a16:creationId xmlns:a16="http://schemas.microsoft.com/office/drawing/2014/main" id="{0C50097B-E000-423B-913D-A2E6C0C4131C}"/>
                </a:ext>
              </a:extLst>
            </p:cNvPr>
            <p:cNvSpPr>
              <a:spLocks noChangeArrowheads="1"/>
            </p:cNvSpPr>
            <p:nvPr/>
          </p:nvSpPr>
          <p:spPr bwMode="auto">
            <a:xfrm>
              <a:off x="1632" y="5120"/>
              <a:ext cx="1008" cy="264"/>
            </a:xfrm>
            <a:prstGeom prst="rect">
              <a:avLst/>
            </a:prstGeom>
            <a:noFill/>
            <a:ln w="28575">
              <a:solidFill>
                <a:srgbClr val="6666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sp>
          <p:nvSpPr>
            <p:cNvPr id="23560" name="AutoShape 11">
              <a:extLst>
                <a:ext uri="{FF2B5EF4-FFF2-40B4-BE49-F238E27FC236}">
                  <a16:creationId xmlns:a16="http://schemas.microsoft.com/office/drawing/2014/main" id="{966AA023-FF0B-470D-A46A-F5A2F8CB29DD}"/>
                </a:ext>
              </a:extLst>
            </p:cNvPr>
            <p:cNvSpPr>
              <a:spLocks noChangeArrowheads="1"/>
            </p:cNvSpPr>
            <p:nvPr/>
          </p:nvSpPr>
          <p:spPr bwMode="auto">
            <a:xfrm>
              <a:off x="2768" y="5192"/>
              <a:ext cx="248" cy="136"/>
            </a:xfrm>
            <a:prstGeom prst="notchedRightArrow">
              <a:avLst>
                <a:gd name="adj1" fmla="val 50000"/>
                <a:gd name="adj2" fmla="val 45588"/>
              </a:avLst>
            </a:prstGeom>
            <a:gradFill rotWithShape="0">
              <a:gsLst>
                <a:gs pos="0">
                  <a:srgbClr val="FF0066"/>
                </a:gs>
                <a:gs pos="100000">
                  <a:srgbClr val="FF99FF"/>
                </a:gs>
              </a:gsLst>
              <a:lin ang="27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s-CL" altLang="en-US"/>
            </a:p>
          </p:txBody>
        </p:sp>
        <p:sp>
          <p:nvSpPr>
            <p:cNvPr id="23561" name="Text Box 12">
              <a:extLst>
                <a:ext uri="{FF2B5EF4-FFF2-40B4-BE49-F238E27FC236}">
                  <a16:creationId xmlns:a16="http://schemas.microsoft.com/office/drawing/2014/main" id="{10E8FCE2-2B6F-4802-BAA3-B75F981EC11A}"/>
                </a:ext>
              </a:extLst>
            </p:cNvPr>
            <p:cNvSpPr txBox="1">
              <a:spLocks noChangeArrowheads="1"/>
            </p:cNvSpPr>
            <p:nvPr/>
          </p:nvSpPr>
          <p:spPr bwMode="auto">
            <a:xfrm>
              <a:off x="3064" y="5136"/>
              <a:ext cx="968"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spcBef>
                  <a:spcPct val="50000"/>
                </a:spcBef>
              </a:pPr>
              <a:r>
                <a:rPr lang="es-ES" altLang="en-US">
                  <a:solidFill>
                    <a:srgbClr val="FF0000"/>
                  </a:solidFill>
                </a:rPr>
                <a:t>Voltaje Hall</a:t>
              </a:r>
            </a:p>
          </p:txBody>
        </p:sp>
      </p:grpSp>
      <p:sp>
        <p:nvSpPr>
          <p:cNvPr id="23558" name="Rectangle 2">
            <a:extLst>
              <a:ext uri="{FF2B5EF4-FFF2-40B4-BE49-F238E27FC236}">
                <a16:creationId xmlns:a16="http://schemas.microsoft.com/office/drawing/2014/main" id="{8E8B24E0-FD79-4567-A88F-C4BEA732F09D}"/>
              </a:ext>
            </a:extLst>
          </p:cNvPr>
          <p:cNvSpPr>
            <a:spLocks noChangeArrowheads="1"/>
          </p:cNvSpPr>
          <p:nvPr/>
        </p:nvSpPr>
        <p:spPr bwMode="auto">
          <a:xfrm>
            <a:off x="6207126" y="271463"/>
            <a:ext cx="18208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 altLang="en-US">
                <a:solidFill>
                  <a:srgbClr val="FF3300"/>
                </a:solidFill>
                <a:latin typeface="Comic Sans MS" panose="030F0702030302020204" pitchFamily="66" charset="0"/>
              </a:rPr>
              <a:t>Efecto Hall</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1"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0-#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9"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0-#ppt_w/2"/>
                                          </p:val>
                                        </p:tav>
                                        <p:tav tm="100000">
                                          <p:val>
                                            <p:strVal val="#ppt_x"/>
                                          </p:val>
                                        </p:tav>
                                      </p:tavLst>
                                    </p:anim>
                                    <p:anim calcmode="lin" valueType="num">
                                      <p:cBhvr additive="base">
                                        <p:cTn id="20" dur="500" fill="hold"/>
                                        <p:tgtEl>
                                          <p:spTgt spid="4"/>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ext Box 2">
            <a:extLst>
              <a:ext uri="{FF2B5EF4-FFF2-40B4-BE49-F238E27FC236}">
                <a16:creationId xmlns:a16="http://schemas.microsoft.com/office/drawing/2014/main" id="{CB42AF1A-34B8-4912-A29A-A8EBD7378524}"/>
              </a:ext>
            </a:extLst>
          </p:cNvPr>
          <p:cNvSpPr txBox="1">
            <a:spLocks noChangeArrowheads="1"/>
          </p:cNvSpPr>
          <p:nvPr/>
        </p:nvSpPr>
        <p:spPr bwMode="auto">
          <a:xfrm>
            <a:off x="1708150" y="0"/>
            <a:ext cx="1809750"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lang="es-ES_tradnl" altLang="en-US" sz="3200">
                <a:solidFill>
                  <a:schemeClr val="tx2"/>
                </a:solidFill>
                <a:latin typeface="Times New Roman" panose="02020603050405020304" pitchFamily="18" charset="0"/>
              </a:rPr>
              <a:t>Ejercicios</a:t>
            </a:r>
          </a:p>
        </p:txBody>
      </p:sp>
      <p:grpSp>
        <p:nvGrpSpPr>
          <p:cNvPr id="58371" name="Group 3">
            <a:extLst>
              <a:ext uri="{FF2B5EF4-FFF2-40B4-BE49-F238E27FC236}">
                <a16:creationId xmlns:a16="http://schemas.microsoft.com/office/drawing/2014/main" id="{B9B50F5D-4D2B-4A86-A688-C4241BD1D245}"/>
              </a:ext>
            </a:extLst>
          </p:cNvPr>
          <p:cNvGrpSpPr>
            <a:grpSpLocks/>
          </p:cNvGrpSpPr>
          <p:nvPr/>
        </p:nvGrpSpPr>
        <p:grpSpPr bwMode="auto">
          <a:xfrm>
            <a:off x="5638800" y="1630364"/>
            <a:ext cx="4343400" cy="3475037"/>
            <a:chOff x="2592" y="192"/>
            <a:chExt cx="2736" cy="2189"/>
          </a:xfrm>
        </p:grpSpPr>
        <p:sp>
          <p:nvSpPr>
            <p:cNvPr id="58372" name="Line 4">
              <a:extLst>
                <a:ext uri="{FF2B5EF4-FFF2-40B4-BE49-F238E27FC236}">
                  <a16:creationId xmlns:a16="http://schemas.microsoft.com/office/drawing/2014/main" id="{0CA631F4-22A5-4A4C-AD02-B537FE2BC5EE}"/>
                </a:ext>
              </a:extLst>
            </p:cNvPr>
            <p:cNvSpPr>
              <a:spLocks noChangeShapeType="1"/>
            </p:cNvSpPr>
            <p:nvPr/>
          </p:nvSpPr>
          <p:spPr bwMode="auto">
            <a:xfrm>
              <a:off x="2592" y="1824"/>
              <a:ext cx="273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373" name="Line 5">
              <a:extLst>
                <a:ext uri="{FF2B5EF4-FFF2-40B4-BE49-F238E27FC236}">
                  <a16:creationId xmlns:a16="http://schemas.microsoft.com/office/drawing/2014/main" id="{A499ED47-797F-4949-9858-24943AC9FD20}"/>
                </a:ext>
              </a:extLst>
            </p:cNvPr>
            <p:cNvSpPr>
              <a:spLocks noChangeShapeType="1"/>
            </p:cNvSpPr>
            <p:nvPr/>
          </p:nvSpPr>
          <p:spPr bwMode="auto">
            <a:xfrm>
              <a:off x="2592" y="1920"/>
              <a:ext cx="273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374" name="Rectangle 6">
              <a:extLst>
                <a:ext uri="{FF2B5EF4-FFF2-40B4-BE49-F238E27FC236}">
                  <a16:creationId xmlns:a16="http://schemas.microsoft.com/office/drawing/2014/main" id="{AFE107C8-661D-428C-9893-845D681428C9}"/>
                </a:ext>
              </a:extLst>
            </p:cNvPr>
            <p:cNvSpPr>
              <a:spLocks noChangeArrowheads="1"/>
            </p:cNvSpPr>
            <p:nvPr/>
          </p:nvSpPr>
          <p:spPr bwMode="auto">
            <a:xfrm>
              <a:off x="2928" y="624"/>
              <a:ext cx="1680" cy="720"/>
            </a:xfrm>
            <a:prstGeom prst="rect">
              <a:avLst/>
            </a:prstGeom>
            <a:solidFill>
              <a:srgbClr val="FFFF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375" name="Line 7">
              <a:extLst>
                <a:ext uri="{FF2B5EF4-FFF2-40B4-BE49-F238E27FC236}">
                  <a16:creationId xmlns:a16="http://schemas.microsoft.com/office/drawing/2014/main" id="{3622B9A4-3E59-426F-9B73-DF36E7C924DC}"/>
                </a:ext>
              </a:extLst>
            </p:cNvPr>
            <p:cNvSpPr>
              <a:spLocks noChangeShapeType="1"/>
            </p:cNvSpPr>
            <p:nvPr/>
          </p:nvSpPr>
          <p:spPr bwMode="auto">
            <a:xfrm>
              <a:off x="3648" y="2016"/>
              <a:ext cx="528"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376" name="Text Box 8">
              <a:extLst>
                <a:ext uri="{FF2B5EF4-FFF2-40B4-BE49-F238E27FC236}">
                  <a16:creationId xmlns:a16="http://schemas.microsoft.com/office/drawing/2014/main" id="{8D23016C-D56B-4EF0-ADF9-6CB84F27AAB8}"/>
                </a:ext>
              </a:extLst>
            </p:cNvPr>
            <p:cNvSpPr txBox="1">
              <a:spLocks noChangeArrowheads="1"/>
            </p:cNvSpPr>
            <p:nvPr/>
          </p:nvSpPr>
          <p:spPr bwMode="auto">
            <a:xfrm>
              <a:off x="3740" y="2016"/>
              <a:ext cx="201"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lang="es-ES_tradnl" altLang="en-US" sz="3200">
                  <a:solidFill>
                    <a:schemeClr val="tx2"/>
                  </a:solidFill>
                  <a:latin typeface="Times New Roman" panose="02020603050405020304" pitchFamily="18" charset="0"/>
                </a:rPr>
                <a:t>I</a:t>
              </a:r>
            </a:p>
          </p:txBody>
        </p:sp>
        <p:sp>
          <p:nvSpPr>
            <p:cNvPr id="58377" name="Line 9">
              <a:extLst>
                <a:ext uri="{FF2B5EF4-FFF2-40B4-BE49-F238E27FC236}">
                  <a16:creationId xmlns:a16="http://schemas.microsoft.com/office/drawing/2014/main" id="{C052A4EB-D441-4C8D-9C8C-BAB17C0BD2CB}"/>
                </a:ext>
              </a:extLst>
            </p:cNvPr>
            <p:cNvSpPr>
              <a:spLocks noChangeShapeType="1"/>
            </p:cNvSpPr>
            <p:nvPr/>
          </p:nvSpPr>
          <p:spPr bwMode="auto">
            <a:xfrm>
              <a:off x="2928" y="432"/>
              <a:ext cx="0" cy="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378" name="Line 10">
              <a:extLst>
                <a:ext uri="{FF2B5EF4-FFF2-40B4-BE49-F238E27FC236}">
                  <a16:creationId xmlns:a16="http://schemas.microsoft.com/office/drawing/2014/main" id="{40DA2385-FA88-464C-B9EC-6B6B929D5831}"/>
                </a:ext>
              </a:extLst>
            </p:cNvPr>
            <p:cNvSpPr>
              <a:spLocks noChangeShapeType="1"/>
            </p:cNvSpPr>
            <p:nvPr/>
          </p:nvSpPr>
          <p:spPr bwMode="auto">
            <a:xfrm>
              <a:off x="4608" y="432"/>
              <a:ext cx="0" cy="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379" name="Line 11">
              <a:extLst>
                <a:ext uri="{FF2B5EF4-FFF2-40B4-BE49-F238E27FC236}">
                  <a16:creationId xmlns:a16="http://schemas.microsoft.com/office/drawing/2014/main" id="{08957B78-2850-4391-9E59-F12CF7DA88A3}"/>
                </a:ext>
              </a:extLst>
            </p:cNvPr>
            <p:cNvSpPr>
              <a:spLocks noChangeShapeType="1"/>
            </p:cNvSpPr>
            <p:nvPr/>
          </p:nvSpPr>
          <p:spPr bwMode="auto">
            <a:xfrm>
              <a:off x="2928" y="480"/>
              <a:ext cx="1680" cy="0"/>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380" name="Line 12">
              <a:extLst>
                <a:ext uri="{FF2B5EF4-FFF2-40B4-BE49-F238E27FC236}">
                  <a16:creationId xmlns:a16="http://schemas.microsoft.com/office/drawing/2014/main" id="{848F2B58-9A78-48C8-A8FA-8B9DAE464918}"/>
                </a:ext>
              </a:extLst>
            </p:cNvPr>
            <p:cNvSpPr>
              <a:spLocks noChangeShapeType="1"/>
            </p:cNvSpPr>
            <p:nvPr/>
          </p:nvSpPr>
          <p:spPr bwMode="auto">
            <a:xfrm flipH="1">
              <a:off x="2736" y="624"/>
              <a:ext cx="14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381" name="Line 13">
              <a:extLst>
                <a:ext uri="{FF2B5EF4-FFF2-40B4-BE49-F238E27FC236}">
                  <a16:creationId xmlns:a16="http://schemas.microsoft.com/office/drawing/2014/main" id="{84386DB4-BA5E-4AD7-B958-78630A8B474A}"/>
                </a:ext>
              </a:extLst>
            </p:cNvPr>
            <p:cNvSpPr>
              <a:spLocks noChangeShapeType="1"/>
            </p:cNvSpPr>
            <p:nvPr/>
          </p:nvSpPr>
          <p:spPr bwMode="auto">
            <a:xfrm flipH="1">
              <a:off x="2736" y="1344"/>
              <a:ext cx="14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382" name="Line 14">
              <a:extLst>
                <a:ext uri="{FF2B5EF4-FFF2-40B4-BE49-F238E27FC236}">
                  <a16:creationId xmlns:a16="http://schemas.microsoft.com/office/drawing/2014/main" id="{4073E346-A5C0-4ECF-B89F-960658A1D701}"/>
                </a:ext>
              </a:extLst>
            </p:cNvPr>
            <p:cNvSpPr>
              <a:spLocks noChangeShapeType="1"/>
            </p:cNvSpPr>
            <p:nvPr/>
          </p:nvSpPr>
          <p:spPr bwMode="auto">
            <a:xfrm>
              <a:off x="2832" y="624"/>
              <a:ext cx="0" cy="72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383" name="Text Box 15">
              <a:extLst>
                <a:ext uri="{FF2B5EF4-FFF2-40B4-BE49-F238E27FC236}">
                  <a16:creationId xmlns:a16="http://schemas.microsoft.com/office/drawing/2014/main" id="{DF0368C9-063F-4BF8-B822-C65713B8D913}"/>
                </a:ext>
              </a:extLst>
            </p:cNvPr>
            <p:cNvSpPr txBox="1">
              <a:spLocks noChangeArrowheads="1"/>
            </p:cNvSpPr>
            <p:nvPr/>
          </p:nvSpPr>
          <p:spPr bwMode="auto">
            <a:xfrm>
              <a:off x="2621" y="816"/>
              <a:ext cx="230"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lang="es-ES_tradnl" altLang="en-US" sz="3200">
                  <a:solidFill>
                    <a:schemeClr val="tx2"/>
                  </a:solidFill>
                  <a:latin typeface="Times New Roman" panose="02020603050405020304" pitchFamily="18" charset="0"/>
                </a:rPr>
                <a:t>a</a:t>
              </a:r>
            </a:p>
          </p:txBody>
        </p:sp>
        <p:sp>
          <p:nvSpPr>
            <p:cNvPr id="58384" name="Text Box 16">
              <a:extLst>
                <a:ext uri="{FF2B5EF4-FFF2-40B4-BE49-F238E27FC236}">
                  <a16:creationId xmlns:a16="http://schemas.microsoft.com/office/drawing/2014/main" id="{378AA639-B1BE-4131-BBE7-5B7EAD1E0469}"/>
                </a:ext>
              </a:extLst>
            </p:cNvPr>
            <p:cNvSpPr txBox="1">
              <a:spLocks noChangeArrowheads="1"/>
            </p:cNvSpPr>
            <p:nvPr/>
          </p:nvSpPr>
          <p:spPr bwMode="auto">
            <a:xfrm>
              <a:off x="3526" y="192"/>
              <a:ext cx="244"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lang="es-ES_tradnl" altLang="en-US" sz="3200">
                  <a:solidFill>
                    <a:schemeClr val="tx2"/>
                  </a:solidFill>
                  <a:latin typeface="Times New Roman" panose="02020603050405020304" pitchFamily="18" charset="0"/>
                </a:rPr>
                <a:t>b</a:t>
              </a:r>
            </a:p>
          </p:txBody>
        </p:sp>
        <p:sp>
          <p:nvSpPr>
            <p:cNvPr id="58385" name="Line 17">
              <a:extLst>
                <a:ext uri="{FF2B5EF4-FFF2-40B4-BE49-F238E27FC236}">
                  <a16:creationId xmlns:a16="http://schemas.microsoft.com/office/drawing/2014/main" id="{A3B317DF-D091-4191-87EC-E2B951506208}"/>
                </a:ext>
              </a:extLst>
            </p:cNvPr>
            <p:cNvSpPr>
              <a:spLocks noChangeShapeType="1"/>
            </p:cNvSpPr>
            <p:nvPr/>
          </p:nvSpPr>
          <p:spPr bwMode="auto">
            <a:xfrm>
              <a:off x="3408" y="1344"/>
              <a:ext cx="0" cy="480"/>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386" name="Text Box 18">
              <a:extLst>
                <a:ext uri="{FF2B5EF4-FFF2-40B4-BE49-F238E27FC236}">
                  <a16:creationId xmlns:a16="http://schemas.microsoft.com/office/drawing/2014/main" id="{39F1A95D-5111-49FC-BE67-2EBE6FF3A40C}"/>
                </a:ext>
              </a:extLst>
            </p:cNvPr>
            <p:cNvSpPr txBox="1">
              <a:spLocks noChangeArrowheads="1"/>
            </p:cNvSpPr>
            <p:nvPr/>
          </p:nvSpPr>
          <p:spPr bwMode="auto">
            <a:xfrm>
              <a:off x="3197" y="1392"/>
              <a:ext cx="230"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lang="es-ES_tradnl" altLang="en-US" sz="3200">
                  <a:solidFill>
                    <a:schemeClr val="tx2"/>
                  </a:solidFill>
                  <a:latin typeface="Times New Roman" panose="02020603050405020304" pitchFamily="18" charset="0"/>
                </a:rPr>
                <a:t>c</a:t>
              </a:r>
            </a:p>
          </p:txBody>
        </p:sp>
      </p:grpSp>
      <p:sp>
        <p:nvSpPr>
          <p:cNvPr id="58387" name="Text Box 19">
            <a:extLst>
              <a:ext uri="{FF2B5EF4-FFF2-40B4-BE49-F238E27FC236}">
                <a16:creationId xmlns:a16="http://schemas.microsoft.com/office/drawing/2014/main" id="{D73B6672-8A06-42DF-A6B1-F1F954CD5ED5}"/>
              </a:ext>
            </a:extLst>
          </p:cNvPr>
          <p:cNvSpPr txBox="1">
            <a:spLocks noChangeArrowheads="1"/>
          </p:cNvSpPr>
          <p:nvPr/>
        </p:nvSpPr>
        <p:spPr bwMode="auto">
          <a:xfrm>
            <a:off x="1724026" y="381000"/>
            <a:ext cx="8562975" cy="106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lang="es-ES_tradnl" altLang="en-US" sz="3200">
                <a:solidFill>
                  <a:schemeClr val="tx2"/>
                </a:solidFill>
                <a:latin typeface="Times New Roman" panose="02020603050405020304" pitchFamily="18" charset="0"/>
              </a:rPr>
              <a:t>1.- Espira rectangular que se encuentra cerca de un </a:t>
            </a:r>
          </a:p>
          <a:p>
            <a:pPr algn="ctr" eaLnBrk="0" hangingPunct="0"/>
            <a:r>
              <a:rPr lang="es-ES_tradnl" altLang="en-US" sz="3200">
                <a:solidFill>
                  <a:schemeClr val="tx2"/>
                </a:solidFill>
                <a:latin typeface="Times New Roman" panose="02020603050405020304" pitchFamily="18" charset="0"/>
              </a:rPr>
              <a:t>conductor rectilíneo  que transporta una corriente I</a:t>
            </a:r>
          </a:p>
        </p:txBody>
      </p:sp>
      <p:grpSp>
        <p:nvGrpSpPr>
          <p:cNvPr id="58388" name="Group 20">
            <a:extLst>
              <a:ext uri="{FF2B5EF4-FFF2-40B4-BE49-F238E27FC236}">
                <a16:creationId xmlns:a16="http://schemas.microsoft.com/office/drawing/2014/main" id="{0F2329A6-1092-4CE2-947B-892142BDCEDA}"/>
              </a:ext>
            </a:extLst>
          </p:cNvPr>
          <p:cNvGrpSpPr>
            <a:grpSpLocks/>
          </p:cNvGrpSpPr>
          <p:nvPr/>
        </p:nvGrpSpPr>
        <p:grpSpPr bwMode="auto">
          <a:xfrm>
            <a:off x="1905000" y="1905000"/>
            <a:ext cx="1676400" cy="1143000"/>
            <a:chOff x="240" y="1152"/>
            <a:chExt cx="1056" cy="720"/>
          </a:xfrm>
        </p:grpSpPr>
        <p:sp>
          <p:nvSpPr>
            <p:cNvPr id="58389" name="Rectangle 21">
              <a:extLst>
                <a:ext uri="{FF2B5EF4-FFF2-40B4-BE49-F238E27FC236}">
                  <a16:creationId xmlns:a16="http://schemas.microsoft.com/office/drawing/2014/main" id="{CAE6A4B5-6659-45D0-A8E5-713A45C9E878}"/>
                </a:ext>
              </a:extLst>
            </p:cNvPr>
            <p:cNvSpPr>
              <a:spLocks noChangeArrowheads="1"/>
            </p:cNvSpPr>
            <p:nvPr/>
          </p:nvSpPr>
          <p:spPr bwMode="auto">
            <a:xfrm>
              <a:off x="240" y="1152"/>
              <a:ext cx="1056" cy="72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390" name="Text Box 22">
              <a:extLst>
                <a:ext uri="{FF2B5EF4-FFF2-40B4-BE49-F238E27FC236}">
                  <a16:creationId xmlns:a16="http://schemas.microsoft.com/office/drawing/2014/main" id="{0D36287E-3D55-4683-AFCA-E5863B0AAF10}"/>
                </a:ext>
              </a:extLst>
            </p:cNvPr>
            <p:cNvSpPr txBox="1">
              <a:spLocks noChangeArrowheads="1"/>
            </p:cNvSpPr>
            <p:nvPr/>
          </p:nvSpPr>
          <p:spPr bwMode="auto">
            <a:xfrm>
              <a:off x="339" y="1200"/>
              <a:ext cx="813" cy="6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lang="es-ES_tradnl" altLang="en-US" sz="3200">
                  <a:solidFill>
                    <a:schemeClr val="tx2"/>
                  </a:solidFill>
                  <a:latin typeface="Times New Roman" panose="02020603050405020304" pitchFamily="18" charset="0"/>
                </a:rPr>
                <a:t>Datos:</a:t>
              </a:r>
            </a:p>
            <a:p>
              <a:pPr algn="ctr" eaLnBrk="0" hangingPunct="0"/>
              <a:r>
                <a:rPr lang="es-ES_tradnl" altLang="en-US" sz="3200">
                  <a:solidFill>
                    <a:schemeClr val="tx2"/>
                  </a:solidFill>
                  <a:latin typeface="Times New Roman" panose="02020603050405020304" pitchFamily="18" charset="0"/>
                </a:rPr>
                <a:t>a,b,c, I</a:t>
              </a:r>
            </a:p>
          </p:txBody>
        </p:sp>
      </p:grpSp>
      <p:grpSp>
        <p:nvGrpSpPr>
          <p:cNvPr id="58391" name="Group 23">
            <a:extLst>
              <a:ext uri="{FF2B5EF4-FFF2-40B4-BE49-F238E27FC236}">
                <a16:creationId xmlns:a16="http://schemas.microsoft.com/office/drawing/2014/main" id="{B2C5C427-97A3-43E6-9277-6CE5BA462DBF}"/>
              </a:ext>
            </a:extLst>
          </p:cNvPr>
          <p:cNvGrpSpPr>
            <a:grpSpLocks/>
          </p:cNvGrpSpPr>
          <p:nvPr/>
        </p:nvGrpSpPr>
        <p:grpSpPr bwMode="auto">
          <a:xfrm>
            <a:off x="1901826" y="3581400"/>
            <a:ext cx="1908175" cy="1371600"/>
            <a:chOff x="238" y="1920"/>
            <a:chExt cx="1202" cy="864"/>
          </a:xfrm>
        </p:grpSpPr>
        <p:sp>
          <p:nvSpPr>
            <p:cNvPr id="58392" name="Rectangle 24">
              <a:extLst>
                <a:ext uri="{FF2B5EF4-FFF2-40B4-BE49-F238E27FC236}">
                  <a16:creationId xmlns:a16="http://schemas.microsoft.com/office/drawing/2014/main" id="{74BBBFA0-C17B-4185-85F6-FAA8BD802286}"/>
                </a:ext>
              </a:extLst>
            </p:cNvPr>
            <p:cNvSpPr>
              <a:spLocks noChangeArrowheads="1"/>
            </p:cNvSpPr>
            <p:nvPr/>
          </p:nvSpPr>
          <p:spPr bwMode="auto">
            <a:xfrm>
              <a:off x="240" y="1920"/>
              <a:ext cx="1200" cy="864"/>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393" name="Text Box 25">
              <a:extLst>
                <a:ext uri="{FF2B5EF4-FFF2-40B4-BE49-F238E27FC236}">
                  <a16:creationId xmlns:a16="http://schemas.microsoft.com/office/drawing/2014/main" id="{1E83DF4E-0E2D-4032-8FCF-470FEE8BB8B9}"/>
                </a:ext>
              </a:extLst>
            </p:cNvPr>
            <p:cNvSpPr txBox="1">
              <a:spLocks noChangeArrowheads="1"/>
            </p:cNvSpPr>
            <p:nvPr/>
          </p:nvSpPr>
          <p:spPr bwMode="auto">
            <a:xfrm>
              <a:off x="238" y="2017"/>
              <a:ext cx="1154" cy="6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lang="es-ES_tradnl" altLang="en-US" sz="3200">
                  <a:solidFill>
                    <a:schemeClr val="tx2"/>
                  </a:solidFill>
                  <a:latin typeface="Times New Roman" panose="02020603050405020304" pitchFamily="18" charset="0"/>
                </a:rPr>
                <a:t>Incógnita:</a:t>
              </a:r>
            </a:p>
            <a:p>
              <a:pPr algn="ctr" eaLnBrk="0" hangingPunct="0"/>
              <a:r>
                <a:rPr lang="es-ES_tradnl" altLang="en-US" sz="3200">
                  <a:solidFill>
                    <a:schemeClr val="tx2"/>
                  </a:solidFill>
                  <a:latin typeface="Symbol" panose="05050102010706020507" pitchFamily="18" charset="2"/>
                </a:rPr>
                <a:t>f = ?</a:t>
              </a:r>
              <a:endParaRPr lang="es-ES_tradnl" altLang="en-US" sz="3200">
                <a:solidFill>
                  <a:schemeClr val="tx2"/>
                </a:solidFill>
                <a:latin typeface="Times New Roman" panose="02020603050405020304" pitchFamily="18" charset="0"/>
              </a:endParaRPr>
            </a:p>
          </p:txBody>
        </p:sp>
      </p:grpSp>
      <p:grpSp>
        <p:nvGrpSpPr>
          <p:cNvPr id="58394" name="Group 26">
            <a:extLst>
              <a:ext uri="{FF2B5EF4-FFF2-40B4-BE49-F238E27FC236}">
                <a16:creationId xmlns:a16="http://schemas.microsoft.com/office/drawing/2014/main" id="{3379E536-C927-41F6-8AF0-3376606B1962}"/>
              </a:ext>
            </a:extLst>
          </p:cNvPr>
          <p:cNvGrpSpPr>
            <a:grpSpLocks/>
          </p:cNvGrpSpPr>
          <p:nvPr/>
        </p:nvGrpSpPr>
        <p:grpSpPr bwMode="auto">
          <a:xfrm>
            <a:off x="3276600" y="5070476"/>
            <a:ext cx="5181600" cy="1711325"/>
            <a:chOff x="1104" y="3194"/>
            <a:chExt cx="3264" cy="1078"/>
          </a:xfrm>
        </p:grpSpPr>
        <p:sp>
          <p:nvSpPr>
            <p:cNvPr id="58395" name="Rectangle 27">
              <a:extLst>
                <a:ext uri="{FF2B5EF4-FFF2-40B4-BE49-F238E27FC236}">
                  <a16:creationId xmlns:a16="http://schemas.microsoft.com/office/drawing/2014/main" id="{641BDCD1-7825-4CBD-ABDF-1CE6736DDCDB}"/>
                </a:ext>
              </a:extLst>
            </p:cNvPr>
            <p:cNvSpPr>
              <a:spLocks noChangeArrowheads="1"/>
            </p:cNvSpPr>
            <p:nvPr/>
          </p:nvSpPr>
          <p:spPr bwMode="auto">
            <a:xfrm>
              <a:off x="1104" y="3216"/>
              <a:ext cx="3264" cy="1008"/>
            </a:xfrm>
            <a:prstGeom prst="rect">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aphicFrame>
          <p:nvGraphicFramePr>
            <p:cNvPr id="58396" name="Object 28">
              <a:extLst>
                <a:ext uri="{FF2B5EF4-FFF2-40B4-BE49-F238E27FC236}">
                  <a16:creationId xmlns:a16="http://schemas.microsoft.com/office/drawing/2014/main" id="{91AAB50D-E9A2-4F29-9CFA-F096273F78F3}"/>
                </a:ext>
              </a:extLst>
            </p:cNvPr>
            <p:cNvGraphicFramePr>
              <a:graphicFrameLocks noChangeAspect="1"/>
            </p:cNvGraphicFramePr>
            <p:nvPr/>
          </p:nvGraphicFramePr>
          <p:xfrm>
            <a:off x="1200" y="3194"/>
            <a:ext cx="3072" cy="1078"/>
          </p:xfrm>
          <a:graphic>
            <a:graphicData uri="http://schemas.openxmlformats.org/presentationml/2006/ole">
              <mc:AlternateContent xmlns:mc="http://schemas.openxmlformats.org/markup-compatibility/2006">
                <mc:Choice xmlns:v="urn:schemas-microsoft-com:vml" Requires="v">
                  <p:oleObj spid="_x0000_s39940" name="Ecuación" r:id="rId3" imgW="1117440" imgH="393480" progId="Equation.3">
                    <p:embed/>
                  </p:oleObj>
                </mc:Choice>
                <mc:Fallback>
                  <p:oleObj name="Ecuación" r:id="rId3" imgW="1117440" imgH="393480" progId="Equation.3">
                    <p:embed/>
                    <p:pic>
                      <p:nvPicPr>
                        <p:cNvPr id="58396" name="Object 28">
                          <a:extLst>
                            <a:ext uri="{FF2B5EF4-FFF2-40B4-BE49-F238E27FC236}">
                              <a16:creationId xmlns:a16="http://schemas.microsoft.com/office/drawing/2014/main" id="{91AAB50D-E9A2-4F29-9CFA-F096273F78F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0" y="3194"/>
                          <a:ext cx="3072" cy="10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58397" name="Rectangle 29">
            <a:extLst>
              <a:ext uri="{FF2B5EF4-FFF2-40B4-BE49-F238E27FC236}">
                <a16:creationId xmlns:a16="http://schemas.microsoft.com/office/drawing/2014/main" id="{D6A123D0-1B77-481D-8932-B9E89951761E}"/>
              </a:ext>
            </a:extLst>
          </p:cNvPr>
          <p:cNvSpPr>
            <a:spLocks noChangeArrowheads="1"/>
          </p:cNvSpPr>
          <p:nvPr/>
        </p:nvSpPr>
        <p:spPr bwMode="auto">
          <a:xfrm>
            <a:off x="6172200" y="2743200"/>
            <a:ext cx="2667000" cy="228600"/>
          </a:xfrm>
          <a:prstGeom prst="rect">
            <a:avLst/>
          </a:prstGeom>
          <a:solidFill>
            <a:schemeClr val="tx2"/>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398" name="Line 30">
            <a:extLst>
              <a:ext uri="{FF2B5EF4-FFF2-40B4-BE49-F238E27FC236}">
                <a16:creationId xmlns:a16="http://schemas.microsoft.com/office/drawing/2014/main" id="{E1548CE2-0CB5-41FA-BDBD-9F54CF33A2A1}"/>
              </a:ext>
            </a:extLst>
          </p:cNvPr>
          <p:cNvSpPr>
            <a:spLocks noChangeShapeType="1"/>
          </p:cNvSpPr>
          <p:nvPr/>
        </p:nvSpPr>
        <p:spPr bwMode="auto">
          <a:xfrm>
            <a:off x="8839200" y="2971800"/>
            <a:ext cx="4572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399" name="Line 31">
            <a:extLst>
              <a:ext uri="{FF2B5EF4-FFF2-40B4-BE49-F238E27FC236}">
                <a16:creationId xmlns:a16="http://schemas.microsoft.com/office/drawing/2014/main" id="{F3D335E6-E9CB-4C5A-955F-F32685EAE8FE}"/>
              </a:ext>
            </a:extLst>
          </p:cNvPr>
          <p:cNvSpPr>
            <a:spLocks noChangeShapeType="1"/>
          </p:cNvSpPr>
          <p:nvPr/>
        </p:nvSpPr>
        <p:spPr bwMode="auto">
          <a:xfrm>
            <a:off x="9067800" y="2971800"/>
            <a:ext cx="0" cy="12192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400" name="Text Box 32">
            <a:extLst>
              <a:ext uri="{FF2B5EF4-FFF2-40B4-BE49-F238E27FC236}">
                <a16:creationId xmlns:a16="http://schemas.microsoft.com/office/drawing/2014/main" id="{6787E3C0-96A2-4538-87F8-CDF24DB02EAF}"/>
              </a:ext>
            </a:extLst>
          </p:cNvPr>
          <p:cNvSpPr txBox="1">
            <a:spLocks noChangeArrowheads="1"/>
          </p:cNvSpPr>
          <p:nvPr/>
        </p:nvSpPr>
        <p:spPr bwMode="auto">
          <a:xfrm>
            <a:off x="9061450" y="3352800"/>
            <a:ext cx="319088"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lang="es-ES_tradnl" altLang="en-US" sz="3200">
                <a:solidFill>
                  <a:schemeClr val="tx2"/>
                </a:solidFill>
                <a:latin typeface="Times New Roman" panose="02020603050405020304" pitchFamily="18" charset="0"/>
              </a:rPr>
              <a:t>r</a:t>
            </a:r>
          </a:p>
        </p:txBody>
      </p:sp>
      <p:sp>
        <p:nvSpPr>
          <p:cNvPr id="58401" name="Line 33">
            <a:extLst>
              <a:ext uri="{FF2B5EF4-FFF2-40B4-BE49-F238E27FC236}">
                <a16:creationId xmlns:a16="http://schemas.microsoft.com/office/drawing/2014/main" id="{0CE3ED9A-AB35-42E5-941F-28ABB363C9FA}"/>
              </a:ext>
            </a:extLst>
          </p:cNvPr>
          <p:cNvSpPr>
            <a:spLocks noChangeShapeType="1"/>
          </p:cNvSpPr>
          <p:nvPr/>
        </p:nvSpPr>
        <p:spPr bwMode="auto">
          <a:xfrm>
            <a:off x="8839200" y="2743200"/>
            <a:ext cx="4572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402" name="Text Box 34">
            <a:extLst>
              <a:ext uri="{FF2B5EF4-FFF2-40B4-BE49-F238E27FC236}">
                <a16:creationId xmlns:a16="http://schemas.microsoft.com/office/drawing/2014/main" id="{D0758365-B27E-4554-A977-FA3067544A04}"/>
              </a:ext>
            </a:extLst>
          </p:cNvPr>
          <p:cNvSpPr txBox="1">
            <a:spLocks noChangeArrowheads="1"/>
          </p:cNvSpPr>
          <p:nvPr/>
        </p:nvSpPr>
        <p:spPr bwMode="auto">
          <a:xfrm>
            <a:off x="9155114" y="2514600"/>
            <a:ext cx="522287"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lang="es-ES_tradnl" altLang="en-US" sz="3200">
                <a:solidFill>
                  <a:schemeClr val="tx2"/>
                </a:solidFill>
                <a:latin typeface="Times New Roman" panose="02020603050405020304" pitchFamily="18" charset="0"/>
              </a:rPr>
              <a:t>dr</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5" fill="hold" grpId="0" nodeType="clickEffect">
                                  <p:stCondLst>
                                    <p:cond delay="0"/>
                                  </p:stCondLst>
                                  <p:childTnLst>
                                    <p:set>
                                      <p:cBhvr>
                                        <p:cTn id="6" dur="1" fill="hold">
                                          <p:stCondLst>
                                            <p:cond delay="0"/>
                                          </p:stCondLst>
                                        </p:cTn>
                                        <p:tgtEl>
                                          <p:spTgt spid="58370"/>
                                        </p:tgtEl>
                                        <p:attrNameLst>
                                          <p:attrName>style.visibility</p:attrName>
                                        </p:attrNameLst>
                                      </p:cBhvr>
                                      <p:to>
                                        <p:strVal val="visible"/>
                                      </p:to>
                                    </p:set>
                                    <p:animEffect transition="in" filter="randombar(vertical)">
                                      <p:cBhvr>
                                        <p:cTn id="7" dur="500"/>
                                        <p:tgtEl>
                                          <p:spTgt spid="5837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5" fill="hold" grpId="0" nodeType="clickEffect">
                                  <p:stCondLst>
                                    <p:cond delay="0"/>
                                  </p:stCondLst>
                                  <p:childTnLst>
                                    <p:set>
                                      <p:cBhvr>
                                        <p:cTn id="11" dur="1" fill="hold">
                                          <p:stCondLst>
                                            <p:cond delay="0"/>
                                          </p:stCondLst>
                                        </p:cTn>
                                        <p:tgtEl>
                                          <p:spTgt spid="58387"/>
                                        </p:tgtEl>
                                        <p:attrNameLst>
                                          <p:attrName>style.visibility</p:attrName>
                                        </p:attrNameLst>
                                      </p:cBhvr>
                                      <p:to>
                                        <p:strVal val="visible"/>
                                      </p:to>
                                    </p:set>
                                    <p:animEffect transition="in" filter="randombar(vertical)">
                                      <p:cBhvr>
                                        <p:cTn id="12" dur="500"/>
                                        <p:tgtEl>
                                          <p:spTgt spid="5838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4" presetClass="entr" presetSubtype="5" fill="hold" nodeType="clickEffect">
                                  <p:stCondLst>
                                    <p:cond delay="0"/>
                                  </p:stCondLst>
                                  <p:childTnLst>
                                    <p:set>
                                      <p:cBhvr>
                                        <p:cTn id="16" dur="1" fill="hold">
                                          <p:stCondLst>
                                            <p:cond delay="0"/>
                                          </p:stCondLst>
                                        </p:cTn>
                                        <p:tgtEl>
                                          <p:spTgt spid="58371"/>
                                        </p:tgtEl>
                                        <p:attrNameLst>
                                          <p:attrName>style.visibility</p:attrName>
                                        </p:attrNameLst>
                                      </p:cBhvr>
                                      <p:to>
                                        <p:strVal val="visible"/>
                                      </p:to>
                                    </p:set>
                                    <p:animEffect transition="in" filter="randombar(vertical)">
                                      <p:cBhvr>
                                        <p:cTn id="17" dur="500"/>
                                        <p:tgtEl>
                                          <p:spTgt spid="5837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4" presetClass="entr" presetSubtype="5" fill="hold" nodeType="clickEffect">
                                  <p:stCondLst>
                                    <p:cond delay="0"/>
                                  </p:stCondLst>
                                  <p:childTnLst>
                                    <p:set>
                                      <p:cBhvr>
                                        <p:cTn id="21" dur="1" fill="hold">
                                          <p:stCondLst>
                                            <p:cond delay="0"/>
                                          </p:stCondLst>
                                        </p:cTn>
                                        <p:tgtEl>
                                          <p:spTgt spid="58388"/>
                                        </p:tgtEl>
                                        <p:attrNameLst>
                                          <p:attrName>style.visibility</p:attrName>
                                        </p:attrNameLst>
                                      </p:cBhvr>
                                      <p:to>
                                        <p:strVal val="visible"/>
                                      </p:to>
                                    </p:set>
                                    <p:animEffect transition="in" filter="randombar(vertical)">
                                      <p:cBhvr>
                                        <p:cTn id="22" dur="500"/>
                                        <p:tgtEl>
                                          <p:spTgt spid="5838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4" presetClass="entr" presetSubtype="5" fill="hold" nodeType="clickEffect">
                                  <p:stCondLst>
                                    <p:cond delay="0"/>
                                  </p:stCondLst>
                                  <p:childTnLst>
                                    <p:set>
                                      <p:cBhvr>
                                        <p:cTn id="26" dur="1" fill="hold">
                                          <p:stCondLst>
                                            <p:cond delay="0"/>
                                          </p:stCondLst>
                                        </p:cTn>
                                        <p:tgtEl>
                                          <p:spTgt spid="58391"/>
                                        </p:tgtEl>
                                        <p:attrNameLst>
                                          <p:attrName>style.visibility</p:attrName>
                                        </p:attrNameLst>
                                      </p:cBhvr>
                                      <p:to>
                                        <p:strVal val="visible"/>
                                      </p:to>
                                    </p:set>
                                    <p:animEffect transition="in" filter="randombar(vertical)">
                                      <p:cBhvr>
                                        <p:cTn id="27" dur="500"/>
                                        <p:tgtEl>
                                          <p:spTgt spid="5839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4" presetClass="entr" presetSubtype="5" fill="hold" nodeType="clickEffect">
                                  <p:stCondLst>
                                    <p:cond delay="0"/>
                                  </p:stCondLst>
                                  <p:childTnLst>
                                    <p:set>
                                      <p:cBhvr>
                                        <p:cTn id="31" dur="1" fill="hold">
                                          <p:stCondLst>
                                            <p:cond delay="0"/>
                                          </p:stCondLst>
                                        </p:cTn>
                                        <p:tgtEl>
                                          <p:spTgt spid="58397"/>
                                        </p:tgtEl>
                                        <p:attrNameLst>
                                          <p:attrName>style.visibility</p:attrName>
                                        </p:attrNameLst>
                                      </p:cBhvr>
                                      <p:to>
                                        <p:strVal val="visible"/>
                                      </p:to>
                                    </p:set>
                                    <p:animEffect transition="in" filter="randombar(vertical)">
                                      <p:cBhvr>
                                        <p:cTn id="32" dur="500"/>
                                        <p:tgtEl>
                                          <p:spTgt spid="5839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4" presetClass="entr" presetSubtype="5" fill="hold" nodeType="clickEffect">
                                  <p:stCondLst>
                                    <p:cond delay="0"/>
                                  </p:stCondLst>
                                  <p:childTnLst>
                                    <p:set>
                                      <p:cBhvr>
                                        <p:cTn id="36" dur="1" fill="hold">
                                          <p:stCondLst>
                                            <p:cond delay="0"/>
                                          </p:stCondLst>
                                        </p:cTn>
                                        <p:tgtEl>
                                          <p:spTgt spid="58398"/>
                                        </p:tgtEl>
                                        <p:attrNameLst>
                                          <p:attrName>style.visibility</p:attrName>
                                        </p:attrNameLst>
                                      </p:cBhvr>
                                      <p:to>
                                        <p:strVal val="visible"/>
                                      </p:to>
                                    </p:set>
                                    <p:animEffect transition="in" filter="randombar(vertical)">
                                      <p:cBhvr>
                                        <p:cTn id="37" dur="500"/>
                                        <p:tgtEl>
                                          <p:spTgt spid="5839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4" presetClass="entr" presetSubtype="5" fill="hold" nodeType="clickEffect">
                                  <p:stCondLst>
                                    <p:cond delay="0"/>
                                  </p:stCondLst>
                                  <p:childTnLst>
                                    <p:set>
                                      <p:cBhvr>
                                        <p:cTn id="41" dur="1" fill="hold">
                                          <p:stCondLst>
                                            <p:cond delay="0"/>
                                          </p:stCondLst>
                                        </p:cTn>
                                        <p:tgtEl>
                                          <p:spTgt spid="58399"/>
                                        </p:tgtEl>
                                        <p:attrNameLst>
                                          <p:attrName>style.visibility</p:attrName>
                                        </p:attrNameLst>
                                      </p:cBhvr>
                                      <p:to>
                                        <p:strVal val="visible"/>
                                      </p:to>
                                    </p:set>
                                    <p:animEffect transition="in" filter="randombar(vertical)">
                                      <p:cBhvr>
                                        <p:cTn id="42" dur="500"/>
                                        <p:tgtEl>
                                          <p:spTgt spid="5839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4" presetClass="entr" presetSubtype="5" fill="hold" grpId="0" nodeType="clickEffect">
                                  <p:stCondLst>
                                    <p:cond delay="0"/>
                                  </p:stCondLst>
                                  <p:childTnLst>
                                    <p:set>
                                      <p:cBhvr>
                                        <p:cTn id="46" dur="1" fill="hold">
                                          <p:stCondLst>
                                            <p:cond delay="0"/>
                                          </p:stCondLst>
                                        </p:cTn>
                                        <p:tgtEl>
                                          <p:spTgt spid="58400"/>
                                        </p:tgtEl>
                                        <p:attrNameLst>
                                          <p:attrName>style.visibility</p:attrName>
                                        </p:attrNameLst>
                                      </p:cBhvr>
                                      <p:to>
                                        <p:strVal val="visible"/>
                                      </p:to>
                                    </p:set>
                                    <p:animEffect transition="in" filter="randombar(vertical)">
                                      <p:cBhvr>
                                        <p:cTn id="47" dur="500"/>
                                        <p:tgtEl>
                                          <p:spTgt spid="58400"/>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4" presetClass="entr" presetSubtype="5" fill="hold" nodeType="clickEffect">
                                  <p:stCondLst>
                                    <p:cond delay="0"/>
                                  </p:stCondLst>
                                  <p:childTnLst>
                                    <p:set>
                                      <p:cBhvr>
                                        <p:cTn id="51" dur="1" fill="hold">
                                          <p:stCondLst>
                                            <p:cond delay="0"/>
                                          </p:stCondLst>
                                        </p:cTn>
                                        <p:tgtEl>
                                          <p:spTgt spid="58401"/>
                                        </p:tgtEl>
                                        <p:attrNameLst>
                                          <p:attrName>style.visibility</p:attrName>
                                        </p:attrNameLst>
                                      </p:cBhvr>
                                      <p:to>
                                        <p:strVal val="visible"/>
                                      </p:to>
                                    </p:set>
                                    <p:animEffect transition="in" filter="randombar(vertical)">
                                      <p:cBhvr>
                                        <p:cTn id="52" dur="500"/>
                                        <p:tgtEl>
                                          <p:spTgt spid="58401"/>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4" presetClass="entr" presetSubtype="5" fill="hold" grpId="0" nodeType="clickEffect">
                                  <p:stCondLst>
                                    <p:cond delay="0"/>
                                  </p:stCondLst>
                                  <p:childTnLst>
                                    <p:set>
                                      <p:cBhvr>
                                        <p:cTn id="56" dur="1" fill="hold">
                                          <p:stCondLst>
                                            <p:cond delay="0"/>
                                          </p:stCondLst>
                                        </p:cTn>
                                        <p:tgtEl>
                                          <p:spTgt spid="58402"/>
                                        </p:tgtEl>
                                        <p:attrNameLst>
                                          <p:attrName>style.visibility</p:attrName>
                                        </p:attrNameLst>
                                      </p:cBhvr>
                                      <p:to>
                                        <p:strVal val="visible"/>
                                      </p:to>
                                    </p:set>
                                    <p:animEffect transition="in" filter="randombar(vertical)">
                                      <p:cBhvr>
                                        <p:cTn id="57" dur="500"/>
                                        <p:tgtEl>
                                          <p:spTgt spid="58402"/>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14" presetClass="entr" presetSubtype="5" fill="hold" nodeType="clickEffect">
                                  <p:stCondLst>
                                    <p:cond delay="0"/>
                                  </p:stCondLst>
                                  <p:childTnLst>
                                    <p:set>
                                      <p:cBhvr>
                                        <p:cTn id="61" dur="1" fill="hold">
                                          <p:stCondLst>
                                            <p:cond delay="0"/>
                                          </p:stCondLst>
                                        </p:cTn>
                                        <p:tgtEl>
                                          <p:spTgt spid="58394"/>
                                        </p:tgtEl>
                                        <p:attrNameLst>
                                          <p:attrName>style.visibility</p:attrName>
                                        </p:attrNameLst>
                                      </p:cBhvr>
                                      <p:to>
                                        <p:strVal val="visible"/>
                                      </p:to>
                                    </p:set>
                                    <p:animEffect transition="in" filter="randombar(vertical)">
                                      <p:cBhvr>
                                        <p:cTn id="62" dur="500"/>
                                        <p:tgtEl>
                                          <p:spTgt spid="583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0" grpId="0" autoUpdateAnimBg="0"/>
      <p:bldP spid="58387" grpId="0" autoUpdateAnimBg="0"/>
      <p:bldP spid="58400" grpId="0" autoUpdateAnimBg="0"/>
      <p:bldP spid="58402" grpId="0"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ext Box 2">
            <a:extLst>
              <a:ext uri="{FF2B5EF4-FFF2-40B4-BE49-F238E27FC236}">
                <a16:creationId xmlns:a16="http://schemas.microsoft.com/office/drawing/2014/main" id="{245BCB5C-0F50-4E39-A14D-6691C7A23BEB}"/>
              </a:ext>
            </a:extLst>
          </p:cNvPr>
          <p:cNvSpPr txBox="1">
            <a:spLocks noChangeArrowheads="1"/>
          </p:cNvSpPr>
          <p:nvPr/>
        </p:nvSpPr>
        <p:spPr bwMode="auto">
          <a:xfrm>
            <a:off x="1524000" y="68452"/>
            <a:ext cx="9020418" cy="15696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r>
              <a:rPr lang="es-ES_tradnl" altLang="en-US" sz="3200">
                <a:solidFill>
                  <a:schemeClr val="tx2"/>
                </a:solidFill>
                <a:latin typeface="Times New Roman" panose="02020603050405020304" pitchFamily="18" charset="0"/>
              </a:rPr>
              <a:t>2.- Espira rectangular que se mueve  con velocidad</a:t>
            </a:r>
          </a:p>
          <a:p>
            <a:pPr eaLnBrk="0" hangingPunct="0"/>
            <a:r>
              <a:rPr lang="es-ES_tradnl" altLang="en-US" sz="3200">
                <a:solidFill>
                  <a:schemeClr val="tx2"/>
                </a:solidFill>
                <a:latin typeface="Times New Roman" panose="02020603050405020304" pitchFamily="18" charset="0"/>
              </a:rPr>
              <a:t>     v hacía  un conductor rectilíneo que transporta una</a:t>
            </a:r>
          </a:p>
          <a:p>
            <a:pPr eaLnBrk="0" hangingPunct="0"/>
            <a:r>
              <a:rPr lang="es-ES_tradnl" altLang="en-US" sz="3200">
                <a:solidFill>
                  <a:schemeClr val="tx2"/>
                </a:solidFill>
                <a:latin typeface="Times New Roman" panose="02020603050405020304" pitchFamily="18" charset="0"/>
              </a:rPr>
              <a:t>     corriente I</a:t>
            </a:r>
          </a:p>
        </p:txBody>
      </p:sp>
      <p:grpSp>
        <p:nvGrpSpPr>
          <p:cNvPr id="59395" name="Group 3">
            <a:extLst>
              <a:ext uri="{FF2B5EF4-FFF2-40B4-BE49-F238E27FC236}">
                <a16:creationId xmlns:a16="http://schemas.microsoft.com/office/drawing/2014/main" id="{977C451E-542D-43A1-9DB7-06DED7956D02}"/>
              </a:ext>
            </a:extLst>
          </p:cNvPr>
          <p:cNvGrpSpPr>
            <a:grpSpLocks/>
          </p:cNvGrpSpPr>
          <p:nvPr/>
        </p:nvGrpSpPr>
        <p:grpSpPr bwMode="auto">
          <a:xfrm>
            <a:off x="5638800" y="1630364"/>
            <a:ext cx="4343400" cy="3475037"/>
            <a:chOff x="2592" y="192"/>
            <a:chExt cx="2736" cy="2189"/>
          </a:xfrm>
        </p:grpSpPr>
        <p:sp>
          <p:nvSpPr>
            <p:cNvPr id="59396" name="Line 4">
              <a:extLst>
                <a:ext uri="{FF2B5EF4-FFF2-40B4-BE49-F238E27FC236}">
                  <a16:creationId xmlns:a16="http://schemas.microsoft.com/office/drawing/2014/main" id="{1C7FA259-247A-4E20-8186-5D8183227662}"/>
                </a:ext>
              </a:extLst>
            </p:cNvPr>
            <p:cNvSpPr>
              <a:spLocks noChangeShapeType="1"/>
            </p:cNvSpPr>
            <p:nvPr/>
          </p:nvSpPr>
          <p:spPr bwMode="auto">
            <a:xfrm>
              <a:off x="2592" y="1824"/>
              <a:ext cx="273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397" name="Line 5">
              <a:extLst>
                <a:ext uri="{FF2B5EF4-FFF2-40B4-BE49-F238E27FC236}">
                  <a16:creationId xmlns:a16="http://schemas.microsoft.com/office/drawing/2014/main" id="{74BB1ED4-53F9-407A-BF9C-61B2CFFF39CD}"/>
                </a:ext>
              </a:extLst>
            </p:cNvPr>
            <p:cNvSpPr>
              <a:spLocks noChangeShapeType="1"/>
            </p:cNvSpPr>
            <p:nvPr/>
          </p:nvSpPr>
          <p:spPr bwMode="auto">
            <a:xfrm>
              <a:off x="2592" y="1920"/>
              <a:ext cx="273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398" name="Rectangle 6">
              <a:extLst>
                <a:ext uri="{FF2B5EF4-FFF2-40B4-BE49-F238E27FC236}">
                  <a16:creationId xmlns:a16="http://schemas.microsoft.com/office/drawing/2014/main" id="{5C988550-6699-45D3-8AD3-8666252E4D0A}"/>
                </a:ext>
              </a:extLst>
            </p:cNvPr>
            <p:cNvSpPr>
              <a:spLocks noChangeArrowheads="1"/>
            </p:cNvSpPr>
            <p:nvPr/>
          </p:nvSpPr>
          <p:spPr bwMode="auto">
            <a:xfrm>
              <a:off x="2928" y="624"/>
              <a:ext cx="1680" cy="720"/>
            </a:xfrm>
            <a:prstGeom prst="rect">
              <a:avLst/>
            </a:prstGeom>
            <a:solidFill>
              <a:srgbClr val="FFFF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399" name="Line 7">
              <a:extLst>
                <a:ext uri="{FF2B5EF4-FFF2-40B4-BE49-F238E27FC236}">
                  <a16:creationId xmlns:a16="http://schemas.microsoft.com/office/drawing/2014/main" id="{4C3BF3D7-50AC-45B2-A859-F1E8160CAE8E}"/>
                </a:ext>
              </a:extLst>
            </p:cNvPr>
            <p:cNvSpPr>
              <a:spLocks noChangeShapeType="1"/>
            </p:cNvSpPr>
            <p:nvPr/>
          </p:nvSpPr>
          <p:spPr bwMode="auto">
            <a:xfrm>
              <a:off x="3648" y="2016"/>
              <a:ext cx="528"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00" name="Text Box 8">
              <a:extLst>
                <a:ext uri="{FF2B5EF4-FFF2-40B4-BE49-F238E27FC236}">
                  <a16:creationId xmlns:a16="http://schemas.microsoft.com/office/drawing/2014/main" id="{A27806D1-8FD4-4E5D-84C4-31185FC78812}"/>
                </a:ext>
              </a:extLst>
            </p:cNvPr>
            <p:cNvSpPr txBox="1">
              <a:spLocks noChangeArrowheads="1"/>
            </p:cNvSpPr>
            <p:nvPr/>
          </p:nvSpPr>
          <p:spPr bwMode="auto">
            <a:xfrm>
              <a:off x="3740" y="2016"/>
              <a:ext cx="201"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lang="es-ES_tradnl" altLang="en-US" sz="3200">
                  <a:solidFill>
                    <a:schemeClr val="tx2"/>
                  </a:solidFill>
                  <a:latin typeface="Times New Roman" panose="02020603050405020304" pitchFamily="18" charset="0"/>
                </a:rPr>
                <a:t>I</a:t>
              </a:r>
            </a:p>
          </p:txBody>
        </p:sp>
        <p:sp>
          <p:nvSpPr>
            <p:cNvPr id="59401" name="Line 9">
              <a:extLst>
                <a:ext uri="{FF2B5EF4-FFF2-40B4-BE49-F238E27FC236}">
                  <a16:creationId xmlns:a16="http://schemas.microsoft.com/office/drawing/2014/main" id="{676949AB-7171-4481-9A9B-7D296E6E6E3D}"/>
                </a:ext>
              </a:extLst>
            </p:cNvPr>
            <p:cNvSpPr>
              <a:spLocks noChangeShapeType="1"/>
            </p:cNvSpPr>
            <p:nvPr/>
          </p:nvSpPr>
          <p:spPr bwMode="auto">
            <a:xfrm>
              <a:off x="2928" y="432"/>
              <a:ext cx="0" cy="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02" name="Line 10">
              <a:extLst>
                <a:ext uri="{FF2B5EF4-FFF2-40B4-BE49-F238E27FC236}">
                  <a16:creationId xmlns:a16="http://schemas.microsoft.com/office/drawing/2014/main" id="{4B735D44-9494-4CAC-8E2D-B8E3E91F0434}"/>
                </a:ext>
              </a:extLst>
            </p:cNvPr>
            <p:cNvSpPr>
              <a:spLocks noChangeShapeType="1"/>
            </p:cNvSpPr>
            <p:nvPr/>
          </p:nvSpPr>
          <p:spPr bwMode="auto">
            <a:xfrm>
              <a:off x="4608" y="432"/>
              <a:ext cx="0" cy="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03" name="Line 11">
              <a:extLst>
                <a:ext uri="{FF2B5EF4-FFF2-40B4-BE49-F238E27FC236}">
                  <a16:creationId xmlns:a16="http://schemas.microsoft.com/office/drawing/2014/main" id="{2EFD8060-AE62-4313-B10C-D5B3EEB02D96}"/>
                </a:ext>
              </a:extLst>
            </p:cNvPr>
            <p:cNvSpPr>
              <a:spLocks noChangeShapeType="1"/>
            </p:cNvSpPr>
            <p:nvPr/>
          </p:nvSpPr>
          <p:spPr bwMode="auto">
            <a:xfrm>
              <a:off x="2928" y="480"/>
              <a:ext cx="1680" cy="0"/>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04" name="Line 12">
              <a:extLst>
                <a:ext uri="{FF2B5EF4-FFF2-40B4-BE49-F238E27FC236}">
                  <a16:creationId xmlns:a16="http://schemas.microsoft.com/office/drawing/2014/main" id="{31303DE2-4575-4235-9F45-0DE325C44A03}"/>
                </a:ext>
              </a:extLst>
            </p:cNvPr>
            <p:cNvSpPr>
              <a:spLocks noChangeShapeType="1"/>
            </p:cNvSpPr>
            <p:nvPr/>
          </p:nvSpPr>
          <p:spPr bwMode="auto">
            <a:xfrm flipH="1">
              <a:off x="2736" y="624"/>
              <a:ext cx="14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05" name="Line 13">
              <a:extLst>
                <a:ext uri="{FF2B5EF4-FFF2-40B4-BE49-F238E27FC236}">
                  <a16:creationId xmlns:a16="http://schemas.microsoft.com/office/drawing/2014/main" id="{1AB1ADD1-D917-42B9-835B-2DB87E102031}"/>
                </a:ext>
              </a:extLst>
            </p:cNvPr>
            <p:cNvSpPr>
              <a:spLocks noChangeShapeType="1"/>
            </p:cNvSpPr>
            <p:nvPr/>
          </p:nvSpPr>
          <p:spPr bwMode="auto">
            <a:xfrm flipH="1">
              <a:off x="2736" y="1344"/>
              <a:ext cx="14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06" name="Line 14">
              <a:extLst>
                <a:ext uri="{FF2B5EF4-FFF2-40B4-BE49-F238E27FC236}">
                  <a16:creationId xmlns:a16="http://schemas.microsoft.com/office/drawing/2014/main" id="{AC5DA4B9-ECC8-4263-899A-92FC3213E98E}"/>
                </a:ext>
              </a:extLst>
            </p:cNvPr>
            <p:cNvSpPr>
              <a:spLocks noChangeShapeType="1"/>
            </p:cNvSpPr>
            <p:nvPr/>
          </p:nvSpPr>
          <p:spPr bwMode="auto">
            <a:xfrm>
              <a:off x="2832" y="624"/>
              <a:ext cx="0" cy="72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07" name="Text Box 15">
              <a:extLst>
                <a:ext uri="{FF2B5EF4-FFF2-40B4-BE49-F238E27FC236}">
                  <a16:creationId xmlns:a16="http://schemas.microsoft.com/office/drawing/2014/main" id="{C0D887B5-3A34-49C4-BA26-2D7D28BDE83E}"/>
                </a:ext>
              </a:extLst>
            </p:cNvPr>
            <p:cNvSpPr txBox="1">
              <a:spLocks noChangeArrowheads="1"/>
            </p:cNvSpPr>
            <p:nvPr/>
          </p:nvSpPr>
          <p:spPr bwMode="auto">
            <a:xfrm>
              <a:off x="2621" y="816"/>
              <a:ext cx="230"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lang="es-ES_tradnl" altLang="en-US" sz="3200">
                  <a:solidFill>
                    <a:schemeClr val="tx2"/>
                  </a:solidFill>
                  <a:latin typeface="Times New Roman" panose="02020603050405020304" pitchFamily="18" charset="0"/>
                </a:rPr>
                <a:t>a</a:t>
              </a:r>
            </a:p>
          </p:txBody>
        </p:sp>
        <p:sp>
          <p:nvSpPr>
            <p:cNvPr id="59408" name="Text Box 16">
              <a:extLst>
                <a:ext uri="{FF2B5EF4-FFF2-40B4-BE49-F238E27FC236}">
                  <a16:creationId xmlns:a16="http://schemas.microsoft.com/office/drawing/2014/main" id="{2BD2CC75-AC12-4AC0-B482-7C6DAE4E727F}"/>
                </a:ext>
              </a:extLst>
            </p:cNvPr>
            <p:cNvSpPr txBox="1">
              <a:spLocks noChangeArrowheads="1"/>
            </p:cNvSpPr>
            <p:nvPr/>
          </p:nvSpPr>
          <p:spPr bwMode="auto">
            <a:xfrm>
              <a:off x="3526" y="192"/>
              <a:ext cx="244"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lang="es-ES_tradnl" altLang="en-US" sz="3200">
                  <a:solidFill>
                    <a:schemeClr val="tx2"/>
                  </a:solidFill>
                  <a:latin typeface="Times New Roman" panose="02020603050405020304" pitchFamily="18" charset="0"/>
                </a:rPr>
                <a:t>b</a:t>
              </a:r>
            </a:p>
          </p:txBody>
        </p:sp>
        <p:sp>
          <p:nvSpPr>
            <p:cNvPr id="59409" name="Line 17">
              <a:extLst>
                <a:ext uri="{FF2B5EF4-FFF2-40B4-BE49-F238E27FC236}">
                  <a16:creationId xmlns:a16="http://schemas.microsoft.com/office/drawing/2014/main" id="{9CD43051-0AD3-4397-808D-27F1A8368721}"/>
                </a:ext>
              </a:extLst>
            </p:cNvPr>
            <p:cNvSpPr>
              <a:spLocks noChangeShapeType="1"/>
            </p:cNvSpPr>
            <p:nvPr/>
          </p:nvSpPr>
          <p:spPr bwMode="auto">
            <a:xfrm>
              <a:off x="3408" y="1344"/>
              <a:ext cx="0" cy="480"/>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10" name="Text Box 18">
              <a:extLst>
                <a:ext uri="{FF2B5EF4-FFF2-40B4-BE49-F238E27FC236}">
                  <a16:creationId xmlns:a16="http://schemas.microsoft.com/office/drawing/2014/main" id="{FE001930-74CB-4B36-94D2-5CD4476FD714}"/>
                </a:ext>
              </a:extLst>
            </p:cNvPr>
            <p:cNvSpPr txBox="1">
              <a:spLocks noChangeArrowheads="1"/>
            </p:cNvSpPr>
            <p:nvPr/>
          </p:nvSpPr>
          <p:spPr bwMode="auto">
            <a:xfrm>
              <a:off x="3197" y="1392"/>
              <a:ext cx="230"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lang="es-ES_tradnl" altLang="en-US" sz="3200">
                  <a:solidFill>
                    <a:schemeClr val="tx2"/>
                  </a:solidFill>
                  <a:latin typeface="Times New Roman" panose="02020603050405020304" pitchFamily="18" charset="0"/>
                </a:rPr>
                <a:t>c</a:t>
              </a:r>
            </a:p>
          </p:txBody>
        </p:sp>
      </p:grpSp>
      <p:sp>
        <p:nvSpPr>
          <p:cNvPr id="59411" name="Line 19">
            <a:extLst>
              <a:ext uri="{FF2B5EF4-FFF2-40B4-BE49-F238E27FC236}">
                <a16:creationId xmlns:a16="http://schemas.microsoft.com/office/drawing/2014/main" id="{4CDD6EF6-0D76-457F-9FBB-0EFA5F23055D}"/>
              </a:ext>
            </a:extLst>
          </p:cNvPr>
          <p:cNvSpPr>
            <a:spLocks noChangeShapeType="1"/>
          </p:cNvSpPr>
          <p:nvPr/>
        </p:nvSpPr>
        <p:spPr bwMode="auto">
          <a:xfrm>
            <a:off x="9296400" y="2362200"/>
            <a:ext cx="0" cy="9144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12" name="Text Box 20">
            <a:extLst>
              <a:ext uri="{FF2B5EF4-FFF2-40B4-BE49-F238E27FC236}">
                <a16:creationId xmlns:a16="http://schemas.microsoft.com/office/drawing/2014/main" id="{5F6B7F05-60A4-419C-9B70-E2DA7B808710}"/>
              </a:ext>
            </a:extLst>
          </p:cNvPr>
          <p:cNvSpPr txBox="1">
            <a:spLocks noChangeArrowheads="1"/>
          </p:cNvSpPr>
          <p:nvPr/>
        </p:nvSpPr>
        <p:spPr bwMode="auto">
          <a:xfrm>
            <a:off x="9255125" y="2514600"/>
            <a:ext cx="387350"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lang="es-ES_tradnl" altLang="en-US" sz="3200">
                <a:solidFill>
                  <a:schemeClr val="tx2"/>
                </a:solidFill>
                <a:latin typeface="Times New Roman" panose="02020603050405020304" pitchFamily="18" charset="0"/>
              </a:rPr>
              <a:t>v</a:t>
            </a:r>
          </a:p>
        </p:txBody>
      </p:sp>
      <p:grpSp>
        <p:nvGrpSpPr>
          <p:cNvPr id="59413" name="Group 21">
            <a:extLst>
              <a:ext uri="{FF2B5EF4-FFF2-40B4-BE49-F238E27FC236}">
                <a16:creationId xmlns:a16="http://schemas.microsoft.com/office/drawing/2014/main" id="{E68F6ABD-7535-4265-AA60-B98FE9DDC152}"/>
              </a:ext>
            </a:extLst>
          </p:cNvPr>
          <p:cNvGrpSpPr>
            <a:grpSpLocks/>
          </p:cNvGrpSpPr>
          <p:nvPr/>
        </p:nvGrpSpPr>
        <p:grpSpPr bwMode="auto">
          <a:xfrm>
            <a:off x="1905000" y="1676400"/>
            <a:ext cx="1828800" cy="1219200"/>
            <a:chOff x="240" y="1056"/>
            <a:chExt cx="1152" cy="768"/>
          </a:xfrm>
        </p:grpSpPr>
        <p:sp>
          <p:nvSpPr>
            <p:cNvPr id="59414" name="Rectangle 22">
              <a:extLst>
                <a:ext uri="{FF2B5EF4-FFF2-40B4-BE49-F238E27FC236}">
                  <a16:creationId xmlns:a16="http://schemas.microsoft.com/office/drawing/2014/main" id="{DBF86243-697A-4624-92E8-8683CC45D9E8}"/>
                </a:ext>
              </a:extLst>
            </p:cNvPr>
            <p:cNvSpPr>
              <a:spLocks noChangeArrowheads="1"/>
            </p:cNvSpPr>
            <p:nvPr/>
          </p:nvSpPr>
          <p:spPr bwMode="auto">
            <a:xfrm>
              <a:off x="240" y="1056"/>
              <a:ext cx="1152" cy="768"/>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15" name="Text Box 23">
              <a:extLst>
                <a:ext uri="{FF2B5EF4-FFF2-40B4-BE49-F238E27FC236}">
                  <a16:creationId xmlns:a16="http://schemas.microsoft.com/office/drawing/2014/main" id="{BAD57537-392E-45DC-B3D1-316E23BD2F04}"/>
                </a:ext>
              </a:extLst>
            </p:cNvPr>
            <p:cNvSpPr txBox="1">
              <a:spLocks noChangeArrowheads="1"/>
            </p:cNvSpPr>
            <p:nvPr/>
          </p:nvSpPr>
          <p:spPr bwMode="auto">
            <a:xfrm>
              <a:off x="355" y="1105"/>
              <a:ext cx="941" cy="6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r>
                <a:rPr lang="es-ES_tradnl" altLang="en-US" sz="3200">
                  <a:solidFill>
                    <a:schemeClr val="tx2"/>
                  </a:solidFill>
                  <a:latin typeface="Times New Roman" panose="02020603050405020304" pitchFamily="18" charset="0"/>
                </a:rPr>
                <a:t>Datos:</a:t>
              </a:r>
            </a:p>
            <a:p>
              <a:pPr eaLnBrk="0" hangingPunct="0"/>
              <a:r>
                <a:rPr lang="es-ES_tradnl" altLang="en-US" sz="3200">
                  <a:solidFill>
                    <a:schemeClr val="tx2"/>
                  </a:solidFill>
                  <a:latin typeface="Times New Roman" panose="02020603050405020304" pitchFamily="18" charset="0"/>
                </a:rPr>
                <a:t>a,b,c,I,v</a:t>
              </a:r>
            </a:p>
          </p:txBody>
        </p:sp>
      </p:grpSp>
      <p:grpSp>
        <p:nvGrpSpPr>
          <p:cNvPr id="59416" name="Group 24">
            <a:extLst>
              <a:ext uri="{FF2B5EF4-FFF2-40B4-BE49-F238E27FC236}">
                <a16:creationId xmlns:a16="http://schemas.microsoft.com/office/drawing/2014/main" id="{8F0AEA81-70C3-4C0A-9834-9DE13CE388A7}"/>
              </a:ext>
            </a:extLst>
          </p:cNvPr>
          <p:cNvGrpSpPr>
            <a:grpSpLocks/>
          </p:cNvGrpSpPr>
          <p:nvPr/>
        </p:nvGrpSpPr>
        <p:grpSpPr bwMode="auto">
          <a:xfrm>
            <a:off x="1901826" y="3048000"/>
            <a:ext cx="1908175" cy="1295400"/>
            <a:chOff x="238" y="1920"/>
            <a:chExt cx="1202" cy="816"/>
          </a:xfrm>
        </p:grpSpPr>
        <p:sp>
          <p:nvSpPr>
            <p:cNvPr id="59417" name="Rectangle 25">
              <a:extLst>
                <a:ext uri="{FF2B5EF4-FFF2-40B4-BE49-F238E27FC236}">
                  <a16:creationId xmlns:a16="http://schemas.microsoft.com/office/drawing/2014/main" id="{E505FAB8-FC2F-41DC-A3B7-CE734722BAEA}"/>
                </a:ext>
              </a:extLst>
            </p:cNvPr>
            <p:cNvSpPr>
              <a:spLocks noChangeArrowheads="1"/>
            </p:cNvSpPr>
            <p:nvPr/>
          </p:nvSpPr>
          <p:spPr bwMode="auto">
            <a:xfrm>
              <a:off x="240" y="1920"/>
              <a:ext cx="1200" cy="816"/>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18" name="Text Box 26">
              <a:extLst>
                <a:ext uri="{FF2B5EF4-FFF2-40B4-BE49-F238E27FC236}">
                  <a16:creationId xmlns:a16="http://schemas.microsoft.com/office/drawing/2014/main" id="{871E179B-18F5-41A7-A961-226A84453CE9}"/>
                </a:ext>
              </a:extLst>
            </p:cNvPr>
            <p:cNvSpPr txBox="1">
              <a:spLocks noChangeArrowheads="1"/>
            </p:cNvSpPr>
            <p:nvPr/>
          </p:nvSpPr>
          <p:spPr bwMode="auto">
            <a:xfrm>
              <a:off x="238" y="1968"/>
              <a:ext cx="1154" cy="6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lang="es-ES_tradnl" altLang="en-US" sz="3200">
                  <a:solidFill>
                    <a:schemeClr val="tx2"/>
                  </a:solidFill>
                  <a:latin typeface="Times New Roman" panose="02020603050405020304" pitchFamily="18" charset="0"/>
                </a:rPr>
                <a:t>Incógnita:</a:t>
              </a:r>
            </a:p>
            <a:p>
              <a:pPr algn="ctr" eaLnBrk="0" hangingPunct="0"/>
              <a:r>
                <a:rPr lang="es-ES_tradnl" altLang="en-US" sz="3200">
                  <a:solidFill>
                    <a:schemeClr val="tx2"/>
                  </a:solidFill>
                  <a:latin typeface="Symbol" panose="05050102010706020507" pitchFamily="18" charset="2"/>
                </a:rPr>
                <a:t>e = ?</a:t>
              </a:r>
              <a:endParaRPr lang="es-ES_tradnl" altLang="en-US" sz="3200">
                <a:solidFill>
                  <a:schemeClr val="tx2"/>
                </a:solidFill>
                <a:latin typeface="Times New Roman" panose="02020603050405020304" pitchFamily="18" charset="0"/>
              </a:endParaRPr>
            </a:p>
          </p:txBody>
        </p:sp>
      </p:grpSp>
      <p:grpSp>
        <p:nvGrpSpPr>
          <p:cNvPr id="59419" name="Group 27">
            <a:extLst>
              <a:ext uri="{FF2B5EF4-FFF2-40B4-BE49-F238E27FC236}">
                <a16:creationId xmlns:a16="http://schemas.microsoft.com/office/drawing/2014/main" id="{B12206CA-D827-4E7E-93A9-7512B7C23850}"/>
              </a:ext>
            </a:extLst>
          </p:cNvPr>
          <p:cNvGrpSpPr>
            <a:grpSpLocks/>
          </p:cNvGrpSpPr>
          <p:nvPr/>
        </p:nvGrpSpPr>
        <p:grpSpPr bwMode="auto">
          <a:xfrm>
            <a:off x="2743200" y="5105400"/>
            <a:ext cx="6096000" cy="1676400"/>
            <a:chOff x="768" y="3120"/>
            <a:chExt cx="3840" cy="1056"/>
          </a:xfrm>
        </p:grpSpPr>
        <p:sp>
          <p:nvSpPr>
            <p:cNvPr id="59420" name="Rectangle 28">
              <a:extLst>
                <a:ext uri="{FF2B5EF4-FFF2-40B4-BE49-F238E27FC236}">
                  <a16:creationId xmlns:a16="http://schemas.microsoft.com/office/drawing/2014/main" id="{70A73E00-E522-4C20-B3BB-B7379E303792}"/>
                </a:ext>
              </a:extLst>
            </p:cNvPr>
            <p:cNvSpPr>
              <a:spLocks noChangeArrowheads="1"/>
            </p:cNvSpPr>
            <p:nvPr/>
          </p:nvSpPr>
          <p:spPr bwMode="auto">
            <a:xfrm>
              <a:off x="768" y="3120"/>
              <a:ext cx="3840" cy="1056"/>
            </a:xfrm>
            <a:prstGeom prst="rect">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aphicFrame>
          <p:nvGraphicFramePr>
            <p:cNvPr id="59421" name="Object 29">
              <a:extLst>
                <a:ext uri="{FF2B5EF4-FFF2-40B4-BE49-F238E27FC236}">
                  <a16:creationId xmlns:a16="http://schemas.microsoft.com/office/drawing/2014/main" id="{E14D896A-ECC5-48DB-A70E-7B8D2A8E7436}"/>
                </a:ext>
              </a:extLst>
            </p:cNvPr>
            <p:cNvGraphicFramePr>
              <a:graphicFrameLocks noChangeAspect="1"/>
            </p:cNvGraphicFramePr>
            <p:nvPr/>
          </p:nvGraphicFramePr>
          <p:xfrm>
            <a:off x="864" y="3136"/>
            <a:ext cx="3648" cy="1034"/>
          </p:xfrm>
          <a:graphic>
            <a:graphicData uri="http://schemas.openxmlformats.org/presentationml/2006/ole">
              <mc:AlternateContent xmlns:mc="http://schemas.openxmlformats.org/markup-compatibility/2006">
                <mc:Choice xmlns:v="urn:schemas-microsoft-com:vml" Requires="v">
                  <p:oleObj spid="_x0000_s40964" name="Ecuación" r:id="rId3" imgW="1384200" imgH="393480" progId="Equation.3">
                    <p:embed/>
                  </p:oleObj>
                </mc:Choice>
                <mc:Fallback>
                  <p:oleObj name="Ecuación" r:id="rId3" imgW="1384200" imgH="393480" progId="Equation.3">
                    <p:embed/>
                    <p:pic>
                      <p:nvPicPr>
                        <p:cNvPr id="59421" name="Object 29">
                          <a:extLst>
                            <a:ext uri="{FF2B5EF4-FFF2-40B4-BE49-F238E27FC236}">
                              <a16:creationId xmlns:a16="http://schemas.microsoft.com/office/drawing/2014/main" id="{E14D896A-ECC5-48DB-A70E-7B8D2A8E743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4" y="3136"/>
                          <a:ext cx="3648" cy="10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5" fill="hold" grpId="0" nodeType="clickEffect">
                                  <p:stCondLst>
                                    <p:cond delay="0"/>
                                  </p:stCondLst>
                                  <p:childTnLst>
                                    <p:set>
                                      <p:cBhvr>
                                        <p:cTn id="6" dur="1" fill="hold">
                                          <p:stCondLst>
                                            <p:cond delay="0"/>
                                          </p:stCondLst>
                                        </p:cTn>
                                        <p:tgtEl>
                                          <p:spTgt spid="59394"/>
                                        </p:tgtEl>
                                        <p:attrNameLst>
                                          <p:attrName>style.visibility</p:attrName>
                                        </p:attrNameLst>
                                      </p:cBhvr>
                                      <p:to>
                                        <p:strVal val="visible"/>
                                      </p:to>
                                    </p:set>
                                    <p:animEffect transition="in" filter="randombar(vertical)">
                                      <p:cBhvr>
                                        <p:cTn id="7" dur="500"/>
                                        <p:tgtEl>
                                          <p:spTgt spid="5939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5" fill="hold" nodeType="clickEffect">
                                  <p:stCondLst>
                                    <p:cond delay="0"/>
                                  </p:stCondLst>
                                  <p:childTnLst>
                                    <p:set>
                                      <p:cBhvr>
                                        <p:cTn id="11" dur="1" fill="hold">
                                          <p:stCondLst>
                                            <p:cond delay="0"/>
                                          </p:stCondLst>
                                        </p:cTn>
                                        <p:tgtEl>
                                          <p:spTgt spid="59395"/>
                                        </p:tgtEl>
                                        <p:attrNameLst>
                                          <p:attrName>style.visibility</p:attrName>
                                        </p:attrNameLst>
                                      </p:cBhvr>
                                      <p:to>
                                        <p:strVal val="visible"/>
                                      </p:to>
                                    </p:set>
                                    <p:animEffect transition="in" filter="randombar(vertical)">
                                      <p:cBhvr>
                                        <p:cTn id="12" dur="500"/>
                                        <p:tgtEl>
                                          <p:spTgt spid="5939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499"/>
                                          </p:stCondLst>
                                        </p:cTn>
                                        <p:tgtEl>
                                          <p:spTgt spid="59411"/>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59412"/>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4" presetClass="entr" presetSubtype="5" fill="hold" nodeType="clickEffect">
                                  <p:stCondLst>
                                    <p:cond delay="0"/>
                                  </p:stCondLst>
                                  <p:childTnLst>
                                    <p:set>
                                      <p:cBhvr>
                                        <p:cTn id="24" dur="1" fill="hold">
                                          <p:stCondLst>
                                            <p:cond delay="0"/>
                                          </p:stCondLst>
                                        </p:cTn>
                                        <p:tgtEl>
                                          <p:spTgt spid="59413"/>
                                        </p:tgtEl>
                                        <p:attrNameLst>
                                          <p:attrName>style.visibility</p:attrName>
                                        </p:attrNameLst>
                                      </p:cBhvr>
                                      <p:to>
                                        <p:strVal val="visible"/>
                                      </p:to>
                                    </p:set>
                                    <p:animEffect transition="in" filter="randombar(vertical)">
                                      <p:cBhvr>
                                        <p:cTn id="25" dur="500"/>
                                        <p:tgtEl>
                                          <p:spTgt spid="59413"/>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4" presetClass="entr" presetSubtype="5" fill="hold" nodeType="clickEffect">
                                  <p:stCondLst>
                                    <p:cond delay="0"/>
                                  </p:stCondLst>
                                  <p:childTnLst>
                                    <p:set>
                                      <p:cBhvr>
                                        <p:cTn id="29" dur="1" fill="hold">
                                          <p:stCondLst>
                                            <p:cond delay="0"/>
                                          </p:stCondLst>
                                        </p:cTn>
                                        <p:tgtEl>
                                          <p:spTgt spid="59416"/>
                                        </p:tgtEl>
                                        <p:attrNameLst>
                                          <p:attrName>style.visibility</p:attrName>
                                        </p:attrNameLst>
                                      </p:cBhvr>
                                      <p:to>
                                        <p:strVal val="visible"/>
                                      </p:to>
                                    </p:set>
                                    <p:animEffect transition="in" filter="randombar(vertical)">
                                      <p:cBhvr>
                                        <p:cTn id="30" dur="500"/>
                                        <p:tgtEl>
                                          <p:spTgt spid="59416"/>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14" presetClass="entr" presetSubtype="5" fill="hold" nodeType="clickEffect">
                                  <p:stCondLst>
                                    <p:cond delay="0"/>
                                  </p:stCondLst>
                                  <p:childTnLst>
                                    <p:set>
                                      <p:cBhvr>
                                        <p:cTn id="34" dur="1" fill="hold">
                                          <p:stCondLst>
                                            <p:cond delay="0"/>
                                          </p:stCondLst>
                                        </p:cTn>
                                        <p:tgtEl>
                                          <p:spTgt spid="59419"/>
                                        </p:tgtEl>
                                        <p:attrNameLst>
                                          <p:attrName>style.visibility</p:attrName>
                                        </p:attrNameLst>
                                      </p:cBhvr>
                                      <p:to>
                                        <p:strVal val="visible"/>
                                      </p:to>
                                    </p:set>
                                    <p:animEffect transition="in" filter="randombar(vertical)">
                                      <p:cBhvr>
                                        <p:cTn id="35" dur="500"/>
                                        <p:tgtEl>
                                          <p:spTgt spid="594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4" grpId="0" autoUpdateAnimBg="0"/>
      <p:bldP spid="59412" grpId="0"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7119D6D6-D264-43ED-AD12-951D1902400B}"/>
              </a:ext>
            </a:extLst>
          </p:cNvPr>
          <p:cNvSpPr>
            <a:spLocks noChangeArrowheads="1"/>
          </p:cNvSpPr>
          <p:nvPr/>
        </p:nvSpPr>
        <p:spPr bwMode="auto">
          <a:xfrm>
            <a:off x="2438400" y="457200"/>
            <a:ext cx="6400800" cy="533400"/>
          </a:xfrm>
          <a:prstGeom prst="rect">
            <a:avLst/>
          </a:prstGeom>
          <a:solidFill>
            <a:srgbClr val="00CC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419" name="Text Box 3">
            <a:extLst>
              <a:ext uri="{FF2B5EF4-FFF2-40B4-BE49-F238E27FC236}">
                <a16:creationId xmlns:a16="http://schemas.microsoft.com/office/drawing/2014/main" id="{4EE0E03B-D4D2-493A-A35D-9235B113D7C7}"/>
              </a:ext>
            </a:extLst>
          </p:cNvPr>
          <p:cNvSpPr txBox="1">
            <a:spLocks noChangeArrowheads="1"/>
          </p:cNvSpPr>
          <p:nvPr/>
        </p:nvSpPr>
        <p:spPr bwMode="auto">
          <a:xfrm>
            <a:off x="2471738" y="473075"/>
            <a:ext cx="6291262"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lang="es-ES_tradnl" altLang="en-US" sz="3200">
                <a:solidFill>
                  <a:schemeClr val="tx2"/>
                </a:solidFill>
                <a:latin typeface="Times New Roman" panose="02020603050405020304" pitchFamily="18" charset="0"/>
              </a:rPr>
              <a:t>FEM en un conductor en movimiento</a:t>
            </a:r>
          </a:p>
        </p:txBody>
      </p:sp>
      <p:grpSp>
        <p:nvGrpSpPr>
          <p:cNvPr id="60420" name="Group 4">
            <a:extLst>
              <a:ext uri="{FF2B5EF4-FFF2-40B4-BE49-F238E27FC236}">
                <a16:creationId xmlns:a16="http://schemas.microsoft.com/office/drawing/2014/main" id="{C4C32BE0-20AE-485E-A2FC-1DE08C7835CD}"/>
              </a:ext>
            </a:extLst>
          </p:cNvPr>
          <p:cNvGrpSpPr>
            <a:grpSpLocks/>
          </p:cNvGrpSpPr>
          <p:nvPr/>
        </p:nvGrpSpPr>
        <p:grpSpPr bwMode="auto">
          <a:xfrm>
            <a:off x="5029200" y="1066800"/>
            <a:ext cx="5410200" cy="3810000"/>
            <a:chOff x="384" y="816"/>
            <a:chExt cx="3408" cy="2400"/>
          </a:xfrm>
        </p:grpSpPr>
        <p:grpSp>
          <p:nvGrpSpPr>
            <p:cNvPr id="60421" name="Group 5">
              <a:extLst>
                <a:ext uri="{FF2B5EF4-FFF2-40B4-BE49-F238E27FC236}">
                  <a16:creationId xmlns:a16="http://schemas.microsoft.com/office/drawing/2014/main" id="{EAD5EB33-CCCC-4961-8FD0-5501870D63C1}"/>
                </a:ext>
              </a:extLst>
            </p:cNvPr>
            <p:cNvGrpSpPr>
              <a:grpSpLocks/>
            </p:cNvGrpSpPr>
            <p:nvPr/>
          </p:nvGrpSpPr>
          <p:grpSpPr bwMode="auto">
            <a:xfrm>
              <a:off x="672" y="911"/>
              <a:ext cx="2736" cy="2305"/>
              <a:chOff x="1344" y="816"/>
              <a:chExt cx="2736" cy="2305"/>
            </a:xfrm>
          </p:grpSpPr>
          <p:grpSp>
            <p:nvGrpSpPr>
              <p:cNvPr id="60422" name="Group 6">
                <a:extLst>
                  <a:ext uri="{FF2B5EF4-FFF2-40B4-BE49-F238E27FC236}">
                    <a16:creationId xmlns:a16="http://schemas.microsoft.com/office/drawing/2014/main" id="{6B9DE40C-1BA6-42A8-987E-29B0542A4422}"/>
                  </a:ext>
                </a:extLst>
              </p:cNvPr>
              <p:cNvGrpSpPr>
                <a:grpSpLocks/>
              </p:cNvGrpSpPr>
              <p:nvPr/>
            </p:nvGrpSpPr>
            <p:grpSpPr bwMode="auto">
              <a:xfrm>
                <a:off x="1344" y="816"/>
                <a:ext cx="145" cy="2305"/>
                <a:chOff x="1344" y="816"/>
                <a:chExt cx="145" cy="2305"/>
              </a:xfrm>
            </p:grpSpPr>
            <p:grpSp>
              <p:nvGrpSpPr>
                <p:cNvPr id="60423" name="Group 7">
                  <a:extLst>
                    <a:ext uri="{FF2B5EF4-FFF2-40B4-BE49-F238E27FC236}">
                      <a16:creationId xmlns:a16="http://schemas.microsoft.com/office/drawing/2014/main" id="{D1B54A60-1C56-4F70-82F4-CB7336DB4B22}"/>
                    </a:ext>
                  </a:extLst>
                </p:cNvPr>
                <p:cNvGrpSpPr>
                  <a:grpSpLocks noChangeAspect="1"/>
                </p:cNvGrpSpPr>
                <p:nvPr/>
              </p:nvGrpSpPr>
              <p:grpSpPr bwMode="auto">
                <a:xfrm>
                  <a:off x="1344" y="816"/>
                  <a:ext cx="145" cy="145"/>
                  <a:chOff x="1344" y="816"/>
                  <a:chExt cx="240" cy="240"/>
                </a:xfrm>
              </p:grpSpPr>
              <p:sp>
                <p:nvSpPr>
                  <p:cNvPr id="60424" name="Line 8">
                    <a:extLst>
                      <a:ext uri="{FF2B5EF4-FFF2-40B4-BE49-F238E27FC236}">
                        <a16:creationId xmlns:a16="http://schemas.microsoft.com/office/drawing/2014/main" id="{169086B7-08B3-4FBE-9388-E91F379FE451}"/>
                      </a:ext>
                    </a:extLst>
                  </p:cNvPr>
                  <p:cNvSpPr>
                    <a:spLocks noChangeAspect="1" noChangeShapeType="1"/>
                  </p:cNvSpPr>
                  <p:nvPr/>
                </p:nvSpPr>
                <p:spPr bwMode="auto">
                  <a:xfrm flipH="1">
                    <a:off x="1344" y="816"/>
                    <a:ext cx="24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425" name="Line 9">
                    <a:extLst>
                      <a:ext uri="{FF2B5EF4-FFF2-40B4-BE49-F238E27FC236}">
                        <a16:creationId xmlns:a16="http://schemas.microsoft.com/office/drawing/2014/main" id="{110EE67E-F7DF-4A0F-94CF-EC198397CD9E}"/>
                      </a:ext>
                    </a:extLst>
                  </p:cNvPr>
                  <p:cNvSpPr>
                    <a:spLocks noChangeAspect="1" noChangeShapeType="1"/>
                  </p:cNvSpPr>
                  <p:nvPr/>
                </p:nvSpPr>
                <p:spPr bwMode="auto">
                  <a:xfrm>
                    <a:off x="1344" y="816"/>
                    <a:ext cx="24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60426" name="Group 10">
                  <a:extLst>
                    <a:ext uri="{FF2B5EF4-FFF2-40B4-BE49-F238E27FC236}">
                      <a16:creationId xmlns:a16="http://schemas.microsoft.com/office/drawing/2014/main" id="{2BC089B5-1DAD-468B-AD18-0184F84FE7F7}"/>
                    </a:ext>
                  </a:extLst>
                </p:cNvPr>
                <p:cNvGrpSpPr>
                  <a:grpSpLocks noChangeAspect="1"/>
                </p:cNvGrpSpPr>
                <p:nvPr/>
              </p:nvGrpSpPr>
              <p:grpSpPr bwMode="auto">
                <a:xfrm>
                  <a:off x="1344" y="1968"/>
                  <a:ext cx="145" cy="145"/>
                  <a:chOff x="1344" y="816"/>
                  <a:chExt cx="240" cy="240"/>
                </a:xfrm>
              </p:grpSpPr>
              <p:sp>
                <p:nvSpPr>
                  <p:cNvPr id="60427" name="Line 11">
                    <a:extLst>
                      <a:ext uri="{FF2B5EF4-FFF2-40B4-BE49-F238E27FC236}">
                        <a16:creationId xmlns:a16="http://schemas.microsoft.com/office/drawing/2014/main" id="{3DC5E07C-061C-492C-8FCE-7E73CC573349}"/>
                      </a:ext>
                    </a:extLst>
                  </p:cNvPr>
                  <p:cNvSpPr>
                    <a:spLocks noChangeAspect="1" noChangeShapeType="1"/>
                  </p:cNvSpPr>
                  <p:nvPr/>
                </p:nvSpPr>
                <p:spPr bwMode="auto">
                  <a:xfrm flipH="1">
                    <a:off x="1344" y="816"/>
                    <a:ext cx="24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428" name="Line 12">
                    <a:extLst>
                      <a:ext uri="{FF2B5EF4-FFF2-40B4-BE49-F238E27FC236}">
                        <a16:creationId xmlns:a16="http://schemas.microsoft.com/office/drawing/2014/main" id="{D3D8FE50-33E7-469B-96FE-1F12598C979E}"/>
                      </a:ext>
                    </a:extLst>
                  </p:cNvPr>
                  <p:cNvSpPr>
                    <a:spLocks noChangeAspect="1" noChangeShapeType="1"/>
                  </p:cNvSpPr>
                  <p:nvPr/>
                </p:nvSpPr>
                <p:spPr bwMode="auto">
                  <a:xfrm>
                    <a:off x="1344" y="816"/>
                    <a:ext cx="24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60429" name="Group 13">
                  <a:extLst>
                    <a:ext uri="{FF2B5EF4-FFF2-40B4-BE49-F238E27FC236}">
                      <a16:creationId xmlns:a16="http://schemas.microsoft.com/office/drawing/2014/main" id="{3DA8C173-6DB0-4490-B261-6BACB9EF9CBE}"/>
                    </a:ext>
                  </a:extLst>
                </p:cNvPr>
                <p:cNvGrpSpPr>
                  <a:grpSpLocks noChangeAspect="1"/>
                </p:cNvGrpSpPr>
                <p:nvPr/>
              </p:nvGrpSpPr>
              <p:grpSpPr bwMode="auto">
                <a:xfrm>
                  <a:off x="1344" y="2976"/>
                  <a:ext cx="145" cy="145"/>
                  <a:chOff x="1344" y="816"/>
                  <a:chExt cx="240" cy="240"/>
                </a:xfrm>
              </p:grpSpPr>
              <p:sp>
                <p:nvSpPr>
                  <p:cNvPr id="60430" name="Line 14">
                    <a:extLst>
                      <a:ext uri="{FF2B5EF4-FFF2-40B4-BE49-F238E27FC236}">
                        <a16:creationId xmlns:a16="http://schemas.microsoft.com/office/drawing/2014/main" id="{68B3CACE-F5D3-49B9-9EE6-FA6992B2BFEE}"/>
                      </a:ext>
                    </a:extLst>
                  </p:cNvPr>
                  <p:cNvSpPr>
                    <a:spLocks noChangeAspect="1" noChangeShapeType="1"/>
                  </p:cNvSpPr>
                  <p:nvPr/>
                </p:nvSpPr>
                <p:spPr bwMode="auto">
                  <a:xfrm flipH="1">
                    <a:off x="1344" y="816"/>
                    <a:ext cx="24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431" name="Line 15">
                    <a:extLst>
                      <a:ext uri="{FF2B5EF4-FFF2-40B4-BE49-F238E27FC236}">
                        <a16:creationId xmlns:a16="http://schemas.microsoft.com/office/drawing/2014/main" id="{4AC525A2-8C42-4B06-8237-DF9F2BF7B087}"/>
                      </a:ext>
                    </a:extLst>
                  </p:cNvPr>
                  <p:cNvSpPr>
                    <a:spLocks noChangeAspect="1" noChangeShapeType="1"/>
                  </p:cNvSpPr>
                  <p:nvPr/>
                </p:nvSpPr>
                <p:spPr bwMode="auto">
                  <a:xfrm>
                    <a:off x="1344" y="816"/>
                    <a:ext cx="24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60432" name="Group 16">
                <a:extLst>
                  <a:ext uri="{FF2B5EF4-FFF2-40B4-BE49-F238E27FC236}">
                    <a16:creationId xmlns:a16="http://schemas.microsoft.com/office/drawing/2014/main" id="{6B4E81E0-8327-40D2-9A22-3639EAA81EBF}"/>
                  </a:ext>
                </a:extLst>
              </p:cNvPr>
              <p:cNvGrpSpPr>
                <a:grpSpLocks/>
              </p:cNvGrpSpPr>
              <p:nvPr/>
            </p:nvGrpSpPr>
            <p:grpSpPr bwMode="auto">
              <a:xfrm>
                <a:off x="2207" y="816"/>
                <a:ext cx="145" cy="2305"/>
                <a:chOff x="1344" y="816"/>
                <a:chExt cx="145" cy="2305"/>
              </a:xfrm>
            </p:grpSpPr>
            <p:grpSp>
              <p:nvGrpSpPr>
                <p:cNvPr id="60433" name="Group 17">
                  <a:extLst>
                    <a:ext uri="{FF2B5EF4-FFF2-40B4-BE49-F238E27FC236}">
                      <a16:creationId xmlns:a16="http://schemas.microsoft.com/office/drawing/2014/main" id="{8B154344-538F-4FCB-811A-47751662E962}"/>
                    </a:ext>
                  </a:extLst>
                </p:cNvPr>
                <p:cNvGrpSpPr>
                  <a:grpSpLocks noChangeAspect="1"/>
                </p:cNvGrpSpPr>
                <p:nvPr/>
              </p:nvGrpSpPr>
              <p:grpSpPr bwMode="auto">
                <a:xfrm>
                  <a:off x="1344" y="816"/>
                  <a:ext cx="145" cy="145"/>
                  <a:chOff x="1344" y="816"/>
                  <a:chExt cx="240" cy="240"/>
                </a:xfrm>
              </p:grpSpPr>
              <p:sp>
                <p:nvSpPr>
                  <p:cNvPr id="60434" name="Line 18">
                    <a:extLst>
                      <a:ext uri="{FF2B5EF4-FFF2-40B4-BE49-F238E27FC236}">
                        <a16:creationId xmlns:a16="http://schemas.microsoft.com/office/drawing/2014/main" id="{6419D621-399F-44AE-8ADE-E519AE284069}"/>
                      </a:ext>
                    </a:extLst>
                  </p:cNvPr>
                  <p:cNvSpPr>
                    <a:spLocks noChangeAspect="1" noChangeShapeType="1"/>
                  </p:cNvSpPr>
                  <p:nvPr/>
                </p:nvSpPr>
                <p:spPr bwMode="auto">
                  <a:xfrm flipH="1">
                    <a:off x="1344" y="816"/>
                    <a:ext cx="24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435" name="Line 19">
                    <a:extLst>
                      <a:ext uri="{FF2B5EF4-FFF2-40B4-BE49-F238E27FC236}">
                        <a16:creationId xmlns:a16="http://schemas.microsoft.com/office/drawing/2014/main" id="{2886A4ED-9168-491D-B878-99DEB6B4F9DE}"/>
                      </a:ext>
                    </a:extLst>
                  </p:cNvPr>
                  <p:cNvSpPr>
                    <a:spLocks noChangeAspect="1" noChangeShapeType="1"/>
                  </p:cNvSpPr>
                  <p:nvPr/>
                </p:nvSpPr>
                <p:spPr bwMode="auto">
                  <a:xfrm>
                    <a:off x="1344" y="816"/>
                    <a:ext cx="24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60436" name="Group 20">
                  <a:extLst>
                    <a:ext uri="{FF2B5EF4-FFF2-40B4-BE49-F238E27FC236}">
                      <a16:creationId xmlns:a16="http://schemas.microsoft.com/office/drawing/2014/main" id="{3F031E25-3CC0-4FB9-BE14-239182C860E9}"/>
                    </a:ext>
                  </a:extLst>
                </p:cNvPr>
                <p:cNvGrpSpPr>
                  <a:grpSpLocks noChangeAspect="1"/>
                </p:cNvGrpSpPr>
                <p:nvPr/>
              </p:nvGrpSpPr>
              <p:grpSpPr bwMode="auto">
                <a:xfrm>
                  <a:off x="1344" y="1968"/>
                  <a:ext cx="145" cy="145"/>
                  <a:chOff x="1344" y="816"/>
                  <a:chExt cx="240" cy="240"/>
                </a:xfrm>
              </p:grpSpPr>
              <p:sp>
                <p:nvSpPr>
                  <p:cNvPr id="60437" name="Line 21">
                    <a:extLst>
                      <a:ext uri="{FF2B5EF4-FFF2-40B4-BE49-F238E27FC236}">
                        <a16:creationId xmlns:a16="http://schemas.microsoft.com/office/drawing/2014/main" id="{15A506AD-DAFC-4900-8170-FEBF91CFC335}"/>
                      </a:ext>
                    </a:extLst>
                  </p:cNvPr>
                  <p:cNvSpPr>
                    <a:spLocks noChangeAspect="1" noChangeShapeType="1"/>
                  </p:cNvSpPr>
                  <p:nvPr/>
                </p:nvSpPr>
                <p:spPr bwMode="auto">
                  <a:xfrm flipH="1">
                    <a:off x="1344" y="816"/>
                    <a:ext cx="24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438" name="Line 22">
                    <a:extLst>
                      <a:ext uri="{FF2B5EF4-FFF2-40B4-BE49-F238E27FC236}">
                        <a16:creationId xmlns:a16="http://schemas.microsoft.com/office/drawing/2014/main" id="{00E7F194-FD63-405F-892A-FDD820F99CCE}"/>
                      </a:ext>
                    </a:extLst>
                  </p:cNvPr>
                  <p:cNvSpPr>
                    <a:spLocks noChangeAspect="1" noChangeShapeType="1"/>
                  </p:cNvSpPr>
                  <p:nvPr/>
                </p:nvSpPr>
                <p:spPr bwMode="auto">
                  <a:xfrm>
                    <a:off x="1344" y="816"/>
                    <a:ext cx="24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60439" name="Group 23">
                  <a:extLst>
                    <a:ext uri="{FF2B5EF4-FFF2-40B4-BE49-F238E27FC236}">
                      <a16:creationId xmlns:a16="http://schemas.microsoft.com/office/drawing/2014/main" id="{BB663D8C-D1F1-428A-AAB3-C454E4C65FA5}"/>
                    </a:ext>
                  </a:extLst>
                </p:cNvPr>
                <p:cNvGrpSpPr>
                  <a:grpSpLocks noChangeAspect="1"/>
                </p:cNvGrpSpPr>
                <p:nvPr/>
              </p:nvGrpSpPr>
              <p:grpSpPr bwMode="auto">
                <a:xfrm>
                  <a:off x="1344" y="2976"/>
                  <a:ext cx="145" cy="145"/>
                  <a:chOff x="1344" y="816"/>
                  <a:chExt cx="240" cy="240"/>
                </a:xfrm>
              </p:grpSpPr>
              <p:sp>
                <p:nvSpPr>
                  <p:cNvPr id="60440" name="Line 24">
                    <a:extLst>
                      <a:ext uri="{FF2B5EF4-FFF2-40B4-BE49-F238E27FC236}">
                        <a16:creationId xmlns:a16="http://schemas.microsoft.com/office/drawing/2014/main" id="{8631FE4D-AB03-4691-A7FA-56E82F470462}"/>
                      </a:ext>
                    </a:extLst>
                  </p:cNvPr>
                  <p:cNvSpPr>
                    <a:spLocks noChangeAspect="1" noChangeShapeType="1"/>
                  </p:cNvSpPr>
                  <p:nvPr/>
                </p:nvSpPr>
                <p:spPr bwMode="auto">
                  <a:xfrm flipH="1">
                    <a:off x="1344" y="816"/>
                    <a:ext cx="24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441" name="Line 25">
                    <a:extLst>
                      <a:ext uri="{FF2B5EF4-FFF2-40B4-BE49-F238E27FC236}">
                        <a16:creationId xmlns:a16="http://schemas.microsoft.com/office/drawing/2014/main" id="{54353549-FB31-49E8-9DC3-D1E8F318ABFD}"/>
                      </a:ext>
                    </a:extLst>
                  </p:cNvPr>
                  <p:cNvSpPr>
                    <a:spLocks noChangeAspect="1" noChangeShapeType="1"/>
                  </p:cNvSpPr>
                  <p:nvPr/>
                </p:nvSpPr>
                <p:spPr bwMode="auto">
                  <a:xfrm>
                    <a:off x="1344" y="816"/>
                    <a:ext cx="24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60442" name="Group 26">
                <a:extLst>
                  <a:ext uri="{FF2B5EF4-FFF2-40B4-BE49-F238E27FC236}">
                    <a16:creationId xmlns:a16="http://schemas.microsoft.com/office/drawing/2014/main" id="{EA9BD377-5469-49DD-BE59-05356D124A6A}"/>
                  </a:ext>
                </a:extLst>
              </p:cNvPr>
              <p:cNvGrpSpPr>
                <a:grpSpLocks/>
              </p:cNvGrpSpPr>
              <p:nvPr/>
            </p:nvGrpSpPr>
            <p:grpSpPr bwMode="auto">
              <a:xfrm>
                <a:off x="3023" y="816"/>
                <a:ext cx="145" cy="2305"/>
                <a:chOff x="1344" y="816"/>
                <a:chExt cx="145" cy="2305"/>
              </a:xfrm>
            </p:grpSpPr>
            <p:grpSp>
              <p:nvGrpSpPr>
                <p:cNvPr id="60443" name="Group 27">
                  <a:extLst>
                    <a:ext uri="{FF2B5EF4-FFF2-40B4-BE49-F238E27FC236}">
                      <a16:creationId xmlns:a16="http://schemas.microsoft.com/office/drawing/2014/main" id="{7B5B62FB-78AA-41C3-AD4E-9D0B23D1D97C}"/>
                    </a:ext>
                  </a:extLst>
                </p:cNvPr>
                <p:cNvGrpSpPr>
                  <a:grpSpLocks noChangeAspect="1"/>
                </p:cNvGrpSpPr>
                <p:nvPr/>
              </p:nvGrpSpPr>
              <p:grpSpPr bwMode="auto">
                <a:xfrm>
                  <a:off x="1344" y="816"/>
                  <a:ext cx="145" cy="145"/>
                  <a:chOff x="1344" y="816"/>
                  <a:chExt cx="240" cy="240"/>
                </a:xfrm>
              </p:grpSpPr>
              <p:sp>
                <p:nvSpPr>
                  <p:cNvPr id="60444" name="Line 28">
                    <a:extLst>
                      <a:ext uri="{FF2B5EF4-FFF2-40B4-BE49-F238E27FC236}">
                        <a16:creationId xmlns:a16="http://schemas.microsoft.com/office/drawing/2014/main" id="{CD332265-5C74-4ED0-9189-8A72E377218F}"/>
                      </a:ext>
                    </a:extLst>
                  </p:cNvPr>
                  <p:cNvSpPr>
                    <a:spLocks noChangeAspect="1" noChangeShapeType="1"/>
                  </p:cNvSpPr>
                  <p:nvPr/>
                </p:nvSpPr>
                <p:spPr bwMode="auto">
                  <a:xfrm flipH="1">
                    <a:off x="1344" y="816"/>
                    <a:ext cx="24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445" name="Line 29">
                    <a:extLst>
                      <a:ext uri="{FF2B5EF4-FFF2-40B4-BE49-F238E27FC236}">
                        <a16:creationId xmlns:a16="http://schemas.microsoft.com/office/drawing/2014/main" id="{8FF126E8-D5F9-4543-85F4-760AE76B3928}"/>
                      </a:ext>
                    </a:extLst>
                  </p:cNvPr>
                  <p:cNvSpPr>
                    <a:spLocks noChangeAspect="1" noChangeShapeType="1"/>
                  </p:cNvSpPr>
                  <p:nvPr/>
                </p:nvSpPr>
                <p:spPr bwMode="auto">
                  <a:xfrm>
                    <a:off x="1344" y="816"/>
                    <a:ext cx="24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60446" name="Group 30">
                  <a:extLst>
                    <a:ext uri="{FF2B5EF4-FFF2-40B4-BE49-F238E27FC236}">
                      <a16:creationId xmlns:a16="http://schemas.microsoft.com/office/drawing/2014/main" id="{9BDB11E3-5EA8-44A1-86C0-59B76169FB9C}"/>
                    </a:ext>
                  </a:extLst>
                </p:cNvPr>
                <p:cNvGrpSpPr>
                  <a:grpSpLocks noChangeAspect="1"/>
                </p:cNvGrpSpPr>
                <p:nvPr/>
              </p:nvGrpSpPr>
              <p:grpSpPr bwMode="auto">
                <a:xfrm>
                  <a:off x="1344" y="1968"/>
                  <a:ext cx="145" cy="145"/>
                  <a:chOff x="1344" y="816"/>
                  <a:chExt cx="240" cy="240"/>
                </a:xfrm>
              </p:grpSpPr>
              <p:sp>
                <p:nvSpPr>
                  <p:cNvPr id="60447" name="Line 31">
                    <a:extLst>
                      <a:ext uri="{FF2B5EF4-FFF2-40B4-BE49-F238E27FC236}">
                        <a16:creationId xmlns:a16="http://schemas.microsoft.com/office/drawing/2014/main" id="{8FF88286-16C7-4BB4-9E20-D75A6BA2287D}"/>
                      </a:ext>
                    </a:extLst>
                  </p:cNvPr>
                  <p:cNvSpPr>
                    <a:spLocks noChangeAspect="1" noChangeShapeType="1"/>
                  </p:cNvSpPr>
                  <p:nvPr/>
                </p:nvSpPr>
                <p:spPr bwMode="auto">
                  <a:xfrm flipH="1">
                    <a:off x="1344" y="816"/>
                    <a:ext cx="24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448" name="Line 32">
                    <a:extLst>
                      <a:ext uri="{FF2B5EF4-FFF2-40B4-BE49-F238E27FC236}">
                        <a16:creationId xmlns:a16="http://schemas.microsoft.com/office/drawing/2014/main" id="{FA6A4A13-7B71-454E-99C5-AB813C96303A}"/>
                      </a:ext>
                    </a:extLst>
                  </p:cNvPr>
                  <p:cNvSpPr>
                    <a:spLocks noChangeAspect="1" noChangeShapeType="1"/>
                  </p:cNvSpPr>
                  <p:nvPr/>
                </p:nvSpPr>
                <p:spPr bwMode="auto">
                  <a:xfrm>
                    <a:off x="1344" y="816"/>
                    <a:ext cx="24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60449" name="Group 33">
                  <a:extLst>
                    <a:ext uri="{FF2B5EF4-FFF2-40B4-BE49-F238E27FC236}">
                      <a16:creationId xmlns:a16="http://schemas.microsoft.com/office/drawing/2014/main" id="{032935C6-4A0D-40AE-8F75-39F5EF13B70E}"/>
                    </a:ext>
                  </a:extLst>
                </p:cNvPr>
                <p:cNvGrpSpPr>
                  <a:grpSpLocks noChangeAspect="1"/>
                </p:cNvGrpSpPr>
                <p:nvPr/>
              </p:nvGrpSpPr>
              <p:grpSpPr bwMode="auto">
                <a:xfrm>
                  <a:off x="1344" y="2976"/>
                  <a:ext cx="145" cy="145"/>
                  <a:chOff x="1344" y="816"/>
                  <a:chExt cx="240" cy="240"/>
                </a:xfrm>
              </p:grpSpPr>
              <p:sp>
                <p:nvSpPr>
                  <p:cNvPr id="60450" name="Line 34">
                    <a:extLst>
                      <a:ext uri="{FF2B5EF4-FFF2-40B4-BE49-F238E27FC236}">
                        <a16:creationId xmlns:a16="http://schemas.microsoft.com/office/drawing/2014/main" id="{5A150BFC-08E0-4555-BB18-D34B09DDE614}"/>
                      </a:ext>
                    </a:extLst>
                  </p:cNvPr>
                  <p:cNvSpPr>
                    <a:spLocks noChangeAspect="1" noChangeShapeType="1"/>
                  </p:cNvSpPr>
                  <p:nvPr/>
                </p:nvSpPr>
                <p:spPr bwMode="auto">
                  <a:xfrm flipH="1">
                    <a:off x="1344" y="816"/>
                    <a:ext cx="24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451" name="Line 35">
                    <a:extLst>
                      <a:ext uri="{FF2B5EF4-FFF2-40B4-BE49-F238E27FC236}">
                        <a16:creationId xmlns:a16="http://schemas.microsoft.com/office/drawing/2014/main" id="{71D76538-E4B5-4629-AFB1-2ADF609AD907}"/>
                      </a:ext>
                    </a:extLst>
                  </p:cNvPr>
                  <p:cNvSpPr>
                    <a:spLocks noChangeAspect="1" noChangeShapeType="1"/>
                  </p:cNvSpPr>
                  <p:nvPr/>
                </p:nvSpPr>
                <p:spPr bwMode="auto">
                  <a:xfrm>
                    <a:off x="1344" y="816"/>
                    <a:ext cx="24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60452" name="Group 36">
                <a:extLst>
                  <a:ext uri="{FF2B5EF4-FFF2-40B4-BE49-F238E27FC236}">
                    <a16:creationId xmlns:a16="http://schemas.microsoft.com/office/drawing/2014/main" id="{F95B6138-E595-40DC-8486-8D7436AA42D3}"/>
                  </a:ext>
                </a:extLst>
              </p:cNvPr>
              <p:cNvGrpSpPr>
                <a:grpSpLocks/>
              </p:cNvGrpSpPr>
              <p:nvPr/>
            </p:nvGrpSpPr>
            <p:grpSpPr bwMode="auto">
              <a:xfrm>
                <a:off x="3935" y="816"/>
                <a:ext cx="145" cy="2305"/>
                <a:chOff x="1344" y="816"/>
                <a:chExt cx="145" cy="2305"/>
              </a:xfrm>
            </p:grpSpPr>
            <p:grpSp>
              <p:nvGrpSpPr>
                <p:cNvPr id="60453" name="Group 37">
                  <a:extLst>
                    <a:ext uri="{FF2B5EF4-FFF2-40B4-BE49-F238E27FC236}">
                      <a16:creationId xmlns:a16="http://schemas.microsoft.com/office/drawing/2014/main" id="{B971792A-BCCB-4FF0-AB55-CC42A2A91C15}"/>
                    </a:ext>
                  </a:extLst>
                </p:cNvPr>
                <p:cNvGrpSpPr>
                  <a:grpSpLocks noChangeAspect="1"/>
                </p:cNvGrpSpPr>
                <p:nvPr/>
              </p:nvGrpSpPr>
              <p:grpSpPr bwMode="auto">
                <a:xfrm>
                  <a:off x="1344" y="816"/>
                  <a:ext cx="145" cy="145"/>
                  <a:chOff x="1344" y="816"/>
                  <a:chExt cx="240" cy="240"/>
                </a:xfrm>
              </p:grpSpPr>
              <p:sp>
                <p:nvSpPr>
                  <p:cNvPr id="60454" name="Line 38">
                    <a:extLst>
                      <a:ext uri="{FF2B5EF4-FFF2-40B4-BE49-F238E27FC236}">
                        <a16:creationId xmlns:a16="http://schemas.microsoft.com/office/drawing/2014/main" id="{2D07D196-8C00-41FC-B927-7C75F21EB806}"/>
                      </a:ext>
                    </a:extLst>
                  </p:cNvPr>
                  <p:cNvSpPr>
                    <a:spLocks noChangeAspect="1" noChangeShapeType="1"/>
                  </p:cNvSpPr>
                  <p:nvPr/>
                </p:nvSpPr>
                <p:spPr bwMode="auto">
                  <a:xfrm flipH="1">
                    <a:off x="1344" y="816"/>
                    <a:ext cx="24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455" name="Line 39">
                    <a:extLst>
                      <a:ext uri="{FF2B5EF4-FFF2-40B4-BE49-F238E27FC236}">
                        <a16:creationId xmlns:a16="http://schemas.microsoft.com/office/drawing/2014/main" id="{AA158DF3-13AB-47EC-B37A-7743B1405E50}"/>
                      </a:ext>
                    </a:extLst>
                  </p:cNvPr>
                  <p:cNvSpPr>
                    <a:spLocks noChangeAspect="1" noChangeShapeType="1"/>
                  </p:cNvSpPr>
                  <p:nvPr/>
                </p:nvSpPr>
                <p:spPr bwMode="auto">
                  <a:xfrm>
                    <a:off x="1344" y="816"/>
                    <a:ext cx="24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60456" name="Group 40">
                  <a:extLst>
                    <a:ext uri="{FF2B5EF4-FFF2-40B4-BE49-F238E27FC236}">
                      <a16:creationId xmlns:a16="http://schemas.microsoft.com/office/drawing/2014/main" id="{04BE9B33-9F04-4041-AC4C-2FD89A11C40C}"/>
                    </a:ext>
                  </a:extLst>
                </p:cNvPr>
                <p:cNvGrpSpPr>
                  <a:grpSpLocks noChangeAspect="1"/>
                </p:cNvGrpSpPr>
                <p:nvPr/>
              </p:nvGrpSpPr>
              <p:grpSpPr bwMode="auto">
                <a:xfrm>
                  <a:off x="1344" y="1968"/>
                  <a:ext cx="145" cy="145"/>
                  <a:chOff x="1344" y="816"/>
                  <a:chExt cx="240" cy="240"/>
                </a:xfrm>
              </p:grpSpPr>
              <p:sp>
                <p:nvSpPr>
                  <p:cNvPr id="60457" name="Line 41">
                    <a:extLst>
                      <a:ext uri="{FF2B5EF4-FFF2-40B4-BE49-F238E27FC236}">
                        <a16:creationId xmlns:a16="http://schemas.microsoft.com/office/drawing/2014/main" id="{206234E9-EA93-411D-A2D9-14FEECE0CF29}"/>
                      </a:ext>
                    </a:extLst>
                  </p:cNvPr>
                  <p:cNvSpPr>
                    <a:spLocks noChangeAspect="1" noChangeShapeType="1"/>
                  </p:cNvSpPr>
                  <p:nvPr/>
                </p:nvSpPr>
                <p:spPr bwMode="auto">
                  <a:xfrm flipH="1">
                    <a:off x="1344" y="816"/>
                    <a:ext cx="24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458" name="Line 42">
                    <a:extLst>
                      <a:ext uri="{FF2B5EF4-FFF2-40B4-BE49-F238E27FC236}">
                        <a16:creationId xmlns:a16="http://schemas.microsoft.com/office/drawing/2014/main" id="{A4DE09C2-14B3-489C-8740-D25507A32A54}"/>
                      </a:ext>
                    </a:extLst>
                  </p:cNvPr>
                  <p:cNvSpPr>
                    <a:spLocks noChangeAspect="1" noChangeShapeType="1"/>
                  </p:cNvSpPr>
                  <p:nvPr/>
                </p:nvSpPr>
                <p:spPr bwMode="auto">
                  <a:xfrm>
                    <a:off x="1344" y="816"/>
                    <a:ext cx="24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60459" name="Group 43">
                  <a:extLst>
                    <a:ext uri="{FF2B5EF4-FFF2-40B4-BE49-F238E27FC236}">
                      <a16:creationId xmlns:a16="http://schemas.microsoft.com/office/drawing/2014/main" id="{3F1ABC35-3305-43A2-BA54-A78ABCEA1A25}"/>
                    </a:ext>
                  </a:extLst>
                </p:cNvPr>
                <p:cNvGrpSpPr>
                  <a:grpSpLocks noChangeAspect="1"/>
                </p:cNvGrpSpPr>
                <p:nvPr/>
              </p:nvGrpSpPr>
              <p:grpSpPr bwMode="auto">
                <a:xfrm>
                  <a:off x="1344" y="2976"/>
                  <a:ext cx="145" cy="145"/>
                  <a:chOff x="1344" y="816"/>
                  <a:chExt cx="240" cy="240"/>
                </a:xfrm>
              </p:grpSpPr>
              <p:sp>
                <p:nvSpPr>
                  <p:cNvPr id="60460" name="Line 44">
                    <a:extLst>
                      <a:ext uri="{FF2B5EF4-FFF2-40B4-BE49-F238E27FC236}">
                        <a16:creationId xmlns:a16="http://schemas.microsoft.com/office/drawing/2014/main" id="{C24BBF83-254B-4C88-98C5-54680698ED82}"/>
                      </a:ext>
                    </a:extLst>
                  </p:cNvPr>
                  <p:cNvSpPr>
                    <a:spLocks noChangeAspect="1" noChangeShapeType="1"/>
                  </p:cNvSpPr>
                  <p:nvPr/>
                </p:nvSpPr>
                <p:spPr bwMode="auto">
                  <a:xfrm flipH="1">
                    <a:off x="1344" y="816"/>
                    <a:ext cx="24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461" name="Line 45">
                    <a:extLst>
                      <a:ext uri="{FF2B5EF4-FFF2-40B4-BE49-F238E27FC236}">
                        <a16:creationId xmlns:a16="http://schemas.microsoft.com/office/drawing/2014/main" id="{EABF9448-2004-403D-AA1B-A183C4365A9E}"/>
                      </a:ext>
                    </a:extLst>
                  </p:cNvPr>
                  <p:cNvSpPr>
                    <a:spLocks noChangeAspect="1" noChangeShapeType="1"/>
                  </p:cNvSpPr>
                  <p:nvPr/>
                </p:nvSpPr>
                <p:spPr bwMode="auto">
                  <a:xfrm>
                    <a:off x="1344" y="816"/>
                    <a:ext cx="24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sp>
          <p:nvSpPr>
            <p:cNvPr id="60462" name="Rectangle 46">
              <a:extLst>
                <a:ext uri="{FF2B5EF4-FFF2-40B4-BE49-F238E27FC236}">
                  <a16:creationId xmlns:a16="http://schemas.microsoft.com/office/drawing/2014/main" id="{B42DC3D8-C869-4B90-B3F9-42AEA12EC338}"/>
                </a:ext>
              </a:extLst>
            </p:cNvPr>
            <p:cNvSpPr>
              <a:spLocks noChangeArrowheads="1"/>
            </p:cNvSpPr>
            <p:nvPr/>
          </p:nvSpPr>
          <p:spPr bwMode="auto">
            <a:xfrm>
              <a:off x="1152" y="1152"/>
              <a:ext cx="192" cy="1824"/>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endParaRPr lang="en-US" altLang="en-US" sz="3200">
                <a:solidFill>
                  <a:schemeClr val="tx2"/>
                </a:solidFill>
                <a:latin typeface="Times New Roman" panose="02020603050405020304" pitchFamily="18" charset="0"/>
              </a:endParaRPr>
            </a:p>
          </p:txBody>
        </p:sp>
        <p:grpSp>
          <p:nvGrpSpPr>
            <p:cNvPr id="60463" name="Group 47">
              <a:extLst>
                <a:ext uri="{FF2B5EF4-FFF2-40B4-BE49-F238E27FC236}">
                  <a16:creationId xmlns:a16="http://schemas.microsoft.com/office/drawing/2014/main" id="{13BFD751-9A5F-47AD-9B4A-1F2D909EEB7E}"/>
                </a:ext>
              </a:extLst>
            </p:cNvPr>
            <p:cNvGrpSpPr>
              <a:grpSpLocks/>
            </p:cNvGrpSpPr>
            <p:nvPr/>
          </p:nvGrpSpPr>
          <p:grpSpPr bwMode="auto">
            <a:xfrm>
              <a:off x="384" y="1152"/>
              <a:ext cx="240" cy="1824"/>
              <a:chOff x="864" y="1152"/>
              <a:chExt cx="240" cy="1824"/>
            </a:xfrm>
          </p:grpSpPr>
          <p:sp>
            <p:nvSpPr>
              <p:cNvPr id="60464" name="Line 48">
                <a:extLst>
                  <a:ext uri="{FF2B5EF4-FFF2-40B4-BE49-F238E27FC236}">
                    <a16:creationId xmlns:a16="http://schemas.microsoft.com/office/drawing/2014/main" id="{01652052-ADC3-4EBF-A921-6F5A6B7C40D2}"/>
                  </a:ext>
                </a:extLst>
              </p:cNvPr>
              <p:cNvSpPr>
                <a:spLocks noChangeShapeType="1"/>
              </p:cNvSpPr>
              <p:nvPr/>
            </p:nvSpPr>
            <p:spPr bwMode="auto">
              <a:xfrm>
                <a:off x="864" y="1152"/>
                <a:ext cx="24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465" name="Line 49">
                <a:extLst>
                  <a:ext uri="{FF2B5EF4-FFF2-40B4-BE49-F238E27FC236}">
                    <a16:creationId xmlns:a16="http://schemas.microsoft.com/office/drawing/2014/main" id="{C1CD2074-EBEE-48EF-B8C8-5B5409B76996}"/>
                  </a:ext>
                </a:extLst>
              </p:cNvPr>
              <p:cNvSpPr>
                <a:spLocks noChangeShapeType="1"/>
              </p:cNvSpPr>
              <p:nvPr/>
            </p:nvSpPr>
            <p:spPr bwMode="auto">
              <a:xfrm>
                <a:off x="864" y="2976"/>
                <a:ext cx="24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466" name="Line 50">
                <a:extLst>
                  <a:ext uri="{FF2B5EF4-FFF2-40B4-BE49-F238E27FC236}">
                    <a16:creationId xmlns:a16="http://schemas.microsoft.com/office/drawing/2014/main" id="{383F3A4D-4D8F-4265-90EC-015D69DB4F9F}"/>
                  </a:ext>
                </a:extLst>
              </p:cNvPr>
              <p:cNvSpPr>
                <a:spLocks noChangeShapeType="1"/>
              </p:cNvSpPr>
              <p:nvPr/>
            </p:nvSpPr>
            <p:spPr bwMode="auto">
              <a:xfrm>
                <a:off x="960" y="1152"/>
                <a:ext cx="0" cy="1824"/>
              </a:xfrm>
              <a:prstGeom prst="line">
                <a:avLst/>
              </a:prstGeom>
              <a:noFill/>
              <a:ln w="12700">
                <a:solidFill>
                  <a:schemeClr val="tx1"/>
                </a:solidFill>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467" name="Text Box 51">
                <a:extLst>
                  <a:ext uri="{FF2B5EF4-FFF2-40B4-BE49-F238E27FC236}">
                    <a16:creationId xmlns:a16="http://schemas.microsoft.com/office/drawing/2014/main" id="{53EB0174-ED11-454D-97B3-D3392EF4544A}"/>
                  </a:ext>
                </a:extLst>
              </p:cNvPr>
              <p:cNvSpPr txBox="1">
                <a:spLocks noChangeArrowheads="1"/>
              </p:cNvSpPr>
              <p:nvPr/>
            </p:nvSpPr>
            <p:spPr bwMode="auto">
              <a:xfrm>
                <a:off x="917" y="1824"/>
                <a:ext cx="187"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lang="es-ES_tradnl" altLang="en-US" sz="3200" i="1">
                    <a:solidFill>
                      <a:schemeClr val="tx2"/>
                    </a:solidFill>
                    <a:latin typeface="Times New Roman" panose="02020603050405020304" pitchFamily="18" charset="0"/>
                  </a:rPr>
                  <a:t>l</a:t>
                </a:r>
                <a:endParaRPr lang="es-ES_tradnl" altLang="en-US" sz="3200">
                  <a:solidFill>
                    <a:schemeClr val="tx2"/>
                  </a:solidFill>
                  <a:latin typeface="Times New Roman" panose="02020603050405020304" pitchFamily="18" charset="0"/>
                </a:endParaRPr>
              </a:p>
            </p:txBody>
          </p:sp>
        </p:grpSp>
        <p:sp>
          <p:nvSpPr>
            <p:cNvPr id="60468" name="Line 52">
              <a:extLst>
                <a:ext uri="{FF2B5EF4-FFF2-40B4-BE49-F238E27FC236}">
                  <a16:creationId xmlns:a16="http://schemas.microsoft.com/office/drawing/2014/main" id="{6DE9134E-A912-4EA0-85A0-8DAFC0DEB23B}"/>
                </a:ext>
              </a:extLst>
            </p:cNvPr>
            <p:cNvSpPr>
              <a:spLocks noChangeShapeType="1"/>
            </p:cNvSpPr>
            <p:nvPr/>
          </p:nvSpPr>
          <p:spPr bwMode="auto">
            <a:xfrm>
              <a:off x="1440" y="1920"/>
              <a:ext cx="432"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469" name="Text Box 53">
              <a:extLst>
                <a:ext uri="{FF2B5EF4-FFF2-40B4-BE49-F238E27FC236}">
                  <a16:creationId xmlns:a16="http://schemas.microsoft.com/office/drawing/2014/main" id="{DA2C04B6-9144-40A4-800B-384E72A30F2C}"/>
                </a:ext>
              </a:extLst>
            </p:cNvPr>
            <p:cNvSpPr txBox="1">
              <a:spLocks noChangeArrowheads="1"/>
            </p:cNvSpPr>
            <p:nvPr/>
          </p:nvSpPr>
          <p:spPr bwMode="auto">
            <a:xfrm>
              <a:off x="1680" y="1584"/>
              <a:ext cx="244"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lang="es-ES_tradnl" altLang="en-US" sz="3200">
                  <a:solidFill>
                    <a:schemeClr val="tx2"/>
                  </a:solidFill>
                  <a:latin typeface="Times New Roman" panose="02020603050405020304" pitchFamily="18" charset="0"/>
                </a:rPr>
                <a:t>v</a:t>
              </a:r>
            </a:p>
          </p:txBody>
        </p:sp>
        <p:grpSp>
          <p:nvGrpSpPr>
            <p:cNvPr id="60470" name="Group 54">
              <a:extLst>
                <a:ext uri="{FF2B5EF4-FFF2-40B4-BE49-F238E27FC236}">
                  <a16:creationId xmlns:a16="http://schemas.microsoft.com/office/drawing/2014/main" id="{68DDE646-ECFA-4F0A-932D-6A1F39091239}"/>
                </a:ext>
              </a:extLst>
            </p:cNvPr>
            <p:cNvGrpSpPr>
              <a:grpSpLocks noChangeAspect="1"/>
            </p:cNvGrpSpPr>
            <p:nvPr/>
          </p:nvGrpSpPr>
          <p:grpSpPr bwMode="auto">
            <a:xfrm>
              <a:off x="1188" y="1176"/>
              <a:ext cx="145" cy="145"/>
              <a:chOff x="4020" y="1344"/>
              <a:chExt cx="240" cy="240"/>
            </a:xfrm>
          </p:grpSpPr>
          <p:sp>
            <p:nvSpPr>
              <p:cNvPr id="60471" name="Line 55">
                <a:extLst>
                  <a:ext uri="{FF2B5EF4-FFF2-40B4-BE49-F238E27FC236}">
                    <a16:creationId xmlns:a16="http://schemas.microsoft.com/office/drawing/2014/main" id="{0AC3BAEC-6975-466D-A472-B43F2FD0D935}"/>
                  </a:ext>
                </a:extLst>
              </p:cNvPr>
              <p:cNvSpPr>
                <a:spLocks noChangeAspect="1" noChangeShapeType="1"/>
              </p:cNvSpPr>
              <p:nvPr/>
            </p:nvSpPr>
            <p:spPr bwMode="auto">
              <a:xfrm>
                <a:off x="4128" y="1344"/>
                <a:ext cx="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472" name="Line 56">
                <a:extLst>
                  <a:ext uri="{FF2B5EF4-FFF2-40B4-BE49-F238E27FC236}">
                    <a16:creationId xmlns:a16="http://schemas.microsoft.com/office/drawing/2014/main" id="{95F53DA7-273E-4457-89CF-B3A21821FF4B}"/>
                  </a:ext>
                </a:extLst>
              </p:cNvPr>
              <p:cNvSpPr>
                <a:spLocks noChangeAspect="1" noChangeShapeType="1"/>
              </p:cNvSpPr>
              <p:nvPr/>
            </p:nvSpPr>
            <p:spPr bwMode="auto">
              <a:xfrm>
                <a:off x="4020" y="1464"/>
                <a:ext cx="24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60473" name="Group 57">
              <a:extLst>
                <a:ext uri="{FF2B5EF4-FFF2-40B4-BE49-F238E27FC236}">
                  <a16:creationId xmlns:a16="http://schemas.microsoft.com/office/drawing/2014/main" id="{454671A4-D1F9-4FD1-A7F0-514FAC173155}"/>
                </a:ext>
              </a:extLst>
            </p:cNvPr>
            <p:cNvGrpSpPr>
              <a:grpSpLocks noChangeAspect="1"/>
            </p:cNvGrpSpPr>
            <p:nvPr/>
          </p:nvGrpSpPr>
          <p:grpSpPr bwMode="auto">
            <a:xfrm>
              <a:off x="1187" y="1380"/>
              <a:ext cx="145" cy="145"/>
              <a:chOff x="4020" y="1344"/>
              <a:chExt cx="240" cy="240"/>
            </a:xfrm>
          </p:grpSpPr>
          <p:sp>
            <p:nvSpPr>
              <p:cNvPr id="60474" name="Line 58">
                <a:extLst>
                  <a:ext uri="{FF2B5EF4-FFF2-40B4-BE49-F238E27FC236}">
                    <a16:creationId xmlns:a16="http://schemas.microsoft.com/office/drawing/2014/main" id="{4B7E3661-AACC-461C-9AB5-075EB95DBD00}"/>
                  </a:ext>
                </a:extLst>
              </p:cNvPr>
              <p:cNvSpPr>
                <a:spLocks noChangeAspect="1" noChangeShapeType="1"/>
              </p:cNvSpPr>
              <p:nvPr/>
            </p:nvSpPr>
            <p:spPr bwMode="auto">
              <a:xfrm>
                <a:off x="4128" y="1344"/>
                <a:ext cx="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475" name="Line 59">
                <a:extLst>
                  <a:ext uri="{FF2B5EF4-FFF2-40B4-BE49-F238E27FC236}">
                    <a16:creationId xmlns:a16="http://schemas.microsoft.com/office/drawing/2014/main" id="{2F5C5E3D-FFEA-475B-BAB2-0DE4225502F1}"/>
                  </a:ext>
                </a:extLst>
              </p:cNvPr>
              <p:cNvSpPr>
                <a:spLocks noChangeAspect="1" noChangeShapeType="1"/>
              </p:cNvSpPr>
              <p:nvPr/>
            </p:nvSpPr>
            <p:spPr bwMode="auto">
              <a:xfrm>
                <a:off x="4020" y="1464"/>
                <a:ext cx="24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60476" name="Line 60">
              <a:extLst>
                <a:ext uri="{FF2B5EF4-FFF2-40B4-BE49-F238E27FC236}">
                  <a16:creationId xmlns:a16="http://schemas.microsoft.com/office/drawing/2014/main" id="{B4F41B34-28BE-4FDF-85B1-0505DF2FFB3B}"/>
                </a:ext>
              </a:extLst>
            </p:cNvPr>
            <p:cNvSpPr>
              <a:spLocks noChangeShapeType="1"/>
            </p:cNvSpPr>
            <p:nvPr/>
          </p:nvSpPr>
          <p:spPr bwMode="auto">
            <a:xfrm>
              <a:off x="1176" y="2712"/>
              <a:ext cx="14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477" name="Line 61">
              <a:extLst>
                <a:ext uri="{FF2B5EF4-FFF2-40B4-BE49-F238E27FC236}">
                  <a16:creationId xmlns:a16="http://schemas.microsoft.com/office/drawing/2014/main" id="{27FD8938-C278-4D7A-A9B6-424BBE3B2C70}"/>
                </a:ext>
              </a:extLst>
            </p:cNvPr>
            <p:cNvSpPr>
              <a:spLocks noChangeShapeType="1"/>
            </p:cNvSpPr>
            <p:nvPr/>
          </p:nvSpPr>
          <p:spPr bwMode="auto">
            <a:xfrm>
              <a:off x="1176" y="2868"/>
              <a:ext cx="14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478" name="Line 62">
              <a:extLst>
                <a:ext uri="{FF2B5EF4-FFF2-40B4-BE49-F238E27FC236}">
                  <a16:creationId xmlns:a16="http://schemas.microsoft.com/office/drawing/2014/main" id="{93F6AD41-4274-4C69-9FB6-B1C46EB70794}"/>
                </a:ext>
              </a:extLst>
            </p:cNvPr>
            <p:cNvSpPr>
              <a:spLocks noChangeShapeType="1"/>
            </p:cNvSpPr>
            <p:nvPr/>
          </p:nvSpPr>
          <p:spPr bwMode="auto">
            <a:xfrm>
              <a:off x="1188" y="2568"/>
              <a:ext cx="14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60479" name="Group 63">
              <a:extLst>
                <a:ext uri="{FF2B5EF4-FFF2-40B4-BE49-F238E27FC236}">
                  <a16:creationId xmlns:a16="http://schemas.microsoft.com/office/drawing/2014/main" id="{05695448-C3C4-4915-BCF4-C93F15B2077E}"/>
                </a:ext>
              </a:extLst>
            </p:cNvPr>
            <p:cNvGrpSpPr>
              <a:grpSpLocks noChangeAspect="1"/>
            </p:cNvGrpSpPr>
            <p:nvPr/>
          </p:nvGrpSpPr>
          <p:grpSpPr bwMode="auto">
            <a:xfrm>
              <a:off x="1200" y="1583"/>
              <a:ext cx="145" cy="145"/>
              <a:chOff x="4020" y="1344"/>
              <a:chExt cx="240" cy="240"/>
            </a:xfrm>
          </p:grpSpPr>
          <p:sp>
            <p:nvSpPr>
              <p:cNvPr id="60480" name="Line 64">
                <a:extLst>
                  <a:ext uri="{FF2B5EF4-FFF2-40B4-BE49-F238E27FC236}">
                    <a16:creationId xmlns:a16="http://schemas.microsoft.com/office/drawing/2014/main" id="{EE4893EA-AF1F-4D10-9165-37756D5A3664}"/>
                  </a:ext>
                </a:extLst>
              </p:cNvPr>
              <p:cNvSpPr>
                <a:spLocks noChangeAspect="1" noChangeShapeType="1"/>
              </p:cNvSpPr>
              <p:nvPr/>
            </p:nvSpPr>
            <p:spPr bwMode="auto">
              <a:xfrm>
                <a:off x="4128" y="1344"/>
                <a:ext cx="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481" name="Line 65">
                <a:extLst>
                  <a:ext uri="{FF2B5EF4-FFF2-40B4-BE49-F238E27FC236}">
                    <a16:creationId xmlns:a16="http://schemas.microsoft.com/office/drawing/2014/main" id="{6613C1E5-0141-45BC-BAB9-DFAF87598C2A}"/>
                  </a:ext>
                </a:extLst>
              </p:cNvPr>
              <p:cNvSpPr>
                <a:spLocks noChangeAspect="1" noChangeShapeType="1"/>
              </p:cNvSpPr>
              <p:nvPr/>
            </p:nvSpPr>
            <p:spPr bwMode="auto">
              <a:xfrm>
                <a:off x="4020" y="1464"/>
                <a:ext cx="24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60482" name="Line 66">
              <a:extLst>
                <a:ext uri="{FF2B5EF4-FFF2-40B4-BE49-F238E27FC236}">
                  <a16:creationId xmlns:a16="http://schemas.microsoft.com/office/drawing/2014/main" id="{C71E99C0-CC17-474E-B0C9-432BBD5D2D87}"/>
                </a:ext>
              </a:extLst>
            </p:cNvPr>
            <p:cNvSpPr>
              <a:spLocks noChangeShapeType="1"/>
            </p:cNvSpPr>
            <p:nvPr/>
          </p:nvSpPr>
          <p:spPr bwMode="auto">
            <a:xfrm>
              <a:off x="1248" y="1776"/>
              <a:ext cx="0" cy="480"/>
            </a:xfrm>
            <a:prstGeom prst="line">
              <a:avLst/>
            </a:prstGeom>
            <a:noFill/>
            <a:ln w="1270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483" name="Text Box 67">
              <a:extLst>
                <a:ext uri="{FF2B5EF4-FFF2-40B4-BE49-F238E27FC236}">
                  <a16:creationId xmlns:a16="http://schemas.microsoft.com/office/drawing/2014/main" id="{E54F859D-2A6E-4C29-9C72-3FB2B5F8A44D}"/>
                </a:ext>
              </a:extLst>
            </p:cNvPr>
            <p:cNvSpPr txBox="1">
              <a:spLocks noChangeArrowheads="1"/>
            </p:cNvSpPr>
            <p:nvPr/>
          </p:nvSpPr>
          <p:spPr bwMode="auto">
            <a:xfrm>
              <a:off x="832" y="1872"/>
              <a:ext cx="272"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lang="es-ES_tradnl" altLang="en-US" sz="3200">
                  <a:solidFill>
                    <a:schemeClr val="tx2"/>
                  </a:solidFill>
                  <a:latin typeface="Times New Roman" panose="02020603050405020304" pitchFamily="18" charset="0"/>
                </a:rPr>
                <a:t>E</a:t>
              </a:r>
            </a:p>
          </p:txBody>
        </p:sp>
        <p:sp>
          <p:nvSpPr>
            <p:cNvPr id="60484" name="Text Box 68">
              <a:extLst>
                <a:ext uri="{FF2B5EF4-FFF2-40B4-BE49-F238E27FC236}">
                  <a16:creationId xmlns:a16="http://schemas.microsoft.com/office/drawing/2014/main" id="{7108FAB0-485F-4038-A112-E1A2C38E5C30}"/>
                </a:ext>
              </a:extLst>
            </p:cNvPr>
            <p:cNvSpPr txBox="1">
              <a:spLocks noChangeArrowheads="1"/>
            </p:cNvSpPr>
            <p:nvPr/>
          </p:nvSpPr>
          <p:spPr bwMode="auto">
            <a:xfrm>
              <a:off x="3505" y="816"/>
              <a:ext cx="287"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lang="es-ES_tradnl" altLang="en-US" sz="3200" b="1">
                  <a:solidFill>
                    <a:schemeClr val="tx2"/>
                  </a:solidFill>
                  <a:latin typeface="Times New Roman" panose="02020603050405020304" pitchFamily="18" charset="0"/>
                </a:rPr>
                <a:t>B</a:t>
              </a:r>
              <a:endParaRPr lang="es-ES_tradnl" altLang="en-US" sz="3200">
                <a:solidFill>
                  <a:schemeClr val="tx2"/>
                </a:solidFill>
                <a:latin typeface="Times New Roman" panose="02020603050405020304" pitchFamily="18" charset="0"/>
              </a:endParaRPr>
            </a:p>
          </p:txBody>
        </p:sp>
      </p:grpSp>
      <p:grpSp>
        <p:nvGrpSpPr>
          <p:cNvPr id="60485" name="Group 69">
            <a:extLst>
              <a:ext uri="{FF2B5EF4-FFF2-40B4-BE49-F238E27FC236}">
                <a16:creationId xmlns:a16="http://schemas.microsoft.com/office/drawing/2014/main" id="{4A9048DF-D921-48C3-97A3-881C974ED372}"/>
              </a:ext>
            </a:extLst>
          </p:cNvPr>
          <p:cNvGrpSpPr>
            <a:grpSpLocks/>
          </p:cNvGrpSpPr>
          <p:nvPr/>
        </p:nvGrpSpPr>
        <p:grpSpPr bwMode="auto">
          <a:xfrm>
            <a:off x="1981200" y="1752600"/>
            <a:ext cx="2590800" cy="922338"/>
            <a:chOff x="288" y="1104"/>
            <a:chExt cx="1632" cy="581"/>
          </a:xfrm>
        </p:grpSpPr>
        <p:sp>
          <p:nvSpPr>
            <p:cNvPr id="60486" name="Rectangle 70">
              <a:extLst>
                <a:ext uri="{FF2B5EF4-FFF2-40B4-BE49-F238E27FC236}">
                  <a16:creationId xmlns:a16="http://schemas.microsoft.com/office/drawing/2014/main" id="{7A9339A5-D5E6-4FC5-B64E-2B51BD873B7A}"/>
                </a:ext>
              </a:extLst>
            </p:cNvPr>
            <p:cNvSpPr>
              <a:spLocks noChangeArrowheads="1"/>
            </p:cNvSpPr>
            <p:nvPr/>
          </p:nvSpPr>
          <p:spPr bwMode="auto">
            <a:xfrm>
              <a:off x="288" y="1104"/>
              <a:ext cx="1632" cy="528"/>
            </a:xfrm>
            <a:prstGeom prst="rect">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aphicFrame>
          <p:nvGraphicFramePr>
            <p:cNvPr id="60487" name="Object 71">
              <a:extLst>
                <a:ext uri="{FF2B5EF4-FFF2-40B4-BE49-F238E27FC236}">
                  <a16:creationId xmlns:a16="http://schemas.microsoft.com/office/drawing/2014/main" id="{FD64FA7F-B8D2-4C00-A9EF-02C954D43F85}"/>
                </a:ext>
              </a:extLst>
            </p:cNvPr>
            <p:cNvGraphicFramePr>
              <a:graphicFrameLocks noChangeAspect="1"/>
            </p:cNvGraphicFramePr>
            <p:nvPr/>
          </p:nvGraphicFramePr>
          <p:xfrm>
            <a:off x="288" y="1200"/>
            <a:ext cx="1536" cy="485"/>
          </p:xfrm>
          <a:graphic>
            <a:graphicData uri="http://schemas.openxmlformats.org/presentationml/2006/ole">
              <mc:AlternateContent xmlns:mc="http://schemas.openxmlformats.org/markup-compatibility/2006">
                <mc:Choice xmlns:v="urn:schemas-microsoft-com:vml" Requires="v">
                  <p:oleObj spid="_x0000_s41992" name="Ecuación" r:id="rId3" imgW="558720" imgH="177480" progId="Equation.3">
                    <p:embed/>
                  </p:oleObj>
                </mc:Choice>
                <mc:Fallback>
                  <p:oleObj name="Ecuación" r:id="rId3" imgW="558720" imgH="177480" progId="Equation.3">
                    <p:embed/>
                    <p:pic>
                      <p:nvPicPr>
                        <p:cNvPr id="60487" name="Object 71">
                          <a:extLst>
                            <a:ext uri="{FF2B5EF4-FFF2-40B4-BE49-F238E27FC236}">
                              <a16:creationId xmlns:a16="http://schemas.microsoft.com/office/drawing/2014/main" id="{FD64FA7F-B8D2-4C00-A9EF-02C954D43F8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8" y="1200"/>
                          <a:ext cx="1536" cy="4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60488" name="Group 72">
            <a:extLst>
              <a:ext uri="{FF2B5EF4-FFF2-40B4-BE49-F238E27FC236}">
                <a16:creationId xmlns:a16="http://schemas.microsoft.com/office/drawing/2014/main" id="{85DB3E55-7E35-4AE0-83FF-C7D6C7884E2E}"/>
              </a:ext>
            </a:extLst>
          </p:cNvPr>
          <p:cNvGrpSpPr>
            <a:grpSpLocks/>
          </p:cNvGrpSpPr>
          <p:nvPr/>
        </p:nvGrpSpPr>
        <p:grpSpPr bwMode="auto">
          <a:xfrm>
            <a:off x="3429000" y="5715000"/>
            <a:ext cx="3886200" cy="914400"/>
            <a:chOff x="1200" y="3600"/>
            <a:chExt cx="2448" cy="576"/>
          </a:xfrm>
        </p:grpSpPr>
        <p:sp>
          <p:nvSpPr>
            <p:cNvPr id="60489" name="Rectangle 73">
              <a:extLst>
                <a:ext uri="{FF2B5EF4-FFF2-40B4-BE49-F238E27FC236}">
                  <a16:creationId xmlns:a16="http://schemas.microsoft.com/office/drawing/2014/main" id="{B222B34B-B535-4933-8945-2A7DFB4CDB25}"/>
                </a:ext>
              </a:extLst>
            </p:cNvPr>
            <p:cNvSpPr>
              <a:spLocks noChangeArrowheads="1"/>
            </p:cNvSpPr>
            <p:nvPr/>
          </p:nvSpPr>
          <p:spPr bwMode="auto">
            <a:xfrm>
              <a:off x="1200" y="3600"/>
              <a:ext cx="2448" cy="576"/>
            </a:xfrm>
            <a:prstGeom prst="rect">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aphicFrame>
          <p:nvGraphicFramePr>
            <p:cNvPr id="60490" name="Object 74">
              <a:extLst>
                <a:ext uri="{FF2B5EF4-FFF2-40B4-BE49-F238E27FC236}">
                  <a16:creationId xmlns:a16="http://schemas.microsoft.com/office/drawing/2014/main" id="{6083E7E0-EE03-417D-9C39-DD5737F64FFB}"/>
                </a:ext>
              </a:extLst>
            </p:cNvPr>
            <p:cNvGraphicFramePr>
              <a:graphicFrameLocks noChangeAspect="1"/>
            </p:cNvGraphicFramePr>
            <p:nvPr/>
          </p:nvGraphicFramePr>
          <p:xfrm>
            <a:off x="1248" y="3605"/>
            <a:ext cx="2400" cy="571"/>
          </p:xfrm>
          <a:graphic>
            <a:graphicData uri="http://schemas.openxmlformats.org/presentationml/2006/ole">
              <mc:AlternateContent xmlns:mc="http://schemas.openxmlformats.org/markup-compatibility/2006">
                <mc:Choice xmlns:v="urn:schemas-microsoft-com:vml" Requires="v">
                  <p:oleObj spid="_x0000_s41993" name="Ecuación" r:id="rId5" imgW="622080" imgH="177480" progId="Equation.3">
                    <p:embed/>
                  </p:oleObj>
                </mc:Choice>
                <mc:Fallback>
                  <p:oleObj name="Ecuación" r:id="rId5" imgW="622080" imgH="177480" progId="Equation.3">
                    <p:embed/>
                    <p:pic>
                      <p:nvPicPr>
                        <p:cNvPr id="60490" name="Object 74">
                          <a:extLst>
                            <a:ext uri="{FF2B5EF4-FFF2-40B4-BE49-F238E27FC236}">
                              <a16:creationId xmlns:a16="http://schemas.microsoft.com/office/drawing/2014/main" id="{6083E7E0-EE03-417D-9C39-DD5737F64FF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48" y="3605"/>
                          <a:ext cx="2400" cy="57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60491" name="Group 75">
            <a:extLst>
              <a:ext uri="{FF2B5EF4-FFF2-40B4-BE49-F238E27FC236}">
                <a16:creationId xmlns:a16="http://schemas.microsoft.com/office/drawing/2014/main" id="{BA0BA505-ED82-4A32-BA9E-6078542840DA}"/>
              </a:ext>
            </a:extLst>
          </p:cNvPr>
          <p:cNvGrpSpPr>
            <a:grpSpLocks/>
          </p:cNvGrpSpPr>
          <p:nvPr/>
        </p:nvGrpSpPr>
        <p:grpSpPr bwMode="auto">
          <a:xfrm>
            <a:off x="2057400" y="3352800"/>
            <a:ext cx="2362200" cy="990600"/>
            <a:chOff x="336" y="2112"/>
            <a:chExt cx="1488" cy="624"/>
          </a:xfrm>
        </p:grpSpPr>
        <p:sp>
          <p:nvSpPr>
            <p:cNvPr id="60492" name="Rectangle 76">
              <a:extLst>
                <a:ext uri="{FF2B5EF4-FFF2-40B4-BE49-F238E27FC236}">
                  <a16:creationId xmlns:a16="http://schemas.microsoft.com/office/drawing/2014/main" id="{23525D25-A911-4A43-9885-6170A8C3CFE3}"/>
                </a:ext>
              </a:extLst>
            </p:cNvPr>
            <p:cNvSpPr>
              <a:spLocks noChangeArrowheads="1"/>
            </p:cNvSpPr>
            <p:nvPr/>
          </p:nvSpPr>
          <p:spPr bwMode="auto">
            <a:xfrm>
              <a:off x="336" y="2112"/>
              <a:ext cx="1488" cy="624"/>
            </a:xfrm>
            <a:prstGeom prst="rect">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aphicFrame>
          <p:nvGraphicFramePr>
            <p:cNvPr id="60493" name="Object 77">
              <a:extLst>
                <a:ext uri="{FF2B5EF4-FFF2-40B4-BE49-F238E27FC236}">
                  <a16:creationId xmlns:a16="http://schemas.microsoft.com/office/drawing/2014/main" id="{909637E1-0AE2-4F73-9420-F780D1558702}"/>
                </a:ext>
              </a:extLst>
            </p:cNvPr>
            <p:cNvGraphicFramePr>
              <a:graphicFrameLocks noChangeAspect="1"/>
            </p:cNvGraphicFramePr>
            <p:nvPr/>
          </p:nvGraphicFramePr>
          <p:xfrm>
            <a:off x="336" y="2160"/>
            <a:ext cx="1392" cy="510"/>
          </p:xfrm>
          <a:graphic>
            <a:graphicData uri="http://schemas.openxmlformats.org/presentationml/2006/ole">
              <mc:AlternateContent xmlns:mc="http://schemas.openxmlformats.org/markup-compatibility/2006">
                <mc:Choice xmlns:v="urn:schemas-microsoft-com:vml" Requires="v">
                  <p:oleObj spid="_x0000_s41994" name="Ecuación" r:id="rId7" imgW="482400" imgH="177480" progId="Equation.3">
                    <p:embed/>
                  </p:oleObj>
                </mc:Choice>
                <mc:Fallback>
                  <p:oleObj name="Ecuación" r:id="rId7" imgW="482400" imgH="177480" progId="Equation.3">
                    <p:embed/>
                    <p:pic>
                      <p:nvPicPr>
                        <p:cNvPr id="60493" name="Object 77">
                          <a:extLst>
                            <a:ext uri="{FF2B5EF4-FFF2-40B4-BE49-F238E27FC236}">
                              <a16:creationId xmlns:a16="http://schemas.microsoft.com/office/drawing/2014/main" id="{909637E1-0AE2-4F73-9420-F780D155870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6" y="2160"/>
                          <a:ext cx="1392" cy="5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442" name="Group 2">
            <a:extLst>
              <a:ext uri="{FF2B5EF4-FFF2-40B4-BE49-F238E27FC236}">
                <a16:creationId xmlns:a16="http://schemas.microsoft.com/office/drawing/2014/main" id="{183164D4-9B65-45F7-BD39-8CA2F520D096}"/>
              </a:ext>
            </a:extLst>
          </p:cNvPr>
          <p:cNvGrpSpPr>
            <a:grpSpLocks/>
          </p:cNvGrpSpPr>
          <p:nvPr/>
        </p:nvGrpSpPr>
        <p:grpSpPr bwMode="auto">
          <a:xfrm>
            <a:off x="5029200" y="1066800"/>
            <a:ext cx="5410200" cy="3810000"/>
            <a:chOff x="384" y="816"/>
            <a:chExt cx="3408" cy="2400"/>
          </a:xfrm>
        </p:grpSpPr>
        <p:grpSp>
          <p:nvGrpSpPr>
            <p:cNvPr id="61443" name="Group 3">
              <a:extLst>
                <a:ext uri="{FF2B5EF4-FFF2-40B4-BE49-F238E27FC236}">
                  <a16:creationId xmlns:a16="http://schemas.microsoft.com/office/drawing/2014/main" id="{51EE6C0A-C865-4FF8-8247-0BE193D3C2BF}"/>
                </a:ext>
              </a:extLst>
            </p:cNvPr>
            <p:cNvGrpSpPr>
              <a:grpSpLocks/>
            </p:cNvGrpSpPr>
            <p:nvPr/>
          </p:nvGrpSpPr>
          <p:grpSpPr bwMode="auto">
            <a:xfrm>
              <a:off x="672" y="911"/>
              <a:ext cx="2736" cy="2305"/>
              <a:chOff x="1344" y="816"/>
              <a:chExt cx="2736" cy="2305"/>
            </a:xfrm>
          </p:grpSpPr>
          <p:grpSp>
            <p:nvGrpSpPr>
              <p:cNvPr id="61444" name="Group 4">
                <a:extLst>
                  <a:ext uri="{FF2B5EF4-FFF2-40B4-BE49-F238E27FC236}">
                    <a16:creationId xmlns:a16="http://schemas.microsoft.com/office/drawing/2014/main" id="{363EC418-084A-472A-AD7C-76F31D61B38D}"/>
                  </a:ext>
                </a:extLst>
              </p:cNvPr>
              <p:cNvGrpSpPr>
                <a:grpSpLocks/>
              </p:cNvGrpSpPr>
              <p:nvPr/>
            </p:nvGrpSpPr>
            <p:grpSpPr bwMode="auto">
              <a:xfrm>
                <a:off x="1344" y="816"/>
                <a:ext cx="145" cy="2305"/>
                <a:chOff x="1344" y="816"/>
                <a:chExt cx="145" cy="2305"/>
              </a:xfrm>
            </p:grpSpPr>
            <p:grpSp>
              <p:nvGrpSpPr>
                <p:cNvPr id="61445" name="Group 5">
                  <a:extLst>
                    <a:ext uri="{FF2B5EF4-FFF2-40B4-BE49-F238E27FC236}">
                      <a16:creationId xmlns:a16="http://schemas.microsoft.com/office/drawing/2014/main" id="{E7B3A1E7-A043-46FC-9440-BA7800CBE87D}"/>
                    </a:ext>
                  </a:extLst>
                </p:cNvPr>
                <p:cNvGrpSpPr>
                  <a:grpSpLocks noChangeAspect="1"/>
                </p:cNvGrpSpPr>
                <p:nvPr/>
              </p:nvGrpSpPr>
              <p:grpSpPr bwMode="auto">
                <a:xfrm>
                  <a:off x="1344" y="816"/>
                  <a:ext cx="145" cy="145"/>
                  <a:chOff x="1344" y="816"/>
                  <a:chExt cx="240" cy="240"/>
                </a:xfrm>
              </p:grpSpPr>
              <p:sp>
                <p:nvSpPr>
                  <p:cNvPr id="61446" name="Line 6">
                    <a:extLst>
                      <a:ext uri="{FF2B5EF4-FFF2-40B4-BE49-F238E27FC236}">
                        <a16:creationId xmlns:a16="http://schemas.microsoft.com/office/drawing/2014/main" id="{6414C27A-8732-4B32-B066-C47A0B1D88FA}"/>
                      </a:ext>
                    </a:extLst>
                  </p:cNvPr>
                  <p:cNvSpPr>
                    <a:spLocks noChangeAspect="1" noChangeShapeType="1"/>
                  </p:cNvSpPr>
                  <p:nvPr/>
                </p:nvSpPr>
                <p:spPr bwMode="auto">
                  <a:xfrm flipH="1">
                    <a:off x="1344" y="816"/>
                    <a:ext cx="24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447" name="Line 7">
                    <a:extLst>
                      <a:ext uri="{FF2B5EF4-FFF2-40B4-BE49-F238E27FC236}">
                        <a16:creationId xmlns:a16="http://schemas.microsoft.com/office/drawing/2014/main" id="{AC7D2E3B-D869-45F7-B83B-30F2B25F5E41}"/>
                      </a:ext>
                    </a:extLst>
                  </p:cNvPr>
                  <p:cNvSpPr>
                    <a:spLocks noChangeAspect="1" noChangeShapeType="1"/>
                  </p:cNvSpPr>
                  <p:nvPr/>
                </p:nvSpPr>
                <p:spPr bwMode="auto">
                  <a:xfrm>
                    <a:off x="1344" y="816"/>
                    <a:ext cx="24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61448" name="Group 8">
                  <a:extLst>
                    <a:ext uri="{FF2B5EF4-FFF2-40B4-BE49-F238E27FC236}">
                      <a16:creationId xmlns:a16="http://schemas.microsoft.com/office/drawing/2014/main" id="{9EF727EE-9B67-4541-88A3-CC8713B7EAC7}"/>
                    </a:ext>
                  </a:extLst>
                </p:cNvPr>
                <p:cNvGrpSpPr>
                  <a:grpSpLocks noChangeAspect="1"/>
                </p:cNvGrpSpPr>
                <p:nvPr/>
              </p:nvGrpSpPr>
              <p:grpSpPr bwMode="auto">
                <a:xfrm>
                  <a:off x="1344" y="1968"/>
                  <a:ext cx="145" cy="145"/>
                  <a:chOff x="1344" y="816"/>
                  <a:chExt cx="240" cy="240"/>
                </a:xfrm>
              </p:grpSpPr>
              <p:sp>
                <p:nvSpPr>
                  <p:cNvPr id="61449" name="Line 9">
                    <a:extLst>
                      <a:ext uri="{FF2B5EF4-FFF2-40B4-BE49-F238E27FC236}">
                        <a16:creationId xmlns:a16="http://schemas.microsoft.com/office/drawing/2014/main" id="{D1FD5124-B430-414D-856C-1B7AC39EAC79}"/>
                      </a:ext>
                    </a:extLst>
                  </p:cNvPr>
                  <p:cNvSpPr>
                    <a:spLocks noChangeAspect="1" noChangeShapeType="1"/>
                  </p:cNvSpPr>
                  <p:nvPr/>
                </p:nvSpPr>
                <p:spPr bwMode="auto">
                  <a:xfrm flipH="1">
                    <a:off x="1344" y="816"/>
                    <a:ext cx="24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450" name="Line 10">
                    <a:extLst>
                      <a:ext uri="{FF2B5EF4-FFF2-40B4-BE49-F238E27FC236}">
                        <a16:creationId xmlns:a16="http://schemas.microsoft.com/office/drawing/2014/main" id="{AE435425-B8A5-42B0-8EE0-81627A7BBDA9}"/>
                      </a:ext>
                    </a:extLst>
                  </p:cNvPr>
                  <p:cNvSpPr>
                    <a:spLocks noChangeAspect="1" noChangeShapeType="1"/>
                  </p:cNvSpPr>
                  <p:nvPr/>
                </p:nvSpPr>
                <p:spPr bwMode="auto">
                  <a:xfrm>
                    <a:off x="1344" y="816"/>
                    <a:ext cx="24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61451" name="Group 11">
                  <a:extLst>
                    <a:ext uri="{FF2B5EF4-FFF2-40B4-BE49-F238E27FC236}">
                      <a16:creationId xmlns:a16="http://schemas.microsoft.com/office/drawing/2014/main" id="{EB8319C6-8914-48BB-9645-F4A8F6C3EB8D}"/>
                    </a:ext>
                  </a:extLst>
                </p:cNvPr>
                <p:cNvGrpSpPr>
                  <a:grpSpLocks noChangeAspect="1"/>
                </p:cNvGrpSpPr>
                <p:nvPr/>
              </p:nvGrpSpPr>
              <p:grpSpPr bwMode="auto">
                <a:xfrm>
                  <a:off x="1344" y="2976"/>
                  <a:ext cx="145" cy="145"/>
                  <a:chOff x="1344" y="816"/>
                  <a:chExt cx="240" cy="240"/>
                </a:xfrm>
              </p:grpSpPr>
              <p:sp>
                <p:nvSpPr>
                  <p:cNvPr id="61452" name="Line 12">
                    <a:extLst>
                      <a:ext uri="{FF2B5EF4-FFF2-40B4-BE49-F238E27FC236}">
                        <a16:creationId xmlns:a16="http://schemas.microsoft.com/office/drawing/2014/main" id="{84EB70ED-3E25-422C-8D98-318BBAD389F3}"/>
                      </a:ext>
                    </a:extLst>
                  </p:cNvPr>
                  <p:cNvSpPr>
                    <a:spLocks noChangeAspect="1" noChangeShapeType="1"/>
                  </p:cNvSpPr>
                  <p:nvPr/>
                </p:nvSpPr>
                <p:spPr bwMode="auto">
                  <a:xfrm flipH="1">
                    <a:off x="1344" y="816"/>
                    <a:ext cx="24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453" name="Line 13">
                    <a:extLst>
                      <a:ext uri="{FF2B5EF4-FFF2-40B4-BE49-F238E27FC236}">
                        <a16:creationId xmlns:a16="http://schemas.microsoft.com/office/drawing/2014/main" id="{EB609B0B-4AA2-45B1-A570-6342ACFF82FF}"/>
                      </a:ext>
                    </a:extLst>
                  </p:cNvPr>
                  <p:cNvSpPr>
                    <a:spLocks noChangeAspect="1" noChangeShapeType="1"/>
                  </p:cNvSpPr>
                  <p:nvPr/>
                </p:nvSpPr>
                <p:spPr bwMode="auto">
                  <a:xfrm>
                    <a:off x="1344" y="816"/>
                    <a:ext cx="24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61454" name="Group 14">
                <a:extLst>
                  <a:ext uri="{FF2B5EF4-FFF2-40B4-BE49-F238E27FC236}">
                    <a16:creationId xmlns:a16="http://schemas.microsoft.com/office/drawing/2014/main" id="{C09E1BDF-E92F-4ED9-B348-B93937BCCC79}"/>
                  </a:ext>
                </a:extLst>
              </p:cNvPr>
              <p:cNvGrpSpPr>
                <a:grpSpLocks/>
              </p:cNvGrpSpPr>
              <p:nvPr/>
            </p:nvGrpSpPr>
            <p:grpSpPr bwMode="auto">
              <a:xfrm>
                <a:off x="2207" y="816"/>
                <a:ext cx="145" cy="2305"/>
                <a:chOff x="1344" y="816"/>
                <a:chExt cx="145" cy="2305"/>
              </a:xfrm>
            </p:grpSpPr>
            <p:grpSp>
              <p:nvGrpSpPr>
                <p:cNvPr id="61455" name="Group 15">
                  <a:extLst>
                    <a:ext uri="{FF2B5EF4-FFF2-40B4-BE49-F238E27FC236}">
                      <a16:creationId xmlns:a16="http://schemas.microsoft.com/office/drawing/2014/main" id="{479C6409-D209-44C5-A720-D5682452227E}"/>
                    </a:ext>
                  </a:extLst>
                </p:cNvPr>
                <p:cNvGrpSpPr>
                  <a:grpSpLocks noChangeAspect="1"/>
                </p:cNvGrpSpPr>
                <p:nvPr/>
              </p:nvGrpSpPr>
              <p:grpSpPr bwMode="auto">
                <a:xfrm>
                  <a:off x="1344" y="816"/>
                  <a:ext cx="145" cy="145"/>
                  <a:chOff x="1344" y="816"/>
                  <a:chExt cx="240" cy="240"/>
                </a:xfrm>
              </p:grpSpPr>
              <p:sp>
                <p:nvSpPr>
                  <p:cNvPr id="61456" name="Line 16">
                    <a:extLst>
                      <a:ext uri="{FF2B5EF4-FFF2-40B4-BE49-F238E27FC236}">
                        <a16:creationId xmlns:a16="http://schemas.microsoft.com/office/drawing/2014/main" id="{5706D729-2C85-4BE7-8EC5-130FE23683D2}"/>
                      </a:ext>
                    </a:extLst>
                  </p:cNvPr>
                  <p:cNvSpPr>
                    <a:spLocks noChangeAspect="1" noChangeShapeType="1"/>
                  </p:cNvSpPr>
                  <p:nvPr/>
                </p:nvSpPr>
                <p:spPr bwMode="auto">
                  <a:xfrm flipH="1">
                    <a:off x="1344" y="816"/>
                    <a:ext cx="24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457" name="Line 17">
                    <a:extLst>
                      <a:ext uri="{FF2B5EF4-FFF2-40B4-BE49-F238E27FC236}">
                        <a16:creationId xmlns:a16="http://schemas.microsoft.com/office/drawing/2014/main" id="{6CE51249-1F2F-4F19-A3CF-C902AA690B9A}"/>
                      </a:ext>
                    </a:extLst>
                  </p:cNvPr>
                  <p:cNvSpPr>
                    <a:spLocks noChangeAspect="1" noChangeShapeType="1"/>
                  </p:cNvSpPr>
                  <p:nvPr/>
                </p:nvSpPr>
                <p:spPr bwMode="auto">
                  <a:xfrm>
                    <a:off x="1344" y="816"/>
                    <a:ext cx="24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61458" name="Group 18">
                  <a:extLst>
                    <a:ext uri="{FF2B5EF4-FFF2-40B4-BE49-F238E27FC236}">
                      <a16:creationId xmlns:a16="http://schemas.microsoft.com/office/drawing/2014/main" id="{C0E2D0D3-83A9-4FA2-9E4A-92C293FEA100}"/>
                    </a:ext>
                  </a:extLst>
                </p:cNvPr>
                <p:cNvGrpSpPr>
                  <a:grpSpLocks noChangeAspect="1"/>
                </p:cNvGrpSpPr>
                <p:nvPr/>
              </p:nvGrpSpPr>
              <p:grpSpPr bwMode="auto">
                <a:xfrm>
                  <a:off x="1344" y="1968"/>
                  <a:ext cx="145" cy="145"/>
                  <a:chOff x="1344" y="816"/>
                  <a:chExt cx="240" cy="240"/>
                </a:xfrm>
              </p:grpSpPr>
              <p:sp>
                <p:nvSpPr>
                  <p:cNvPr id="61459" name="Line 19">
                    <a:extLst>
                      <a:ext uri="{FF2B5EF4-FFF2-40B4-BE49-F238E27FC236}">
                        <a16:creationId xmlns:a16="http://schemas.microsoft.com/office/drawing/2014/main" id="{14C9C897-A753-4772-B7F2-4CD8B21B2D73}"/>
                      </a:ext>
                    </a:extLst>
                  </p:cNvPr>
                  <p:cNvSpPr>
                    <a:spLocks noChangeAspect="1" noChangeShapeType="1"/>
                  </p:cNvSpPr>
                  <p:nvPr/>
                </p:nvSpPr>
                <p:spPr bwMode="auto">
                  <a:xfrm flipH="1">
                    <a:off x="1344" y="816"/>
                    <a:ext cx="24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460" name="Line 20">
                    <a:extLst>
                      <a:ext uri="{FF2B5EF4-FFF2-40B4-BE49-F238E27FC236}">
                        <a16:creationId xmlns:a16="http://schemas.microsoft.com/office/drawing/2014/main" id="{3370A2C0-C102-4163-848A-CB10DEFE4FBE}"/>
                      </a:ext>
                    </a:extLst>
                  </p:cNvPr>
                  <p:cNvSpPr>
                    <a:spLocks noChangeAspect="1" noChangeShapeType="1"/>
                  </p:cNvSpPr>
                  <p:nvPr/>
                </p:nvSpPr>
                <p:spPr bwMode="auto">
                  <a:xfrm>
                    <a:off x="1344" y="816"/>
                    <a:ext cx="24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61461" name="Group 21">
                  <a:extLst>
                    <a:ext uri="{FF2B5EF4-FFF2-40B4-BE49-F238E27FC236}">
                      <a16:creationId xmlns:a16="http://schemas.microsoft.com/office/drawing/2014/main" id="{8A856527-8565-4CEB-80BA-640BFD3B7692}"/>
                    </a:ext>
                  </a:extLst>
                </p:cNvPr>
                <p:cNvGrpSpPr>
                  <a:grpSpLocks noChangeAspect="1"/>
                </p:cNvGrpSpPr>
                <p:nvPr/>
              </p:nvGrpSpPr>
              <p:grpSpPr bwMode="auto">
                <a:xfrm>
                  <a:off x="1344" y="2976"/>
                  <a:ext cx="145" cy="145"/>
                  <a:chOff x="1344" y="816"/>
                  <a:chExt cx="240" cy="240"/>
                </a:xfrm>
              </p:grpSpPr>
              <p:sp>
                <p:nvSpPr>
                  <p:cNvPr id="61462" name="Line 22">
                    <a:extLst>
                      <a:ext uri="{FF2B5EF4-FFF2-40B4-BE49-F238E27FC236}">
                        <a16:creationId xmlns:a16="http://schemas.microsoft.com/office/drawing/2014/main" id="{3E276649-2D19-4084-9A86-D7F1393F4B0B}"/>
                      </a:ext>
                    </a:extLst>
                  </p:cNvPr>
                  <p:cNvSpPr>
                    <a:spLocks noChangeAspect="1" noChangeShapeType="1"/>
                  </p:cNvSpPr>
                  <p:nvPr/>
                </p:nvSpPr>
                <p:spPr bwMode="auto">
                  <a:xfrm flipH="1">
                    <a:off x="1344" y="816"/>
                    <a:ext cx="24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463" name="Line 23">
                    <a:extLst>
                      <a:ext uri="{FF2B5EF4-FFF2-40B4-BE49-F238E27FC236}">
                        <a16:creationId xmlns:a16="http://schemas.microsoft.com/office/drawing/2014/main" id="{0A226260-8CA7-4D61-9F00-E41A84525145}"/>
                      </a:ext>
                    </a:extLst>
                  </p:cNvPr>
                  <p:cNvSpPr>
                    <a:spLocks noChangeAspect="1" noChangeShapeType="1"/>
                  </p:cNvSpPr>
                  <p:nvPr/>
                </p:nvSpPr>
                <p:spPr bwMode="auto">
                  <a:xfrm>
                    <a:off x="1344" y="816"/>
                    <a:ext cx="24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61464" name="Group 24">
                <a:extLst>
                  <a:ext uri="{FF2B5EF4-FFF2-40B4-BE49-F238E27FC236}">
                    <a16:creationId xmlns:a16="http://schemas.microsoft.com/office/drawing/2014/main" id="{675812AF-7976-4875-B741-F7B7950857F4}"/>
                  </a:ext>
                </a:extLst>
              </p:cNvPr>
              <p:cNvGrpSpPr>
                <a:grpSpLocks/>
              </p:cNvGrpSpPr>
              <p:nvPr/>
            </p:nvGrpSpPr>
            <p:grpSpPr bwMode="auto">
              <a:xfrm>
                <a:off x="3023" y="816"/>
                <a:ext cx="145" cy="2305"/>
                <a:chOff x="1344" y="816"/>
                <a:chExt cx="145" cy="2305"/>
              </a:xfrm>
            </p:grpSpPr>
            <p:grpSp>
              <p:nvGrpSpPr>
                <p:cNvPr id="61465" name="Group 25">
                  <a:extLst>
                    <a:ext uri="{FF2B5EF4-FFF2-40B4-BE49-F238E27FC236}">
                      <a16:creationId xmlns:a16="http://schemas.microsoft.com/office/drawing/2014/main" id="{60D00131-62BB-4796-B95C-826E0FAA17B1}"/>
                    </a:ext>
                  </a:extLst>
                </p:cNvPr>
                <p:cNvGrpSpPr>
                  <a:grpSpLocks noChangeAspect="1"/>
                </p:cNvGrpSpPr>
                <p:nvPr/>
              </p:nvGrpSpPr>
              <p:grpSpPr bwMode="auto">
                <a:xfrm>
                  <a:off x="1344" y="816"/>
                  <a:ext cx="145" cy="145"/>
                  <a:chOff x="1344" y="816"/>
                  <a:chExt cx="240" cy="240"/>
                </a:xfrm>
              </p:grpSpPr>
              <p:sp>
                <p:nvSpPr>
                  <p:cNvPr id="61466" name="Line 26">
                    <a:extLst>
                      <a:ext uri="{FF2B5EF4-FFF2-40B4-BE49-F238E27FC236}">
                        <a16:creationId xmlns:a16="http://schemas.microsoft.com/office/drawing/2014/main" id="{7FCCEB56-9892-4150-A5E1-6405B77F04F4}"/>
                      </a:ext>
                    </a:extLst>
                  </p:cNvPr>
                  <p:cNvSpPr>
                    <a:spLocks noChangeAspect="1" noChangeShapeType="1"/>
                  </p:cNvSpPr>
                  <p:nvPr/>
                </p:nvSpPr>
                <p:spPr bwMode="auto">
                  <a:xfrm flipH="1">
                    <a:off x="1344" y="816"/>
                    <a:ext cx="24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467" name="Line 27">
                    <a:extLst>
                      <a:ext uri="{FF2B5EF4-FFF2-40B4-BE49-F238E27FC236}">
                        <a16:creationId xmlns:a16="http://schemas.microsoft.com/office/drawing/2014/main" id="{50E2F179-C3ED-427E-8F11-21DF3C8A777B}"/>
                      </a:ext>
                    </a:extLst>
                  </p:cNvPr>
                  <p:cNvSpPr>
                    <a:spLocks noChangeAspect="1" noChangeShapeType="1"/>
                  </p:cNvSpPr>
                  <p:nvPr/>
                </p:nvSpPr>
                <p:spPr bwMode="auto">
                  <a:xfrm>
                    <a:off x="1344" y="816"/>
                    <a:ext cx="24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61468" name="Group 28">
                  <a:extLst>
                    <a:ext uri="{FF2B5EF4-FFF2-40B4-BE49-F238E27FC236}">
                      <a16:creationId xmlns:a16="http://schemas.microsoft.com/office/drawing/2014/main" id="{447FFAC7-6B94-4A61-AC52-C7BF2F57BAA4}"/>
                    </a:ext>
                  </a:extLst>
                </p:cNvPr>
                <p:cNvGrpSpPr>
                  <a:grpSpLocks noChangeAspect="1"/>
                </p:cNvGrpSpPr>
                <p:nvPr/>
              </p:nvGrpSpPr>
              <p:grpSpPr bwMode="auto">
                <a:xfrm>
                  <a:off x="1344" y="1968"/>
                  <a:ext cx="145" cy="145"/>
                  <a:chOff x="1344" y="816"/>
                  <a:chExt cx="240" cy="240"/>
                </a:xfrm>
              </p:grpSpPr>
              <p:sp>
                <p:nvSpPr>
                  <p:cNvPr id="61469" name="Line 29">
                    <a:extLst>
                      <a:ext uri="{FF2B5EF4-FFF2-40B4-BE49-F238E27FC236}">
                        <a16:creationId xmlns:a16="http://schemas.microsoft.com/office/drawing/2014/main" id="{D96C132D-251F-4168-BB7A-B5E809E036B9}"/>
                      </a:ext>
                    </a:extLst>
                  </p:cNvPr>
                  <p:cNvSpPr>
                    <a:spLocks noChangeAspect="1" noChangeShapeType="1"/>
                  </p:cNvSpPr>
                  <p:nvPr/>
                </p:nvSpPr>
                <p:spPr bwMode="auto">
                  <a:xfrm flipH="1">
                    <a:off x="1344" y="816"/>
                    <a:ext cx="24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470" name="Line 30">
                    <a:extLst>
                      <a:ext uri="{FF2B5EF4-FFF2-40B4-BE49-F238E27FC236}">
                        <a16:creationId xmlns:a16="http://schemas.microsoft.com/office/drawing/2014/main" id="{9A9CA4A9-2DD9-4E3A-A8D2-76CE65F1F2AB}"/>
                      </a:ext>
                    </a:extLst>
                  </p:cNvPr>
                  <p:cNvSpPr>
                    <a:spLocks noChangeAspect="1" noChangeShapeType="1"/>
                  </p:cNvSpPr>
                  <p:nvPr/>
                </p:nvSpPr>
                <p:spPr bwMode="auto">
                  <a:xfrm>
                    <a:off x="1344" y="816"/>
                    <a:ext cx="24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61471" name="Group 31">
                  <a:extLst>
                    <a:ext uri="{FF2B5EF4-FFF2-40B4-BE49-F238E27FC236}">
                      <a16:creationId xmlns:a16="http://schemas.microsoft.com/office/drawing/2014/main" id="{330EE165-EFC0-4160-B739-6267E1DEE087}"/>
                    </a:ext>
                  </a:extLst>
                </p:cNvPr>
                <p:cNvGrpSpPr>
                  <a:grpSpLocks noChangeAspect="1"/>
                </p:cNvGrpSpPr>
                <p:nvPr/>
              </p:nvGrpSpPr>
              <p:grpSpPr bwMode="auto">
                <a:xfrm>
                  <a:off x="1344" y="2976"/>
                  <a:ext cx="145" cy="145"/>
                  <a:chOff x="1344" y="816"/>
                  <a:chExt cx="240" cy="240"/>
                </a:xfrm>
              </p:grpSpPr>
              <p:sp>
                <p:nvSpPr>
                  <p:cNvPr id="61472" name="Line 32">
                    <a:extLst>
                      <a:ext uri="{FF2B5EF4-FFF2-40B4-BE49-F238E27FC236}">
                        <a16:creationId xmlns:a16="http://schemas.microsoft.com/office/drawing/2014/main" id="{8F3AC248-78D0-4B37-AC63-10B70B12C3BB}"/>
                      </a:ext>
                    </a:extLst>
                  </p:cNvPr>
                  <p:cNvSpPr>
                    <a:spLocks noChangeAspect="1" noChangeShapeType="1"/>
                  </p:cNvSpPr>
                  <p:nvPr/>
                </p:nvSpPr>
                <p:spPr bwMode="auto">
                  <a:xfrm flipH="1">
                    <a:off x="1344" y="816"/>
                    <a:ext cx="24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473" name="Line 33">
                    <a:extLst>
                      <a:ext uri="{FF2B5EF4-FFF2-40B4-BE49-F238E27FC236}">
                        <a16:creationId xmlns:a16="http://schemas.microsoft.com/office/drawing/2014/main" id="{9A5E1F0C-6A0F-4A47-86BB-652940FFE005}"/>
                      </a:ext>
                    </a:extLst>
                  </p:cNvPr>
                  <p:cNvSpPr>
                    <a:spLocks noChangeAspect="1" noChangeShapeType="1"/>
                  </p:cNvSpPr>
                  <p:nvPr/>
                </p:nvSpPr>
                <p:spPr bwMode="auto">
                  <a:xfrm>
                    <a:off x="1344" y="816"/>
                    <a:ext cx="24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61474" name="Group 34">
                <a:extLst>
                  <a:ext uri="{FF2B5EF4-FFF2-40B4-BE49-F238E27FC236}">
                    <a16:creationId xmlns:a16="http://schemas.microsoft.com/office/drawing/2014/main" id="{59697AE2-7E69-43EF-83E1-445028C4406F}"/>
                  </a:ext>
                </a:extLst>
              </p:cNvPr>
              <p:cNvGrpSpPr>
                <a:grpSpLocks/>
              </p:cNvGrpSpPr>
              <p:nvPr/>
            </p:nvGrpSpPr>
            <p:grpSpPr bwMode="auto">
              <a:xfrm>
                <a:off x="3935" y="816"/>
                <a:ext cx="145" cy="2305"/>
                <a:chOff x="1344" y="816"/>
                <a:chExt cx="145" cy="2305"/>
              </a:xfrm>
            </p:grpSpPr>
            <p:grpSp>
              <p:nvGrpSpPr>
                <p:cNvPr id="61475" name="Group 35">
                  <a:extLst>
                    <a:ext uri="{FF2B5EF4-FFF2-40B4-BE49-F238E27FC236}">
                      <a16:creationId xmlns:a16="http://schemas.microsoft.com/office/drawing/2014/main" id="{3E0244C8-57F4-47D3-AD11-81002F90B371}"/>
                    </a:ext>
                  </a:extLst>
                </p:cNvPr>
                <p:cNvGrpSpPr>
                  <a:grpSpLocks noChangeAspect="1"/>
                </p:cNvGrpSpPr>
                <p:nvPr/>
              </p:nvGrpSpPr>
              <p:grpSpPr bwMode="auto">
                <a:xfrm>
                  <a:off x="1344" y="816"/>
                  <a:ext cx="145" cy="145"/>
                  <a:chOff x="1344" y="816"/>
                  <a:chExt cx="240" cy="240"/>
                </a:xfrm>
              </p:grpSpPr>
              <p:sp>
                <p:nvSpPr>
                  <p:cNvPr id="61476" name="Line 36">
                    <a:extLst>
                      <a:ext uri="{FF2B5EF4-FFF2-40B4-BE49-F238E27FC236}">
                        <a16:creationId xmlns:a16="http://schemas.microsoft.com/office/drawing/2014/main" id="{1165C32A-2134-4BFD-9513-D33B5B4CF862}"/>
                      </a:ext>
                    </a:extLst>
                  </p:cNvPr>
                  <p:cNvSpPr>
                    <a:spLocks noChangeAspect="1" noChangeShapeType="1"/>
                  </p:cNvSpPr>
                  <p:nvPr/>
                </p:nvSpPr>
                <p:spPr bwMode="auto">
                  <a:xfrm flipH="1">
                    <a:off x="1344" y="816"/>
                    <a:ext cx="24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477" name="Line 37">
                    <a:extLst>
                      <a:ext uri="{FF2B5EF4-FFF2-40B4-BE49-F238E27FC236}">
                        <a16:creationId xmlns:a16="http://schemas.microsoft.com/office/drawing/2014/main" id="{92219E3C-8359-4C2B-9E4A-1A250A8AA62D}"/>
                      </a:ext>
                    </a:extLst>
                  </p:cNvPr>
                  <p:cNvSpPr>
                    <a:spLocks noChangeAspect="1" noChangeShapeType="1"/>
                  </p:cNvSpPr>
                  <p:nvPr/>
                </p:nvSpPr>
                <p:spPr bwMode="auto">
                  <a:xfrm>
                    <a:off x="1344" y="816"/>
                    <a:ext cx="24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61478" name="Group 38">
                  <a:extLst>
                    <a:ext uri="{FF2B5EF4-FFF2-40B4-BE49-F238E27FC236}">
                      <a16:creationId xmlns:a16="http://schemas.microsoft.com/office/drawing/2014/main" id="{33015E41-B39C-4A52-9C3A-ED40DF513D8E}"/>
                    </a:ext>
                  </a:extLst>
                </p:cNvPr>
                <p:cNvGrpSpPr>
                  <a:grpSpLocks noChangeAspect="1"/>
                </p:cNvGrpSpPr>
                <p:nvPr/>
              </p:nvGrpSpPr>
              <p:grpSpPr bwMode="auto">
                <a:xfrm>
                  <a:off x="1344" y="1968"/>
                  <a:ext cx="145" cy="145"/>
                  <a:chOff x="1344" y="816"/>
                  <a:chExt cx="240" cy="240"/>
                </a:xfrm>
              </p:grpSpPr>
              <p:sp>
                <p:nvSpPr>
                  <p:cNvPr id="61479" name="Line 39">
                    <a:extLst>
                      <a:ext uri="{FF2B5EF4-FFF2-40B4-BE49-F238E27FC236}">
                        <a16:creationId xmlns:a16="http://schemas.microsoft.com/office/drawing/2014/main" id="{7C51FE8A-8FF2-488F-926E-EEB049FA54FC}"/>
                      </a:ext>
                    </a:extLst>
                  </p:cNvPr>
                  <p:cNvSpPr>
                    <a:spLocks noChangeAspect="1" noChangeShapeType="1"/>
                  </p:cNvSpPr>
                  <p:nvPr/>
                </p:nvSpPr>
                <p:spPr bwMode="auto">
                  <a:xfrm flipH="1">
                    <a:off x="1344" y="816"/>
                    <a:ext cx="24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480" name="Line 40">
                    <a:extLst>
                      <a:ext uri="{FF2B5EF4-FFF2-40B4-BE49-F238E27FC236}">
                        <a16:creationId xmlns:a16="http://schemas.microsoft.com/office/drawing/2014/main" id="{B1CDDA9A-ADB3-4AFC-85CC-9B0E2CC33E1A}"/>
                      </a:ext>
                    </a:extLst>
                  </p:cNvPr>
                  <p:cNvSpPr>
                    <a:spLocks noChangeAspect="1" noChangeShapeType="1"/>
                  </p:cNvSpPr>
                  <p:nvPr/>
                </p:nvSpPr>
                <p:spPr bwMode="auto">
                  <a:xfrm>
                    <a:off x="1344" y="816"/>
                    <a:ext cx="24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61481" name="Group 41">
                  <a:extLst>
                    <a:ext uri="{FF2B5EF4-FFF2-40B4-BE49-F238E27FC236}">
                      <a16:creationId xmlns:a16="http://schemas.microsoft.com/office/drawing/2014/main" id="{1553A09D-E05A-4C5C-817A-5EAEEBA8D02A}"/>
                    </a:ext>
                  </a:extLst>
                </p:cNvPr>
                <p:cNvGrpSpPr>
                  <a:grpSpLocks noChangeAspect="1"/>
                </p:cNvGrpSpPr>
                <p:nvPr/>
              </p:nvGrpSpPr>
              <p:grpSpPr bwMode="auto">
                <a:xfrm>
                  <a:off x="1344" y="2976"/>
                  <a:ext cx="145" cy="145"/>
                  <a:chOff x="1344" y="816"/>
                  <a:chExt cx="240" cy="240"/>
                </a:xfrm>
              </p:grpSpPr>
              <p:sp>
                <p:nvSpPr>
                  <p:cNvPr id="61482" name="Line 42">
                    <a:extLst>
                      <a:ext uri="{FF2B5EF4-FFF2-40B4-BE49-F238E27FC236}">
                        <a16:creationId xmlns:a16="http://schemas.microsoft.com/office/drawing/2014/main" id="{C0DA1310-1CFE-4FE6-9B9F-538344E3CA3F}"/>
                      </a:ext>
                    </a:extLst>
                  </p:cNvPr>
                  <p:cNvSpPr>
                    <a:spLocks noChangeAspect="1" noChangeShapeType="1"/>
                  </p:cNvSpPr>
                  <p:nvPr/>
                </p:nvSpPr>
                <p:spPr bwMode="auto">
                  <a:xfrm flipH="1">
                    <a:off x="1344" y="816"/>
                    <a:ext cx="24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483" name="Line 43">
                    <a:extLst>
                      <a:ext uri="{FF2B5EF4-FFF2-40B4-BE49-F238E27FC236}">
                        <a16:creationId xmlns:a16="http://schemas.microsoft.com/office/drawing/2014/main" id="{20D7FF92-E3C5-4A4A-9ADA-A0992709F240}"/>
                      </a:ext>
                    </a:extLst>
                  </p:cNvPr>
                  <p:cNvSpPr>
                    <a:spLocks noChangeAspect="1" noChangeShapeType="1"/>
                  </p:cNvSpPr>
                  <p:nvPr/>
                </p:nvSpPr>
                <p:spPr bwMode="auto">
                  <a:xfrm>
                    <a:off x="1344" y="816"/>
                    <a:ext cx="24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sp>
          <p:nvSpPr>
            <p:cNvPr id="61484" name="Rectangle 44">
              <a:extLst>
                <a:ext uri="{FF2B5EF4-FFF2-40B4-BE49-F238E27FC236}">
                  <a16:creationId xmlns:a16="http://schemas.microsoft.com/office/drawing/2014/main" id="{0B76B3E2-A90F-4C4F-A005-1E663020A29C}"/>
                </a:ext>
              </a:extLst>
            </p:cNvPr>
            <p:cNvSpPr>
              <a:spLocks noChangeArrowheads="1"/>
            </p:cNvSpPr>
            <p:nvPr/>
          </p:nvSpPr>
          <p:spPr bwMode="auto">
            <a:xfrm>
              <a:off x="1152" y="1152"/>
              <a:ext cx="192" cy="1824"/>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endParaRPr lang="en-US" altLang="en-US" sz="3200">
                <a:solidFill>
                  <a:schemeClr val="tx2"/>
                </a:solidFill>
                <a:latin typeface="Times New Roman" panose="02020603050405020304" pitchFamily="18" charset="0"/>
              </a:endParaRPr>
            </a:p>
          </p:txBody>
        </p:sp>
        <p:grpSp>
          <p:nvGrpSpPr>
            <p:cNvPr id="61485" name="Group 45">
              <a:extLst>
                <a:ext uri="{FF2B5EF4-FFF2-40B4-BE49-F238E27FC236}">
                  <a16:creationId xmlns:a16="http://schemas.microsoft.com/office/drawing/2014/main" id="{EF16FAC5-4EC1-47A7-BE6D-5C44B8C118A9}"/>
                </a:ext>
              </a:extLst>
            </p:cNvPr>
            <p:cNvGrpSpPr>
              <a:grpSpLocks/>
            </p:cNvGrpSpPr>
            <p:nvPr/>
          </p:nvGrpSpPr>
          <p:grpSpPr bwMode="auto">
            <a:xfrm>
              <a:off x="384" y="1152"/>
              <a:ext cx="240" cy="1824"/>
              <a:chOff x="864" y="1152"/>
              <a:chExt cx="240" cy="1824"/>
            </a:xfrm>
          </p:grpSpPr>
          <p:sp>
            <p:nvSpPr>
              <p:cNvPr id="61486" name="Line 46">
                <a:extLst>
                  <a:ext uri="{FF2B5EF4-FFF2-40B4-BE49-F238E27FC236}">
                    <a16:creationId xmlns:a16="http://schemas.microsoft.com/office/drawing/2014/main" id="{F9710663-3D7A-4509-93BC-46BBDB1E427B}"/>
                  </a:ext>
                </a:extLst>
              </p:cNvPr>
              <p:cNvSpPr>
                <a:spLocks noChangeShapeType="1"/>
              </p:cNvSpPr>
              <p:nvPr/>
            </p:nvSpPr>
            <p:spPr bwMode="auto">
              <a:xfrm>
                <a:off x="864" y="1152"/>
                <a:ext cx="24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487" name="Line 47">
                <a:extLst>
                  <a:ext uri="{FF2B5EF4-FFF2-40B4-BE49-F238E27FC236}">
                    <a16:creationId xmlns:a16="http://schemas.microsoft.com/office/drawing/2014/main" id="{E6020977-D543-4952-9914-717D7E7C2B6E}"/>
                  </a:ext>
                </a:extLst>
              </p:cNvPr>
              <p:cNvSpPr>
                <a:spLocks noChangeShapeType="1"/>
              </p:cNvSpPr>
              <p:nvPr/>
            </p:nvSpPr>
            <p:spPr bwMode="auto">
              <a:xfrm>
                <a:off x="864" y="2976"/>
                <a:ext cx="24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488" name="Line 48">
                <a:extLst>
                  <a:ext uri="{FF2B5EF4-FFF2-40B4-BE49-F238E27FC236}">
                    <a16:creationId xmlns:a16="http://schemas.microsoft.com/office/drawing/2014/main" id="{46B2110B-6FF6-474A-BC1B-0F5E6BAEB4CF}"/>
                  </a:ext>
                </a:extLst>
              </p:cNvPr>
              <p:cNvSpPr>
                <a:spLocks noChangeShapeType="1"/>
              </p:cNvSpPr>
              <p:nvPr/>
            </p:nvSpPr>
            <p:spPr bwMode="auto">
              <a:xfrm>
                <a:off x="960" y="1152"/>
                <a:ext cx="0" cy="1824"/>
              </a:xfrm>
              <a:prstGeom prst="line">
                <a:avLst/>
              </a:prstGeom>
              <a:noFill/>
              <a:ln w="12700">
                <a:solidFill>
                  <a:schemeClr val="tx1"/>
                </a:solidFill>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489" name="Text Box 49">
                <a:extLst>
                  <a:ext uri="{FF2B5EF4-FFF2-40B4-BE49-F238E27FC236}">
                    <a16:creationId xmlns:a16="http://schemas.microsoft.com/office/drawing/2014/main" id="{5A60B756-246D-4F07-A500-154FA1980728}"/>
                  </a:ext>
                </a:extLst>
              </p:cNvPr>
              <p:cNvSpPr txBox="1">
                <a:spLocks noChangeArrowheads="1"/>
              </p:cNvSpPr>
              <p:nvPr/>
            </p:nvSpPr>
            <p:spPr bwMode="auto">
              <a:xfrm>
                <a:off x="917" y="1824"/>
                <a:ext cx="187"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lang="es-ES_tradnl" altLang="en-US" sz="3200" i="1">
                    <a:solidFill>
                      <a:schemeClr val="tx2"/>
                    </a:solidFill>
                    <a:latin typeface="Times New Roman" panose="02020603050405020304" pitchFamily="18" charset="0"/>
                  </a:rPr>
                  <a:t>l</a:t>
                </a:r>
                <a:endParaRPr lang="es-ES_tradnl" altLang="en-US" sz="3200">
                  <a:solidFill>
                    <a:schemeClr val="tx2"/>
                  </a:solidFill>
                  <a:latin typeface="Times New Roman" panose="02020603050405020304" pitchFamily="18" charset="0"/>
                </a:endParaRPr>
              </a:p>
            </p:txBody>
          </p:sp>
        </p:grpSp>
        <p:sp>
          <p:nvSpPr>
            <p:cNvPr id="61490" name="Line 50">
              <a:extLst>
                <a:ext uri="{FF2B5EF4-FFF2-40B4-BE49-F238E27FC236}">
                  <a16:creationId xmlns:a16="http://schemas.microsoft.com/office/drawing/2014/main" id="{FB9DD3B9-E65F-4356-B5BC-89C87A9F05E4}"/>
                </a:ext>
              </a:extLst>
            </p:cNvPr>
            <p:cNvSpPr>
              <a:spLocks noChangeShapeType="1"/>
            </p:cNvSpPr>
            <p:nvPr/>
          </p:nvSpPr>
          <p:spPr bwMode="auto">
            <a:xfrm>
              <a:off x="1440" y="1920"/>
              <a:ext cx="432"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491" name="Text Box 51">
              <a:extLst>
                <a:ext uri="{FF2B5EF4-FFF2-40B4-BE49-F238E27FC236}">
                  <a16:creationId xmlns:a16="http://schemas.microsoft.com/office/drawing/2014/main" id="{32C79AF7-AE92-467C-84FB-0A5A67753781}"/>
                </a:ext>
              </a:extLst>
            </p:cNvPr>
            <p:cNvSpPr txBox="1">
              <a:spLocks noChangeArrowheads="1"/>
            </p:cNvSpPr>
            <p:nvPr/>
          </p:nvSpPr>
          <p:spPr bwMode="auto">
            <a:xfrm>
              <a:off x="1680" y="1584"/>
              <a:ext cx="244"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lang="es-ES_tradnl" altLang="en-US" sz="3200">
                  <a:solidFill>
                    <a:schemeClr val="tx2"/>
                  </a:solidFill>
                  <a:latin typeface="Times New Roman" panose="02020603050405020304" pitchFamily="18" charset="0"/>
                </a:rPr>
                <a:t>v</a:t>
              </a:r>
            </a:p>
          </p:txBody>
        </p:sp>
        <p:grpSp>
          <p:nvGrpSpPr>
            <p:cNvPr id="61492" name="Group 52">
              <a:extLst>
                <a:ext uri="{FF2B5EF4-FFF2-40B4-BE49-F238E27FC236}">
                  <a16:creationId xmlns:a16="http://schemas.microsoft.com/office/drawing/2014/main" id="{0F7AAFE8-CBE3-4BDA-B26C-F14D27B8554E}"/>
                </a:ext>
              </a:extLst>
            </p:cNvPr>
            <p:cNvGrpSpPr>
              <a:grpSpLocks noChangeAspect="1"/>
            </p:cNvGrpSpPr>
            <p:nvPr/>
          </p:nvGrpSpPr>
          <p:grpSpPr bwMode="auto">
            <a:xfrm>
              <a:off x="1188" y="1176"/>
              <a:ext cx="145" cy="145"/>
              <a:chOff x="4020" y="1344"/>
              <a:chExt cx="240" cy="240"/>
            </a:xfrm>
          </p:grpSpPr>
          <p:sp>
            <p:nvSpPr>
              <p:cNvPr id="61493" name="Line 53">
                <a:extLst>
                  <a:ext uri="{FF2B5EF4-FFF2-40B4-BE49-F238E27FC236}">
                    <a16:creationId xmlns:a16="http://schemas.microsoft.com/office/drawing/2014/main" id="{F71A917C-4657-4106-83E0-2F0194807B43}"/>
                  </a:ext>
                </a:extLst>
              </p:cNvPr>
              <p:cNvSpPr>
                <a:spLocks noChangeAspect="1" noChangeShapeType="1"/>
              </p:cNvSpPr>
              <p:nvPr/>
            </p:nvSpPr>
            <p:spPr bwMode="auto">
              <a:xfrm>
                <a:off x="4128" y="1344"/>
                <a:ext cx="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494" name="Line 54">
                <a:extLst>
                  <a:ext uri="{FF2B5EF4-FFF2-40B4-BE49-F238E27FC236}">
                    <a16:creationId xmlns:a16="http://schemas.microsoft.com/office/drawing/2014/main" id="{143CD88C-CE16-4087-80B7-82F04981C10C}"/>
                  </a:ext>
                </a:extLst>
              </p:cNvPr>
              <p:cNvSpPr>
                <a:spLocks noChangeAspect="1" noChangeShapeType="1"/>
              </p:cNvSpPr>
              <p:nvPr/>
            </p:nvSpPr>
            <p:spPr bwMode="auto">
              <a:xfrm>
                <a:off x="4020" y="1464"/>
                <a:ext cx="24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61495" name="Group 55">
              <a:extLst>
                <a:ext uri="{FF2B5EF4-FFF2-40B4-BE49-F238E27FC236}">
                  <a16:creationId xmlns:a16="http://schemas.microsoft.com/office/drawing/2014/main" id="{55A0C4D3-A6DD-4B13-9E35-1F8890627CE4}"/>
                </a:ext>
              </a:extLst>
            </p:cNvPr>
            <p:cNvGrpSpPr>
              <a:grpSpLocks noChangeAspect="1"/>
            </p:cNvGrpSpPr>
            <p:nvPr/>
          </p:nvGrpSpPr>
          <p:grpSpPr bwMode="auto">
            <a:xfrm>
              <a:off x="1187" y="1380"/>
              <a:ext cx="145" cy="145"/>
              <a:chOff x="4020" y="1344"/>
              <a:chExt cx="240" cy="240"/>
            </a:xfrm>
          </p:grpSpPr>
          <p:sp>
            <p:nvSpPr>
              <p:cNvPr id="61496" name="Line 56">
                <a:extLst>
                  <a:ext uri="{FF2B5EF4-FFF2-40B4-BE49-F238E27FC236}">
                    <a16:creationId xmlns:a16="http://schemas.microsoft.com/office/drawing/2014/main" id="{ED184E1A-584C-4999-8C1E-AD614D14ADE0}"/>
                  </a:ext>
                </a:extLst>
              </p:cNvPr>
              <p:cNvSpPr>
                <a:spLocks noChangeAspect="1" noChangeShapeType="1"/>
              </p:cNvSpPr>
              <p:nvPr/>
            </p:nvSpPr>
            <p:spPr bwMode="auto">
              <a:xfrm>
                <a:off x="4128" y="1344"/>
                <a:ext cx="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497" name="Line 57">
                <a:extLst>
                  <a:ext uri="{FF2B5EF4-FFF2-40B4-BE49-F238E27FC236}">
                    <a16:creationId xmlns:a16="http://schemas.microsoft.com/office/drawing/2014/main" id="{6F1BDED4-D352-48A2-A5AC-2FECB6BE7496}"/>
                  </a:ext>
                </a:extLst>
              </p:cNvPr>
              <p:cNvSpPr>
                <a:spLocks noChangeAspect="1" noChangeShapeType="1"/>
              </p:cNvSpPr>
              <p:nvPr/>
            </p:nvSpPr>
            <p:spPr bwMode="auto">
              <a:xfrm>
                <a:off x="4020" y="1464"/>
                <a:ext cx="24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61498" name="Line 58">
              <a:extLst>
                <a:ext uri="{FF2B5EF4-FFF2-40B4-BE49-F238E27FC236}">
                  <a16:creationId xmlns:a16="http://schemas.microsoft.com/office/drawing/2014/main" id="{D4D4E58A-932A-4511-8028-A8518E2F8993}"/>
                </a:ext>
              </a:extLst>
            </p:cNvPr>
            <p:cNvSpPr>
              <a:spLocks noChangeShapeType="1"/>
            </p:cNvSpPr>
            <p:nvPr/>
          </p:nvSpPr>
          <p:spPr bwMode="auto">
            <a:xfrm>
              <a:off x="1176" y="2712"/>
              <a:ext cx="14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499" name="Line 59">
              <a:extLst>
                <a:ext uri="{FF2B5EF4-FFF2-40B4-BE49-F238E27FC236}">
                  <a16:creationId xmlns:a16="http://schemas.microsoft.com/office/drawing/2014/main" id="{1E9D89C0-2D24-4ECC-BA7B-D5D897FB9ED5}"/>
                </a:ext>
              </a:extLst>
            </p:cNvPr>
            <p:cNvSpPr>
              <a:spLocks noChangeShapeType="1"/>
            </p:cNvSpPr>
            <p:nvPr/>
          </p:nvSpPr>
          <p:spPr bwMode="auto">
            <a:xfrm>
              <a:off x="1176" y="2868"/>
              <a:ext cx="14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00" name="Line 60">
              <a:extLst>
                <a:ext uri="{FF2B5EF4-FFF2-40B4-BE49-F238E27FC236}">
                  <a16:creationId xmlns:a16="http://schemas.microsoft.com/office/drawing/2014/main" id="{A542B66E-CA66-417C-9EFF-46E40867B0B3}"/>
                </a:ext>
              </a:extLst>
            </p:cNvPr>
            <p:cNvSpPr>
              <a:spLocks noChangeShapeType="1"/>
            </p:cNvSpPr>
            <p:nvPr/>
          </p:nvSpPr>
          <p:spPr bwMode="auto">
            <a:xfrm>
              <a:off x="1188" y="2568"/>
              <a:ext cx="14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61501" name="Group 61">
              <a:extLst>
                <a:ext uri="{FF2B5EF4-FFF2-40B4-BE49-F238E27FC236}">
                  <a16:creationId xmlns:a16="http://schemas.microsoft.com/office/drawing/2014/main" id="{268A81F8-5059-4053-ADF7-968692556AF7}"/>
                </a:ext>
              </a:extLst>
            </p:cNvPr>
            <p:cNvGrpSpPr>
              <a:grpSpLocks noChangeAspect="1"/>
            </p:cNvGrpSpPr>
            <p:nvPr/>
          </p:nvGrpSpPr>
          <p:grpSpPr bwMode="auto">
            <a:xfrm>
              <a:off x="1200" y="1583"/>
              <a:ext cx="145" cy="145"/>
              <a:chOff x="4020" y="1344"/>
              <a:chExt cx="240" cy="240"/>
            </a:xfrm>
          </p:grpSpPr>
          <p:sp>
            <p:nvSpPr>
              <p:cNvPr id="61502" name="Line 62">
                <a:extLst>
                  <a:ext uri="{FF2B5EF4-FFF2-40B4-BE49-F238E27FC236}">
                    <a16:creationId xmlns:a16="http://schemas.microsoft.com/office/drawing/2014/main" id="{54C6F607-EF5A-42EA-AE55-B7477BCD1A64}"/>
                  </a:ext>
                </a:extLst>
              </p:cNvPr>
              <p:cNvSpPr>
                <a:spLocks noChangeAspect="1" noChangeShapeType="1"/>
              </p:cNvSpPr>
              <p:nvPr/>
            </p:nvSpPr>
            <p:spPr bwMode="auto">
              <a:xfrm>
                <a:off x="4128" y="1344"/>
                <a:ext cx="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03" name="Line 63">
                <a:extLst>
                  <a:ext uri="{FF2B5EF4-FFF2-40B4-BE49-F238E27FC236}">
                    <a16:creationId xmlns:a16="http://schemas.microsoft.com/office/drawing/2014/main" id="{93311418-4DAD-4ECF-9BD5-ADBEF61AD7E6}"/>
                  </a:ext>
                </a:extLst>
              </p:cNvPr>
              <p:cNvSpPr>
                <a:spLocks noChangeAspect="1" noChangeShapeType="1"/>
              </p:cNvSpPr>
              <p:nvPr/>
            </p:nvSpPr>
            <p:spPr bwMode="auto">
              <a:xfrm>
                <a:off x="4020" y="1464"/>
                <a:ext cx="24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61504" name="Line 64">
              <a:extLst>
                <a:ext uri="{FF2B5EF4-FFF2-40B4-BE49-F238E27FC236}">
                  <a16:creationId xmlns:a16="http://schemas.microsoft.com/office/drawing/2014/main" id="{BE8CB9D7-EBBE-4504-A141-A07EAB1A080A}"/>
                </a:ext>
              </a:extLst>
            </p:cNvPr>
            <p:cNvSpPr>
              <a:spLocks noChangeShapeType="1"/>
            </p:cNvSpPr>
            <p:nvPr/>
          </p:nvSpPr>
          <p:spPr bwMode="auto">
            <a:xfrm>
              <a:off x="1248" y="1776"/>
              <a:ext cx="0" cy="480"/>
            </a:xfrm>
            <a:prstGeom prst="line">
              <a:avLst/>
            </a:prstGeom>
            <a:noFill/>
            <a:ln w="1270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05" name="Text Box 65">
              <a:extLst>
                <a:ext uri="{FF2B5EF4-FFF2-40B4-BE49-F238E27FC236}">
                  <a16:creationId xmlns:a16="http://schemas.microsoft.com/office/drawing/2014/main" id="{E8DCFE61-BAD0-4BBE-9300-D8766B1BE1D4}"/>
                </a:ext>
              </a:extLst>
            </p:cNvPr>
            <p:cNvSpPr txBox="1">
              <a:spLocks noChangeArrowheads="1"/>
            </p:cNvSpPr>
            <p:nvPr/>
          </p:nvSpPr>
          <p:spPr bwMode="auto">
            <a:xfrm>
              <a:off x="832" y="1872"/>
              <a:ext cx="272"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lang="es-ES_tradnl" altLang="en-US" sz="3200">
                  <a:solidFill>
                    <a:schemeClr val="tx2"/>
                  </a:solidFill>
                  <a:latin typeface="Times New Roman" panose="02020603050405020304" pitchFamily="18" charset="0"/>
                </a:rPr>
                <a:t>E</a:t>
              </a:r>
            </a:p>
          </p:txBody>
        </p:sp>
        <p:sp>
          <p:nvSpPr>
            <p:cNvPr id="61506" name="Text Box 66">
              <a:extLst>
                <a:ext uri="{FF2B5EF4-FFF2-40B4-BE49-F238E27FC236}">
                  <a16:creationId xmlns:a16="http://schemas.microsoft.com/office/drawing/2014/main" id="{A0017165-45BA-4953-A453-5FB510BBF7D0}"/>
                </a:ext>
              </a:extLst>
            </p:cNvPr>
            <p:cNvSpPr txBox="1">
              <a:spLocks noChangeArrowheads="1"/>
            </p:cNvSpPr>
            <p:nvPr/>
          </p:nvSpPr>
          <p:spPr bwMode="auto">
            <a:xfrm>
              <a:off x="3505" y="816"/>
              <a:ext cx="287"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lang="es-ES_tradnl" altLang="en-US" sz="3200" b="1">
                  <a:solidFill>
                    <a:schemeClr val="tx2"/>
                  </a:solidFill>
                  <a:latin typeface="Times New Roman" panose="02020603050405020304" pitchFamily="18" charset="0"/>
                </a:rPr>
                <a:t>B</a:t>
              </a:r>
              <a:endParaRPr lang="es-ES_tradnl" altLang="en-US" sz="3200">
                <a:solidFill>
                  <a:schemeClr val="tx2"/>
                </a:solidFill>
                <a:latin typeface="Times New Roman" panose="02020603050405020304" pitchFamily="18" charset="0"/>
              </a:endParaRPr>
            </a:p>
          </p:txBody>
        </p:sp>
      </p:grpSp>
      <p:grpSp>
        <p:nvGrpSpPr>
          <p:cNvPr id="61507" name="Group 67">
            <a:extLst>
              <a:ext uri="{FF2B5EF4-FFF2-40B4-BE49-F238E27FC236}">
                <a16:creationId xmlns:a16="http://schemas.microsoft.com/office/drawing/2014/main" id="{0D4B91B7-CE85-486E-9812-13E8F463DAFD}"/>
              </a:ext>
            </a:extLst>
          </p:cNvPr>
          <p:cNvGrpSpPr>
            <a:grpSpLocks/>
          </p:cNvGrpSpPr>
          <p:nvPr/>
        </p:nvGrpSpPr>
        <p:grpSpPr bwMode="auto">
          <a:xfrm>
            <a:off x="1727200" y="241300"/>
            <a:ext cx="3886200" cy="914400"/>
            <a:chOff x="1200" y="3600"/>
            <a:chExt cx="2448" cy="576"/>
          </a:xfrm>
        </p:grpSpPr>
        <p:sp>
          <p:nvSpPr>
            <p:cNvPr id="61508" name="Rectangle 68">
              <a:extLst>
                <a:ext uri="{FF2B5EF4-FFF2-40B4-BE49-F238E27FC236}">
                  <a16:creationId xmlns:a16="http://schemas.microsoft.com/office/drawing/2014/main" id="{5DB579CC-DD54-4514-9BBA-18DD9E86EB86}"/>
                </a:ext>
              </a:extLst>
            </p:cNvPr>
            <p:cNvSpPr>
              <a:spLocks noChangeArrowheads="1"/>
            </p:cNvSpPr>
            <p:nvPr/>
          </p:nvSpPr>
          <p:spPr bwMode="auto">
            <a:xfrm>
              <a:off x="1200" y="3600"/>
              <a:ext cx="2448" cy="576"/>
            </a:xfrm>
            <a:prstGeom prst="rect">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aphicFrame>
          <p:nvGraphicFramePr>
            <p:cNvPr id="61509" name="Object 69">
              <a:extLst>
                <a:ext uri="{FF2B5EF4-FFF2-40B4-BE49-F238E27FC236}">
                  <a16:creationId xmlns:a16="http://schemas.microsoft.com/office/drawing/2014/main" id="{7D0A42C4-277E-4C7C-8142-4E6279F409ED}"/>
                </a:ext>
              </a:extLst>
            </p:cNvPr>
            <p:cNvGraphicFramePr>
              <a:graphicFrameLocks noChangeAspect="1"/>
            </p:cNvGraphicFramePr>
            <p:nvPr/>
          </p:nvGraphicFramePr>
          <p:xfrm>
            <a:off x="1248" y="3605"/>
            <a:ext cx="2400" cy="571"/>
          </p:xfrm>
          <a:graphic>
            <a:graphicData uri="http://schemas.openxmlformats.org/presentationml/2006/ole">
              <mc:AlternateContent xmlns:mc="http://schemas.openxmlformats.org/markup-compatibility/2006">
                <mc:Choice xmlns:v="urn:schemas-microsoft-com:vml" Requires="v">
                  <p:oleObj spid="_x0000_s43012" name="Ecuación" r:id="rId3" imgW="622080" imgH="177480" progId="Equation.3">
                    <p:embed/>
                  </p:oleObj>
                </mc:Choice>
                <mc:Fallback>
                  <p:oleObj name="Ecuación" r:id="rId3" imgW="622080" imgH="177480" progId="Equation.3">
                    <p:embed/>
                    <p:pic>
                      <p:nvPicPr>
                        <p:cNvPr id="61509" name="Object 69">
                          <a:extLst>
                            <a:ext uri="{FF2B5EF4-FFF2-40B4-BE49-F238E27FC236}">
                              <a16:creationId xmlns:a16="http://schemas.microsoft.com/office/drawing/2014/main" id="{7D0A42C4-277E-4C7C-8142-4E6279F409E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48" y="3605"/>
                          <a:ext cx="2400" cy="57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61510" name="Rectangle 70">
            <a:extLst>
              <a:ext uri="{FF2B5EF4-FFF2-40B4-BE49-F238E27FC236}">
                <a16:creationId xmlns:a16="http://schemas.microsoft.com/office/drawing/2014/main" id="{612824CE-9267-4EE2-85B7-16CC29193A47}"/>
              </a:ext>
            </a:extLst>
          </p:cNvPr>
          <p:cNvSpPr>
            <a:spLocks noChangeArrowheads="1"/>
          </p:cNvSpPr>
          <p:nvPr/>
        </p:nvSpPr>
        <p:spPr bwMode="auto">
          <a:xfrm>
            <a:off x="7467600" y="3200400"/>
            <a:ext cx="228600" cy="304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11" name="AutoShape 71">
            <a:extLst>
              <a:ext uri="{FF2B5EF4-FFF2-40B4-BE49-F238E27FC236}">
                <a16:creationId xmlns:a16="http://schemas.microsoft.com/office/drawing/2014/main" id="{6FF4953F-6598-4A08-A75D-979698EC3C18}"/>
              </a:ext>
            </a:extLst>
          </p:cNvPr>
          <p:cNvSpPr>
            <a:spLocks noChangeArrowheads="1"/>
          </p:cNvSpPr>
          <p:nvPr/>
        </p:nvSpPr>
        <p:spPr bwMode="auto">
          <a:xfrm>
            <a:off x="6629400" y="3581400"/>
            <a:ext cx="914400" cy="228600"/>
          </a:xfrm>
          <a:prstGeom prst="curvedUpArrow">
            <a:avLst>
              <a:gd name="adj1" fmla="val 29722"/>
              <a:gd name="adj2" fmla="val 109722"/>
              <a:gd name="adj3" fmla="val 33333"/>
            </a:avLst>
          </a:prstGeom>
          <a:gradFill rotWithShape="0">
            <a:gsLst>
              <a:gs pos="0">
                <a:srgbClr val="00FFFF"/>
              </a:gs>
              <a:gs pos="50000">
                <a:srgbClr val="00FFFF">
                  <a:gamma/>
                  <a:shade val="46275"/>
                  <a:invGamma/>
                </a:srgbClr>
              </a:gs>
              <a:gs pos="100000">
                <a:srgbClr val="00FFFF"/>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12" name="Line 72">
            <a:extLst>
              <a:ext uri="{FF2B5EF4-FFF2-40B4-BE49-F238E27FC236}">
                <a16:creationId xmlns:a16="http://schemas.microsoft.com/office/drawing/2014/main" id="{BCBA3792-E7EB-4549-A64A-116301970E09}"/>
              </a:ext>
            </a:extLst>
          </p:cNvPr>
          <p:cNvSpPr>
            <a:spLocks noChangeShapeType="1"/>
          </p:cNvSpPr>
          <p:nvPr/>
        </p:nvSpPr>
        <p:spPr bwMode="auto">
          <a:xfrm>
            <a:off x="7543800" y="3352800"/>
            <a:ext cx="0" cy="685800"/>
          </a:xfrm>
          <a:prstGeom prst="line">
            <a:avLst/>
          </a:prstGeom>
          <a:noFill/>
          <a:ln w="38100">
            <a:solidFill>
              <a:srgbClr val="FF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61513" name="Line 73">
            <a:extLst>
              <a:ext uri="{FF2B5EF4-FFF2-40B4-BE49-F238E27FC236}">
                <a16:creationId xmlns:a16="http://schemas.microsoft.com/office/drawing/2014/main" id="{FC06CFFE-3894-4EC6-940C-D32BDC3F2575}"/>
              </a:ext>
            </a:extLst>
          </p:cNvPr>
          <p:cNvSpPr>
            <a:spLocks noChangeShapeType="1"/>
          </p:cNvSpPr>
          <p:nvPr/>
        </p:nvSpPr>
        <p:spPr bwMode="auto">
          <a:xfrm flipV="1">
            <a:off x="7543800" y="2590800"/>
            <a:ext cx="0" cy="685800"/>
          </a:xfrm>
          <a:prstGeom prst="line">
            <a:avLst/>
          </a:prstGeom>
          <a:noFill/>
          <a:ln w="381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61514" name="Text Box 74">
            <a:extLst>
              <a:ext uri="{FF2B5EF4-FFF2-40B4-BE49-F238E27FC236}">
                <a16:creationId xmlns:a16="http://schemas.microsoft.com/office/drawing/2014/main" id="{E2314A39-39B2-49C8-A68F-686BACE8C541}"/>
              </a:ext>
            </a:extLst>
          </p:cNvPr>
          <p:cNvSpPr txBox="1">
            <a:spLocks noChangeArrowheads="1"/>
          </p:cNvSpPr>
          <p:nvPr/>
        </p:nvSpPr>
        <p:spPr bwMode="auto">
          <a:xfrm>
            <a:off x="7620000" y="3352800"/>
            <a:ext cx="8382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s-ES" altLang="en-US" b="1">
                <a:latin typeface="Times New Roman" panose="02020603050405020304" pitchFamily="18" charset="0"/>
              </a:rPr>
              <a:t>q</a:t>
            </a:r>
          </a:p>
        </p:txBody>
      </p:sp>
      <p:sp>
        <p:nvSpPr>
          <p:cNvPr id="61515" name="Line 75">
            <a:extLst>
              <a:ext uri="{FF2B5EF4-FFF2-40B4-BE49-F238E27FC236}">
                <a16:creationId xmlns:a16="http://schemas.microsoft.com/office/drawing/2014/main" id="{A47959E3-3A16-46BA-9927-4BB023AA6443}"/>
              </a:ext>
            </a:extLst>
          </p:cNvPr>
          <p:cNvSpPr>
            <a:spLocks noChangeShapeType="1"/>
          </p:cNvSpPr>
          <p:nvPr/>
        </p:nvSpPr>
        <p:spPr bwMode="auto">
          <a:xfrm>
            <a:off x="7543800" y="3352800"/>
            <a:ext cx="7620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61516" name="Text Box 76">
            <a:extLst>
              <a:ext uri="{FF2B5EF4-FFF2-40B4-BE49-F238E27FC236}">
                <a16:creationId xmlns:a16="http://schemas.microsoft.com/office/drawing/2014/main" id="{42C12153-05CC-42E9-9830-A668C93047DF}"/>
              </a:ext>
            </a:extLst>
          </p:cNvPr>
          <p:cNvSpPr txBox="1">
            <a:spLocks noChangeArrowheads="1"/>
          </p:cNvSpPr>
          <p:nvPr/>
        </p:nvSpPr>
        <p:spPr bwMode="auto">
          <a:xfrm>
            <a:off x="7772400" y="2971800"/>
            <a:ext cx="6096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s-MX" altLang="en-US" b="1">
                <a:latin typeface="Times New Roman" panose="02020603050405020304" pitchFamily="18" charset="0"/>
              </a:rPr>
              <a:t>v</a:t>
            </a:r>
            <a:endParaRPr lang="es-ES" altLang="en-US" b="1">
              <a:latin typeface="Times New Roman" panose="02020603050405020304" pitchFamily="18" charset="0"/>
            </a:endParaRPr>
          </a:p>
        </p:txBody>
      </p:sp>
      <p:sp>
        <p:nvSpPr>
          <p:cNvPr id="61517" name="Text Box 77">
            <a:extLst>
              <a:ext uri="{FF2B5EF4-FFF2-40B4-BE49-F238E27FC236}">
                <a16:creationId xmlns:a16="http://schemas.microsoft.com/office/drawing/2014/main" id="{4344AE0B-2726-4AB3-9089-9F4AF183A8D0}"/>
              </a:ext>
            </a:extLst>
          </p:cNvPr>
          <p:cNvSpPr txBox="1">
            <a:spLocks noChangeArrowheads="1"/>
          </p:cNvSpPr>
          <p:nvPr/>
        </p:nvSpPr>
        <p:spPr bwMode="auto">
          <a:xfrm>
            <a:off x="7391400" y="2133600"/>
            <a:ext cx="1143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s-MX" altLang="en-US" b="1">
                <a:solidFill>
                  <a:schemeClr val="accent2"/>
                </a:solidFill>
                <a:latin typeface="Times New Roman" panose="02020603050405020304" pitchFamily="18" charset="0"/>
              </a:rPr>
              <a:t>Fm</a:t>
            </a:r>
            <a:endParaRPr lang="es-ES" altLang="en-US" b="1">
              <a:solidFill>
                <a:schemeClr val="accent2"/>
              </a:solidFill>
              <a:latin typeface="Times New Roman" panose="02020603050405020304" pitchFamily="18" charset="0"/>
            </a:endParaRPr>
          </a:p>
        </p:txBody>
      </p:sp>
      <p:sp>
        <p:nvSpPr>
          <p:cNvPr id="61518" name="Text Box 78">
            <a:extLst>
              <a:ext uri="{FF2B5EF4-FFF2-40B4-BE49-F238E27FC236}">
                <a16:creationId xmlns:a16="http://schemas.microsoft.com/office/drawing/2014/main" id="{0C6AC08E-B2D4-4B07-9462-F73022452CB4}"/>
              </a:ext>
            </a:extLst>
          </p:cNvPr>
          <p:cNvSpPr txBox="1">
            <a:spLocks noChangeArrowheads="1"/>
          </p:cNvSpPr>
          <p:nvPr/>
        </p:nvSpPr>
        <p:spPr bwMode="auto">
          <a:xfrm>
            <a:off x="7467600" y="4038600"/>
            <a:ext cx="1524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s-MX" altLang="en-US" b="1">
                <a:solidFill>
                  <a:srgbClr val="FF0066"/>
                </a:solidFill>
                <a:latin typeface="Times New Roman" panose="02020603050405020304" pitchFamily="18" charset="0"/>
              </a:rPr>
              <a:t>Fe</a:t>
            </a:r>
            <a:endParaRPr lang="es-ES" altLang="en-US" b="1">
              <a:solidFill>
                <a:srgbClr val="FF0066"/>
              </a:solidFill>
              <a:latin typeface="Times New Roman" panose="02020603050405020304" pitchFamily="18" charset="0"/>
            </a:endParaRPr>
          </a:p>
        </p:txBody>
      </p:sp>
      <p:sp>
        <p:nvSpPr>
          <p:cNvPr id="61519" name="Text Box 79">
            <a:extLst>
              <a:ext uri="{FF2B5EF4-FFF2-40B4-BE49-F238E27FC236}">
                <a16:creationId xmlns:a16="http://schemas.microsoft.com/office/drawing/2014/main" id="{E5CB78F2-7BDF-4A75-AB62-5B07ADABACB1}"/>
              </a:ext>
            </a:extLst>
          </p:cNvPr>
          <p:cNvSpPr txBox="1">
            <a:spLocks noChangeArrowheads="1"/>
          </p:cNvSpPr>
          <p:nvPr/>
        </p:nvSpPr>
        <p:spPr bwMode="auto">
          <a:xfrm>
            <a:off x="1981200" y="1828800"/>
            <a:ext cx="266700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s-MX" altLang="en-US" b="1">
                <a:latin typeface="Times New Roman" panose="02020603050405020304" pitchFamily="18" charset="0"/>
              </a:rPr>
              <a:t>Si la barra se detiene: v=0, entonces desparece la fuerza magnética</a:t>
            </a:r>
            <a:r>
              <a:rPr lang="es-MX" altLang="en-US" b="1">
                <a:solidFill>
                  <a:schemeClr val="accent2"/>
                </a:solidFill>
                <a:effectLst>
                  <a:outerShdw blurRad="38100" dist="38100" dir="2700000" algn="tl">
                    <a:srgbClr val="C0C0C0"/>
                  </a:outerShdw>
                </a:effectLst>
                <a:latin typeface="Times New Roman" panose="02020603050405020304" pitchFamily="18" charset="0"/>
              </a:rPr>
              <a:t> Fm, </a:t>
            </a:r>
            <a:r>
              <a:rPr lang="es-MX" altLang="en-US" b="1">
                <a:effectLst>
                  <a:outerShdw blurRad="38100" dist="38100" dir="2700000" algn="tl">
                    <a:srgbClr val="C0C0C0"/>
                  </a:outerShdw>
                </a:effectLst>
                <a:latin typeface="Times New Roman" panose="02020603050405020304" pitchFamily="18" charset="0"/>
              </a:rPr>
              <a:t>como consecuencia la</a:t>
            </a:r>
            <a:r>
              <a:rPr lang="es-MX" altLang="en-US" b="1">
                <a:solidFill>
                  <a:schemeClr val="accent2"/>
                </a:solidFill>
                <a:effectLst>
                  <a:outerShdw blurRad="38100" dist="38100" dir="2700000" algn="tl">
                    <a:srgbClr val="C0C0C0"/>
                  </a:outerShdw>
                </a:effectLst>
                <a:latin typeface="Times New Roman" panose="02020603050405020304" pitchFamily="18" charset="0"/>
              </a:rPr>
              <a:t> </a:t>
            </a:r>
            <a:r>
              <a:rPr lang="es-MX" altLang="en-US" b="1">
                <a:solidFill>
                  <a:srgbClr val="FF0066"/>
                </a:solidFill>
                <a:effectLst>
                  <a:outerShdw blurRad="38100" dist="38100" dir="2700000" algn="tl">
                    <a:srgbClr val="C0C0C0"/>
                  </a:outerShdw>
                </a:effectLst>
                <a:latin typeface="Times New Roman" panose="02020603050405020304" pitchFamily="18" charset="0"/>
              </a:rPr>
              <a:t>Fe</a:t>
            </a:r>
            <a:r>
              <a:rPr lang="es-MX" altLang="en-US" b="1">
                <a:solidFill>
                  <a:schemeClr val="accent2"/>
                </a:solidFill>
                <a:effectLst>
                  <a:outerShdw blurRad="38100" dist="38100" dir="2700000" algn="tl">
                    <a:srgbClr val="C0C0C0"/>
                  </a:outerShdw>
                </a:effectLst>
                <a:latin typeface="Times New Roman" panose="02020603050405020304" pitchFamily="18" charset="0"/>
              </a:rPr>
              <a:t> </a:t>
            </a:r>
            <a:r>
              <a:rPr lang="es-MX" altLang="en-US" b="1">
                <a:effectLst>
                  <a:outerShdw blurRad="38100" dist="38100" dir="2700000" algn="tl">
                    <a:srgbClr val="C0C0C0"/>
                  </a:outerShdw>
                </a:effectLst>
                <a:latin typeface="Times New Roman" panose="02020603050405020304" pitchFamily="18" charset="0"/>
              </a:rPr>
              <a:t>mueve a las cargas positivas hacia abajo y desaparece la diferencia de potencial</a:t>
            </a:r>
            <a:endParaRPr lang="es-ES" altLang="en-US" b="1">
              <a:effectLst>
                <a:outerShdw blurRad="38100" dist="38100" dir="2700000" algn="tl">
                  <a:srgbClr val="C0C0C0"/>
                </a:outerShdw>
              </a:effectLst>
              <a:latin typeface="Times New Roman" panose="02020603050405020304" pitchFamily="18"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22212AE7-8459-4562-8699-8A278DB68A58}"/>
              </a:ext>
            </a:extLst>
          </p:cNvPr>
          <p:cNvSpPr>
            <a:spLocks noChangeArrowheads="1"/>
          </p:cNvSpPr>
          <p:nvPr/>
        </p:nvSpPr>
        <p:spPr bwMode="auto">
          <a:xfrm>
            <a:off x="4649789" y="-76200"/>
            <a:ext cx="3786293" cy="5854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s-ES_tradnl" altLang="en-US" sz="3200" b="1">
                <a:solidFill>
                  <a:srgbClr val="800000"/>
                </a:solidFill>
                <a:latin typeface="Times New Roman" panose="02020603050405020304" pitchFamily="18" charset="0"/>
              </a:rPr>
              <a:t>FEM de movimiento</a:t>
            </a:r>
          </a:p>
        </p:txBody>
      </p:sp>
      <p:grpSp>
        <p:nvGrpSpPr>
          <p:cNvPr id="62467" name="Group 3">
            <a:extLst>
              <a:ext uri="{FF2B5EF4-FFF2-40B4-BE49-F238E27FC236}">
                <a16:creationId xmlns:a16="http://schemas.microsoft.com/office/drawing/2014/main" id="{42ACAFF9-AEEC-4770-AA28-8F7B798CBDC7}"/>
              </a:ext>
            </a:extLst>
          </p:cNvPr>
          <p:cNvGrpSpPr>
            <a:grpSpLocks/>
          </p:cNvGrpSpPr>
          <p:nvPr/>
        </p:nvGrpSpPr>
        <p:grpSpPr bwMode="auto">
          <a:xfrm>
            <a:off x="5867400" y="533400"/>
            <a:ext cx="4679950" cy="4471988"/>
            <a:chOff x="1618" y="336"/>
            <a:chExt cx="2948" cy="2817"/>
          </a:xfrm>
        </p:grpSpPr>
        <p:grpSp>
          <p:nvGrpSpPr>
            <p:cNvPr id="62468" name="Group 4">
              <a:extLst>
                <a:ext uri="{FF2B5EF4-FFF2-40B4-BE49-F238E27FC236}">
                  <a16:creationId xmlns:a16="http://schemas.microsoft.com/office/drawing/2014/main" id="{6ACF6079-08C1-4736-ADF2-9099CAA30684}"/>
                </a:ext>
              </a:extLst>
            </p:cNvPr>
            <p:cNvGrpSpPr>
              <a:grpSpLocks/>
            </p:cNvGrpSpPr>
            <p:nvPr/>
          </p:nvGrpSpPr>
          <p:grpSpPr bwMode="auto">
            <a:xfrm>
              <a:off x="1618" y="336"/>
              <a:ext cx="2513" cy="2817"/>
              <a:chOff x="1691" y="336"/>
              <a:chExt cx="2513" cy="2817"/>
            </a:xfrm>
          </p:grpSpPr>
          <p:sp>
            <p:nvSpPr>
              <p:cNvPr id="62469" name="Rectangle 5">
                <a:extLst>
                  <a:ext uri="{FF2B5EF4-FFF2-40B4-BE49-F238E27FC236}">
                    <a16:creationId xmlns:a16="http://schemas.microsoft.com/office/drawing/2014/main" id="{7C3E632D-AAF9-4932-888A-69E874AAD29A}"/>
                  </a:ext>
                </a:extLst>
              </p:cNvPr>
              <p:cNvSpPr>
                <a:spLocks noChangeArrowheads="1"/>
              </p:cNvSpPr>
              <p:nvPr/>
            </p:nvSpPr>
            <p:spPr bwMode="auto">
              <a:xfrm>
                <a:off x="2881" y="336"/>
                <a:ext cx="437" cy="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s-ES_tradnl" altLang="en-US" sz="3200" i="1">
                    <a:latin typeface="Times New Roman" panose="02020603050405020304" pitchFamily="18" charset="0"/>
                  </a:rPr>
                  <a:t>B</a:t>
                </a:r>
                <a:r>
                  <a:rPr lang="es-ES_tradnl" altLang="en-US" sz="3200" baseline="-25000">
                    <a:latin typeface="Times New Roman" panose="02020603050405020304" pitchFamily="18" charset="0"/>
                  </a:rPr>
                  <a:t>en</a:t>
                </a:r>
              </a:p>
            </p:txBody>
          </p:sp>
          <p:grpSp>
            <p:nvGrpSpPr>
              <p:cNvPr id="62470" name="Group 6">
                <a:extLst>
                  <a:ext uri="{FF2B5EF4-FFF2-40B4-BE49-F238E27FC236}">
                    <a16:creationId xmlns:a16="http://schemas.microsoft.com/office/drawing/2014/main" id="{1003C5F2-8355-4DE9-9505-BBF0D40DEBBD}"/>
                  </a:ext>
                </a:extLst>
              </p:cNvPr>
              <p:cNvGrpSpPr>
                <a:grpSpLocks/>
              </p:cNvGrpSpPr>
              <p:nvPr/>
            </p:nvGrpSpPr>
            <p:grpSpPr bwMode="auto">
              <a:xfrm>
                <a:off x="2257" y="748"/>
                <a:ext cx="1092" cy="245"/>
                <a:chOff x="2102" y="1017"/>
                <a:chExt cx="1092" cy="245"/>
              </a:xfrm>
            </p:grpSpPr>
            <p:sp>
              <p:nvSpPr>
                <p:cNvPr id="62471" name="Rectangle 7">
                  <a:extLst>
                    <a:ext uri="{FF2B5EF4-FFF2-40B4-BE49-F238E27FC236}">
                      <a16:creationId xmlns:a16="http://schemas.microsoft.com/office/drawing/2014/main" id="{A3609435-6A87-4273-AE89-CDB7DD74C54D}"/>
                    </a:ext>
                  </a:extLst>
                </p:cNvPr>
                <p:cNvSpPr>
                  <a:spLocks noChangeArrowheads="1"/>
                </p:cNvSpPr>
                <p:nvPr/>
              </p:nvSpPr>
              <p:spPr bwMode="auto">
                <a:xfrm>
                  <a:off x="2102" y="1017"/>
                  <a:ext cx="18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s-ES_tradnl" altLang="en-US">
                      <a:solidFill>
                        <a:schemeClr val="accent2"/>
                      </a:solidFill>
                    </a:rPr>
                    <a:t>x</a:t>
                  </a:r>
                </a:p>
              </p:txBody>
            </p:sp>
            <p:sp>
              <p:nvSpPr>
                <p:cNvPr id="62472" name="Rectangle 8">
                  <a:extLst>
                    <a:ext uri="{FF2B5EF4-FFF2-40B4-BE49-F238E27FC236}">
                      <a16:creationId xmlns:a16="http://schemas.microsoft.com/office/drawing/2014/main" id="{642F8B0C-1A9E-4517-AF54-E9628996FBB1}"/>
                    </a:ext>
                  </a:extLst>
                </p:cNvPr>
                <p:cNvSpPr>
                  <a:spLocks noChangeArrowheads="1"/>
                </p:cNvSpPr>
                <p:nvPr/>
              </p:nvSpPr>
              <p:spPr bwMode="auto">
                <a:xfrm>
                  <a:off x="2390" y="1017"/>
                  <a:ext cx="18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s-ES_tradnl" altLang="en-US">
                      <a:solidFill>
                        <a:schemeClr val="accent2"/>
                      </a:solidFill>
                    </a:rPr>
                    <a:t>x</a:t>
                  </a:r>
                </a:p>
              </p:txBody>
            </p:sp>
            <p:sp>
              <p:nvSpPr>
                <p:cNvPr id="62473" name="Rectangle 9">
                  <a:extLst>
                    <a:ext uri="{FF2B5EF4-FFF2-40B4-BE49-F238E27FC236}">
                      <a16:creationId xmlns:a16="http://schemas.microsoft.com/office/drawing/2014/main" id="{7EC45AA8-4D00-427A-AA08-0AAD98B80A3E}"/>
                    </a:ext>
                  </a:extLst>
                </p:cNvPr>
                <p:cNvSpPr>
                  <a:spLocks noChangeArrowheads="1"/>
                </p:cNvSpPr>
                <p:nvPr/>
              </p:nvSpPr>
              <p:spPr bwMode="auto">
                <a:xfrm>
                  <a:off x="2726" y="1029"/>
                  <a:ext cx="18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s-ES_tradnl" altLang="en-US">
                      <a:solidFill>
                        <a:schemeClr val="accent2"/>
                      </a:solidFill>
                    </a:rPr>
                    <a:t>x</a:t>
                  </a:r>
                </a:p>
              </p:txBody>
            </p:sp>
            <p:sp>
              <p:nvSpPr>
                <p:cNvPr id="62474" name="Rectangle 10">
                  <a:extLst>
                    <a:ext uri="{FF2B5EF4-FFF2-40B4-BE49-F238E27FC236}">
                      <a16:creationId xmlns:a16="http://schemas.microsoft.com/office/drawing/2014/main" id="{D5D6FE99-EF67-4BA0-ACBA-3C5D3A2207E2}"/>
                    </a:ext>
                  </a:extLst>
                </p:cNvPr>
                <p:cNvSpPr>
                  <a:spLocks noChangeArrowheads="1"/>
                </p:cNvSpPr>
                <p:nvPr/>
              </p:nvSpPr>
              <p:spPr bwMode="auto">
                <a:xfrm>
                  <a:off x="3014" y="1029"/>
                  <a:ext cx="18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s-ES_tradnl" altLang="en-US">
                      <a:solidFill>
                        <a:schemeClr val="accent2"/>
                      </a:solidFill>
                    </a:rPr>
                    <a:t>x</a:t>
                  </a:r>
                </a:p>
              </p:txBody>
            </p:sp>
          </p:grpSp>
          <p:grpSp>
            <p:nvGrpSpPr>
              <p:cNvPr id="62475" name="Group 11">
                <a:extLst>
                  <a:ext uri="{FF2B5EF4-FFF2-40B4-BE49-F238E27FC236}">
                    <a16:creationId xmlns:a16="http://schemas.microsoft.com/office/drawing/2014/main" id="{418A23E3-3350-499C-A8D4-22349A6AB1BF}"/>
                  </a:ext>
                </a:extLst>
              </p:cNvPr>
              <p:cNvGrpSpPr>
                <a:grpSpLocks/>
              </p:cNvGrpSpPr>
              <p:nvPr/>
            </p:nvGrpSpPr>
            <p:grpSpPr bwMode="auto">
              <a:xfrm>
                <a:off x="2257" y="1096"/>
                <a:ext cx="1092" cy="245"/>
                <a:chOff x="2102" y="1365"/>
                <a:chExt cx="1092" cy="245"/>
              </a:xfrm>
            </p:grpSpPr>
            <p:sp>
              <p:nvSpPr>
                <p:cNvPr id="62476" name="Rectangle 12">
                  <a:extLst>
                    <a:ext uri="{FF2B5EF4-FFF2-40B4-BE49-F238E27FC236}">
                      <a16:creationId xmlns:a16="http://schemas.microsoft.com/office/drawing/2014/main" id="{CC03BF18-AF1F-4EE8-8381-8B0786AB8BBA}"/>
                    </a:ext>
                  </a:extLst>
                </p:cNvPr>
                <p:cNvSpPr>
                  <a:spLocks noChangeArrowheads="1"/>
                </p:cNvSpPr>
                <p:nvPr/>
              </p:nvSpPr>
              <p:spPr bwMode="auto">
                <a:xfrm>
                  <a:off x="2102" y="1365"/>
                  <a:ext cx="18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s-ES_tradnl" altLang="en-US">
                      <a:solidFill>
                        <a:schemeClr val="accent2"/>
                      </a:solidFill>
                    </a:rPr>
                    <a:t>x</a:t>
                  </a:r>
                </a:p>
              </p:txBody>
            </p:sp>
            <p:sp>
              <p:nvSpPr>
                <p:cNvPr id="62477" name="Rectangle 13">
                  <a:extLst>
                    <a:ext uri="{FF2B5EF4-FFF2-40B4-BE49-F238E27FC236}">
                      <a16:creationId xmlns:a16="http://schemas.microsoft.com/office/drawing/2014/main" id="{CC251019-348E-4B00-A161-14B44B9B3C13}"/>
                    </a:ext>
                  </a:extLst>
                </p:cNvPr>
                <p:cNvSpPr>
                  <a:spLocks noChangeArrowheads="1"/>
                </p:cNvSpPr>
                <p:nvPr/>
              </p:nvSpPr>
              <p:spPr bwMode="auto">
                <a:xfrm>
                  <a:off x="2390" y="1365"/>
                  <a:ext cx="18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s-ES_tradnl" altLang="en-US">
                      <a:solidFill>
                        <a:schemeClr val="accent2"/>
                      </a:solidFill>
                    </a:rPr>
                    <a:t>x</a:t>
                  </a:r>
                </a:p>
              </p:txBody>
            </p:sp>
            <p:sp>
              <p:nvSpPr>
                <p:cNvPr id="62478" name="Rectangle 14">
                  <a:extLst>
                    <a:ext uri="{FF2B5EF4-FFF2-40B4-BE49-F238E27FC236}">
                      <a16:creationId xmlns:a16="http://schemas.microsoft.com/office/drawing/2014/main" id="{298C4B01-20DC-4D53-8B74-C8DF50F01C5D}"/>
                    </a:ext>
                  </a:extLst>
                </p:cNvPr>
                <p:cNvSpPr>
                  <a:spLocks noChangeArrowheads="1"/>
                </p:cNvSpPr>
                <p:nvPr/>
              </p:nvSpPr>
              <p:spPr bwMode="auto">
                <a:xfrm>
                  <a:off x="2726" y="1377"/>
                  <a:ext cx="18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s-ES_tradnl" altLang="en-US">
                      <a:solidFill>
                        <a:schemeClr val="accent2"/>
                      </a:solidFill>
                    </a:rPr>
                    <a:t>x</a:t>
                  </a:r>
                </a:p>
              </p:txBody>
            </p:sp>
            <p:sp>
              <p:nvSpPr>
                <p:cNvPr id="62479" name="Rectangle 15">
                  <a:extLst>
                    <a:ext uri="{FF2B5EF4-FFF2-40B4-BE49-F238E27FC236}">
                      <a16:creationId xmlns:a16="http://schemas.microsoft.com/office/drawing/2014/main" id="{926022F0-E636-41EE-ABC6-D1B78124C9A7}"/>
                    </a:ext>
                  </a:extLst>
                </p:cNvPr>
                <p:cNvSpPr>
                  <a:spLocks noChangeArrowheads="1"/>
                </p:cNvSpPr>
                <p:nvPr/>
              </p:nvSpPr>
              <p:spPr bwMode="auto">
                <a:xfrm>
                  <a:off x="3014" y="1377"/>
                  <a:ext cx="18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s-ES_tradnl" altLang="en-US">
                      <a:solidFill>
                        <a:schemeClr val="accent2"/>
                      </a:solidFill>
                    </a:rPr>
                    <a:t>x</a:t>
                  </a:r>
                </a:p>
              </p:txBody>
            </p:sp>
          </p:grpSp>
          <p:grpSp>
            <p:nvGrpSpPr>
              <p:cNvPr id="62480" name="Group 16">
                <a:extLst>
                  <a:ext uri="{FF2B5EF4-FFF2-40B4-BE49-F238E27FC236}">
                    <a16:creationId xmlns:a16="http://schemas.microsoft.com/office/drawing/2014/main" id="{87D170C4-B3EC-4114-BC28-1555E017D126}"/>
                  </a:ext>
                </a:extLst>
              </p:cNvPr>
              <p:cNvGrpSpPr>
                <a:grpSpLocks/>
              </p:cNvGrpSpPr>
              <p:nvPr/>
            </p:nvGrpSpPr>
            <p:grpSpPr bwMode="auto">
              <a:xfrm>
                <a:off x="2257" y="1420"/>
                <a:ext cx="1092" cy="245"/>
                <a:chOff x="2102" y="1689"/>
                <a:chExt cx="1092" cy="245"/>
              </a:xfrm>
            </p:grpSpPr>
            <p:sp>
              <p:nvSpPr>
                <p:cNvPr id="62481" name="Rectangle 17">
                  <a:extLst>
                    <a:ext uri="{FF2B5EF4-FFF2-40B4-BE49-F238E27FC236}">
                      <a16:creationId xmlns:a16="http://schemas.microsoft.com/office/drawing/2014/main" id="{A6577937-93FE-4F73-B53A-8F42EDC56301}"/>
                    </a:ext>
                  </a:extLst>
                </p:cNvPr>
                <p:cNvSpPr>
                  <a:spLocks noChangeArrowheads="1"/>
                </p:cNvSpPr>
                <p:nvPr/>
              </p:nvSpPr>
              <p:spPr bwMode="auto">
                <a:xfrm>
                  <a:off x="2102" y="1689"/>
                  <a:ext cx="18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s-ES_tradnl" altLang="en-US">
                      <a:solidFill>
                        <a:schemeClr val="accent2"/>
                      </a:solidFill>
                    </a:rPr>
                    <a:t>x</a:t>
                  </a:r>
                </a:p>
              </p:txBody>
            </p:sp>
            <p:sp>
              <p:nvSpPr>
                <p:cNvPr id="62482" name="Rectangle 18">
                  <a:extLst>
                    <a:ext uri="{FF2B5EF4-FFF2-40B4-BE49-F238E27FC236}">
                      <a16:creationId xmlns:a16="http://schemas.microsoft.com/office/drawing/2014/main" id="{F5CF2D12-7140-448E-91E8-43D608A4925D}"/>
                    </a:ext>
                  </a:extLst>
                </p:cNvPr>
                <p:cNvSpPr>
                  <a:spLocks noChangeArrowheads="1"/>
                </p:cNvSpPr>
                <p:nvPr/>
              </p:nvSpPr>
              <p:spPr bwMode="auto">
                <a:xfrm>
                  <a:off x="2390" y="1689"/>
                  <a:ext cx="18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s-ES_tradnl" altLang="en-US">
                      <a:solidFill>
                        <a:schemeClr val="accent2"/>
                      </a:solidFill>
                    </a:rPr>
                    <a:t>x</a:t>
                  </a:r>
                </a:p>
              </p:txBody>
            </p:sp>
            <p:sp>
              <p:nvSpPr>
                <p:cNvPr id="62483" name="Rectangle 19">
                  <a:extLst>
                    <a:ext uri="{FF2B5EF4-FFF2-40B4-BE49-F238E27FC236}">
                      <a16:creationId xmlns:a16="http://schemas.microsoft.com/office/drawing/2014/main" id="{CBB559DB-AE04-4CB1-97AE-6485144484A3}"/>
                    </a:ext>
                  </a:extLst>
                </p:cNvPr>
                <p:cNvSpPr>
                  <a:spLocks noChangeArrowheads="1"/>
                </p:cNvSpPr>
                <p:nvPr/>
              </p:nvSpPr>
              <p:spPr bwMode="auto">
                <a:xfrm>
                  <a:off x="2726" y="1701"/>
                  <a:ext cx="18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s-ES_tradnl" altLang="en-US">
                      <a:solidFill>
                        <a:schemeClr val="accent2"/>
                      </a:solidFill>
                    </a:rPr>
                    <a:t>x</a:t>
                  </a:r>
                </a:p>
              </p:txBody>
            </p:sp>
            <p:sp>
              <p:nvSpPr>
                <p:cNvPr id="62484" name="Rectangle 20">
                  <a:extLst>
                    <a:ext uri="{FF2B5EF4-FFF2-40B4-BE49-F238E27FC236}">
                      <a16:creationId xmlns:a16="http://schemas.microsoft.com/office/drawing/2014/main" id="{F3AE67C2-EAA5-444A-BD7C-09F4DEBA68BE}"/>
                    </a:ext>
                  </a:extLst>
                </p:cNvPr>
                <p:cNvSpPr>
                  <a:spLocks noChangeArrowheads="1"/>
                </p:cNvSpPr>
                <p:nvPr/>
              </p:nvSpPr>
              <p:spPr bwMode="auto">
                <a:xfrm>
                  <a:off x="3014" y="1701"/>
                  <a:ext cx="18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s-ES_tradnl" altLang="en-US">
                      <a:solidFill>
                        <a:schemeClr val="accent2"/>
                      </a:solidFill>
                    </a:rPr>
                    <a:t>x</a:t>
                  </a:r>
                </a:p>
              </p:txBody>
            </p:sp>
          </p:grpSp>
          <p:grpSp>
            <p:nvGrpSpPr>
              <p:cNvPr id="62485" name="Group 21">
                <a:extLst>
                  <a:ext uri="{FF2B5EF4-FFF2-40B4-BE49-F238E27FC236}">
                    <a16:creationId xmlns:a16="http://schemas.microsoft.com/office/drawing/2014/main" id="{13EF6847-9C01-451E-AA6D-3F127E9BFC57}"/>
                  </a:ext>
                </a:extLst>
              </p:cNvPr>
              <p:cNvGrpSpPr>
                <a:grpSpLocks/>
              </p:cNvGrpSpPr>
              <p:nvPr/>
            </p:nvGrpSpPr>
            <p:grpSpPr bwMode="auto">
              <a:xfrm>
                <a:off x="2257" y="1732"/>
                <a:ext cx="1092" cy="245"/>
                <a:chOff x="2102" y="2001"/>
                <a:chExt cx="1092" cy="245"/>
              </a:xfrm>
            </p:grpSpPr>
            <p:sp>
              <p:nvSpPr>
                <p:cNvPr id="62486" name="Rectangle 22">
                  <a:extLst>
                    <a:ext uri="{FF2B5EF4-FFF2-40B4-BE49-F238E27FC236}">
                      <a16:creationId xmlns:a16="http://schemas.microsoft.com/office/drawing/2014/main" id="{85353947-B411-4B26-AEC1-24C059A8A7E0}"/>
                    </a:ext>
                  </a:extLst>
                </p:cNvPr>
                <p:cNvSpPr>
                  <a:spLocks noChangeArrowheads="1"/>
                </p:cNvSpPr>
                <p:nvPr/>
              </p:nvSpPr>
              <p:spPr bwMode="auto">
                <a:xfrm>
                  <a:off x="2102" y="2001"/>
                  <a:ext cx="18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s-ES_tradnl" altLang="en-US">
                      <a:solidFill>
                        <a:schemeClr val="accent2"/>
                      </a:solidFill>
                    </a:rPr>
                    <a:t>x</a:t>
                  </a:r>
                </a:p>
              </p:txBody>
            </p:sp>
            <p:sp>
              <p:nvSpPr>
                <p:cNvPr id="62487" name="Rectangle 23">
                  <a:extLst>
                    <a:ext uri="{FF2B5EF4-FFF2-40B4-BE49-F238E27FC236}">
                      <a16:creationId xmlns:a16="http://schemas.microsoft.com/office/drawing/2014/main" id="{B1353B2F-CA47-43A1-A5CE-E09B49FCDCC6}"/>
                    </a:ext>
                  </a:extLst>
                </p:cNvPr>
                <p:cNvSpPr>
                  <a:spLocks noChangeArrowheads="1"/>
                </p:cNvSpPr>
                <p:nvPr/>
              </p:nvSpPr>
              <p:spPr bwMode="auto">
                <a:xfrm>
                  <a:off x="2390" y="2001"/>
                  <a:ext cx="18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s-ES_tradnl" altLang="en-US">
                      <a:solidFill>
                        <a:schemeClr val="accent2"/>
                      </a:solidFill>
                    </a:rPr>
                    <a:t>x</a:t>
                  </a:r>
                </a:p>
              </p:txBody>
            </p:sp>
            <p:sp>
              <p:nvSpPr>
                <p:cNvPr id="62488" name="Rectangle 24">
                  <a:extLst>
                    <a:ext uri="{FF2B5EF4-FFF2-40B4-BE49-F238E27FC236}">
                      <a16:creationId xmlns:a16="http://schemas.microsoft.com/office/drawing/2014/main" id="{CAF2ED22-602E-4AC6-87D6-AA3F31B5FA07}"/>
                    </a:ext>
                  </a:extLst>
                </p:cNvPr>
                <p:cNvSpPr>
                  <a:spLocks noChangeArrowheads="1"/>
                </p:cNvSpPr>
                <p:nvPr/>
              </p:nvSpPr>
              <p:spPr bwMode="auto">
                <a:xfrm>
                  <a:off x="2726" y="2013"/>
                  <a:ext cx="18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s-ES_tradnl" altLang="en-US">
                      <a:solidFill>
                        <a:schemeClr val="accent2"/>
                      </a:solidFill>
                    </a:rPr>
                    <a:t>x</a:t>
                  </a:r>
                </a:p>
              </p:txBody>
            </p:sp>
            <p:sp>
              <p:nvSpPr>
                <p:cNvPr id="62489" name="Rectangle 25">
                  <a:extLst>
                    <a:ext uri="{FF2B5EF4-FFF2-40B4-BE49-F238E27FC236}">
                      <a16:creationId xmlns:a16="http://schemas.microsoft.com/office/drawing/2014/main" id="{2DFF81B4-7B0D-4DD0-B767-BDF9CD39AC18}"/>
                    </a:ext>
                  </a:extLst>
                </p:cNvPr>
                <p:cNvSpPr>
                  <a:spLocks noChangeArrowheads="1"/>
                </p:cNvSpPr>
                <p:nvPr/>
              </p:nvSpPr>
              <p:spPr bwMode="auto">
                <a:xfrm>
                  <a:off x="3014" y="2013"/>
                  <a:ext cx="18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s-ES_tradnl" altLang="en-US">
                      <a:solidFill>
                        <a:schemeClr val="accent2"/>
                      </a:solidFill>
                    </a:rPr>
                    <a:t>x</a:t>
                  </a:r>
                </a:p>
              </p:txBody>
            </p:sp>
          </p:grpSp>
          <p:grpSp>
            <p:nvGrpSpPr>
              <p:cNvPr id="62490" name="Group 26">
                <a:extLst>
                  <a:ext uri="{FF2B5EF4-FFF2-40B4-BE49-F238E27FC236}">
                    <a16:creationId xmlns:a16="http://schemas.microsoft.com/office/drawing/2014/main" id="{5F771707-FD18-4F2F-B0F3-23448D560180}"/>
                  </a:ext>
                </a:extLst>
              </p:cNvPr>
              <p:cNvGrpSpPr>
                <a:grpSpLocks/>
              </p:cNvGrpSpPr>
              <p:nvPr/>
            </p:nvGrpSpPr>
            <p:grpSpPr bwMode="auto">
              <a:xfrm>
                <a:off x="2257" y="2068"/>
                <a:ext cx="1092" cy="245"/>
                <a:chOff x="2102" y="2337"/>
                <a:chExt cx="1092" cy="245"/>
              </a:xfrm>
            </p:grpSpPr>
            <p:sp>
              <p:nvSpPr>
                <p:cNvPr id="62491" name="Rectangle 27">
                  <a:extLst>
                    <a:ext uri="{FF2B5EF4-FFF2-40B4-BE49-F238E27FC236}">
                      <a16:creationId xmlns:a16="http://schemas.microsoft.com/office/drawing/2014/main" id="{81E7E3DC-41C7-4449-B5CF-6C581BBC1457}"/>
                    </a:ext>
                  </a:extLst>
                </p:cNvPr>
                <p:cNvSpPr>
                  <a:spLocks noChangeArrowheads="1"/>
                </p:cNvSpPr>
                <p:nvPr/>
              </p:nvSpPr>
              <p:spPr bwMode="auto">
                <a:xfrm>
                  <a:off x="2102" y="2337"/>
                  <a:ext cx="18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s-ES_tradnl" altLang="en-US">
                      <a:solidFill>
                        <a:schemeClr val="accent2"/>
                      </a:solidFill>
                    </a:rPr>
                    <a:t>x</a:t>
                  </a:r>
                </a:p>
              </p:txBody>
            </p:sp>
            <p:sp>
              <p:nvSpPr>
                <p:cNvPr id="62492" name="Rectangle 28">
                  <a:extLst>
                    <a:ext uri="{FF2B5EF4-FFF2-40B4-BE49-F238E27FC236}">
                      <a16:creationId xmlns:a16="http://schemas.microsoft.com/office/drawing/2014/main" id="{3AE2C538-3FC0-4F14-A307-BF8B3B35C76A}"/>
                    </a:ext>
                  </a:extLst>
                </p:cNvPr>
                <p:cNvSpPr>
                  <a:spLocks noChangeArrowheads="1"/>
                </p:cNvSpPr>
                <p:nvPr/>
              </p:nvSpPr>
              <p:spPr bwMode="auto">
                <a:xfrm>
                  <a:off x="2390" y="2337"/>
                  <a:ext cx="18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s-ES_tradnl" altLang="en-US">
                      <a:solidFill>
                        <a:schemeClr val="accent2"/>
                      </a:solidFill>
                    </a:rPr>
                    <a:t>x</a:t>
                  </a:r>
                </a:p>
              </p:txBody>
            </p:sp>
            <p:sp>
              <p:nvSpPr>
                <p:cNvPr id="62493" name="Rectangle 29">
                  <a:extLst>
                    <a:ext uri="{FF2B5EF4-FFF2-40B4-BE49-F238E27FC236}">
                      <a16:creationId xmlns:a16="http://schemas.microsoft.com/office/drawing/2014/main" id="{3C303801-FFB6-4E4A-89DB-B326554E5706}"/>
                    </a:ext>
                  </a:extLst>
                </p:cNvPr>
                <p:cNvSpPr>
                  <a:spLocks noChangeArrowheads="1"/>
                </p:cNvSpPr>
                <p:nvPr/>
              </p:nvSpPr>
              <p:spPr bwMode="auto">
                <a:xfrm>
                  <a:off x="2726" y="2349"/>
                  <a:ext cx="18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s-ES_tradnl" altLang="en-US">
                      <a:solidFill>
                        <a:schemeClr val="accent2"/>
                      </a:solidFill>
                    </a:rPr>
                    <a:t>x</a:t>
                  </a:r>
                </a:p>
              </p:txBody>
            </p:sp>
            <p:sp>
              <p:nvSpPr>
                <p:cNvPr id="62494" name="Rectangle 30">
                  <a:extLst>
                    <a:ext uri="{FF2B5EF4-FFF2-40B4-BE49-F238E27FC236}">
                      <a16:creationId xmlns:a16="http://schemas.microsoft.com/office/drawing/2014/main" id="{D078EDB6-3FE7-4295-A4BE-7907636E962A}"/>
                    </a:ext>
                  </a:extLst>
                </p:cNvPr>
                <p:cNvSpPr>
                  <a:spLocks noChangeArrowheads="1"/>
                </p:cNvSpPr>
                <p:nvPr/>
              </p:nvSpPr>
              <p:spPr bwMode="auto">
                <a:xfrm>
                  <a:off x="3014" y="2349"/>
                  <a:ext cx="18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s-ES_tradnl" altLang="en-US">
                      <a:solidFill>
                        <a:schemeClr val="accent2"/>
                      </a:solidFill>
                    </a:rPr>
                    <a:t>x</a:t>
                  </a:r>
                </a:p>
              </p:txBody>
            </p:sp>
          </p:grpSp>
          <p:grpSp>
            <p:nvGrpSpPr>
              <p:cNvPr id="62495" name="Group 31">
                <a:extLst>
                  <a:ext uri="{FF2B5EF4-FFF2-40B4-BE49-F238E27FC236}">
                    <a16:creationId xmlns:a16="http://schemas.microsoft.com/office/drawing/2014/main" id="{C0338542-FBA0-4595-BF7B-1C00E4074634}"/>
                  </a:ext>
                </a:extLst>
              </p:cNvPr>
              <p:cNvGrpSpPr>
                <a:grpSpLocks/>
              </p:cNvGrpSpPr>
              <p:nvPr/>
            </p:nvGrpSpPr>
            <p:grpSpPr bwMode="auto">
              <a:xfrm>
                <a:off x="2257" y="2368"/>
                <a:ext cx="1092" cy="245"/>
                <a:chOff x="2102" y="2637"/>
                <a:chExt cx="1092" cy="245"/>
              </a:xfrm>
            </p:grpSpPr>
            <p:sp>
              <p:nvSpPr>
                <p:cNvPr id="62496" name="Rectangle 32">
                  <a:extLst>
                    <a:ext uri="{FF2B5EF4-FFF2-40B4-BE49-F238E27FC236}">
                      <a16:creationId xmlns:a16="http://schemas.microsoft.com/office/drawing/2014/main" id="{2CC6FF59-BF55-4FCA-95C1-BE43455B2A3F}"/>
                    </a:ext>
                  </a:extLst>
                </p:cNvPr>
                <p:cNvSpPr>
                  <a:spLocks noChangeArrowheads="1"/>
                </p:cNvSpPr>
                <p:nvPr/>
              </p:nvSpPr>
              <p:spPr bwMode="auto">
                <a:xfrm>
                  <a:off x="2102" y="2637"/>
                  <a:ext cx="18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s-ES_tradnl" altLang="en-US">
                      <a:solidFill>
                        <a:schemeClr val="accent2"/>
                      </a:solidFill>
                    </a:rPr>
                    <a:t>x</a:t>
                  </a:r>
                </a:p>
              </p:txBody>
            </p:sp>
            <p:sp>
              <p:nvSpPr>
                <p:cNvPr id="62497" name="Rectangle 33">
                  <a:extLst>
                    <a:ext uri="{FF2B5EF4-FFF2-40B4-BE49-F238E27FC236}">
                      <a16:creationId xmlns:a16="http://schemas.microsoft.com/office/drawing/2014/main" id="{8BAA96C7-7FF4-4FC2-858A-3137D1736B9B}"/>
                    </a:ext>
                  </a:extLst>
                </p:cNvPr>
                <p:cNvSpPr>
                  <a:spLocks noChangeArrowheads="1"/>
                </p:cNvSpPr>
                <p:nvPr/>
              </p:nvSpPr>
              <p:spPr bwMode="auto">
                <a:xfrm>
                  <a:off x="2390" y="2637"/>
                  <a:ext cx="18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s-ES_tradnl" altLang="en-US">
                      <a:solidFill>
                        <a:schemeClr val="accent2"/>
                      </a:solidFill>
                    </a:rPr>
                    <a:t>x</a:t>
                  </a:r>
                </a:p>
              </p:txBody>
            </p:sp>
            <p:sp>
              <p:nvSpPr>
                <p:cNvPr id="62498" name="Rectangle 34">
                  <a:extLst>
                    <a:ext uri="{FF2B5EF4-FFF2-40B4-BE49-F238E27FC236}">
                      <a16:creationId xmlns:a16="http://schemas.microsoft.com/office/drawing/2014/main" id="{0AC08893-4301-42D6-A33C-C121F22429AB}"/>
                    </a:ext>
                  </a:extLst>
                </p:cNvPr>
                <p:cNvSpPr>
                  <a:spLocks noChangeArrowheads="1"/>
                </p:cNvSpPr>
                <p:nvPr/>
              </p:nvSpPr>
              <p:spPr bwMode="auto">
                <a:xfrm>
                  <a:off x="2726" y="2649"/>
                  <a:ext cx="18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s-ES_tradnl" altLang="en-US">
                      <a:solidFill>
                        <a:schemeClr val="accent2"/>
                      </a:solidFill>
                    </a:rPr>
                    <a:t>x</a:t>
                  </a:r>
                </a:p>
              </p:txBody>
            </p:sp>
            <p:sp>
              <p:nvSpPr>
                <p:cNvPr id="62499" name="Rectangle 35">
                  <a:extLst>
                    <a:ext uri="{FF2B5EF4-FFF2-40B4-BE49-F238E27FC236}">
                      <a16:creationId xmlns:a16="http://schemas.microsoft.com/office/drawing/2014/main" id="{EA874D86-AB08-463E-B13A-5C9437AEFBDA}"/>
                    </a:ext>
                  </a:extLst>
                </p:cNvPr>
                <p:cNvSpPr>
                  <a:spLocks noChangeArrowheads="1"/>
                </p:cNvSpPr>
                <p:nvPr/>
              </p:nvSpPr>
              <p:spPr bwMode="auto">
                <a:xfrm>
                  <a:off x="3014" y="2649"/>
                  <a:ext cx="18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s-ES_tradnl" altLang="en-US">
                      <a:solidFill>
                        <a:schemeClr val="accent2"/>
                      </a:solidFill>
                    </a:rPr>
                    <a:t>x</a:t>
                  </a:r>
                </a:p>
              </p:txBody>
            </p:sp>
          </p:grpSp>
          <p:grpSp>
            <p:nvGrpSpPr>
              <p:cNvPr id="62500" name="Group 36">
                <a:extLst>
                  <a:ext uri="{FF2B5EF4-FFF2-40B4-BE49-F238E27FC236}">
                    <a16:creationId xmlns:a16="http://schemas.microsoft.com/office/drawing/2014/main" id="{2E7AC03B-7F25-4BF9-BF91-AC0549A261EE}"/>
                  </a:ext>
                </a:extLst>
              </p:cNvPr>
              <p:cNvGrpSpPr>
                <a:grpSpLocks/>
              </p:cNvGrpSpPr>
              <p:nvPr/>
            </p:nvGrpSpPr>
            <p:grpSpPr bwMode="auto">
              <a:xfrm>
                <a:off x="2069" y="931"/>
                <a:ext cx="2118" cy="78"/>
                <a:chOff x="1914" y="1200"/>
                <a:chExt cx="2118" cy="78"/>
              </a:xfrm>
            </p:grpSpPr>
            <p:sp>
              <p:nvSpPr>
                <p:cNvPr id="62501" name="Line 37">
                  <a:extLst>
                    <a:ext uri="{FF2B5EF4-FFF2-40B4-BE49-F238E27FC236}">
                      <a16:creationId xmlns:a16="http://schemas.microsoft.com/office/drawing/2014/main" id="{D9FA76C9-F2FA-4814-86C0-D184EA518DCE}"/>
                    </a:ext>
                  </a:extLst>
                </p:cNvPr>
                <p:cNvSpPr>
                  <a:spLocks noChangeShapeType="1"/>
                </p:cNvSpPr>
                <p:nvPr/>
              </p:nvSpPr>
              <p:spPr bwMode="auto">
                <a:xfrm>
                  <a:off x="1914" y="1200"/>
                  <a:ext cx="2118"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502" name="Line 38">
                  <a:extLst>
                    <a:ext uri="{FF2B5EF4-FFF2-40B4-BE49-F238E27FC236}">
                      <a16:creationId xmlns:a16="http://schemas.microsoft.com/office/drawing/2014/main" id="{C2E3158A-2D8E-4EE2-86A4-A18255D2E0AE}"/>
                    </a:ext>
                  </a:extLst>
                </p:cNvPr>
                <p:cNvSpPr>
                  <a:spLocks noChangeShapeType="1"/>
                </p:cNvSpPr>
                <p:nvPr/>
              </p:nvSpPr>
              <p:spPr bwMode="auto">
                <a:xfrm>
                  <a:off x="1914" y="1278"/>
                  <a:ext cx="2118"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62503" name="Group 39">
                <a:extLst>
                  <a:ext uri="{FF2B5EF4-FFF2-40B4-BE49-F238E27FC236}">
                    <a16:creationId xmlns:a16="http://schemas.microsoft.com/office/drawing/2014/main" id="{92932E09-5059-4362-B3DF-0939C8DE5D31}"/>
                  </a:ext>
                </a:extLst>
              </p:cNvPr>
              <p:cNvGrpSpPr>
                <a:grpSpLocks/>
              </p:cNvGrpSpPr>
              <p:nvPr/>
            </p:nvGrpSpPr>
            <p:grpSpPr bwMode="auto">
              <a:xfrm>
                <a:off x="1957" y="931"/>
                <a:ext cx="192" cy="1758"/>
                <a:chOff x="1802" y="1200"/>
                <a:chExt cx="192" cy="1758"/>
              </a:xfrm>
            </p:grpSpPr>
            <p:grpSp>
              <p:nvGrpSpPr>
                <p:cNvPr id="62504" name="Group 40">
                  <a:extLst>
                    <a:ext uri="{FF2B5EF4-FFF2-40B4-BE49-F238E27FC236}">
                      <a16:creationId xmlns:a16="http://schemas.microsoft.com/office/drawing/2014/main" id="{7AE1707D-B83F-4958-9D8F-21F8D133C8EE}"/>
                    </a:ext>
                  </a:extLst>
                </p:cNvPr>
                <p:cNvGrpSpPr>
                  <a:grpSpLocks/>
                </p:cNvGrpSpPr>
                <p:nvPr/>
              </p:nvGrpSpPr>
              <p:grpSpPr bwMode="auto">
                <a:xfrm>
                  <a:off x="1802" y="1728"/>
                  <a:ext cx="192" cy="696"/>
                  <a:chOff x="1802" y="1728"/>
                  <a:chExt cx="192" cy="696"/>
                </a:xfrm>
              </p:grpSpPr>
              <p:sp>
                <p:nvSpPr>
                  <p:cNvPr id="62505" name="Rectangle 41">
                    <a:extLst>
                      <a:ext uri="{FF2B5EF4-FFF2-40B4-BE49-F238E27FC236}">
                        <a16:creationId xmlns:a16="http://schemas.microsoft.com/office/drawing/2014/main" id="{9E886D01-9A88-42B4-93BF-3EF033810946}"/>
                      </a:ext>
                    </a:extLst>
                  </p:cNvPr>
                  <p:cNvSpPr>
                    <a:spLocks noChangeArrowheads="1"/>
                  </p:cNvSpPr>
                  <p:nvPr/>
                </p:nvSpPr>
                <p:spPr bwMode="auto">
                  <a:xfrm>
                    <a:off x="1802" y="1728"/>
                    <a:ext cx="192" cy="69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506" name="Line 42">
                    <a:extLst>
                      <a:ext uri="{FF2B5EF4-FFF2-40B4-BE49-F238E27FC236}">
                        <a16:creationId xmlns:a16="http://schemas.microsoft.com/office/drawing/2014/main" id="{3A295512-CBD9-4A35-AED8-962D5A5EF911}"/>
                      </a:ext>
                    </a:extLst>
                  </p:cNvPr>
                  <p:cNvSpPr>
                    <a:spLocks noChangeShapeType="1"/>
                  </p:cNvSpPr>
                  <p:nvPr/>
                </p:nvSpPr>
                <p:spPr bwMode="auto">
                  <a:xfrm>
                    <a:off x="1911" y="1728"/>
                    <a:ext cx="0" cy="149"/>
                  </a:xfrm>
                  <a:prstGeom prst="line">
                    <a:avLst/>
                  </a:prstGeom>
                  <a:noFill/>
                  <a:ln w="12700">
                    <a:solidFill>
                      <a:schemeClr val="accent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507" name="Line 43">
                    <a:extLst>
                      <a:ext uri="{FF2B5EF4-FFF2-40B4-BE49-F238E27FC236}">
                        <a16:creationId xmlns:a16="http://schemas.microsoft.com/office/drawing/2014/main" id="{85BAFE5F-FD38-4BB9-86C7-F4F0567B68AF}"/>
                      </a:ext>
                    </a:extLst>
                  </p:cNvPr>
                  <p:cNvSpPr>
                    <a:spLocks noChangeShapeType="1"/>
                  </p:cNvSpPr>
                  <p:nvPr/>
                </p:nvSpPr>
                <p:spPr bwMode="auto">
                  <a:xfrm flipH="1">
                    <a:off x="1802" y="1877"/>
                    <a:ext cx="109" cy="50"/>
                  </a:xfrm>
                  <a:prstGeom prst="line">
                    <a:avLst/>
                  </a:prstGeom>
                  <a:noFill/>
                  <a:ln w="12700">
                    <a:solidFill>
                      <a:schemeClr val="accent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508" name="Line 44">
                    <a:extLst>
                      <a:ext uri="{FF2B5EF4-FFF2-40B4-BE49-F238E27FC236}">
                        <a16:creationId xmlns:a16="http://schemas.microsoft.com/office/drawing/2014/main" id="{521DB17F-FFBD-4660-8564-9437452DC14B}"/>
                      </a:ext>
                    </a:extLst>
                  </p:cNvPr>
                  <p:cNvSpPr>
                    <a:spLocks noChangeShapeType="1"/>
                  </p:cNvSpPr>
                  <p:nvPr/>
                </p:nvSpPr>
                <p:spPr bwMode="auto">
                  <a:xfrm>
                    <a:off x="1802" y="1927"/>
                    <a:ext cx="192" cy="50"/>
                  </a:xfrm>
                  <a:prstGeom prst="line">
                    <a:avLst/>
                  </a:prstGeom>
                  <a:noFill/>
                  <a:ln w="12700">
                    <a:solidFill>
                      <a:schemeClr val="accent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509" name="Line 45">
                    <a:extLst>
                      <a:ext uri="{FF2B5EF4-FFF2-40B4-BE49-F238E27FC236}">
                        <a16:creationId xmlns:a16="http://schemas.microsoft.com/office/drawing/2014/main" id="{C7DA381B-FB81-428E-829E-C36B8A4D91E8}"/>
                      </a:ext>
                    </a:extLst>
                  </p:cNvPr>
                  <p:cNvSpPr>
                    <a:spLocks noChangeShapeType="1"/>
                  </p:cNvSpPr>
                  <p:nvPr/>
                </p:nvSpPr>
                <p:spPr bwMode="auto">
                  <a:xfrm flipH="1">
                    <a:off x="1802" y="1977"/>
                    <a:ext cx="192" cy="49"/>
                  </a:xfrm>
                  <a:prstGeom prst="line">
                    <a:avLst/>
                  </a:prstGeom>
                  <a:noFill/>
                  <a:ln w="12700">
                    <a:solidFill>
                      <a:schemeClr val="accent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510" name="Line 46">
                    <a:extLst>
                      <a:ext uri="{FF2B5EF4-FFF2-40B4-BE49-F238E27FC236}">
                        <a16:creationId xmlns:a16="http://schemas.microsoft.com/office/drawing/2014/main" id="{1CD16A8C-C1DD-45CD-A41C-92FBCC9ECA33}"/>
                      </a:ext>
                    </a:extLst>
                  </p:cNvPr>
                  <p:cNvSpPr>
                    <a:spLocks noChangeShapeType="1"/>
                  </p:cNvSpPr>
                  <p:nvPr/>
                </p:nvSpPr>
                <p:spPr bwMode="auto">
                  <a:xfrm>
                    <a:off x="1802" y="2026"/>
                    <a:ext cx="192" cy="50"/>
                  </a:xfrm>
                  <a:prstGeom prst="line">
                    <a:avLst/>
                  </a:prstGeom>
                  <a:noFill/>
                  <a:ln w="12700">
                    <a:solidFill>
                      <a:schemeClr val="accent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511" name="Line 47">
                    <a:extLst>
                      <a:ext uri="{FF2B5EF4-FFF2-40B4-BE49-F238E27FC236}">
                        <a16:creationId xmlns:a16="http://schemas.microsoft.com/office/drawing/2014/main" id="{AA08A0E6-5F65-43E5-8FC1-3168D7EBBA96}"/>
                      </a:ext>
                    </a:extLst>
                  </p:cNvPr>
                  <p:cNvSpPr>
                    <a:spLocks noChangeShapeType="1"/>
                  </p:cNvSpPr>
                  <p:nvPr/>
                </p:nvSpPr>
                <p:spPr bwMode="auto">
                  <a:xfrm flipH="1">
                    <a:off x="1802" y="2076"/>
                    <a:ext cx="192" cy="50"/>
                  </a:xfrm>
                  <a:prstGeom prst="line">
                    <a:avLst/>
                  </a:prstGeom>
                  <a:noFill/>
                  <a:ln w="12700">
                    <a:solidFill>
                      <a:schemeClr val="accent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512" name="Line 48">
                    <a:extLst>
                      <a:ext uri="{FF2B5EF4-FFF2-40B4-BE49-F238E27FC236}">
                        <a16:creationId xmlns:a16="http://schemas.microsoft.com/office/drawing/2014/main" id="{E13E2390-4721-49C3-90E6-5C4871ABADEB}"/>
                      </a:ext>
                    </a:extLst>
                  </p:cNvPr>
                  <p:cNvSpPr>
                    <a:spLocks noChangeShapeType="1"/>
                  </p:cNvSpPr>
                  <p:nvPr/>
                </p:nvSpPr>
                <p:spPr bwMode="auto">
                  <a:xfrm>
                    <a:off x="1802" y="2126"/>
                    <a:ext cx="192" cy="49"/>
                  </a:xfrm>
                  <a:prstGeom prst="line">
                    <a:avLst/>
                  </a:prstGeom>
                  <a:noFill/>
                  <a:ln w="12700">
                    <a:solidFill>
                      <a:schemeClr val="accent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513" name="Line 49">
                    <a:extLst>
                      <a:ext uri="{FF2B5EF4-FFF2-40B4-BE49-F238E27FC236}">
                        <a16:creationId xmlns:a16="http://schemas.microsoft.com/office/drawing/2014/main" id="{DF5961D6-C72F-4DCF-80E6-30AC81F1399F}"/>
                      </a:ext>
                    </a:extLst>
                  </p:cNvPr>
                  <p:cNvSpPr>
                    <a:spLocks noChangeShapeType="1"/>
                  </p:cNvSpPr>
                  <p:nvPr/>
                </p:nvSpPr>
                <p:spPr bwMode="auto">
                  <a:xfrm flipH="1">
                    <a:off x="1802" y="2175"/>
                    <a:ext cx="192" cy="50"/>
                  </a:xfrm>
                  <a:prstGeom prst="line">
                    <a:avLst/>
                  </a:prstGeom>
                  <a:noFill/>
                  <a:ln w="12700">
                    <a:solidFill>
                      <a:schemeClr val="accent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514" name="Line 50">
                    <a:extLst>
                      <a:ext uri="{FF2B5EF4-FFF2-40B4-BE49-F238E27FC236}">
                        <a16:creationId xmlns:a16="http://schemas.microsoft.com/office/drawing/2014/main" id="{E2C16527-5AD6-49ED-9343-D49455E148F0}"/>
                      </a:ext>
                    </a:extLst>
                  </p:cNvPr>
                  <p:cNvSpPr>
                    <a:spLocks noChangeShapeType="1"/>
                  </p:cNvSpPr>
                  <p:nvPr/>
                </p:nvSpPr>
                <p:spPr bwMode="auto">
                  <a:xfrm>
                    <a:off x="1802" y="2225"/>
                    <a:ext cx="109" cy="50"/>
                  </a:xfrm>
                  <a:prstGeom prst="line">
                    <a:avLst/>
                  </a:prstGeom>
                  <a:noFill/>
                  <a:ln w="12700">
                    <a:solidFill>
                      <a:schemeClr val="accent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515" name="Line 51">
                    <a:extLst>
                      <a:ext uri="{FF2B5EF4-FFF2-40B4-BE49-F238E27FC236}">
                        <a16:creationId xmlns:a16="http://schemas.microsoft.com/office/drawing/2014/main" id="{6C35B1A6-15F6-49A2-92C8-90693F4FB3F0}"/>
                      </a:ext>
                    </a:extLst>
                  </p:cNvPr>
                  <p:cNvSpPr>
                    <a:spLocks noChangeShapeType="1"/>
                  </p:cNvSpPr>
                  <p:nvPr/>
                </p:nvSpPr>
                <p:spPr bwMode="auto">
                  <a:xfrm>
                    <a:off x="1911" y="2275"/>
                    <a:ext cx="0" cy="149"/>
                  </a:xfrm>
                  <a:prstGeom prst="line">
                    <a:avLst/>
                  </a:prstGeom>
                  <a:noFill/>
                  <a:ln w="12700">
                    <a:solidFill>
                      <a:schemeClr val="accent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62516" name="Line 52">
                  <a:extLst>
                    <a:ext uri="{FF2B5EF4-FFF2-40B4-BE49-F238E27FC236}">
                      <a16:creationId xmlns:a16="http://schemas.microsoft.com/office/drawing/2014/main" id="{22E2F738-D021-402B-A52E-D9679A26DEF6}"/>
                    </a:ext>
                  </a:extLst>
                </p:cNvPr>
                <p:cNvSpPr>
                  <a:spLocks noChangeShapeType="1"/>
                </p:cNvSpPr>
                <p:nvPr/>
              </p:nvSpPr>
              <p:spPr bwMode="auto">
                <a:xfrm>
                  <a:off x="1914" y="1200"/>
                  <a:ext cx="0" cy="528"/>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517" name="Line 53">
                  <a:extLst>
                    <a:ext uri="{FF2B5EF4-FFF2-40B4-BE49-F238E27FC236}">
                      <a16:creationId xmlns:a16="http://schemas.microsoft.com/office/drawing/2014/main" id="{C717B079-D61D-4049-B158-E9054D141D66}"/>
                    </a:ext>
                  </a:extLst>
                </p:cNvPr>
                <p:cNvSpPr>
                  <a:spLocks noChangeShapeType="1"/>
                </p:cNvSpPr>
                <p:nvPr/>
              </p:nvSpPr>
              <p:spPr bwMode="auto">
                <a:xfrm>
                  <a:off x="1914" y="2430"/>
                  <a:ext cx="0" cy="528"/>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62518" name="Group 54">
                <a:extLst>
                  <a:ext uri="{FF2B5EF4-FFF2-40B4-BE49-F238E27FC236}">
                    <a16:creationId xmlns:a16="http://schemas.microsoft.com/office/drawing/2014/main" id="{4092733B-5493-4F24-A2F6-F03EA7B76E49}"/>
                  </a:ext>
                </a:extLst>
              </p:cNvPr>
              <p:cNvGrpSpPr>
                <a:grpSpLocks/>
              </p:cNvGrpSpPr>
              <p:nvPr/>
            </p:nvGrpSpPr>
            <p:grpSpPr bwMode="auto">
              <a:xfrm>
                <a:off x="2069" y="2617"/>
                <a:ext cx="2118" cy="78"/>
                <a:chOff x="1914" y="2886"/>
                <a:chExt cx="2118" cy="78"/>
              </a:xfrm>
            </p:grpSpPr>
            <p:sp>
              <p:nvSpPr>
                <p:cNvPr id="62519" name="Line 55">
                  <a:extLst>
                    <a:ext uri="{FF2B5EF4-FFF2-40B4-BE49-F238E27FC236}">
                      <a16:creationId xmlns:a16="http://schemas.microsoft.com/office/drawing/2014/main" id="{15781505-28F6-4C5D-926C-723102AAAAA0}"/>
                    </a:ext>
                  </a:extLst>
                </p:cNvPr>
                <p:cNvSpPr>
                  <a:spLocks noChangeShapeType="1"/>
                </p:cNvSpPr>
                <p:nvPr/>
              </p:nvSpPr>
              <p:spPr bwMode="auto">
                <a:xfrm>
                  <a:off x="1914" y="2886"/>
                  <a:ext cx="2118"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520" name="Line 56">
                  <a:extLst>
                    <a:ext uri="{FF2B5EF4-FFF2-40B4-BE49-F238E27FC236}">
                      <a16:creationId xmlns:a16="http://schemas.microsoft.com/office/drawing/2014/main" id="{7B578EA9-7F12-4DE9-BA4A-A0C0281D6A10}"/>
                    </a:ext>
                  </a:extLst>
                </p:cNvPr>
                <p:cNvSpPr>
                  <a:spLocks noChangeShapeType="1"/>
                </p:cNvSpPr>
                <p:nvPr/>
              </p:nvSpPr>
              <p:spPr bwMode="auto">
                <a:xfrm>
                  <a:off x="1914" y="2964"/>
                  <a:ext cx="2118"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62521" name="Rectangle 57">
                <a:extLst>
                  <a:ext uri="{FF2B5EF4-FFF2-40B4-BE49-F238E27FC236}">
                    <a16:creationId xmlns:a16="http://schemas.microsoft.com/office/drawing/2014/main" id="{E087A9C4-47EF-4A61-82A1-BE80AF755DC5}"/>
                  </a:ext>
                </a:extLst>
              </p:cNvPr>
              <p:cNvSpPr>
                <a:spLocks noChangeArrowheads="1"/>
              </p:cNvSpPr>
              <p:nvPr/>
            </p:nvSpPr>
            <p:spPr bwMode="auto">
              <a:xfrm>
                <a:off x="2113" y="1392"/>
                <a:ext cx="275" cy="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s-ES_tradnl" altLang="en-US" sz="3200" i="1">
                    <a:latin typeface="Times New Roman" panose="02020603050405020304" pitchFamily="18" charset="0"/>
                  </a:rPr>
                  <a:t>R</a:t>
                </a:r>
              </a:p>
            </p:txBody>
          </p:sp>
          <p:grpSp>
            <p:nvGrpSpPr>
              <p:cNvPr id="62522" name="Group 58">
                <a:extLst>
                  <a:ext uri="{FF2B5EF4-FFF2-40B4-BE49-F238E27FC236}">
                    <a16:creationId xmlns:a16="http://schemas.microsoft.com/office/drawing/2014/main" id="{F675B5D6-5AE2-4E42-86CD-301408719B5C}"/>
                  </a:ext>
                </a:extLst>
              </p:cNvPr>
              <p:cNvGrpSpPr>
                <a:grpSpLocks/>
              </p:cNvGrpSpPr>
              <p:nvPr/>
            </p:nvGrpSpPr>
            <p:grpSpPr bwMode="auto">
              <a:xfrm>
                <a:off x="1691" y="931"/>
                <a:ext cx="288" cy="1728"/>
                <a:chOff x="1536" y="1200"/>
                <a:chExt cx="288" cy="1728"/>
              </a:xfrm>
            </p:grpSpPr>
            <p:sp>
              <p:nvSpPr>
                <p:cNvPr id="62523" name="Line 59">
                  <a:extLst>
                    <a:ext uri="{FF2B5EF4-FFF2-40B4-BE49-F238E27FC236}">
                      <a16:creationId xmlns:a16="http://schemas.microsoft.com/office/drawing/2014/main" id="{CD8CF873-BE60-4833-B2E7-206BFC1667B5}"/>
                    </a:ext>
                  </a:extLst>
                </p:cNvPr>
                <p:cNvSpPr>
                  <a:spLocks noChangeShapeType="1"/>
                </p:cNvSpPr>
                <p:nvPr/>
              </p:nvSpPr>
              <p:spPr bwMode="auto">
                <a:xfrm>
                  <a:off x="1536" y="1200"/>
                  <a:ext cx="288"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524" name="Line 60">
                  <a:extLst>
                    <a:ext uri="{FF2B5EF4-FFF2-40B4-BE49-F238E27FC236}">
                      <a16:creationId xmlns:a16="http://schemas.microsoft.com/office/drawing/2014/main" id="{BA42B90D-7056-432F-9CCD-1E39207DCCFA}"/>
                    </a:ext>
                  </a:extLst>
                </p:cNvPr>
                <p:cNvSpPr>
                  <a:spLocks noChangeShapeType="1"/>
                </p:cNvSpPr>
                <p:nvPr/>
              </p:nvSpPr>
              <p:spPr bwMode="auto">
                <a:xfrm>
                  <a:off x="1536" y="2928"/>
                  <a:ext cx="288"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525" name="Line 61">
                  <a:extLst>
                    <a:ext uri="{FF2B5EF4-FFF2-40B4-BE49-F238E27FC236}">
                      <a16:creationId xmlns:a16="http://schemas.microsoft.com/office/drawing/2014/main" id="{4EFA6A9F-F60D-4859-BC59-4A32FFAFDBC2}"/>
                    </a:ext>
                  </a:extLst>
                </p:cNvPr>
                <p:cNvSpPr>
                  <a:spLocks noChangeShapeType="1"/>
                </p:cNvSpPr>
                <p:nvPr/>
              </p:nvSpPr>
              <p:spPr bwMode="auto">
                <a:xfrm>
                  <a:off x="1680" y="1200"/>
                  <a:ext cx="0" cy="1728"/>
                </a:xfrm>
                <a:prstGeom prst="line">
                  <a:avLst/>
                </a:prstGeom>
                <a:noFill/>
                <a:ln w="12700">
                  <a:solidFill>
                    <a:schemeClr val="tx1"/>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526" name="Rectangle 62">
                  <a:extLst>
                    <a:ext uri="{FF2B5EF4-FFF2-40B4-BE49-F238E27FC236}">
                      <a16:creationId xmlns:a16="http://schemas.microsoft.com/office/drawing/2014/main" id="{E7ABC3A9-5E58-4697-B62C-719AC9082A3D}"/>
                    </a:ext>
                  </a:extLst>
                </p:cNvPr>
                <p:cNvSpPr>
                  <a:spLocks noChangeArrowheads="1"/>
                </p:cNvSpPr>
                <p:nvPr/>
              </p:nvSpPr>
              <p:spPr bwMode="auto">
                <a:xfrm>
                  <a:off x="1574" y="1757"/>
                  <a:ext cx="189" cy="369"/>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s-ES_tradnl" altLang="en-US" sz="3200" i="1">
                      <a:latin typeface="Times New Roman" panose="02020603050405020304" pitchFamily="18" charset="0"/>
                    </a:rPr>
                    <a:t>l</a:t>
                  </a:r>
                </a:p>
              </p:txBody>
            </p:sp>
          </p:grpSp>
          <p:grpSp>
            <p:nvGrpSpPr>
              <p:cNvPr id="62527" name="Group 63">
                <a:extLst>
                  <a:ext uri="{FF2B5EF4-FFF2-40B4-BE49-F238E27FC236}">
                    <a16:creationId xmlns:a16="http://schemas.microsoft.com/office/drawing/2014/main" id="{16574E22-4D44-4C13-922D-FECAFD9E97A4}"/>
                  </a:ext>
                </a:extLst>
              </p:cNvPr>
              <p:cNvGrpSpPr>
                <a:grpSpLocks/>
              </p:cNvGrpSpPr>
              <p:nvPr/>
            </p:nvGrpSpPr>
            <p:grpSpPr bwMode="auto">
              <a:xfrm>
                <a:off x="2123" y="2784"/>
                <a:ext cx="1200" cy="369"/>
                <a:chOff x="1968" y="3053"/>
                <a:chExt cx="1200" cy="369"/>
              </a:xfrm>
            </p:grpSpPr>
            <p:sp>
              <p:nvSpPr>
                <p:cNvPr id="62528" name="Line 64">
                  <a:extLst>
                    <a:ext uri="{FF2B5EF4-FFF2-40B4-BE49-F238E27FC236}">
                      <a16:creationId xmlns:a16="http://schemas.microsoft.com/office/drawing/2014/main" id="{F3F38A87-B5D2-402D-AE71-6FCD5986358B}"/>
                    </a:ext>
                  </a:extLst>
                </p:cNvPr>
                <p:cNvSpPr>
                  <a:spLocks noChangeShapeType="1"/>
                </p:cNvSpPr>
                <p:nvPr/>
              </p:nvSpPr>
              <p:spPr bwMode="auto">
                <a:xfrm>
                  <a:off x="1968" y="3072"/>
                  <a:ext cx="0" cy="288"/>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529" name="Line 65">
                  <a:extLst>
                    <a:ext uri="{FF2B5EF4-FFF2-40B4-BE49-F238E27FC236}">
                      <a16:creationId xmlns:a16="http://schemas.microsoft.com/office/drawing/2014/main" id="{28157FEA-9107-4733-B053-567449CC392F}"/>
                    </a:ext>
                  </a:extLst>
                </p:cNvPr>
                <p:cNvSpPr>
                  <a:spLocks noChangeShapeType="1"/>
                </p:cNvSpPr>
                <p:nvPr/>
              </p:nvSpPr>
              <p:spPr bwMode="auto">
                <a:xfrm>
                  <a:off x="3168" y="3072"/>
                  <a:ext cx="0" cy="288"/>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530" name="Line 66">
                  <a:extLst>
                    <a:ext uri="{FF2B5EF4-FFF2-40B4-BE49-F238E27FC236}">
                      <a16:creationId xmlns:a16="http://schemas.microsoft.com/office/drawing/2014/main" id="{8A163169-8340-437F-BE1D-6C1270F9C37A}"/>
                    </a:ext>
                  </a:extLst>
                </p:cNvPr>
                <p:cNvSpPr>
                  <a:spLocks noChangeShapeType="1"/>
                </p:cNvSpPr>
                <p:nvPr/>
              </p:nvSpPr>
              <p:spPr bwMode="auto">
                <a:xfrm>
                  <a:off x="1968" y="3240"/>
                  <a:ext cx="1200" cy="0"/>
                </a:xfrm>
                <a:prstGeom prst="line">
                  <a:avLst/>
                </a:prstGeom>
                <a:noFill/>
                <a:ln w="12700">
                  <a:solidFill>
                    <a:schemeClr val="tx1"/>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531" name="Rectangle 67">
                  <a:extLst>
                    <a:ext uri="{FF2B5EF4-FFF2-40B4-BE49-F238E27FC236}">
                      <a16:creationId xmlns:a16="http://schemas.microsoft.com/office/drawing/2014/main" id="{CB6E9539-4DAD-4662-9922-70DE2EF5AA5A}"/>
                    </a:ext>
                  </a:extLst>
                </p:cNvPr>
                <p:cNvSpPr>
                  <a:spLocks noChangeArrowheads="1"/>
                </p:cNvSpPr>
                <p:nvPr/>
              </p:nvSpPr>
              <p:spPr bwMode="auto">
                <a:xfrm>
                  <a:off x="2438" y="3053"/>
                  <a:ext cx="246" cy="369"/>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s-ES_tradnl" altLang="en-US" sz="3200">
                      <a:latin typeface="Times New Roman" panose="02020603050405020304" pitchFamily="18" charset="0"/>
                    </a:rPr>
                    <a:t>x</a:t>
                  </a:r>
                </a:p>
              </p:txBody>
            </p:sp>
          </p:grpSp>
          <p:sp>
            <p:nvSpPr>
              <p:cNvPr id="62532" name="Rectangle 68">
                <a:extLst>
                  <a:ext uri="{FF2B5EF4-FFF2-40B4-BE49-F238E27FC236}">
                    <a16:creationId xmlns:a16="http://schemas.microsoft.com/office/drawing/2014/main" id="{D0F3E1B3-A4BA-4AE9-AB72-901395DC8EAE}"/>
                  </a:ext>
                </a:extLst>
              </p:cNvPr>
              <p:cNvSpPr>
                <a:spLocks noChangeArrowheads="1"/>
              </p:cNvSpPr>
              <p:nvPr/>
            </p:nvSpPr>
            <p:spPr bwMode="auto">
              <a:xfrm>
                <a:off x="3231" y="887"/>
                <a:ext cx="280" cy="1816"/>
              </a:xfrm>
              <a:prstGeom prst="rect">
                <a:avLst/>
              </a:prstGeom>
              <a:solidFill>
                <a:schemeClr val="tx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62533" name="Group 69">
                <a:extLst>
                  <a:ext uri="{FF2B5EF4-FFF2-40B4-BE49-F238E27FC236}">
                    <a16:creationId xmlns:a16="http://schemas.microsoft.com/office/drawing/2014/main" id="{EAF39E31-1ACE-475B-AA4C-A13E182AF1C9}"/>
                  </a:ext>
                </a:extLst>
              </p:cNvPr>
              <p:cNvGrpSpPr>
                <a:grpSpLocks/>
              </p:cNvGrpSpPr>
              <p:nvPr/>
            </p:nvGrpSpPr>
            <p:grpSpPr bwMode="auto">
              <a:xfrm>
                <a:off x="2363" y="2016"/>
                <a:ext cx="528" cy="403"/>
                <a:chOff x="2208" y="2285"/>
                <a:chExt cx="528" cy="403"/>
              </a:xfrm>
            </p:grpSpPr>
            <p:sp>
              <p:nvSpPr>
                <p:cNvPr id="62534" name="Line 70">
                  <a:extLst>
                    <a:ext uri="{FF2B5EF4-FFF2-40B4-BE49-F238E27FC236}">
                      <a16:creationId xmlns:a16="http://schemas.microsoft.com/office/drawing/2014/main" id="{D837F567-08BF-4D8F-89E4-F52F94D7C89E}"/>
                    </a:ext>
                  </a:extLst>
                </p:cNvPr>
                <p:cNvSpPr>
                  <a:spLocks noChangeShapeType="1"/>
                </p:cNvSpPr>
                <p:nvPr/>
              </p:nvSpPr>
              <p:spPr bwMode="auto">
                <a:xfrm>
                  <a:off x="2208" y="2688"/>
                  <a:ext cx="528" cy="0"/>
                </a:xfrm>
                <a:prstGeom prst="line">
                  <a:avLst/>
                </a:prstGeom>
                <a:noFill/>
                <a:ln w="50800">
                  <a:solidFill>
                    <a:schemeClr val="accent2"/>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535" name="Rectangle 71">
                  <a:extLst>
                    <a:ext uri="{FF2B5EF4-FFF2-40B4-BE49-F238E27FC236}">
                      <a16:creationId xmlns:a16="http://schemas.microsoft.com/office/drawing/2014/main" id="{D224AF90-05C4-4035-83AC-8B823B1C027A}"/>
                    </a:ext>
                  </a:extLst>
                </p:cNvPr>
                <p:cNvSpPr>
                  <a:spLocks noChangeArrowheads="1"/>
                </p:cNvSpPr>
                <p:nvPr/>
              </p:nvSpPr>
              <p:spPr bwMode="auto">
                <a:xfrm>
                  <a:off x="2246" y="2285"/>
                  <a:ext cx="203" cy="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s-ES_tradnl" altLang="en-US" sz="3200" i="1">
                      <a:latin typeface="Times New Roman" panose="02020603050405020304" pitchFamily="18" charset="0"/>
                    </a:rPr>
                    <a:t>I</a:t>
                  </a:r>
                </a:p>
              </p:txBody>
            </p:sp>
          </p:grpSp>
          <p:grpSp>
            <p:nvGrpSpPr>
              <p:cNvPr id="62536" name="Group 72">
                <a:extLst>
                  <a:ext uri="{FF2B5EF4-FFF2-40B4-BE49-F238E27FC236}">
                    <a16:creationId xmlns:a16="http://schemas.microsoft.com/office/drawing/2014/main" id="{612E13F4-6014-40E6-B4A4-B74C88D112FC}"/>
                  </a:ext>
                </a:extLst>
              </p:cNvPr>
              <p:cNvGrpSpPr>
                <a:grpSpLocks/>
              </p:cNvGrpSpPr>
              <p:nvPr/>
            </p:nvGrpSpPr>
            <p:grpSpPr bwMode="auto">
              <a:xfrm>
                <a:off x="2605" y="1476"/>
                <a:ext cx="622" cy="369"/>
                <a:chOff x="2450" y="1745"/>
                <a:chExt cx="622" cy="369"/>
              </a:xfrm>
            </p:grpSpPr>
            <p:sp>
              <p:nvSpPr>
                <p:cNvPr id="62537" name="Line 73">
                  <a:extLst>
                    <a:ext uri="{FF2B5EF4-FFF2-40B4-BE49-F238E27FC236}">
                      <a16:creationId xmlns:a16="http://schemas.microsoft.com/office/drawing/2014/main" id="{C8D1A7B0-EA8E-47D5-83F9-A2CE270A995A}"/>
                    </a:ext>
                  </a:extLst>
                </p:cNvPr>
                <p:cNvSpPr>
                  <a:spLocks noChangeShapeType="1"/>
                </p:cNvSpPr>
                <p:nvPr/>
              </p:nvSpPr>
              <p:spPr bwMode="auto">
                <a:xfrm flipH="1">
                  <a:off x="2640" y="1776"/>
                  <a:ext cx="432" cy="0"/>
                </a:xfrm>
                <a:prstGeom prst="line">
                  <a:avLst/>
                </a:prstGeom>
                <a:noFill/>
                <a:ln w="508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538" name="Rectangle 74">
                  <a:extLst>
                    <a:ext uri="{FF2B5EF4-FFF2-40B4-BE49-F238E27FC236}">
                      <a16:creationId xmlns:a16="http://schemas.microsoft.com/office/drawing/2014/main" id="{87CAB500-B19C-445D-9EFE-7489ECF50F79}"/>
                    </a:ext>
                  </a:extLst>
                </p:cNvPr>
                <p:cNvSpPr>
                  <a:spLocks noChangeArrowheads="1"/>
                </p:cNvSpPr>
                <p:nvPr/>
              </p:nvSpPr>
              <p:spPr bwMode="auto">
                <a:xfrm>
                  <a:off x="2450" y="1745"/>
                  <a:ext cx="409" cy="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s-ES_tradnl" altLang="en-US" sz="3200" i="1">
                      <a:latin typeface="Times New Roman" panose="02020603050405020304" pitchFamily="18" charset="0"/>
                    </a:rPr>
                    <a:t>F</a:t>
                  </a:r>
                  <a:r>
                    <a:rPr lang="es-ES_tradnl" altLang="en-US" sz="3200" baseline="-25000">
                      <a:latin typeface="Times New Roman" panose="02020603050405020304" pitchFamily="18" charset="0"/>
                    </a:rPr>
                    <a:t>m</a:t>
                  </a:r>
                </a:p>
              </p:txBody>
            </p:sp>
          </p:grpSp>
          <p:grpSp>
            <p:nvGrpSpPr>
              <p:cNvPr id="62539" name="Group 75">
                <a:extLst>
                  <a:ext uri="{FF2B5EF4-FFF2-40B4-BE49-F238E27FC236}">
                    <a16:creationId xmlns:a16="http://schemas.microsoft.com/office/drawing/2014/main" id="{A67C06BD-51D1-4E4E-A0E8-DB76443BD6EA}"/>
                  </a:ext>
                </a:extLst>
              </p:cNvPr>
              <p:cNvGrpSpPr>
                <a:grpSpLocks/>
              </p:cNvGrpSpPr>
              <p:nvPr/>
            </p:nvGrpSpPr>
            <p:grpSpPr bwMode="auto">
              <a:xfrm>
                <a:off x="3515" y="1392"/>
                <a:ext cx="689" cy="369"/>
                <a:chOff x="3360" y="1661"/>
                <a:chExt cx="689" cy="369"/>
              </a:xfrm>
            </p:grpSpPr>
            <p:sp>
              <p:nvSpPr>
                <p:cNvPr id="62540" name="Line 76">
                  <a:extLst>
                    <a:ext uri="{FF2B5EF4-FFF2-40B4-BE49-F238E27FC236}">
                      <a16:creationId xmlns:a16="http://schemas.microsoft.com/office/drawing/2014/main" id="{569E6F9D-4B5C-46E2-B0C8-C945FC7112EF}"/>
                    </a:ext>
                  </a:extLst>
                </p:cNvPr>
                <p:cNvSpPr>
                  <a:spLocks noChangeShapeType="1"/>
                </p:cNvSpPr>
                <p:nvPr/>
              </p:nvSpPr>
              <p:spPr bwMode="auto">
                <a:xfrm>
                  <a:off x="3360" y="1872"/>
                  <a:ext cx="384" cy="0"/>
                </a:xfrm>
                <a:prstGeom prst="line">
                  <a:avLst/>
                </a:prstGeom>
                <a:noFill/>
                <a:ln w="50800">
                  <a:solidFill>
                    <a:schemeClr val="bg2"/>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541" name="Rectangle 77">
                  <a:extLst>
                    <a:ext uri="{FF2B5EF4-FFF2-40B4-BE49-F238E27FC236}">
                      <a16:creationId xmlns:a16="http://schemas.microsoft.com/office/drawing/2014/main" id="{FDAFB616-2A86-4BDC-A355-719D8782AF41}"/>
                    </a:ext>
                  </a:extLst>
                </p:cNvPr>
                <p:cNvSpPr>
                  <a:spLocks noChangeArrowheads="1"/>
                </p:cNvSpPr>
                <p:nvPr/>
              </p:nvSpPr>
              <p:spPr bwMode="auto">
                <a:xfrm>
                  <a:off x="3782" y="1661"/>
                  <a:ext cx="267" cy="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s-ES_tradnl" altLang="en-US" sz="3200">
                      <a:latin typeface="Symbol" panose="05050102010706020507" pitchFamily="18" charset="2"/>
                    </a:rPr>
                    <a:t>u</a:t>
                  </a:r>
                </a:p>
              </p:txBody>
            </p:sp>
          </p:grpSp>
        </p:grpSp>
        <p:grpSp>
          <p:nvGrpSpPr>
            <p:cNvPr id="62542" name="Group 78">
              <a:extLst>
                <a:ext uri="{FF2B5EF4-FFF2-40B4-BE49-F238E27FC236}">
                  <a16:creationId xmlns:a16="http://schemas.microsoft.com/office/drawing/2014/main" id="{330C1E72-01F7-459F-8705-7D8E13543CAB}"/>
                </a:ext>
              </a:extLst>
            </p:cNvPr>
            <p:cNvGrpSpPr>
              <a:grpSpLocks/>
            </p:cNvGrpSpPr>
            <p:nvPr/>
          </p:nvGrpSpPr>
          <p:grpSpPr bwMode="auto">
            <a:xfrm>
              <a:off x="3467" y="1824"/>
              <a:ext cx="1099" cy="369"/>
              <a:chOff x="3312" y="2093"/>
              <a:chExt cx="1099" cy="369"/>
            </a:xfrm>
          </p:grpSpPr>
          <p:sp>
            <p:nvSpPr>
              <p:cNvPr id="62543" name="Line 79">
                <a:extLst>
                  <a:ext uri="{FF2B5EF4-FFF2-40B4-BE49-F238E27FC236}">
                    <a16:creationId xmlns:a16="http://schemas.microsoft.com/office/drawing/2014/main" id="{71F459EE-1FEE-4BD6-BA06-62A1333D7D89}"/>
                  </a:ext>
                </a:extLst>
              </p:cNvPr>
              <p:cNvSpPr>
                <a:spLocks noChangeShapeType="1"/>
              </p:cNvSpPr>
              <p:nvPr/>
            </p:nvSpPr>
            <p:spPr bwMode="auto">
              <a:xfrm>
                <a:off x="3312" y="2256"/>
                <a:ext cx="624" cy="0"/>
              </a:xfrm>
              <a:prstGeom prst="line">
                <a:avLst/>
              </a:prstGeom>
              <a:noFill/>
              <a:ln w="508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544" name="Rectangle 80">
                <a:extLst>
                  <a:ext uri="{FF2B5EF4-FFF2-40B4-BE49-F238E27FC236}">
                    <a16:creationId xmlns:a16="http://schemas.microsoft.com/office/drawing/2014/main" id="{D2D7D9A4-EA15-4D1E-A503-B2E51153619C}"/>
                  </a:ext>
                </a:extLst>
              </p:cNvPr>
              <p:cNvSpPr>
                <a:spLocks noChangeArrowheads="1"/>
              </p:cNvSpPr>
              <p:nvPr/>
            </p:nvSpPr>
            <p:spPr bwMode="auto">
              <a:xfrm>
                <a:off x="3974" y="2093"/>
                <a:ext cx="437" cy="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s-ES_tradnl" altLang="en-US" sz="3200" i="1">
                    <a:latin typeface="Times New Roman" panose="02020603050405020304" pitchFamily="18" charset="0"/>
                  </a:rPr>
                  <a:t>F</a:t>
                </a:r>
                <a:r>
                  <a:rPr lang="es-ES_tradnl" altLang="en-US" sz="3200" baseline="-25000">
                    <a:latin typeface="Times New Roman" panose="02020603050405020304" pitchFamily="18" charset="0"/>
                  </a:rPr>
                  <a:t>ap</a:t>
                </a:r>
              </a:p>
            </p:txBody>
          </p:sp>
        </p:grpSp>
      </p:grpSp>
      <p:grpSp>
        <p:nvGrpSpPr>
          <p:cNvPr id="62545" name="Group 81">
            <a:extLst>
              <a:ext uri="{FF2B5EF4-FFF2-40B4-BE49-F238E27FC236}">
                <a16:creationId xmlns:a16="http://schemas.microsoft.com/office/drawing/2014/main" id="{D360034B-3BFD-4A77-84FF-66230E995E19}"/>
              </a:ext>
            </a:extLst>
          </p:cNvPr>
          <p:cNvGrpSpPr>
            <a:grpSpLocks/>
          </p:cNvGrpSpPr>
          <p:nvPr/>
        </p:nvGrpSpPr>
        <p:grpSpPr bwMode="auto">
          <a:xfrm>
            <a:off x="1752600" y="990600"/>
            <a:ext cx="2971800" cy="1493838"/>
            <a:chOff x="144" y="624"/>
            <a:chExt cx="1872" cy="941"/>
          </a:xfrm>
        </p:grpSpPr>
        <p:sp>
          <p:nvSpPr>
            <p:cNvPr id="62546" name="Rectangle 82">
              <a:extLst>
                <a:ext uri="{FF2B5EF4-FFF2-40B4-BE49-F238E27FC236}">
                  <a16:creationId xmlns:a16="http://schemas.microsoft.com/office/drawing/2014/main" id="{CC0951BF-6D73-46B0-A3B1-DF25914F97B4}"/>
                </a:ext>
              </a:extLst>
            </p:cNvPr>
            <p:cNvSpPr>
              <a:spLocks noChangeArrowheads="1"/>
            </p:cNvSpPr>
            <p:nvPr/>
          </p:nvSpPr>
          <p:spPr bwMode="auto">
            <a:xfrm>
              <a:off x="144" y="624"/>
              <a:ext cx="1872" cy="912"/>
            </a:xfrm>
            <a:prstGeom prst="rect">
              <a:avLst/>
            </a:prstGeom>
            <a:solidFill>
              <a:schemeClr val="hlink"/>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aphicFrame>
          <p:nvGraphicFramePr>
            <p:cNvPr id="62547" name="Object 83">
              <a:extLst>
                <a:ext uri="{FF2B5EF4-FFF2-40B4-BE49-F238E27FC236}">
                  <a16:creationId xmlns:a16="http://schemas.microsoft.com/office/drawing/2014/main" id="{43DB3F9E-76DF-4A27-BF3D-426A94E6EF5B}"/>
                </a:ext>
              </a:extLst>
            </p:cNvPr>
            <p:cNvGraphicFramePr>
              <a:graphicFrameLocks noChangeAspect="1"/>
            </p:cNvGraphicFramePr>
            <p:nvPr/>
          </p:nvGraphicFramePr>
          <p:xfrm>
            <a:off x="192" y="672"/>
            <a:ext cx="1728" cy="893"/>
          </p:xfrm>
          <a:graphic>
            <a:graphicData uri="http://schemas.openxmlformats.org/presentationml/2006/ole">
              <mc:AlternateContent xmlns:mc="http://schemas.openxmlformats.org/markup-compatibility/2006">
                <mc:Choice xmlns:v="urn:schemas-microsoft-com:vml" Requires="v">
                  <p:oleObj spid="_x0000_s44042" name="Ecuación" r:id="rId3" imgW="812520" imgH="419040" progId="Equation.3">
                    <p:embed/>
                  </p:oleObj>
                </mc:Choice>
                <mc:Fallback>
                  <p:oleObj name="Ecuación" r:id="rId3" imgW="812520" imgH="419040" progId="Equation.3">
                    <p:embed/>
                    <p:pic>
                      <p:nvPicPr>
                        <p:cNvPr id="62547" name="Object 83">
                          <a:extLst>
                            <a:ext uri="{FF2B5EF4-FFF2-40B4-BE49-F238E27FC236}">
                              <a16:creationId xmlns:a16="http://schemas.microsoft.com/office/drawing/2014/main" id="{43DB3F9E-76DF-4A27-BF3D-426A94E6EF5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2" y="672"/>
                          <a:ext cx="1728" cy="8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62548" name="Group 84">
            <a:extLst>
              <a:ext uri="{FF2B5EF4-FFF2-40B4-BE49-F238E27FC236}">
                <a16:creationId xmlns:a16="http://schemas.microsoft.com/office/drawing/2014/main" id="{0C3CC34A-F9E4-4D43-8812-3D66558D2BE9}"/>
              </a:ext>
            </a:extLst>
          </p:cNvPr>
          <p:cNvGrpSpPr>
            <a:grpSpLocks/>
          </p:cNvGrpSpPr>
          <p:nvPr/>
        </p:nvGrpSpPr>
        <p:grpSpPr bwMode="auto">
          <a:xfrm>
            <a:off x="1600200" y="5181600"/>
            <a:ext cx="2438400" cy="1295400"/>
            <a:chOff x="48" y="3264"/>
            <a:chExt cx="1536" cy="816"/>
          </a:xfrm>
        </p:grpSpPr>
        <p:sp>
          <p:nvSpPr>
            <p:cNvPr id="62549" name="Rectangle 85">
              <a:extLst>
                <a:ext uri="{FF2B5EF4-FFF2-40B4-BE49-F238E27FC236}">
                  <a16:creationId xmlns:a16="http://schemas.microsoft.com/office/drawing/2014/main" id="{534C3582-6962-4E52-8223-273754EB3289}"/>
                </a:ext>
              </a:extLst>
            </p:cNvPr>
            <p:cNvSpPr>
              <a:spLocks noChangeArrowheads="1"/>
            </p:cNvSpPr>
            <p:nvPr/>
          </p:nvSpPr>
          <p:spPr bwMode="auto">
            <a:xfrm>
              <a:off x="48" y="3264"/>
              <a:ext cx="1536" cy="816"/>
            </a:xfrm>
            <a:prstGeom prst="rect">
              <a:avLst/>
            </a:prstGeom>
            <a:solidFill>
              <a:schemeClr val="hlink"/>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aphicFrame>
          <p:nvGraphicFramePr>
            <p:cNvPr id="62550" name="Object 86">
              <a:extLst>
                <a:ext uri="{FF2B5EF4-FFF2-40B4-BE49-F238E27FC236}">
                  <a16:creationId xmlns:a16="http://schemas.microsoft.com/office/drawing/2014/main" id="{EC2AB99D-889D-4C94-8108-AD23157FD056}"/>
                </a:ext>
              </a:extLst>
            </p:cNvPr>
            <p:cNvGraphicFramePr>
              <a:graphicFrameLocks noChangeAspect="1"/>
            </p:cNvGraphicFramePr>
            <p:nvPr/>
          </p:nvGraphicFramePr>
          <p:xfrm>
            <a:off x="48" y="3275"/>
            <a:ext cx="1536" cy="757"/>
          </p:xfrm>
          <a:graphic>
            <a:graphicData uri="http://schemas.openxmlformats.org/presentationml/2006/ole">
              <mc:AlternateContent xmlns:mc="http://schemas.openxmlformats.org/markup-compatibility/2006">
                <mc:Choice xmlns:v="urn:schemas-microsoft-com:vml" Requires="v">
                  <p:oleObj spid="_x0000_s44043" name="Ecuación" r:id="rId5" imgW="850680" imgH="419040" progId="Equation.3">
                    <p:embed/>
                  </p:oleObj>
                </mc:Choice>
                <mc:Fallback>
                  <p:oleObj name="Ecuación" r:id="rId5" imgW="850680" imgH="419040" progId="Equation.3">
                    <p:embed/>
                    <p:pic>
                      <p:nvPicPr>
                        <p:cNvPr id="62550" name="Object 86">
                          <a:extLst>
                            <a:ext uri="{FF2B5EF4-FFF2-40B4-BE49-F238E27FC236}">
                              <a16:creationId xmlns:a16="http://schemas.microsoft.com/office/drawing/2014/main" id="{EC2AB99D-889D-4C94-8108-AD23157FD05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 y="3275"/>
                          <a:ext cx="1536" cy="7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62551" name="Object 87">
            <a:extLst>
              <a:ext uri="{FF2B5EF4-FFF2-40B4-BE49-F238E27FC236}">
                <a16:creationId xmlns:a16="http://schemas.microsoft.com/office/drawing/2014/main" id="{24E991D7-9C99-4D21-9F70-7F10400166E9}"/>
              </a:ext>
            </a:extLst>
          </p:cNvPr>
          <p:cNvGraphicFramePr>
            <a:graphicFrameLocks noChangeAspect="1"/>
          </p:cNvGraphicFramePr>
          <p:nvPr/>
        </p:nvGraphicFramePr>
        <p:xfrm>
          <a:off x="4572000" y="4648201"/>
          <a:ext cx="1981200" cy="1089025"/>
        </p:xfrm>
        <a:graphic>
          <a:graphicData uri="http://schemas.openxmlformats.org/presentationml/2006/ole">
            <mc:AlternateContent xmlns:mc="http://schemas.openxmlformats.org/markup-compatibility/2006">
              <mc:Choice xmlns:v="urn:schemas-microsoft-com:vml" Requires="v">
                <p:oleObj spid="_x0000_s44044" name="Ecuación" r:id="rId7" imgW="761760" imgH="419040" progId="Equation.3">
                  <p:embed/>
                </p:oleObj>
              </mc:Choice>
              <mc:Fallback>
                <p:oleObj name="Ecuación" r:id="rId7" imgW="761760" imgH="419040" progId="Equation.3">
                  <p:embed/>
                  <p:pic>
                    <p:nvPicPr>
                      <p:cNvPr id="62551" name="Object 87">
                        <a:extLst>
                          <a:ext uri="{FF2B5EF4-FFF2-40B4-BE49-F238E27FC236}">
                            <a16:creationId xmlns:a16="http://schemas.microsoft.com/office/drawing/2014/main" id="{24E991D7-9C99-4D21-9F70-7F10400166E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72000" y="4648201"/>
                        <a:ext cx="1981200" cy="1089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2552" name="Object 88">
            <a:extLst>
              <a:ext uri="{FF2B5EF4-FFF2-40B4-BE49-F238E27FC236}">
                <a16:creationId xmlns:a16="http://schemas.microsoft.com/office/drawing/2014/main" id="{301842FC-964A-4059-86E6-4BB7C56D4F0C}"/>
              </a:ext>
            </a:extLst>
          </p:cNvPr>
          <p:cNvGraphicFramePr>
            <a:graphicFrameLocks noChangeAspect="1"/>
          </p:cNvGraphicFramePr>
          <p:nvPr/>
        </p:nvGraphicFramePr>
        <p:xfrm>
          <a:off x="4800600" y="5757864"/>
          <a:ext cx="1295400" cy="1100137"/>
        </p:xfrm>
        <a:graphic>
          <a:graphicData uri="http://schemas.openxmlformats.org/presentationml/2006/ole">
            <mc:AlternateContent xmlns:mc="http://schemas.openxmlformats.org/markup-compatibility/2006">
              <mc:Choice xmlns:v="urn:schemas-microsoft-com:vml" Requires="v">
                <p:oleObj spid="_x0000_s44045" name="Ecuación" r:id="rId9" imgW="495000" imgH="419040" progId="Equation.3">
                  <p:embed/>
                </p:oleObj>
              </mc:Choice>
              <mc:Fallback>
                <p:oleObj name="Ecuación" r:id="rId9" imgW="495000" imgH="419040" progId="Equation.3">
                  <p:embed/>
                  <p:pic>
                    <p:nvPicPr>
                      <p:cNvPr id="62552" name="Object 88">
                        <a:extLst>
                          <a:ext uri="{FF2B5EF4-FFF2-40B4-BE49-F238E27FC236}">
                            <a16:creationId xmlns:a16="http://schemas.microsoft.com/office/drawing/2014/main" id="{301842FC-964A-4059-86E6-4BB7C56D4F0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00600" y="5757864"/>
                        <a:ext cx="1295400" cy="1100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2553" name="Line 89">
            <a:extLst>
              <a:ext uri="{FF2B5EF4-FFF2-40B4-BE49-F238E27FC236}">
                <a16:creationId xmlns:a16="http://schemas.microsoft.com/office/drawing/2014/main" id="{73925A5B-FB3A-49B4-9B8B-38B58E49A7DA}"/>
              </a:ext>
            </a:extLst>
          </p:cNvPr>
          <p:cNvSpPr>
            <a:spLocks noChangeShapeType="1"/>
          </p:cNvSpPr>
          <p:nvPr/>
        </p:nvSpPr>
        <p:spPr bwMode="auto">
          <a:xfrm flipV="1">
            <a:off x="4114800" y="5257800"/>
            <a:ext cx="381000" cy="45720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554" name="Line 90">
            <a:extLst>
              <a:ext uri="{FF2B5EF4-FFF2-40B4-BE49-F238E27FC236}">
                <a16:creationId xmlns:a16="http://schemas.microsoft.com/office/drawing/2014/main" id="{BC9E78D8-03A1-4071-953D-0CBB2A9E3037}"/>
              </a:ext>
            </a:extLst>
          </p:cNvPr>
          <p:cNvSpPr>
            <a:spLocks noChangeShapeType="1"/>
          </p:cNvSpPr>
          <p:nvPr/>
        </p:nvSpPr>
        <p:spPr bwMode="auto">
          <a:xfrm>
            <a:off x="4191000" y="5867400"/>
            <a:ext cx="609600" cy="38100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5" fill="hold" grpId="0" nodeType="clickEffect">
                                  <p:stCondLst>
                                    <p:cond delay="0"/>
                                  </p:stCondLst>
                                  <p:childTnLst>
                                    <p:set>
                                      <p:cBhvr>
                                        <p:cTn id="6" dur="1" fill="hold">
                                          <p:stCondLst>
                                            <p:cond delay="0"/>
                                          </p:stCondLst>
                                        </p:cTn>
                                        <p:tgtEl>
                                          <p:spTgt spid="62466"/>
                                        </p:tgtEl>
                                        <p:attrNameLst>
                                          <p:attrName>style.visibility</p:attrName>
                                        </p:attrNameLst>
                                      </p:cBhvr>
                                      <p:to>
                                        <p:strVal val="visible"/>
                                      </p:to>
                                    </p:set>
                                    <p:animEffect transition="in" filter="randombar(vertical)">
                                      <p:cBhvr>
                                        <p:cTn id="7" dur="500"/>
                                        <p:tgtEl>
                                          <p:spTgt spid="6246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5" fill="hold" nodeType="clickEffect">
                                  <p:stCondLst>
                                    <p:cond delay="0"/>
                                  </p:stCondLst>
                                  <p:childTnLst>
                                    <p:set>
                                      <p:cBhvr>
                                        <p:cTn id="11" dur="1" fill="hold">
                                          <p:stCondLst>
                                            <p:cond delay="0"/>
                                          </p:stCondLst>
                                        </p:cTn>
                                        <p:tgtEl>
                                          <p:spTgt spid="62467"/>
                                        </p:tgtEl>
                                        <p:attrNameLst>
                                          <p:attrName>style.visibility</p:attrName>
                                        </p:attrNameLst>
                                      </p:cBhvr>
                                      <p:to>
                                        <p:strVal val="visible"/>
                                      </p:to>
                                    </p:set>
                                    <p:animEffect transition="in" filter="randombar(vertical)">
                                      <p:cBhvr>
                                        <p:cTn id="12" dur="500"/>
                                        <p:tgtEl>
                                          <p:spTgt spid="6246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4" presetClass="entr" presetSubtype="5" fill="hold" nodeType="clickEffect">
                                  <p:stCondLst>
                                    <p:cond delay="0"/>
                                  </p:stCondLst>
                                  <p:childTnLst>
                                    <p:set>
                                      <p:cBhvr>
                                        <p:cTn id="16" dur="1" fill="hold">
                                          <p:stCondLst>
                                            <p:cond delay="0"/>
                                          </p:stCondLst>
                                        </p:cTn>
                                        <p:tgtEl>
                                          <p:spTgt spid="62545"/>
                                        </p:tgtEl>
                                        <p:attrNameLst>
                                          <p:attrName>style.visibility</p:attrName>
                                        </p:attrNameLst>
                                      </p:cBhvr>
                                      <p:to>
                                        <p:strVal val="visible"/>
                                      </p:to>
                                    </p:set>
                                    <p:animEffect transition="in" filter="randombar(vertical)">
                                      <p:cBhvr>
                                        <p:cTn id="17" dur="500"/>
                                        <p:tgtEl>
                                          <p:spTgt spid="6254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4" presetClass="entr" presetSubtype="5" fill="hold" nodeType="clickEffect">
                                  <p:stCondLst>
                                    <p:cond delay="0"/>
                                  </p:stCondLst>
                                  <p:childTnLst>
                                    <p:set>
                                      <p:cBhvr>
                                        <p:cTn id="21" dur="1" fill="hold">
                                          <p:stCondLst>
                                            <p:cond delay="0"/>
                                          </p:stCondLst>
                                        </p:cTn>
                                        <p:tgtEl>
                                          <p:spTgt spid="62548"/>
                                        </p:tgtEl>
                                        <p:attrNameLst>
                                          <p:attrName>style.visibility</p:attrName>
                                        </p:attrNameLst>
                                      </p:cBhvr>
                                      <p:to>
                                        <p:strVal val="visible"/>
                                      </p:to>
                                    </p:set>
                                    <p:animEffect transition="in" filter="randombar(vertical)">
                                      <p:cBhvr>
                                        <p:cTn id="22" dur="500"/>
                                        <p:tgtEl>
                                          <p:spTgt spid="6254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4" presetClass="entr" presetSubtype="5" fill="hold" nodeType="clickEffect">
                                  <p:stCondLst>
                                    <p:cond delay="0"/>
                                  </p:stCondLst>
                                  <p:childTnLst>
                                    <p:set>
                                      <p:cBhvr>
                                        <p:cTn id="26" dur="1" fill="hold">
                                          <p:stCondLst>
                                            <p:cond delay="0"/>
                                          </p:stCondLst>
                                        </p:cTn>
                                        <p:tgtEl>
                                          <p:spTgt spid="62553"/>
                                        </p:tgtEl>
                                        <p:attrNameLst>
                                          <p:attrName>style.visibility</p:attrName>
                                        </p:attrNameLst>
                                      </p:cBhvr>
                                      <p:to>
                                        <p:strVal val="visible"/>
                                      </p:to>
                                    </p:set>
                                    <p:animEffect transition="in" filter="randombar(vertical)">
                                      <p:cBhvr>
                                        <p:cTn id="27" dur="500"/>
                                        <p:tgtEl>
                                          <p:spTgt spid="6255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4" presetClass="entr" presetSubtype="5" fill="hold" nodeType="clickEffect">
                                  <p:stCondLst>
                                    <p:cond delay="0"/>
                                  </p:stCondLst>
                                  <p:childTnLst>
                                    <p:set>
                                      <p:cBhvr>
                                        <p:cTn id="31" dur="1" fill="hold">
                                          <p:stCondLst>
                                            <p:cond delay="0"/>
                                          </p:stCondLst>
                                        </p:cTn>
                                        <p:tgtEl>
                                          <p:spTgt spid="62551"/>
                                        </p:tgtEl>
                                        <p:attrNameLst>
                                          <p:attrName>style.visibility</p:attrName>
                                        </p:attrNameLst>
                                      </p:cBhvr>
                                      <p:to>
                                        <p:strVal val="visible"/>
                                      </p:to>
                                    </p:set>
                                    <p:animEffect transition="in" filter="randombar(vertical)">
                                      <p:cBhvr>
                                        <p:cTn id="32" dur="500"/>
                                        <p:tgtEl>
                                          <p:spTgt spid="6255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4" presetClass="entr" presetSubtype="5" fill="hold" nodeType="clickEffect">
                                  <p:stCondLst>
                                    <p:cond delay="0"/>
                                  </p:stCondLst>
                                  <p:childTnLst>
                                    <p:set>
                                      <p:cBhvr>
                                        <p:cTn id="36" dur="1" fill="hold">
                                          <p:stCondLst>
                                            <p:cond delay="0"/>
                                          </p:stCondLst>
                                        </p:cTn>
                                        <p:tgtEl>
                                          <p:spTgt spid="62554"/>
                                        </p:tgtEl>
                                        <p:attrNameLst>
                                          <p:attrName>style.visibility</p:attrName>
                                        </p:attrNameLst>
                                      </p:cBhvr>
                                      <p:to>
                                        <p:strVal val="visible"/>
                                      </p:to>
                                    </p:set>
                                    <p:animEffect transition="in" filter="randombar(vertical)">
                                      <p:cBhvr>
                                        <p:cTn id="37" dur="500"/>
                                        <p:tgtEl>
                                          <p:spTgt spid="6255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4" presetClass="entr" presetSubtype="5" fill="hold" nodeType="clickEffect">
                                  <p:stCondLst>
                                    <p:cond delay="0"/>
                                  </p:stCondLst>
                                  <p:childTnLst>
                                    <p:set>
                                      <p:cBhvr>
                                        <p:cTn id="41" dur="1" fill="hold">
                                          <p:stCondLst>
                                            <p:cond delay="0"/>
                                          </p:stCondLst>
                                        </p:cTn>
                                        <p:tgtEl>
                                          <p:spTgt spid="62552"/>
                                        </p:tgtEl>
                                        <p:attrNameLst>
                                          <p:attrName>style.visibility</p:attrName>
                                        </p:attrNameLst>
                                      </p:cBhvr>
                                      <p:to>
                                        <p:strVal val="visible"/>
                                      </p:to>
                                    </p:set>
                                    <p:animEffect transition="in" filter="randombar(vertical)">
                                      <p:cBhvr>
                                        <p:cTn id="42" dur="500"/>
                                        <p:tgtEl>
                                          <p:spTgt spid="625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6" grpId="0"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3491" name="Group 3">
            <a:extLst>
              <a:ext uri="{FF2B5EF4-FFF2-40B4-BE49-F238E27FC236}">
                <a16:creationId xmlns:a16="http://schemas.microsoft.com/office/drawing/2014/main" id="{1BBCDB0E-66E0-4AED-B91D-6B7DD4FFF529}"/>
              </a:ext>
            </a:extLst>
          </p:cNvPr>
          <p:cNvGrpSpPr>
            <a:grpSpLocks/>
          </p:cNvGrpSpPr>
          <p:nvPr/>
        </p:nvGrpSpPr>
        <p:grpSpPr bwMode="auto">
          <a:xfrm>
            <a:off x="5638800" y="1295400"/>
            <a:ext cx="4343400" cy="3659188"/>
            <a:chOff x="1344" y="816"/>
            <a:chExt cx="2736" cy="2305"/>
          </a:xfrm>
        </p:grpSpPr>
        <p:grpSp>
          <p:nvGrpSpPr>
            <p:cNvPr id="63492" name="Group 4">
              <a:extLst>
                <a:ext uri="{FF2B5EF4-FFF2-40B4-BE49-F238E27FC236}">
                  <a16:creationId xmlns:a16="http://schemas.microsoft.com/office/drawing/2014/main" id="{D9FD19E5-B705-4F8C-9354-10870754F51C}"/>
                </a:ext>
              </a:extLst>
            </p:cNvPr>
            <p:cNvGrpSpPr>
              <a:grpSpLocks/>
            </p:cNvGrpSpPr>
            <p:nvPr/>
          </p:nvGrpSpPr>
          <p:grpSpPr bwMode="auto">
            <a:xfrm>
              <a:off x="1344" y="816"/>
              <a:ext cx="145" cy="2305"/>
              <a:chOff x="1344" y="816"/>
              <a:chExt cx="145" cy="2305"/>
            </a:xfrm>
          </p:grpSpPr>
          <p:grpSp>
            <p:nvGrpSpPr>
              <p:cNvPr id="63493" name="Group 5">
                <a:extLst>
                  <a:ext uri="{FF2B5EF4-FFF2-40B4-BE49-F238E27FC236}">
                    <a16:creationId xmlns:a16="http://schemas.microsoft.com/office/drawing/2014/main" id="{76680F2A-CCC6-4887-A58A-4CE4A715F3AA}"/>
                  </a:ext>
                </a:extLst>
              </p:cNvPr>
              <p:cNvGrpSpPr>
                <a:grpSpLocks noChangeAspect="1"/>
              </p:cNvGrpSpPr>
              <p:nvPr/>
            </p:nvGrpSpPr>
            <p:grpSpPr bwMode="auto">
              <a:xfrm>
                <a:off x="1344" y="816"/>
                <a:ext cx="145" cy="145"/>
                <a:chOff x="1344" y="816"/>
                <a:chExt cx="240" cy="240"/>
              </a:xfrm>
            </p:grpSpPr>
            <p:sp>
              <p:nvSpPr>
                <p:cNvPr id="63494" name="Line 6">
                  <a:extLst>
                    <a:ext uri="{FF2B5EF4-FFF2-40B4-BE49-F238E27FC236}">
                      <a16:creationId xmlns:a16="http://schemas.microsoft.com/office/drawing/2014/main" id="{4B6D976A-8A21-4098-AF6C-C83648D11708}"/>
                    </a:ext>
                  </a:extLst>
                </p:cNvPr>
                <p:cNvSpPr>
                  <a:spLocks noChangeAspect="1" noChangeShapeType="1"/>
                </p:cNvSpPr>
                <p:nvPr/>
              </p:nvSpPr>
              <p:spPr bwMode="auto">
                <a:xfrm flipH="1">
                  <a:off x="1344" y="816"/>
                  <a:ext cx="24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495" name="Line 7">
                  <a:extLst>
                    <a:ext uri="{FF2B5EF4-FFF2-40B4-BE49-F238E27FC236}">
                      <a16:creationId xmlns:a16="http://schemas.microsoft.com/office/drawing/2014/main" id="{835A0302-0AFA-4944-B48D-4AD156BB0EC4}"/>
                    </a:ext>
                  </a:extLst>
                </p:cNvPr>
                <p:cNvSpPr>
                  <a:spLocks noChangeAspect="1" noChangeShapeType="1"/>
                </p:cNvSpPr>
                <p:nvPr/>
              </p:nvSpPr>
              <p:spPr bwMode="auto">
                <a:xfrm>
                  <a:off x="1344" y="816"/>
                  <a:ext cx="24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63496" name="Group 8">
                <a:extLst>
                  <a:ext uri="{FF2B5EF4-FFF2-40B4-BE49-F238E27FC236}">
                    <a16:creationId xmlns:a16="http://schemas.microsoft.com/office/drawing/2014/main" id="{3CF24D9C-E89F-4E61-9BCC-CA0A08EDAEA6}"/>
                  </a:ext>
                </a:extLst>
              </p:cNvPr>
              <p:cNvGrpSpPr>
                <a:grpSpLocks noChangeAspect="1"/>
              </p:cNvGrpSpPr>
              <p:nvPr/>
            </p:nvGrpSpPr>
            <p:grpSpPr bwMode="auto">
              <a:xfrm>
                <a:off x="1344" y="1968"/>
                <a:ext cx="145" cy="145"/>
                <a:chOff x="1344" y="816"/>
                <a:chExt cx="240" cy="240"/>
              </a:xfrm>
            </p:grpSpPr>
            <p:sp>
              <p:nvSpPr>
                <p:cNvPr id="63497" name="Line 9">
                  <a:extLst>
                    <a:ext uri="{FF2B5EF4-FFF2-40B4-BE49-F238E27FC236}">
                      <a16:creationId xmlns:a16="http://schemas.microsoft.com/office/drawing/2014/main" id="{468AB7BB-B8A9-449F-AFCE-DD33E74D1400}"/>
                    </a:ext>
                  </a:extLst>
                </p:cNvPr>
                <p:cNvSpPr>
                  <a:spLocks noChangeAspect="1" noChangeShapeType="1"/>
                </p:cNvSpPr>
                <p:nvPr/>
              </p:nvSpPr>
              <p:spPr bwMode="auto">
                <a:xfrm flipH="1">
                  <a:off x="1344" y="816"/>
                  <a:ext cx="24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498" name="Line 10">
                  <a:extLst>
                    <a:ext uri="{FF2B5EF4-FFF2-40B4-BE49-F238E27FC236}">
                      <a16:creationId xmlns:a16="http://schemas.microsoft.com/office/drawing/2014/main" id="{A5E83036-EDC4-4CCB-9DCE-C2BDE994587F}"/>
                    </a:ext>
                  </a:extLst>
                </p:cNvPr>
                <p:cNvSpPr>
                  <a:spLocks noChangeAspect="1" noChangeShapeType="1"/>
                </p:cNvSpPr>
                <p:nvPr/>
              </p:nvSpPr>
              <p:spPr bwMode="auto">
                <a:xfrm>
                  <a:off x="1344" y="816"/>
                  <a:ext cx="24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63499" name="Group 11">
                <a:extLst>
                  <a:ext uri="{FF2B5EF4-FFF2-40B4-BE49-F238E27FC236}">
                    <a16:creationId xmlns:a16="http://schemas.microsoft.com/office/drawing/2014/main" id="{DFD78FA3-2A37-43EF-815F-AA4CC0CF1E3C}"/>
                  </a:ext>
                </a:extLst>
              </p:cNvPr>
              <p:cNvGrpSpPr>
                <a:grpSpLocks noChangeAspect="1"/>
              </p:cNvGrpSpPr>
              <p:nvPr/>
            </p:nvGrpSpPr>
            <p:grpSpPr bwMode="auto">
              <a:xfrm>
                <a:off x="1344" y="2976"/>
                <a:ext cx="145" cy="145"/>
                <a:chOff x="1344" y="816"/>
                <a:chExt cx="240" cy="240"/>
              </a:xfrm>
            </p:grpSpPr>
            <p:sp>
              <p:nvSpPr>
                <p:cNvPr id="63500" name="Line 12">
                  <a:extLst>
                    <a:ext uri="{FF2B5EF4-FFF2-40B4-BE49-F238E27FC236}">
                      <a16:creationId xmlns:a16="http://schemas.microsoft.com/office/drawing/2014/main" id="{859BCA10-4BB5-472C-A891-C196EDE5B572}"/>
                    </a:ext>
                  </a:extLst>
                </p:cNvPr>
                <p:cNvSpPr>
                  <a:spLocks noChangeAspect="1" noChangeShapeType="1"/>
                </p:cNvSpPr>
                <p:nvPr/>
              </p:nvSpPr>
              <p:spPr bwMode="auto">
                <a:xfrm flipH="1">
                  <a:off x="1344" y="816"/>
                  <a:ext cx="24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501" name="Line 13">
                  <a:extLst>
                    <a:ext uri="{FF2B5EF4-FFF2-40B4-BE49-F238E27FC236}">
                      <a16:creationId xmlns:a16="http://schemas.microsoft.com/office/drawing/2014/main" id="{B193CBAC-1C5D-4C54-A313-B9D8EFAA2BE1}"/>
                    </a:ext>
                  </a:extLst>
                </p:cNvPr>
                <p:cNvSpPr>
                  <a:spLocks noChangeAspect="1" noChangeShapeType="1"/>
                </p:cNvSpPr>
                <p:nvPr/>
              </p:nvSpPr>
              <p:spPr bwMode="auto">
                <a:xfrm>
                  <a:off x="1344" y="816"/>
                  <a:ext cx="24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63502" name="Group 14">
              <a:extLst>
                <a:ext uri="{FF2B5EF4-FFF2-40B4-BE49-F238E27FC236}">
                  <a16:creationId xmlns:a16="http://schemas.microsoft.com/office/drawing/2014/main" id="{02D4A353-B45F-4EAA-8DA0-B7CA8EFA3CB4}"/>
                </a:ext>
              </a:extLst>
            </p:cNvPr>
            <p:cNvGrpSpPr>
              <a:grpSpLocks/>
            </p:cNvGrpSpPr>
            <p:nvPr/>
          </p:nvGrpSpPr>
          <p:grpSpPr bwMode="auto">
            <a:xfrm>
              <a:off x="2207" y="816"/>
              <a:ext cx="145" cy="2305"/>
              <a:chOff x="1344" y="816"/>
              <a:chExt cx="145" cy="2305"/>
            </a:xfrm>
          </p:grpSpPr>
          <p:grpSp>
            <p:nvGrpSpPr>
              <p:cNvPr id="63503" name="Group 15">
                <a:extLst>
                  <a:ext uri="{FF2B5EF4-FFF2-40B4-BE49-F238E27FC236}">
                    <a16:creationId xmlns:a16="http://schemas.microsoft.com/office/drawing/2014/main" id="{BAAC69EE-2DCF-4BC3-A85D-AF93BA286896}"/>
                  </a:ext>
                </a:extLst>
              </p:cNvPr>
              <p:cNvGrpSpPr>
                <a:grpSpLocks noChangeAspect="1"/>
              </p:cNvGrpSpPr>
              <p:nvPr/>
            </p:nvGrpSpPr>
            <p:grpSpPr bwMode="auto">
              <a:xfrm>
                <a:off x="1344" y="816"/>
                <a:ext cx="145" cy="145"/>
                <a:chOff x="1344" y="816"/>
                <a:chExt cx="240" cy="240"/>
              </a:xfrm>
            </p:grpSpPr>
            <p:sp>
              <p:nvSpPr>
                <p:cNvPr id="63504" name="Line 16">
                  <a:extLst>
                    <a:ext uri="{FF2B5EF4-FFF2-40B4-BE49-F238E27FC236}">
                      <a16:creationId xmlns:a16="http://schemas.microsoft.com/office/drawing/2014/main" id="{39DBEF4A-9117-44DA-B591-907ED28052DF}"/>
                    </a:ext>
                  </a:extLst>
                </p:cNvPr>
                <p:cNvSpPr>
                  <a:spLocks noChangeAspect="1" noChangeShapeType="1"/>
                </p:cNvSpPr>
                <p:nvPr/>
              </p:nvSpPr>
              <p:spPr bwMode="auto">
                <a:xfrm flipH="1">
                  <a:off x="1344" y="816"/>
                  <a:ext cx="24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505" name="Line 17">
                  <a:extLst>
                    <a:ext uri="{FF2B5EF4-FFF2-40B4-BE49-F238E27FC236}">
                      <a16:creationId xmlns:a16="http://schemas.microsoft.com/office/drawing/2014/main" id="{E42B92EE-6524-4E59-823B-4196F7BFAC26}"/>
                    </a:ext>
                  </a:extLst>
                </p:cNvPr>
                <p:cNvSpPr>
                  <a:spLocks noChangeAspect="1" noChangeShapeType="1"/>
                </p:cNvSpPr>
                <p:nvPr/>
              </p:nvSpPr>
              <p:spPr bwMode="auto">
                <a:xfrm>
                  <a:off x="1344" y="816"/>
                  <a:ext cx="24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63506" name="Group 18">
                <a:extLst>
                  <a:ext uri="{FF2B5EF4-FFF2-40B4-BE49-F238E27FC236}">
                    <a16:creationId xmlns:a16="http://schemas.microsoft.com/office/drawing/2014/main" id="{45AFB7EA-A40A-44A8-A9B5-F133ECDCFDA0}"/>
                  </a:ext>
                </a:extLst>
              </p:cNvPr>
              <p:cNvGrpSpPr>
                <a:grpSpLocks noChangeAspect="1"/>
              </p:cNvGrpSpPr>
              <p:nvPr/>
            </p:nvGrpSpPr>
            <p:grpSpPr bwMode="auto">
              <a:xfrm>
                <a:off x="1344" y="1968"/>
                <a:ext cx="145" cy="145"/>
                <a:chOff x="1344" y="816"/>
                <a:chExt cx="240" cy="240"/>
              </a:xfrm>
            </p:grpSpPr>
            <p:sp>
              <p:nvSpPr>
                <p:cNvPr id="63507" name="Line 19">
                  <a:extLst>
                    <a:ext uri="{FF2B5EF4-FFF2-40B4-BE49-F238E27FC236}">
                      <a16:creationId xmlns:a16="http://schemas.microsoft.com/office/drawing/2014/main" id="{DE1780C5-8670-4600-8228-17908A318F3A}"/>
                    </a:ext>
                  </a:extLst>
                </p:cNvPr>
                <p:cNvSpPr>
                  <a:spLocks noChangeAspect="1" noChangeShapeType="1"/>
                </p:cNvSpPr>
                <p:nvPr/>
              </p:nvSpPr>
              <p:spPr bwMode="auto">
                <a:xfrm flipH="1">
                  <a:off x="1344" y="816"/>
                  <a:ext cx="24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508" name="Line 20">
                  <a:extLst>
                    <a:ext uri="{FF2B5EF4-FFF2-40B4-BE49-F238E27FC236}">
                      <a16:creationId xmlns:a16="http://schemas.microsoft.com/office/drawing/2014/main" id="{129D0870-D919-4C3E-8298-964B0FD0B62C}"/>
                    </a:ext>
                  </a:extLst>
                </p:cNvPr>
                <p:cNvSpPr>
                  <a:spLocks noChangeAspect="1" noChangeShapeType="1"/>
                </p:cNvSpPr>
                <p:nvPr/>
              </p:nvSpPr>
              <p:spPr bwMode="auto">
                <a:xfrm>
                  <a:off x="1344" y="816"/>
                  <a:ext cx="24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63509" name="Group 21">
                <a:extLst>
                  <a:ext uri="{FF2B5EF4-FFF2-40B4-BE49-F238E27FC236}">
                    <a16:creationId xmlns:a16="http://schemas.microsoft.com/office/drawing/2014/main" id="{93377A63-F144-417D-BD21-2D1111F2F3FA}"/>
                  </a:ext>
                </a:extLst>
              </p:cNvPr>
              <p:cNvGrpSpPr>
                <a:grpSpLocks noChangeAspect="1"/>
              </p:cNvGrpSpPr>
              <p:nvPr/>
            </p:nvGrpSpPr>
            <p:grpSpPr bwMode="auto">
              <a:xfrm>
                <a:off x="1344" y="2976"/>
                <a:ext cx="145" cy="145"/>
                <a:chOff x="1344" y="816"/>
                <a:chExt cx="240" cy="240"/>
              </a:xfrm>
            </p:grpSpPr>
            <p:sp>
              <p:nvSpPr>
                <p:cNvPr id="63510" name="Line 22">
                  <a:extLst>
                    <a:ext uri="{FF2B5EF4-FFF2-40B4-BE49-F238E27FC236}">
                      <a16:creationId xmlns:a16="http://schemas.microsoft.com/office/drawing/2014/main" id="{89C19D69-7C61-415B-B044-98D48287B1D2}"/>
                    </a:ext>
                  </a:extLst>
                </p:cNvPr>
                <p:cNvSpPr>
                  <a:spLocks noChangeAspect="1" noChangeShapeType="1"/>
                </p:cNvSpPr>
                <p:nvPr/>
              </p:nvSpPr>
              <p:spPr bwMode="auto">
                <a:xfrm flipH="1">
                  <a:off x="1344" y="816"/>
                  <a:ext cx="24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511" name="Line 23">
                  <a:extLst>
                    <a:ext uri="{FF2B5EF4-FFF2-40B4-BE49-F238E27FC236}">
                      <a16:creationId xmlns:a16="http://schemas.microsoft.com/office/drawing/2014/main" id="{CFC8D577-ECC1-4DFE-8AEA-01275D243EC9}"/>
                    </a:ext>
                  </a:extLst>
                </p:cNvPr>
                <p:cNvSpPr>
                  <a:spLocks noChangeAspect="1" noChangeShapeType="1"/>
                </p:cNvSpPr>
                <p:nvPr/>
              </p:nvSpPr>
              <p:spPr bwMode="auto">
                <a:xfrm>
                  <a:off x="1344" y="816"/>
                  <a:ext cx="24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63512" name="Group 24">
              <a:extLst>
                <a:ext uri="{FF2B5EF4-FFF2-40B4-BE49-F238E27FC236}">
                  <a16:creationId xmlns:a16="http://schemas.microsoft.com/office/drawing/2014/main" id="{BC0293FA-A1F0-49EC-9651-39DB1612072C}"/>
                </a:ext>
              </a:extLst>
            </p:cNvPr>
            <p:cNvGrpSpPr>
              <a:grpSpLocks/>
            </p:cNvGrpSpPr>
            <p:nvPr/>
          </p:nvGrpSpPr>
          <p:grpSpPr bwMode="auto">
            <a:xfrm>
              <a:off x="3023" y="816"/>
              <a:ext cx="145" cy="2305"/>
              <a:chOff x="1344" y="816"/>
              <a:chExt cx="145" cy="2305"/>
            </a:xfrm>
          </p:grpSpPr>
          <p:grpSp>
            <p:nvGrpSpPr>
              <p:cNvPr id="63513" name="Group 25">
                <a:extLst>
                  <a:ext uri="{FF2B5EF4-FFF2-40B4-BE49-F238E27FC236}">
                    <a16:creationId xmlns:a16="http://schemas.microsoft.com/office/drawing/2014/main" id="{67DB9625-6CEF-4619-9194-F834A341F7B3}"/>
                  </a:ext>
                </a:extLst>
              </p:cNvPr>
              <p:cNvGrpSpPr>
                <a:grpSpLocks noChangeAspect="1"/>
              </p:cNvGrpSpPr>
              <p:nvPr/>
            </p:nvGrpSpPr>
            <p:grpSpPr bwMode="auto">
              <a:xfrm>
                <a:off x="1344" y="816"/>
                <a:ext cx="145" cy="145"/>
                <a:chOff x="1344" y="816"/>
                <a:chExt cx="240" cy="240"/>
              </a:xfrm>
            </p:grpSpPr>
            <p:sp>
              <p:nvSpPr>
                <p:cNvPr id="63514" name="Line 26">
                  <a:extLst>
                    <a:ext uri="{FF2B5EF4-FFF2-40B4-BE49-F238E27FC236}">
                      <a16:creationId xmlns:a16="http://schemas.microsoft.com/office/drawing/2014/main" id="{0B68BB4E-09BF-4BAC-92AA-D7E4FAD163BC}"/>
                    </a:ext>
                  </a:extLst>
                </p:cNvPr>
                <p:cNvSpPr>
                  <a:spLocks noChangeAspect="1" noChangeShapeType="1"/>
                </p:cNvSpPr>
                <p:nvPr/>
              </p:nvSpPr>
              <p:spPr bwMode="auto">
                <a:xfrm flipH="1">
                  <a:off x="1344" y="816"/>
                  <a:ext cx="24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515" name="Line 27">
                  <a:extLst>
                    <a:ext uri="{FF2B5EF4-FFF2-40B4-BE49-F238E27FC236}">
                      <a16:creationId xmlns:a16="http://schemas.microsoft.com/office/drawing/2014/main" id="{DD4BF725-0982-4917-93C5-7B21351D4928}"/>
                    </a:ext>
                  </a:extLst>
                </p:cNvPr>
                <p:cNvSpPr>
                  <a:spLocks noChangeAspect="1" noChangeShapeType="1"/>
                </p:cNvSpPr>
                <p:nvPr/>
              </p:nvSpPr>
              <p:spPr bwMode="auto">
                <a:xfrm>
                  <a:off x="1344" y="816"/>
                  <a:ext cx="24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63516" name="Group 28">
                <a:extLst>
                  <a:ext uri="{FF2B5EF4-FFF2-40B4-BE49-F238E27FC236}">
                    <a16:creationId xmlns:a16="http://schemas.microsoft.com/office/drawing/2014/main" id="{67980BBE-E462-4919-BEB5-45B1D8379F17}"/>
                  </a:ext>
                </a:extLst>
              </p:cNvPr>
              <p:cNvGrpSpPr>
                <a:grpSpLocks noChangeAspect="1"/>
              </p:cNvGrpSpPr>
              <p:nvPr/>
            </p:nvGrpSpPr>
            <p:grpSpPr bwMode="auto">
              <a:xfrm>
                <a:off x="1344" y="1968"/>
                <a:ext cx="145" cy="145"/>
                <a:chOff x="1344" y="816"/>
                <a:chExt cx="240" cy="240"/>
              </a:xfrm>
            </p:grpSpPr>
            <p:sp>
              <p:nvSpPr>
                <p:cNvPr id="63517" name="Line 29">
                  <a:extLst>
                    <a:ext uri="{FF2B5EF4-FFF2-40B4-BE49-F238E27FC236}">
                      <a16:creationId xmlns:a16="http://schemas.microsoft.com/office/drawing/2014/main" id="{E71F1B1D-0001-442F-941B-85641B71AA8D}"/>
                    </a:ext>
                  </a:extLst>
                </p:cNvPr>
                <p:cNvSpPr>
                  <a:spLocks noChangeAspect="1" noChangeShapeType="1"/>
                </p:cNvSpPr>
                <p:nvPr/>
              </p:nvSpPr>
              <p:spPr bwMode="auto">
                <a:xfrm flipH="1">
                  <a:off x="1344" y="816"/>
                  <a:ext cx="24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518" name="Line 30">
                  <a:extLst>
                    <a:ext uri="{FF2B5EF4-FFF2-40B4-BE49-F238E27FC236}">
                      <a16:creationId xmlns:a16="http://schemas.microsoft.com/office/drawing/2014/main" id="{7CD12878-AB66-45C2-A40D-69A72C6DF959}"/>
                    </a:ext>
                  </a:extLst>
                </p:cNvPr>
                <p:cNvSpPr>
                  <a:spLocks noChangeAspect="1" noChangeShapeType="1"/>
                </p:cNvSpPr>
                <p:nvPr/>
              </p:nvSpPr>
              <p:spPr bwMode="auto">
                <a:xfrm>
                  <a:off x="1344" y="816"/>
                  <a:ext cx="24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63519" name="Group 31">
                <a:extLst>
                  <a:ext uri="{FF2B5EF4-FFF2-40B4-BE49-F238E27FC236}">
                    <a16:creationId xmlns:a16="http://schemas.microsoft.com/office/drawing/2014/main" id="{DFD430B1-56D9-4966-B158-5C2CA2806A34}"/>
                  </a:ext>
                </a:extLst>
              </p:cNvPr>
              <p:cNvGrpSpPr>
                <a:grpSpLocks noChangeAspect="1"/>
              </p:cNvGrpSpPr>
              <p:nvPr/>
            </p:nvGrpSpPr>
            <p:grpSpPr bwMode="auto">
              <a:xfrm>
                <a:off x="1344" y="2976"/>
                <a:ext cx="145" cy="145"/>
                <a:chOff x="1344" y="816"/>
                <a:chExt cx="240" cy="240"/>
              </a:xfrm>
            </p:grpSpPr>
            <p:sp>
              <p:nvSpPr>
                <p:cNvPr id="63520" name="Line 32">
                  <a:extLst>
                    <a:ext uri="{FF2B5EF4-FFF2-40B4-BE49-F238E27FC236}">
                      <a16:creationId xmlns:a16="http://schemas.microsoft.com/office/drawing/2014/main" id="{A8385906-4775-472B-97C7-44B6F2694A87}"/>
                    </a:ext>
                  </a:extLst>
                </p:cNvPr>
                <p:cNvSpPr>
                  <a:spLocks noChangeAspect="1" noChangeShapeType="1"/>
                </p:cNvSpPr>
                <p:nvPr/>
              </p:nvSpPr>
              <p:spPr bwMode="auto">
                <a:xfrm flipH="1">
                  <a:off x="1344" y="816"/>
                  <a:ext cx="24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521" name="Line 33">
                  <a:extLst>
                    <a:ext uri="{FF2B5EF4-FFF2-40B4-BE49-F238E27FC236}">
                      <a16:creationId xmlns:a16="http://schemas.microsoft.com/office/drawing/2014/main" id="{AEB7737B-08B7-426B-8F94-2F7411F4E57C}"/>
                    </a:ext>
                  </a:extLst>
                </p:cNvPr>
                <p:cNvSpPr>
                  <a:spLocks noChangeAspect="1" noChangeShapeType="1"/>
                </p:cNvSpPr>
                <p:nvPr/>
              </p:nvSpPr>
              <p:spPr bwMode="auto">
                <a:xfrm>
                  <a:off x="1344" y="816"/>
                  <a:ext cx="24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63522" name="Group 34">
              <a:extLst>
                <a:ext uri="{FF2B5EF4-FFF2-40B4-BE49-F238E27FC236}">
                  <a16:creationId xmlns:a16="http://schemas.microsoft.com/office/drawing/2014/main" id="{59BC00D2-432D-4D0E-BAE1-A4ED71B4E4D5}"/>
                </a:ext>
              </a:extLst>
            </p:cNvPr>
            <p:cNvGrpSpPr>
              <a:grpSpLocks/>
            </p:cNvGrpSpPr>
            <p:nvPr/>
          </p:nvGrpSpPr>
          <p:grpSpPr bwMode="auto">
            <a:xfrm>
              <a:off x="3935" y="816"/>
              <a:ext cx="145" cy="2305"/>
              <a:chOff x="1344" y="816"/>
              <a:chExt cx="145" cy="2305"/>
            </a:xfrm>
          </p:grpSpPr>
          <p:grpSp>
            <p:nvGrpSpPr>
              <p:cNvPr id="63523" name="Group 35">
                <a:extLst>
                  <a:ext uri="{FF2B5EF4-FFF2-40B4-BE49-F238E27FC236}">
                    <a16:creationId xmlns:a16="http://schemas.microsoft.com/office/drawing/2014/main" id="{4D9B3DB7-22A1-4B4A-A948-1FEC202A5E40}"/>
                  </a:ext>
                </a:extLst>
              </p:cNvPr>
              <p:cNvGrpSpPr>
                <a:grpSpLocks noChangeAspect="1"/>
              </p:cNvGrpSpPr>
              <p:nvPr/>
            </p:nvGrpSpPr>
            <p:grpSpPr bwMode="auto">
              <a:xfrm>
                <a:off x="1344" y="816"/>
                <a:ext cx="145" cy="145"/>
                <a:chOff x="1344" y="816"/>
                <a:chExt cx="240" cy="240"/>
              </a:xfrm>
            </p:grpSpPr>
            <p:sp>
              <p:nvSpPr>
                <p:cNvPr id="63524" name="Line 36">
                  <a:extLst>
                    <a:ext uri="{FF2B5EF4-FFF2-40B4-BE49-F238E27FC236}">
                      <a16:creationId xmlns:a16="http://schemas.microsoft.com/office/drawing/2014/main" id="{6059E38F-3DE5-483E-9697-300C91234AAE}"/>
                    </a:ext>
                  </a:extLst>
                </p:cNvPr>
                <p:cNvSpPr>
                  <a:spLocks noChangeAspect="1" noChangeShapeType="1"/>
                </p:cNvSpPr>
                <p:nvPr/>
              </p:nvSpPr>
              <p:spPr bwMode="auto">
                <a:xfrm flipH="1">
                  <a:off x="1344" y="816"/>
                  <a:ext cx="24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525" name="Line 37">
                  <a:extLst>
                    <a:ext uri="{FF2B5EF4-FFF2-40B4-BE49-F238E27FC236}">
                      <a16:creationId xmlns:a16="http://schemas.microsoft.com/office/drawing/2014/main" id="{ACB9023B-4C48-4CDB-985A-B3BF4BEC010E}"/>
                    </a:ext>
                  </a:extLst>
                </p:cNvPr>
                <p:cNvSpPr>
                  <a:spLocks noChangeAspect="1" noChangeShapeType="1"/>
                </p:cNvSpPr>
                <p:nvPr/>
              </p:nvSpPr>
              <p:spPr bwMode="auto">
                <a:xfrm>
                  <a:off x="1344" y="816"/>
                  <a:ext cx="24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63526" name="Group 38">
                <a:extLst>
                  <a:ext uri="{FF2B5EF4-FFF2-40B4-BE49-F238E27FC236}">
                    <a16:creationId xmlns:a16="http://schemas.microsoft.com/office/drawing/2014/main" id="{1734A592-9E74-4849-96AE-C33A4E63793A}"/>
                  </a:ext>
                </a:extLst>
              </p:cNvPr>
              <p:cNvGrpSpPr>
                <a:grpSpLocks noChangeAspect="1"/>
              </p:cNvGrpSpPr>
              <p:nvPr/>
            </p:nvGrpSpPr>
            <p:grpSpPr bwMode="auto">
              <a:xfrm>
                <a:off x="1344" y="1968"/>
                <a:ext cx="145" cy="145"/>
                <a:chOff x="1344" y="816"/>
                <a:chExt cx="240" cy="240"/>
              </a:xfrm>
            </p:grpSpPr>
            <p:sp>
              <p:nvSpPr>
                <p:cNvPr id="63527" name="Line 39">
                  <a:extLst>
                    <a:ext uri="{FF2B5EF4-FFF2-40B4-BE49-F238E27FC236}">
                      <a16:creationId xmlns:a16="http://schemas.microsoft.com/office/drawing/2014/main" id="{298A1E09-698B-4907-AD47-595C5E0CB428}"/>
                    </a:ext>
                  </a:extLst>
                </p:cNvPr>
                <p:cNvSpPr>
                  <a:spLocks noChangeAspect="1" noChangeShapeType="1"/>
                </p:cNvSpPr>
                <p:nvPr/>
              </p:nvSpPr>
              <p:spPr bwMode="auto">
                <a:xfrm flipH="1">
                  <a:off x="1344" y="816"/>
                  <a:ext cx="24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528" name="Line 40">
                  <a:extLst>
                    <a:ext uri="{FF2B5EF4-FFF2-40B4-BE49-F238E27FC236}">
                      <a16:creationId xmlns:a16="http://schemas.microsoft.com/office/drawing/2014/main" id="{600146C9-07A6-4F09-92B8-249CA6042E34}"/>
                    </a:ext>
                  </a:extLst>
                </p:cNvPr>
                <p:cNvSpPr>
                  <a:spLocks noChangeAspect="1" noChangeShapeType="1"/>
                </p:cNvSpPr>
                <p:nvPr/>
              </p:nvSpPr>
              <p:spPr bwMode="auto">
                <a:xfrm>
                  <a:off x="1344" y="816"/>
                  <a:ext cx="24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63529" name="Group 41">
                <a:extLst>
                  <a:ext uri="{FF2B5EF4-FFF2-40B4-BE49-F238E27FC236}">
                    <a16:creationId xmlns:a16="http://schemas.microsoft.com/office/drawing/2014/main" id="{82CA36D6-CACC-47DE-9C15-7F849ECEA7F2}"/>
                  </a:ext>
                </a:extLst>
              </p:cNvPr>
              <p:cNvGrpSpPr>
                <a:grpSpLocks noChangeAspect="1"/>
              </p:cNvGrpSpPr>
              <p:nvPr/>
            </p:nvGrpSpPr>
            <p:grpSpPr bwMode="auto">
              <a:xfrm>
                <a:off x="1344" y="2976"/>
                <a:ext cx="145" cy="145"/>
                <a:chOff x="1344" y="816"/>
                <a:chExt cx="240" cy="240"/>
              </a:xfrm>
            </p:grpSpPr>
            <p:sp>
              <p:nvSpPr>
                <p:cNvPr id="63530" name="Line 42">
                  <a:extLst>
                    <a:ext uri="{FF2B5EF4-FFF2-40B4-BE49-F238E27FC236}">
                      <a16:creationId xmlns:a16="http://schemas.microsoft.com/office/drawing/2014/main" id="{42F94DCD-DA9F-4307-A4CD-3149C11DCE57}"/>
                    </a:ext>
                  </a:extLst>
                </p:cNvPr>
                <p:cNvSpPr>
                  <a:spLocks noChangeAspect="1" noChangeShapeType="1"/>
                </p:cNvSpPr>
                <p:nvPr/>
              </p:nvSpPr>
              <p:spPr bwMode="auto">
                <a:xfrm flipH="1">
                  <a:off x="1344" y="816"/>
                  <a:ext cx="24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531" name="Line 43">
                  <a:extLst>
                    <a:ext uri="{FF2B5EF4-FFF2-40B4-BE49-F238E27FC236}">
                      <a16:creationId xmlns:a16="http://schemas.microsoft.com/office/drawing/2014/main" id="{CEFE6559-065A-466B-BDA0-53BE6899B8DE}"/>
                    </a:ext>
                  </a:extLst>
                </p:cNvPr>
                <p:cNvSpPr>
                  <a:spLocks noChangeAspect="1" noChangeShapeType="1"/>
                </p:cNvSpPr>
                <p:nvPr/>
              </p:nvSpPr>
              <p:spPr bwMode="auto">
                <a:xfrm>
                  <a:off x="1344" y="816"/>
                  <a:ext cx="24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grpSp>
        <p:nvGrpSpPr>
          <p:cNvPr id="63532" name="Group 44">
            <a:extLst>
              <a:ext uri="{FF2B5EF4-FFF2-40B4-BE49-F238E27FC236}">
                <a16:creationId xmlns:a16="http://schemas.microsoft.com/office/drawing/2014/main" id="{00CDD1AD-F52B-47F2-9984-A9BE5EA13C39}"/>
              </a:ext>
            </a:extLst>
          </p:cNvPr>
          <p:cNvGrpSpPr>
            <a:grpSpLocks/>
          </p:cNvGrpSpPr>
          <p:nvPr/>
        </p:nvGrpSpPr>
        <p:grpSpPr bwMode="auto">
          <a:xfrm>
            <a:off x="6934200" y="2057400"/>
            <a:ext cx="1828800" cy="1828800"/>
            <a:chOff x="2832" y="1200"/>
            <a:chExt cx="1152" cy="1152"/>
          </a:xfrm>
        </p:grpSpPr>
        <p:sp>
          <p:nvSpPr>
            <p:cNvPr id="63533" name="Line 45">
              <a:extLst>
                <a:ext uri="{FF2B5EF4-FFF2-40B4-BE49-F238E27FC236}">
                  <a16:creationId xmlns:a16="http://schemas.microsoft.com/office/drawing/2014/main" id="{CDCFE411-9160-46CA-919A-66E28863929F}"/>
                </a:ext>
              </a:extLst>
            </p:cNvPr>
            <p:cNvSpPr>
              <a:spLocks noChangeShapeType="1"/>
            </p:cNvSpPr>
            <p:nvPr/>
          </p:nvSpPr>
          <p:spPr bwMode="auto">
            <a:xfrm flipV="1">
              <a:off x="2832" y="1200"/>
              <a:ext cx="1056" cy="105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534" name="Line 46">
              <a:extLst>
                <a:ext uri="{FF2B5EF4-FFF2-40B4-BE49-F238E27FC236}">
                  <a16:creationId xmlns:a16="http://schemas.microsoft.com/office/drawing/2014/main" id="{A2965506-6061-4B9B-B77D-4B148303CDBD}"/>
                </a:ext>
              </a:extLst>
            </p:cNvPr>
            <p:cNvSpPr>
              <a:spLocks noChangeShapeType="1"/>
            </p:cNvSpPr>
            <p:nvPr/>
          </p:nvSpPr>
          <p:spPr bwMode="auto">
            <a:xfrm flipV="1">
              <a:off x="2928" y="1296"/>
              <a:ext cx="1056" cy="105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535" name="Line 47">
              <a:extLst>
                <a:ext uri="{FF2B5EF4-FFF2-40B4-BE49-F238E27FC236}">
                  <a16:creationId xmlns:a16="http://schemas.microsoft.com/office/drawing/2014/main" id="{A1C9F0B0-64C9-418A-8CC3-9306CF3A1AC5}"/>
                </a:ext>
              </a:extLst>
            </p:cNvPr>
            <p:cNvSpPr>
              <a:spLocks noChangeShapeType="1"/>
            </p:cNvSpPr>
            <p:nvPr/>
          </p:nvSpPr>
          <p:spPr bwMode="auto">
            <a:xfrm>
              <a:off x="2832" y="2256"/>
              <a:ext cx="96" cy="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536" name="Line 48">
              <a:extLst>
                <a:ext uri="{FF2B5EF4-FFF2-40B4-BE49-F238E27FC236}">
                  <a16:creationId xmlns:a16="http://schemas.microsoft.com/office/drawing/2014/main" id="{08538C1A-7E9A-42DA-8D40-AFA09182C072}"/>
                </a:ext>
              </a:extLst>
            </p:cNvPr>
            <p:cNvSpPr>
              <a:spLocks noChangeShapeType="1"/>
            </p:cNvSpPr>
            <p:nvPr/>
          </p:nvSpPr>
          <p:spPr bwMode="auto">
            <a:xfrm>
              <a:off x="3888" y="1200"/>
              <a:ext cx="96" cy="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63537" name="Freeform 49">
            <a:extLst>
              <a:ext uri="{FF2B5EF4-FFF2-40B4-BE49-F238E27FC236}">
                <a16:creationId xmlns:a16="http://schemas.microsoft.com/office/drawing/2014/main" id="{B07F472E-423E-4418-B1AA-62BBE4C06899}"/>
              </a:ext>
            </a:extLst>
          </p:cNvPr>
          <p:cNvSpPr>
            <a:spLocks/>
          </p:cNvSpPr>
          <p:nvPr/>
        </p:nvSpPr>
        <p:spPr bwMode="auto">
          <a:xfrm>
            <a:off x="8763000" y="1676400"/>
            <a:ext cx="266700" cy="457200"/>
          </a:xfrm>
          <a:custGeom>
            <a:avLst/>
            <a:gdLst>
              <a:gd name="T0" fmla="*/ 144 w 168"/>
              <a:gd name="T1" fmla="*/ 288 h 288"/>
              <a:gd name="T2" fmla="*/ 144 w 168"/>
              <a:gd name="T3" fmla="*/ 144 h 288"/>
              <a:gd name="T4" fmla="*/ 0 w 168"/>
              <a:gd name="T5" fmla="*/ 0 h 288"/>
            </a:gdLst>
            <a:ahLst/>
            <a:cxnLst>
              <a:cxn ang="0">
                <a:pos x="T0" y="T1"/>
              </a:cxn>
              <a:cxn ang="0">
                <a:pos x="T2" y="T3"/>
              </a:cxn>
              <a:cxn ang="0">
                <a:pos x="T4" y="T5"/>
              </a:cxn>
            </a:cxnLst>
            <a:rect l="0" t="0" r="r" b="b"/>
            <a:pathLst>
              <a:path w="168" h="288">
                <a:moveTo>
                  <a:pt x="144" y="288"/>
                </a:moveTo>
                <a:cubicBezTo>
                  <a:pt x="156" y="240"/>
                  <a:pt x="168" y="192"/>
                  <a:pt x="144" y="144"/>
                </a:cubicBezTo>
                <a:cubicBezTo>
                  <a:pt x="120" y="96"/>
                  <a:pt x="60" y="48"/>
                  <a:pt x="0" y="0"/>
                </a:cubicBez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538" name="Text Box 50">
            <a:extLst>
              <a:ext uri="{FF2B5EF4-FFF2-40B4-BE49-F238E27FC236}">
                <a16:creationId xmlns:a16="http://schemas.microsoft.com/office/drawing/2014/main" id="{60D15FBA-9C19-466C-BF31-90646A8F0377}"/>
              </a:ext>
            </a:extLst>
          </p:cNvPr>
          <p:cNvSpPr txBox="1">
            <a:spLocks noChangeArrowheads="1"/>
          </p:cNvSpPr>
          <p:nvPr/>
        </p:nvSpPr>
        <p:spPr bwMode="auto">
          <a:xfrm>
            <a:off x="8977313" y="1524000"/>
            <a:ext cx="463550"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lang="es-ES_tradnl" altLang="en-US" sz="3200">
                <a:solidFill>
                  <a:schemeClr val="tx2"/>
                </a:solidFill>
                <a:latin typeface="Symbol" panose="05050102010706020507" pitchFamily="18" charset="2"/>
              </a:rPr>
              <a:t>w</a:t>
            </a:r>
          </a:p>
        </p:txBody>
      </p:sp>
      <p:sp>
        <p:nvSpPr>
          <p:cNvPr id="63539" name="Line 51">
            <a:extLst>
              <a:ext uri="{FF2B5EF4-FFF2-40B4-BE49-F238E27FC236}">
                <a16:creationId xmlns:a16="http://schemas.microsoft.com/office/drawing/2014/main" id="{E6D53261-1DED-45BD-A7E1-79173CF55121}"/>
              </a:ext>
            </a:extLst>
          </p:cNvPr>
          <p:cNvSpPr>
            <a:spLocks noChangeShapeType="1"/>
          </p:cNvSpPr>
          <p:nvPr/>
        </p:nvSpPr>
        <p:spPr bwMode="auto">
          <a:xfrm flipV="1">
            <a:off x="7239000" y="2362200"/>
            <a:ext cx="1600200" cy="16002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540" name="Line 52">
            <a:extLst>
              <a:ext uri="{FF2B5EF4-FFF2-40B4-BE49-F238E27FC236}">
                <a16:creationId xmlns:a16="http://schemas.microsoft.com/office/drawing/2014/main" id="{FB7930F3-521F-49CA-946C-C20A086077DC}"/>
              </a:ext>
            </a:extLst>
          </p:cNvPr>
          <p:cNvSpPr>
            <a:spLocks noChangeShapeType="1"/>
          </p:cNvSpPr>
          <p:nvPr/>
        </p:nvSpPr>
        <p:spPr bwMode="auto">
          <a:xfrm>
            <a:off x="7162800" y="3886200"/>
            <a:ext cx="152400" cy="1524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541" name="Line 53">
            <a:extLst>
              <a:ext uri="{FF2B5EF4-FFF2-40B4-BE49-F238E27FC236}">
                <a16:creationId xmlns:a16="http://schemas.microsoft.com/office/drawing/2014/main" id="{0948F726-973A-41F8-AE86-A3CD0DBB1665}"/>
              </a:ext>
            </a:extLst>
          </p:cNvPr>
          <p:cNvSpPr>
            <a:spLocks noChangeShapeType="1"/>
          </p:cNvSpPr>
          <p:nvPr/>
        </p:nvSpPr>
        <p:spPr bwMode="auto">
          <a:xfrm>
            <a:off x="8763000" y="2286000"/>
            <a:ext cx="152400" cy="1524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542" name="Text Box 54">
            <a:extLst>
              <a:ext uri="{FF2B5EF4-FFF2-40B4-BE49-F238E27FC236}">
                <a16:creationId xmlns:a16="http://schemas.microsoft.com/office/drawing/2014/main" id="{32A68161-0B7A-406F-846F-09C2193BB273}"/>
              </a:ext>
            </a:extLst>
          </p:cNvPr>
          <p:cNvSpPr txBox="1">
            <a:spLocks noChangeArrowheads="1"/>
          </p:cNvSpPr>
          <p:nvPr/>
        </p:nvSpPr>
        <p:spPr bwMode="auto">
          <a:xfrm>
            <a:off x="7929563" y="3048000"/>
            <a:ext cx="296862"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lang="es-ES_tradnl" altLang="en-US" sz="3200" i="1">
                <a:solidFill>
                  <a:schemeClr val="tx2"/>
                </a:solidFill>
                <a:latin typeface="Times New Roman" panose="02020603050405020304" pitchFamily="18" charset="0"/>
              </a:rPr>
              <a:t>l</a:t>
            </a:r>
            <a:endParaRPr lang="es-ES_tradnl" altLang="en-US" sz="3200">
              <a:solidFill>
                <a:schemeClr val="tx2"/>
              </a:solidFill>
              <a:latin typeface="Times New Roman" panose="02020603050405020304" pitchFamily="18" charset="0"/>
            </a:endParaRPr>
          </a:p>
        </p:txBody>
      </p:sp>
      <p:grpSp>
        <p:nvGrpSpPr>
          <p:cNvPr id="63543" name="Group 55">
            <a:extLst>
              <a:ext uri="{FF2B5EF4-FFF2-40B4-BE49-F238E27FC236}">
                <a16:creationId xmlns:a16="http://schemas.microsoft.com/office/drawing/2014/main" id="{C4329B5E-D958-4D18-9518-2318678AC03E}"/>
              </a:ext>
            </a:extLst>
          </p:cNvPr>
          <p:cNvGrpSpPr>
            <a:grpSpLocks/>
          </p:cNvGrpSpPr>
          <p:nvPr/>
        </p:nvGrpSpPr>
        <p:grpSpPr bwMode="auto">
          <a:xfrm>
            <a:off x="1752600" y="1905000"/>
            <a:ext cx="2057400" cy="1295400"/>
            <a:chOff x="144" y="624"/>
            <a:chExt cx="1296" cy="816"/>
          </a:xfrm>
        </p:grpSpPr>
        <p:sp>
          <p:nvSpPr>
            <p:cNvPr id="63544" name="Rectangle 56">
              <a:extLst>
                <a:ext uri="{FF2B5EF4-FFF2-40B4-BE49-F238E27FC236}">
                  <a16:creationId xmlns:a16="http://schemas.microsoft.com/office/drawing/2014/main" id="{A459BC3D-DD3B-443B-B6C3-A1100A267920}"/>
                </a:ext>
              </a:extLst>
            </p:cNvPr>
            <p:cNvSpPr>
              <a:spLocks noChangeArrowheads="1"/>
            </p:cNvSpPr>
            <p:nvPr/>
          </p:nvSpPr>
          <p:spPr bwMode="auto">
            <a:xfrm>
              <a:off x="144" y="624"/>
              <a:ext cx="1296" cy="816"/>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545" name="Text Box 57">
              <a:extLst>
                <a:ext uri="{FF2B5EF4-FFF2-40B4-BE49-F238E27FC236}">
                  <a16:creationId xmlns:a16="http://schemas.microsoft.com/office/drawing/2014/main" id="{9070654C-4E4A-4E0F-B2A4-C47C35AE7AB5}"/>
                </a:ext>
              </a:extLst>
            </p:cNvPr>
            <p:cNvSpPr txBox="1">
              <a:spLocks noChangeArrowheads="1"/>
            </p:cNvSpPr>
            <p:nvPr/>
          </p:nvSpPr>
          <p:spPr bwMode="auto">
            <a:xfrm>
              <a:off x="266" y="672"/>
              <a:ext cx="790" cy="6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lang="es-ES_tradnl" altLang="en-US" sz="3200">
                  <a:solidFill>
                    <a:schemeClr val="tx2"/>
                  </a:solidFill>
                  <a:latin typeface="Times New Roman" panose="02020603050405020304" pitchFamily="18" charset="0"/>
                </a:rPr>
                <a:t>Datos:</a:t>
              </a:r>
            </a:p>
            <a:p>
              <a:pPr algn="ctr" eaLnBrk="0" hangingPunct="0"/>
              <a:r>
                <a:rPr lang="es-ES_tradnl" altLang="en-US" sz="3200">
                  <a:solidFill>
                    <a:schemeClr val="tx2"/>
                  </a:solidFill>
                  <a:latin typeface="Times New Roman" panose="02020603050405020304" pitchFamily="18" charset="0"/>
                </a:rPr>
                <a:t>B, </a:t>
              </a:r>
              <a:r>
                <a:rPr lang="es-ES_tradnl" altLang="en-US" sz="3200" i="1">
                  <a:solidFill>
                    <a:schemeClr val="tx2"/>
                  </a:solidFill>
                  <a:latin typeface="Times New Roman" panose="02020603050405020304" pitchFamily="18" charset="0"/>
                </a:rPr>
                <a:t>l, </a:t>
              </a:r>
              <a:r>
                <a:rPr lang="es-ES_tradnl" altLang="en-US" sz="3200">
                  <a:solidFill>
                    <a:schemeClr val="tx2"/>
                  </a:solidFill>
                  <a:latin typeface="Symbol" panose="05050102010706020507" pitchFamily="18" charset="2"/>
                </a:rPr>
                <a:t>w</a:t>
              </a:r>
              <a:endParaRPr lang="es-ES_tradnl" altLang="en-US" sz="3200">
                <a:solidFill>
                  <a:schemeClr val="tx2"/>
                </a:solidFill>
                <a:latin typeface="Times New Roman" panose="02020603050405020304" pitchFamily="18" charset="0"/>
              </a:endParaRPr>
            </a:p>
          </p:txBody>
        </p:sp>
      </p:grpSp>
      <p:grpSp>
        <p:nvGrpSpPr>
          <p:cNvPr id="63546" name="Group 58">
            <a:extLst>
              <a:ext uri="{FF2B5EF4-FFF2-40B4-BE49-F238E27FC236}">
                <a16:creationId xmlns:a16="http://schemas.microsoft.com/office/drawing/2014/main" id="{02C3303D-7621-44E5-A2A9-604858752E84}"/>
              </a:ext>
            </a:extLst>
          </p:cNvPr>
          <p:cNvGrpSpPr>
            <a:grpSpLocks/>
          </p:cNvGrpSpPr>
          <p:nvPr/>
        </p:nvGrpSpPr>
        <p:grpSpPr bwMode="auto">
          <a:xfrm>
            <a:off x="1752600" y="3429000"/>
            <a:ext cx="2057400" cy="1295400"/>
            <a:chOff x="144" y="1488"/>
            <a:chExt cx="1296" cy="816"/>
          </a:xfrm>
        </p:grpSpPr>
        <p:sp>
          <p:nvSpPr>
            <p:cNvPr id="63547" name="Rectangle 59">
              <a:extLst>
                <a:ext uri="{FF2B5EF4-FFF2-40B4-BE49-F238E27FC236}">
                  <a16:creationId xmlns:a16="http://schemas.microsoft.com/office/drawing/2014/main" id="{AB6C3742-6F8B-4709-BD5B-407386C39B42}"/>
                </a:ext>
              </a:extLst>
            </p:cNvPr>
            <p:cNvSpPr>
              <a:spLocks noChangeArrowheads="1"/>
            </p:cNvSpPr>
            <p:nvPr/>
          </p:nvSpPr>
          <p:spPr bwMode="auto">
            <a:xfrm>
              <a:off x="144" y="1488"/>
              <a:ext cx="1296" cy="816"/>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548" name="Text Box 60">
              <a:extLst>
                <a:ext uri="{FF2B5EF4-FFF2-40B4-BE49-F238E27FC236}">
                  <a16:creationId xmlns:a16="http://schemas.microsoft.com/office/drawing/2014/main" id="{D867D8BC-4BD8-450C-B8CB-CDBA41944EE0}"/>
                </a:ext>
              </a:extLst>
            </p:cNvPr>
            <p:cNvSpPr txBox="1">
              <a:spLocks noChangeArrowheads="1"/>
            </p:cNvSpPr>
            <p:nvPr/>
          </p:nvSpPr>
          <p:spPr bwMode="auto">
            <a:xfrm>
              <a:off x="238" y="1584"/>
              <a:ext cx="1154" cy="6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lang="es-ES_tradnl" altLang="en-US" sz="3200">
                  <a:solidFill>
                    <a:schemeClr val="tx2"/>
                  </a:solidFill>
                  <a:latin typeface="Times New Roman" panose="02020603050405020304" pitchFamily="18" charset="0"/>
                </a:rPr>
                <a:t>Incógnita:</a:t>
              </a:r>
            </a:p>
            <a:p>
              <a:pPr algn="ctr" eaLnBrk="0" hangingPunct="0"/>
              <a:r>
                <a:rPr lang="es-ES_tradnl" altLang="en-US" sz="3200">
                  <a:solidFill>
                    <a:schemeClr val="tx2"/>
                  </a:solidFill>
                  <a:latin typeface="Times New Roman" panose="02020603050405020304" pitchFamily="18" charset="0"/>
                </a:rPr>
                <a:t>fem = ?</a:t>
              </a:r>
            </a:p>
          </p:txBody>
        </p:sp>
      </p:grpSp>
      <p:sp>
        <p:nvSpPr>
          <p:cNvPr id="63549" name="Text Box 61">
            <a:extLst>
              <a:ext uri="{FF2B5EF4-FFF2-40B4-BE49-F238E27FC236}">
                <a16:creationId xmlns:a16="http://schemas.microsoft.com/office/drawing/2014/main" id="{B5B06CD4-8156-469A-A61A-773E780860AD}"/>
              </a:ext>
            </a:extLst>
          </p:cNvPr>
          <p:cNvSpPr txBox="1">
            <a:spLocks noChangeArrowheads="1"/>
          </p:cNvSpPr>
          <p:nvPr/>
        </p:nvSpPr>
        <p:spPr bwMode="auto">
          <a:xfrm>
            <a:off x="9221788" y="914400"/>
            <a:ext cx="455612"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lang="es-ES_tradnl" altLang="en-US" sz="3200" b="1">
                <a:solidFill>
                  <a:schemeClr val="tx2"/>
                </a:solidFill>
                <a:latin typeface="Times New Roman" panose="02020603050405020304" pitchFamily="18" charset="0"/>
              </a:rPr>
              <a:t>B</a:t>
            </a:r>
            <a:endParaRPr lang="es-ES_tradnl" altLang="en-US" sz="3200">
              <a:solidFill>
                <a:schemeClr val="tx2"/>
              </a:solidFill>
              <a:latin typeface="Times New Roman" panose="02020603050405020304" pitchFamily="18" charset="0"/>
            </a:endParaRPr>
          </a:p>
        </p:txBody>
      </p:sp>
      <p:sp>
        <p:nvSpPr>
          <p:cNvPr id="63550" name="Rectangle 62">
            <a:extLst>
              <a:ext uri="{FF2B5EF4-FFF2-40B4-BE49-F238E27FC236}">
                <a16:creationId xmlns:a16="http://schemas.microsoft.com/office/drawing/2014/main" id="{116FB3DC-2F44-41DC-9651-DE182A199951}"/>
              </a:ext>
            </a:extLst>
          </p:cNvPr>
          <p:cNvSpPr>
            <a:spLocks noChangeAspect="1" noChangeArrowheads="1"/>
          </p:cNvSpPr>
          <p:nvPr/>
        </p:nvSpPr>
        <p:spPr bwMode="auto">
          <a:xfrm rot="-2710201">
            <a:off x="7925595" y="2632870"/>
            <a:ext cx="334963" cy="168275"/>
          </a:xfrm>
          <a:prstGeom prst="rect">
            <a:avLst/>
          </a:prstGeom>
          <a:solidFill>
            <a:schemeClr val="tx2"/>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551" name="Line 63">
            <a:extLst>
              <a:ext uri="{FF2B5EF4-FFF2-40B4-BE49-F238E27FC236}">
                <a16:creationId xmlns:a16="http://schemas.microsoft.com/office/drawing/2014/main" id="{36D0BA38-C798-4552-804F-76B04D6021DD}"/>
              </a:ext>
            </a:extLst>
          </p:cNvPr>
          <p:cNvSpPr>
            <a:spLocks noChangeShapeType="1"/>
          </p:cNvSpPr>
          <p:nvPr/>
        </p:nvSpPr>
        <p:spPr bwMode="auto">
          <a:xfrm>
            <a:off x="6705600" y="3505200"/>
            <a:ext cx="228600" cy="2286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552" name="Line 64">
            <a:extLst>
              <a:ext uri="{FF2B5EF4-FFF2-40B4-BE49-F238E27FC236}">
                <a16:creationId xmlns:a16="http://schemas.microsoft.com/office/drawing/2014/main" id="{AC168031-AECA-401B-ACE8-D07E85146070}"/>
              </a:ext>
            </a:extLst>
          </p:cNvPr>
          <p:cNvSpPr>
            <a:spLocks noChangeShapeType="1"/>
          </p:cNvSpPr>
          <p:nvPr/>
        </p:nvSpPr>
        <p:spPr bwMode="auto">
          <a:xfrm flipV="1">
            <a:off x="6781800" y="2667000"/>
            <a:ext cx="914400" cy="9144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553" name="Line 65">
            <a:extLst>
              <a:ext uri="{FF2B5EF4-FFF2-40B4-BE49-F238E27FC236}">
                <a16:creationId xmlns:a16="http://schemas.microsoft.com/office/drawing/2014/main" id="{F388B0C2-9FE3-4319-B895-C5ADFF79B8BC}"/>
              </a:ext>
            </a:extLst>
          </p:cNvPr>
          <p:cNvSpPr>
            <a:spLocks noChangeShapeType="1"/>
          </p:cNvSpPr>
          <p:nvPr/>
        </p:nvSpPr>
        <p:spPr bwMode="auto">
          <a:xfrm>
            <a:off x="7696200" y="2590800"/>
            <a:ext cx="228600" cy="2286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554" name="Line 66">
            <a:extLst>
              <a:ext uri="{FF2B5EF4-FFF2-40B4-BE49-F238E27FC236}">
                <a16:creationId xmlns:a16="http://schemas.microsoft.com/office/drawing/2014/main" id="{3CA85DC2-9CE1-40DD-ABC8-CC35CB5A0F21}"/>
              </a:ext>
            </a:extLst>
          </p:cNvPr>
          <p:cNvSpPr>
            <a:spLocks noChangeShapeType="1"/>
          </p:cNvSpPr>
          <p:nvPr/>
        </p:nvSpPr>
        <p:spPr bwMode="auto">
          <a:xfrm>
            <a:off x="7924800" y="2286000"/>
            <a:ext cx="228600" cy="2286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555" name="Text Box 67">
            <a:extLst>
              <a:ext uri="{FF2B5EF4-FFF2-40B4-BE49-F238E27FC236}">
                <a16:creationId xmlns:a16="http://schemas.microsoft.com/office/drawing/2014/main" id="{34F47F6A-A5CB-474D-88D4-B6403A712213}"/>
              </a:ext>
            </a:extLst>
          </p:cNvPr>
          <p:cNvSpPr txBox="1">
            <a:spLocks noChangeArrowheads="1"/>
          </p:cNvSpPr>
          <p:nvPr/>
        </p:nvSpPr>
        <p:spPr bwMode="auto">
          <a:xfrm>
            <a:off x="7080250" y="2682875"/>
            <a:ext cx="319088"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lang="es-ES_tradnl" altLang="en-US" sz="3200">
                <a:solidFill>
                  <a:schemeClr val="tx2"/>
                </a:solidFill>
                <a:latin typeface="Times New Roman" panose="02020603050405020304" pitchFamily="18" charset="0"/>
              </a:rPr>
              <a:t>r</a:t>
            </a:r>
          </a:p>
        </p:txBody>
      </p:sp>
      <p:sp>
        <p:nvSpPr>
          <p:cNvPr id="63556" name="Text Box 68">
            <a:extLst>
              <a:ext uri="{FF2B5EF4-FFF2-40B4-BE49-F238E27FC236}">
                <a16:creationId xmlns:a16="http://schemas.microsoft.com/office/drawing/2014/main" id="{B223237F-2809-4290-8161-1F2A8F7C7F20}"/>
              </a:ext>
            </a:extLst>
          </p:cNvPr>
          <p:cNvSpPr txBox="1">
            <a:spLocks noChangeArrowheads="1"/>
          </p:cNvSpPr>
          <p:nvPr/>
        </p:nvSpPr>
        <p:spPr bwMode="auto">
          <a:xfrm>
            <a:off x="7631114" y="2133600"/>
            <a:ext cx="522287"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lang="es-ES_tradnl" altLang="en-US" sz="3200">
                <a:solidFill>
                  <a:schemeClr val="tx2"/>
                </a:solidFill>
                <a:latin typeface="Times New Roman" panose="02020603050405020304" pitchFamily="18" charset="0"/>
              </a:rPr>
              <a:t>dr</a:t>
            </a:r>
          </a:p>
        </p:txBody>
      </p:sp>
      <p:grpSp>
        <p:nvGrpSpPr>
          <p:cNvPr id="63557" name="Group 69">
            <a:extLst>
              <a:ext uri="{FF2B5EF4-FFF2-40B4-BE49-F238E27FC236}">
                <a16:creationId xmlns:a16="http://schemas.microsoft.com/office/drawing/2014/main" id="{29963E7D-41BC-424B-84CB-8D39030294FE}"/>
              </a:ext>
            </a:extLst>
          </p:cNvPr>
          <p:cNvGrpSpPr>
            <a:grpSpLocks/>
          </p:cNvGrpSpPr>
          <p:nvPr/>
        </p:nvGrpSpPr>
        <p:grpSpPr bwMode="auto">
          <a:xfrm>
            <a:off x="1600200" y="5257800"/>
            <a:ext cx="2819400" cy="1371600"/>
            <a:chOff x="384" y="3024"/>
            <a:chExt cx="1776" cy="864"/>
          </a:xfrm>
        </p:grpSpPr>
        <p:sp>
          <p:nvSpPr>
            <p:cNvPr id="63558" name="Rectangle 70">
              <a:extLst>
                <a:ext uri="{FF2B5EF4-FFF2-40B4-BE49-F238E27FC236}">
                  <a16:creationId xmlns:a16="http://schemas.microsoft.com/office/drawing/2014/main" id="{218CF233-39D2-4625-9C08-A23815F74FDE}"/>
                </a:ext>
              </a:extLst>
            </p:cNvPr>
            <p:cNvSpPr>
              <a:spLocks noChangeArrowheads="1"/>
            </p:cNvSpPr>
            <p:nvPr/>
          </p:nvSpPr>
          <p:spPr bwMode="auto">
            <a:xfrm>
              <a:off x="384" y="3024"/>
              <a:ext cx="1776" cy="864"/>
            </a:xfrm>
            <a:prstGeom prst="rect">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559" name="Text Box 71">
              <a:extLst>
                <a:ext uri="{FF2B5EF4-FFF2-40B4-BE49-F238E27FC236}">
                  <a16:creationId xmlns:a16="http://schemas.microsoft.com/office/drawing/2014/main" id="{5544DAD1-D05C-4B0A-83A8-78365939289B}"/>
                </a:ext>
              </a:extLst>
            </p:cNvPr>
            <p:cNvSpPr txBox="1">
              <a:spLocks noChangeArrowheads="1"/>
            </p:cNvSpPr>
            <p:nvPr/>
          </p:nvSpPr>
          <p:spPr bwMode="auto">
            <a:xfrm>
              <a:off x="472" y="3226"/>
              <a:ext cx="116"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endParaRPr lang="en-US" altLang="en-US" sz="3200">
                <a:solidFill>
                  <a:schemeClr val="tx2"/>
                </a:solidFill>
                <a:latin typeface="Times New Roman" panose="02020603050405020304" pitchFamily="18" charset="0"/>
              </a:endParaRPr>
            </a:p>
          </p:txBody>
        </p:sp>
        <p:graphicFrame>
          <p:nvGraphicFramePr>
            <p:cNvPr id="63560" name="Object 72">
              <a:extLst>
                <a:ext uri="{FF2B5EF4-FFF2-40B4-BE49-F238E27FC236}">
                  <a16:creationId xmlns:a16="http://schemas.microsoft.com/office/drawing/2014/main" id="{D624E95B-8EA7-4C5A-B28B-7B0C25D760DD}"/>
                </a:ext>
              </a:extLst>
            </p:cNvPr>
            <p:cNvGraphicFramePr>
              <a:graphicFrameLocks noChangeAspect="1"/>
            </p:cNvGraphicFramePr>
            <p:nvPr/>
          </p:nvGraphicFramePr>
          <p:xfrm>
            <a:off x="480" y="3072"/>
            <a:ext cx="1536" cy="780"/>
          </p:xfrm>
          <a:graphic>
            <a:graphicData uri="http://schemas.openxmlformats.org/presentationml/2006/ole">
              <mc:AlternateContent xmlns:mc="http://schemas.openxmlformats.org/markup-compatibility/2006">
                <mc:Choice xmlns:v="urn:schemas-microsoft-com:vml" Requires="v">
                  <p:oleObj spid="_x0000_s45060" name="Ecuación" r:id="rId3" imgW="825480" imgH="419040" progId="Equation.3">
                    <p:embed/>
                  </p:oleObj>
                </mc:Choice>
                <mc:Fallback>
                  <p:oleObj name="Ecuación" r:id="rId3" imgW="825480" imgH="419040" progId="Equation.3">
                    <p:embed/>
                    <p:pic>
                      <p:nvPicPr>
                        <p:cNvPr id="63560" name="Object 72">
                          <a:extLst>
                            <a:ext uri="{FF2B5EF4-FFF2-40B4-BE49-F238E27FC236}">
                              <a16:creationId xmlns:a16="http://schemas.microsoft.com/office/drawing/2014/main" id="{D624E95B-8EA7-4C5A-B28B-7B0C25D760D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 y="3072"/>
                          <a:ext cx="1536" cy="7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63561" name="Text Box 73">
            <a:extLst>
              <a:ext uri="{FF2B5EF4-FFF2-40B4-BE49-F238E27FC236}">
                <a16:creationId xmlns:a16="http://schemas.microsoft.com/office/drawing/2014/main" id="{68C499D6-4565-4CBF-A79C-C894D699296C}"/>
              </a:ext>
            </a:extLst>
          </p:cNvPr>
          <p:cNvSpPr txBox="1">
            <a:spLocks noChangeArrowheads="1"/>
          </p:cNvSpPr>
          <p:nvPr/>
        </p:nvSpPr>
        <p:spPr bwMode="auto">
          <a:xfrm>
            <a:off x="1752600" y="304800"/>
            <a:ext cx="7308850" cy="106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r>
              <a:rPr lang="es-ES_tradnl" altLang="en-US" sz="3200">
                <a:solidFill>
                  <a:schemeClr val="tx2"/>
                </a:solidFill>
                <a:latin typeface="Times New Roman" panose="02020603050405020304" pitchFamily="18" charset="0"/>
              </a:rPr>
              <a:t>1.-Barra que gira en un campo magnético a </a:t>
            </a:r>
          </a:p>
          <a:p>
            <a:pPr eaLnBrk="0" hangingPunct="0"/>
            <a:r>
              <a:rPr lang="es-ES_tradnl" altLang="en-US" sz="3200">
                <a:solidFill>
                  <a:schemeClr val="tx2"/>
                </a:solidFill>
                <a:latin typeface="Times New Roman" panose="02020603050405020304" pitchFamily="18" charset="0"/>
              </a:rPr>
              <a:t>     velocidad angular constante</a:t>
            </a:r>
          </a:p>
        </p:txBody>
      </p:sp>
      <p:sp>
        <p:nvSpPr>
          <p:cNvPr id="63562" name="Rectangle 74">
            <a:extLst>
              <a:ext uri="{FF2B5EF4-FFF2-40B4-BE49-F238E27FC236}">
                <a16:creationId xmlns:a16="http://schemas.microsoft.com/office/drawing/2014/main" id="{3F0EA061-699F-45EE-BB52-E6D0EE510F25}"/>
              </a:ext>
            </a:extLst>
          </p:cNvPr>
          <p:cNvSpPr>
            <a:spLocks noChangeArrowheads="1"/>
          </p:cNvSpPr>
          <p:nvPr/>
        </p:nvSpPr>
        <p:spPr bwMode="auto">
          <a:xfrm rot="-2610623">
            <a:off x="8915400" y="3886200"/>
            <a:ext cx="304800" cy="228600"/>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563" name="Line 75">
            <a:extLst>
              <a:ext uri="{FF2B5EF4-FFF2-40B4-BE49-F238E27FC236}">
                <a16:creationId xmlns:a16="http://schemas.microsoft.com/office/drawing/2014/main" id="{FAB40159-C840-4A93-B59B-2F974DDE140B}"/>
              </a:ext>
            </a:extLst>
          </p:cNvPr>
          <p:cNvSpPr>
            <a:spLocks noChangeShapeType="1"/>
          </p:cNvSpPr>
          <p:nvPr/>
        </p:nvSpPr>
        <p:spPr bwMode="auto">
          <a:xfrm flipH="1" flipV="1">
            <a:off x="8763000" y="3657600"/>
            <a:ext cx="228600" cy="3048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63564" name="Text Box 76">
            <a:extLst>
              <a:ext uri="{FF2B5EF4-FFF2-40B4-BE49-F238E27FC236}">
                <a16:creationId xmlns:a16="http://schemas.microsoft.com/office/drawing/2014/main" id="{6B9B75AC-1BC9-466E-BDBC-8F442B049352}"/>
              </a:ext>
            </a:extLst>
          </p:cNvPr>
          <p:cNvSpPr txBox="1">
            <a:spLocks noChangeArrowheads="1"/>
          </p:cNvSpPr>
          <p:nvPr/>
        </p:nvSpPr>
        <p:spPr bwMode="auto">
          <a:xfrm>
            <a:off x="7772400" y="3733800"/>
            <a:ext cx="2286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s-MX" altLang="en-US" b="1">
                <a:latin typeface="Times New Roman" panose="02020603050405020304" pitchFamily="18" charset="0"/>
              </a:rPr>
              <a:t>v = w r</a:t>
            </a:r>
            <a:endParaRPr lang="es-ES" altLang="en-US" b="1">
              <a:latin typeface="Times New Roman" panose="02020603050405020304" pitchFamily="18" charset="0"/>
            </a:endParaRPr>
          </a:p>
        </p:txBody>
      </p:sp>
      <p:sp>
        <p:nvSpPr>
          <p:cNvPr id="63565" name="Line 77">
            <a:extLst>
              <a:ext uri="{FF2B5EF4-FFF2-40B4-BE49-F238E27FC236}">
                <a16:creationId xmlns:a16="http://schemas.microsoft.com/office/drawing/2014/main" id="{ADDCABD0-4663-4AA7-B289-8534C3B6D56A}"/>
              </a:ext>
            </a:extLst>
          </p:cNvPr>
          <p:cNvSpPr>
            <a:spLocks noChangeShapeType="1"/>
          </p:cNvSpPr>
          <p:nvPr/>
        </p:nvSpPr>
        <p:spPr bwMode="auto">
          <a:xfrm flipH="1">
            <a:off x="8458200" y="4038600"/>
            <a:ext cx="533400" cy="533400"/>
          </a:xfrm>
          <a:prstGeom prst="line">
            <a:avLst/>
          </a:prstGeom>
          <a:noFill/>
          <a:ln w="381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63566" name="Text Box 78">
            <a:extLst>
              <a:ext uri="{FF2B5EF4-FFF2-40B4-BE49-F238E27FC236}">
                <a16:creationId xmlns:a16="http://schemas.microsoft.com/office/drawing/2014/main" id="{1105F001-391A-40A5-B5C5-22A90787F722}"/>
              </a:ext>
            </a:extLst>
          </p:cNvPr>
          <p:cNvSpPr txBox="1">
            <a:spLocks noChangeArrowheads="1"/>
          </p:cNvSpPr>
          <p:nvPr/>
        </p:nvSpPr>
        <p:spPr bwMode="auto">
          <a:xfrm>
            <a:off x="9144000" y="3886200"/>
            <a:ext cx="8382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s-ES" altLang="en-US" b="1">
                <a:latin typeface="Times New Roman" panose="02020603050405020304" pitchFamily="18" charset="0"/>
              </a:rPr>
              <a:t>q</a:t>
            </a:r>
          </a:p>
        </p:txBody>
      </p:sp>
      <p:sp>
        <p:nvSpPr>
          <p:cNvPr id="63567" name="Text Box 79">
            <a:extLst>
              <a:ext uri="{FF2B5EF4-FFF2-40B4-BE49-F238E27FC236}">
                <a16:creationId xmlns:a16="http://schemas.microsoft.com/office/drawing/2014/main" id="{82CFA749-3B7B-4D2E-8170-D18956716F89}"/>
              </a:ext>
            </a:extLst>
          </p:cNvPr>
          <p:cNvSpPr txBox="1">
            <a:spLocks noChangeArrowheads="1"/>
          </p:cNvSpPr>
          <p:nvPr/>
        </p:nvSpPr>
        <p:spPr bwMode="auto">
          <a:xfrm>
            <a:off x="8610600" y="4343400"/>
            <a:ext cx="20574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s-MX" altLang="en-US" b="1">
                <a:solidFill>
                  <a:schemeClr val="accent2"/>
                </a:solidFill>
                <a:latin typeface="Times New Roman" panose="02020603050405020304" pitchFamily="18" charset="0"/>
              </a:rPr>
              <a:t>Fm=qvB</a:t>
            </a:r>
            <a:endParaRPr lang="es-ES" altLang="en-US" b="1">
              <a:solidFill>
                <a:schemeClr val="accent2"/>
              </a:solidFill>
              <a:latin typeface="Times New Roman" panose="02020603050405020304" pitchFamily="18" charset="0"/>
            </a:endParaRPr>
          </a:p>
        </p:txBody>
      </p:sp>
      <p:sp>
        <p:nvSpPr>
          <p:cNvPr id="63568" name="Line 80">
            <a:extLst>
              <a:ext uri="{FF2B5EF4-FFF2-40B4-BE49-F238E27FC236}">
                <a16:creationId xmlns:a16="http://schemas.microsoft.com/office/drawing/2014/main" id="{1219C476-B5FF-433D-BDB2-826F371F6550}"/>
              </a:ext>
            </a:extLst>
          </p:cNvPr>
          <p:cNvSpPr>
            <a:spLocks noChangeShapeType="1"/>
          </p:cNvSpPr>
          <p:nvPr/>
        </p:nvSpPr>
        <p:spPr bwMode="auto">
          <a:xfrm flipV="1">
            <a:off x="9067800" y="3429000"/>
            <a:ext cx="533400" cy="533400"/>
          </a:xfrm>
          <a:prstGeom prst="line">
            <a:avLst/>
          </a:prstGeom>
          <a:noFill/>
          <a:ln w="38100">
            <a:solidFill>
              <a:srgbClr val="FF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63569" name="Text Box 81">
            <a:extLst>
              <a:ext uri="{FF2B5EF4-FFF2-40B4-BE49-F238E27FC236}">
                <a16:creationId xmlns:a16="http://schemas.microsoft.com/office/drawing/2014/main" id="{9FF264A5-3B6A-45A8-AFE9-D656EBC7F65E}"/>
              </a:ext>
            </a:extLst>
          </p:cNvPr>
          <p:cNvSpPr txBox="1">
            <a:spLocks noChangeArrowheads="1"/>
          </p:cNvSpPr>
          <p:nvPr/>
        </p:nvSpPr>
        <p:spPr bwMode="auto">
          <a:xfrm>
            <a:off x="9448800" y="3505200"/>
            <a:ext cx="1524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s-MX" altLang="en-US" b="1">
                <a:solidFill>
                  <a:srgbClr val="FF0066"/>
                </a:solidFill>
                <a:latin typeface="Times New Roman" panose="02020603050405020304" pitchFamily="18" charset="0"/>
              </a:rPr>
              <a:t>Fe=qE</a:t>
            </a:r>
            <a:endParaRPr lang="es-ES" altLang="en-US" b="1">
              <a:solidFill>
                <a:srgbClr val="FF0066"/>
              </a:solidFill>
              <a:latin typeface="Times New Roman" panose="02020603050405020304" pitchFamily="18" charset="0"/>
            </a:endParaRPr>
          </a:p>
        </p:txBody>
      </p:sp>
      <p:sp>
        <p:nvSpPr>
          <p:cNvPr id="63570" name="Text Box 82">
            <a:extLst>
              <a:ext uri="{FF2B5EF4-FFF2-40B4-BE49-F238E27FC236}">
                <a16:creationId xmlns:a16="http://schemas.microsoft.com/office/drawing/2014/main" id="{360C806C-A67E-46AC-898F-50EF94B17307}"/>
              </a:ext>
            </a:extLst>
          </p:cNvPr>
          <p:cNvSpPr txBox="1">
            <a:spLocks noChangeArrowheads="1"/>
          </p:cNvSpPr>
          <p:nvPr/>
        </p:nvSpPr>
        <p:spPr bwMode="auto">
          <a:xfrm>
            <a:off x="5715000" y="5562601"/>
            <a:ext cx="4114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s-MX" altLang="en-US" sz="2800">
                <a:latin typeface="Times New Roman" panose="02020603050405020304" pitchFamily="18" charset="0"/>
              </a:rPr>
              <a:t>E = </a:t>
            </a:r>
            <a:r>
              <a:rPr lang="es-MX" altLang="en-US" sz="2800">
                <a:latin typeface="Times New Roman" panose="02020603050405020304" pitchFamily="18" charset="0"/>
                <a:sym typeface="Symbol" panose="05050102010706020507" pitchFamily="18" charset="2"/>
              </a:rPr>
              <a:t>dV/dr = wrB</a:t>
            </a:r>
            <a:endParaRPr lang="es-ES" altLang="en-US" sz="2800">
              <a:latin typeface="Times New Roman" panose="02020603050405020304" pitchFamily="18" charset="0"/>
            </a:endParaRPr>
          </a:p>
        </p:txBody>
      </p:sp>
      <p:sp>
        <p:nvSpPr>
          <p:cNvPr id="63571" name="Line 83">
            <a:extLst>
              <a:ext uri="{FF2B5EF4-FFF2-40B4-BE49-F238E27FC236}">
                <a16:creationId xmlns:a16="http://schemas.microsoft.com/office/drawing/2014/main" id="{CC46CFEE-04C0-4B34-920B-72B7D7256F2C}"/>
              </a:ext>
            </a:extLst>
          </p:cNvPr>
          <p:cNvSpPr>
            <a:spLocks noChangeShapeType="1"/>
          </p:cNvSpPr>
          <p:nvPr/>
        </p:nvSpPr>
        <p:spPr bwMode="auto">
          <a:xfrm>
            <a:off x="9220200" y="4876800"/>
            <a:ext cx="0" cy="381000"/>
          </a:xfrm>
          <a:prstGeom prst="line">
            <a:avLst/>
          </a:prstGeom>
          <a:noFill/>
          <a:ln w="76200">
            <a:solidFill>
              <a:srgbClr val="99CC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63572" name="Text Box 84">
            <a:extLst>
              <a:ext uri="{FF2B5EF4-FFF2-40B4-BE49-F238E27FC236}">
                <a16:creationId xmlns:a16="http://schemas.microsoft.com/office/drawing/2014/main" id="{09C966C4-D4B0-4D76-888B-394F13413398}"/>
              </a:ext>
            </a:extLst>
          </p:cNvPr>
          <p:cNvSpPr txBox="1">
            <a:spLocks noChangeArrowheads="1"/>
          </p:cNvSpPr>
          <p:nvPr/>
        </p:nvSpPr>
        <p:spPr bwMode="auto">
          <a:xfrm>
            <a:off x="8610600" y="5181600"/>
            <a:ext cx="20574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s-MX" altLang="en-US" b="1">
                <a:solidFill>
                  <a:schemeClr val="accent2"/>
                </a:solidFill>
                <a:latin typeface="Times New Roman" panose="02020603050405020304" pitchFamily="18" charset="0"/>
              </a:rPr>
              <a:t>Fm=qwrB</a:t>
            </a:r>
            <a:endParaRPr lang="es-ES" altLang="en-US" b="1">
              <a:solidFill>
                <a:schemeClr val="accent2"/>
              </a:solidFill>
              <a:latin typeface="Times New Roman" panose="02020603050405020304" pitchFamily="18" charset="0"/>
            </a:endParaRPr>
          </a:p>
        </p:txBody>
      </p:sp>
      <p:sp>
        <p:nvSpPr>
          <p:cNvPr id="63573" name="AutoShape 85">
            <a:extLst>
              <a:ext uri="{FF2B5EF4-FFF2-40B4-BE49-F238E27FC236}">
                <a16:creationId xmlns:a16="http://schemas.microsoft.com/office/drawing/2014/main" id="{760A0DC7-A86E-4613-9C75-B009FC140427}"/>
              </a:ext>
            </a:extLst>
          </p:cNvPr>
          <p:cNvSpPr>
            <a:spLocks noChangeArrowheads="1"/>
          </p:cNvSpPr>
          <p:nvPr/>
        </p:nvSpPr>
        <p:spPr bwMode="auto">
          <a:xfrm>
            <a:off x="5791200" y="6096000"/>
            <a:ext cx="2438400" cy="533400"/>
          </a:xfrm>
          <a:prstGeom prst="curvedUpArrow">
            <a:avLst>
              <a:gd name="adj1" fmla="val 30603"/>
              <a:gd name="adj2" fmla="val 122032"/>
              <a:gd name="adj3" fmla="val 33333"/>
            </a:avLst>
          </a:prstGeom>
          <a:gradFill rotWithShape="0">
            <a:gsLst>
              <a:gs pos="0">
                <a:srgbClr val="00FFFF"/>
              </a:gs>
              <a:gs pos="50000">
                <a:srgbClr val="00FFFF">
                  <a:gamma/>
                  <a:shade val="46275"/>
                  <a:invGamma/>
                </a:srgbClr>
              </a:gs>
              <a:gs pos="100000">
                <a:srgbClr val="00FFFF"/>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574" name="Text Box 86">
            <a:extLst>
              <a:ext uri="{FF2B5EF4-FFF2-40B4-BE49-F238E27FC236}">
                <a16:creationId xmlns:a16="http://schemas.microsoft.com/office/drawing/2014/main" id="{C90063B8-F044-46CE-B2AB-6A4E4462859B}"/>
              </a:ext>
            </a:extLst>
          </p:cNvPr>
          <p:cNvSpPr txBox="1">
            <a:spLocks noChangeArrowheads="1"/>
          </p:cNvSpPr>
          <p:nvPr/>
        </p:nvSpPr>
        <p:spPr bwMode="auto">
          <a:xfrm>
            <a:off x="6934200" y="3429001"/>
            <a:ext cx="914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s-MX" altLang="en-US" sz="2800" b="1">
                <a:latin typeface="Times New Roman" panose="02020603050405020304" pitchFamily="18" charset="0"/>
              </a:rPr>
              <a:t>+</a:t>
            </a:r>
            <a:endParaRPr lang="es-ES" altLang="en-US" sz="2800" b="1">
              <a:latin typeface="Times New Roman" panose="02020603050405020304" pitchFamily="18" charset="0"/>
            </a:endParaRPr>
          </a:p>
        </p:txBody>
      </p:sp>
      <p:sp>
        <p:nvSpPr>
          <p:cNvPr id="63575" name="Text Box 87">
            <a:extLst>
              <a:ext uri="{FF2B5EF4-FFF2-40B4-BE49-F238E27FC236}">
                <a16:creationId xmlns:a16="http://schemas.microsoft.com/office/drawing/2014/main" id="{415854D6-8A2B-47AD-8EE7-6CE5F7915D4E}"/>
              </a:ext>
            </a:extLst>
          </p:cNvPr>
          <p:cNvSpPr txBox="1">
            <a:spLocks noChangeArrowheads="1"/>
          </p:cNvSpPr>
          <p:nvPr/>
        </p:nvSpPr>
        <p:spPr bwMode="auto">
          <a:xfrm>
            <a:off x="7086600" y="3276601"/>
            <a:ext cx="914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s-MX" altLang="en-US" sz="2800" b="1">
                <a:latin typeface="Times New Roman" panose="02020603050405020304" pitchFamily="18" charset="0"/>
              </a:rPr>
              <a:t>+</a:t>
            </a:r>
            <a:endParaRPr lang="es-ES" altLang="en-US" sz="2800" b="1">
              <a:latin typeface="Times New Roman" panose="02020603050405020304" pitchFamily="18" charset="0"/>
            </a:endParaRPr>
          </a:p>
        </p:txBody>
      </p:sp>
      <p:sp>
        <p:nvSpPr>
          <p:cNvPr id="63576" name="Text Box 88">
            <a:extLst>
              <a:ext uri="{FF2B5EF4-FFF2-40B4-BE49-F238E27FC236}">
                <a16:creationId xmlns:a16="http://schemas.microsoft.com/office/drawing/2014/main" id="{F132C697-E0A5-4798-9297-2E5BA3FFA01C}"/>
              </a:ext>
            </a:extLst>
          </p:cNvPr>
          <p:cNvSpPr txBox="1">
            <a:spLocks noChangeArrowheads="1"/>
          </p:cNvSpPr>
          <p:nvPr/>
        </p:nvSpPr>
        <p:spPr bwMode="auto">
          <a:xfrm>
            <a:off x="8458200" y="1905001"/>
            <a:ext cx="914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s-MX" altLang="en-US" sz="2800" b="1">
                <a:latin typeface="Times New Roman" panose="02020603050405020304" pitchFamily="18" charset="0"/>
              </a:rPr>
              <a:t>-</a:t>
            </a:r>
            <a:endParaRPr lang="es-ES" altLang="en-US" sz="2800" b="1">
              <a:latin typeface="Times New Roman" panose="02020603050405020304" pitchFamily="18" charset="0"/>
            </a:endParaRPr>
          </a:p>
        </p:txBody>
      </p:sp>
      <p:sp>
        <p:nvSpPr>
          <p:cNvPr id="63577" name="Text Box 89">
            <a:extLst>
              <a:ext uri="{FF2B5EF4-FFF2-40B4-BE49-F238E27FC236}">
                <a16:creationId xmlns:a16="http://schemas.microsoft.com/office/drawing/2014/main" id="{B94E3B26-E9B0-406F-8318-A0B520F208E6}"/>
              </a:ext>
            </a:extLst>
          </p:cNvPr>
          <p:cNvSpPr txBox="1">
            <a:spLocks noChangeArrowheads="1"/>
          </p:cNvSpPr>
          <p:nvPr/>
        </p:nvSpPr>
        <p:spPr bwMode="auto">
          <a:xfrm>
            <a:off x="8305800" y="2057401"/>
            <a:ext cx="914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s-MX" altLang="en-US" sz="2800" b="1">
                <a:latin typeface="Times New Roman" panose="02020603050405020304" pitchFamily="18" charset="0"/>
              </a:rPr>
              <a:t>-</a:t>
            </a:r>
            <a:endParaRPr lang="es-ES" altLang="en-US" sz="2800" b="1">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5" fill="hold" grpId="0" nodeType="clickEffect">
                                  <p:stCondLst>
                                    <p:cond delay="0"/>
                                  </p:stCondLst>
                                  <p:childTnLst>
                                    <p:set>
                                      <p:cBhvr>
                                        <p:cTn id="6" dur="1" fill="hold">
                                          <p:stCondLst>
                                            <p:cond delay="0"/>
                                          </p:stCondLst>
                                        </p:cTn>
                                        <p:tgtEl>
                                          <p:spTgt spid="63561"/>
                                        </p:tgtEl>
                                        <p:attrNameLst>
                                          <p:attrName>style.visibility</p:attrName>
                                        </p:attrNameLst>
                                      </p:cBhvr>
                                      <p:to>
                                        <p:strVal val="visible"/>
                                      </p:to>
                                    </p:set>
                                    <p:animEffect transition="in" filter="randombar(vertical)">
                                      <p:cBhvr>
                                        <p:cTn id="7" dur="500"/>
                                        <p:tgtEl>
                                          <p:spTgt spid="6356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5" fill="hold" nodeType="clickEffect">
                                  <p:stCondLst>
                                    <p:cond delay="0"/>
                                  </p:stCondLst>
                                  <p:childTnLst>
                                    <p:set>
                                      <p:cBhvr>
                                        <p:cTn id="11" dur="1" fill="hold">
                                          <p:stCondLst>
                                            <p:cond delay="0"/>
                                          </p:stCondLst>
                                        </p:cTn>
                                        <p:tgtEl>
                                          <p:spTgt spid="63491"/>
                                        </p:tgtEl>
                                        <p:attrNameLst>
                                          <p:attrName>style.visibility</p:attrName>
                                        </p:attrNameLst>
                                      </p:cBhvr>
                                      <p:to>
                                        <p:strVal val="visible"/>
                                      </p:to>
                                    </p:set>
                                    <p:animEffect transition="in" filter="randombar(vertical)">
                                      <p:cBhvr>
                                        <p:cTn id="12" dur="500"/>
                                        <p:tgtEl>
                                          <p:spTgt spid="6349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4" presetClass="entr" presetSubtype="5" fill="hold" grpId="0" nodeType="clickEffect">
                                  <p:stCondLst>
                                    <p:cond delay="0"/>
                                  </p:stCondLst>
                                  <p:childTnLst>
                                    <p:set>
                                      <p:cBhvr>
                                        <p:cTn id="16" dur="1" fill="hold">
                                          <p:stCondLst>
                                            <p:cond delay="0"/>
                                          </p:stCondLst>
                                        </p:cTn>
                                        <p:tgtEl>
                                          <p:spTgt spid="63549"/>
                                        </p:tgtEl>
                                        <p:attrNameLst>
                                          <p:attrName>style.visibility</p:attrName>
                                        </p:attrNameLst>
                                      </p:cBhvr>
                                      <p:to>
                                        <p:strVal val="visible"/>
                                      </p:to>
                                    </p:set>
                                    <p:animEffect transition="in" filter="randombar(vertical)">
                                      <p:cBhvr>
                                        <p:cTn id="17" dur="500"/>
                                        <p:tgtEl>
                                          <p:spTgt spid="6354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4" presetClass="entr" presetSubtype="5" fill="hold" nodeType="clickEffect">
                                  <p:stCondLst>
                                    <p:cond delay="0"/>
                                  </p:stCondLst>
                                  <p:childTnLst>
                                    <p:set>
                                      <p:cBhvr>
                                        <p:cTn id="21" dur="1" fill="hold">
                                          <p:stCondLst>
                                            <p:cond delay="0"/>
                                          </p:stCondLst>
                                        </p:cTn>
                                        <p:tgtEl>
                                          <p:spTgt spid="63532"/>
                                        </p:tgtEl>
                                        <p:attrNameLst>
                                          <p:attrName>style.visibility</p:attrName>
                                        </p:attrNameLst>
                                      </p:cBhvr>
                                      <p:to>
                                        <p:strVal val="visible"/>
                                      </p:to>
                                    </p:set>
                                    <p:animEffect transition="in" filter="randombar(vertical)">
                                      <p:cBhvr>
                                        <p:cTn id="22" dur="500"/>
                                        <p:tgtEl>
                                          <p:spTgt spid="6353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4" presetClass="entr" presetSubtype="5" fill="hold" nodeType="clickEffect">
                                  <p:stCondLst>
                                    <p:cond delay="0"/>
                                  </p:stCondLst>
                                  <p:childTnLst>
                                    <p:set>
                                      <p:cBhvr>
                                        <p:cTn id="26" dur="1" fill="hold">
                                          <p:stCondLst>
                                            <p:cond delay="0"/>
                                          </p:stCondLst>
                                        </p:cTn>
                                        <p:tgtEl>
                                          <p:spTgt spid="63537"/>
                                        </p:tgtEl>
                                        <p:attrNameLst>
                                          <p:attrName>style.visibility</p:attrName>
                                        </p:attrNameLst>
                                      </p:cBhvr>
                                      <p:to>
                                        <p:strVal val="visible"/>
                                      </p:to>
                                    </p:set>
                                    <p:animEffect transition="in" filter="randombar(vertical)">
                                      <p:cBhvr>
                                        <p:cTn id="27" dur="500"/>
                                        <p:tgtEl>
                                          <p:spTgt spid="6353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4" presetClass="entr" presetSubtype="5" fill="hold" grpId="0" nodeType="clickEffect">
                                  <p:stCondLst>
                                    <p:cond delay="0"/>
                                  </p:stCondLst>
                                  <p:childTnLst>
                                    <p:set>
                                      <p:cBhvr>
                                        <p:cTn id="31" dur="1" fill="hold">
                                          <p:stCondLst>
                                            <p:cond delay="0"/>
                                          </p:stCondLst>
                                        </p:cTn>
                                        <p:tgtEl>
                                          <p:spTgt spid="63538"/>
                                        </p:tgtEl>
                                        <p:attrNameLst>
                                          <p:attrName>style.visibility</p:attrName>
                                        </p:attrNameLst>
                                      </p:cBhvr>
                                      <p:to>
                                        <p:strVal val="visible"/>
                                      </p:to>
                                    </p:set>
                                    <p:animEffect transition="in" filter="randombar(vertical)">
                                      <p:cBhvr>
                                        <p:cTn id="32" dur="500"/>
                                        <p:tgtEl>
                                          <p:spTgt spid="6353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4" presetClass="entr" presetSubtype="5" fill="hold" nodeType="clickEffect">
                                  <p:stCondLst>
                                    <p:cond delay="0"/>
                                  </p:stCondLst>
                                  <p:childTnLst>
                                    <p:set>
                                      <p:cBhvr>
                                        <p:cTn id="36" dur="1" fill="hold">
                                          <p:stCondLst>
                                            <p:cond delay="0"/>
                                          </p:stCondLst>
                                        </p:cTn>
                                        <p:tgtEl>
                                          <p:spTgt spid="63539"/>
                                        </p:tgtEl>
                                        <p:attrNameLst>
                                          <p:attrName>style.visibility</p:attrName>
                                        </p:attrNameLst>
                                      </p:cBhvr>
                                      <p:to>
                                        <p:strVal val="visible"/>
                                      </p:to>
                                    </p:set>
                                    <p:animEffect transition="in" filter="randombar(vertical)">
                                      <p:cBhvr>
                                        <p:cTn id="37" dur="500"/>
                                        <p:tgtEl>
                                          <p:spTgt spid="6353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4" presetClass="entr" presetSubtype="5" fill="hold" nodeType="clickEffect">
                                  <p:stCondLst>
                                    <p:cond delay="0"/>
                                  </p:stCondLst>
                                  <p:childTnLst>
                                    <p:set>
                                      <p:cBhvr>
                                        <p:cTn id="41" dur="1" fill="hold">
                                          <p:stCondLst>
                                            <p:cond delay="0"/>
                                          </p:stCondLst>
                                        </p:cTn>
                                        <p:tgtEl>
                                          <p:spTgt spid="63540"/>
                                        </p:tgtEl>
                                        <p:attrNameLst>
                                          <p:attrName>style.visibility</p:attrName>
                                        </p:attrNameLst>
                                      </p:cBhvr>
                                      <p:to>
                                        <p:strVal val="visible"/>
                                      </p:to>
                                    </p:set>
                                    <p:animEffect transition="in" filter="randombar(vertical)">
                                      <p:cBhvr>
                                        <p:cTn id="42" dur="500"/>
                                        <p:tgtEl>
                                          <p:spTgt spid="63540"/>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4" presetClass="entr" presetSubtype="5" fill="hold" nodeType="clickEffect">
                                  <p:stCondLst>
                                    <p:cond delay="0"/>
                                  </p:stCondLst>
                                  <p:childTnLst>
                                    <p:set>
                                      <p:cBhvr>
                                        <p:cTn id="46" dur="1" fill="hold">
                                          <p:stCondLst>
                                            <p:cond delay="0"/>
                                          </p:stCondLst>
                                        </p:cTn>
                                        <p:tgtEl>
                                          <p:spTgt spid="63541"/>
                                        </p:tgtEl>
                                        <p:attrNameLst>
                                          <p:attrName>style.visibility</p:attrName>
                                        </p:attrNameLst>
                                      </p:cBhvr>
                                      <p:to>
                                        <p:strVal val="visible"/>
                                      </p:to>
                                    </p:set>
                                    <p:animEffect transition="in" filter="randombar(vertical)">
                                      <p:cBhvr>
                                        <p:cTn id="47" dur="500"/>
                                        <p:tgtEl>
                                          <p:spTgt spid="63541"/>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4" presetClass="entr" presetSubtype="5" fill="hold" grpId="0" nodeType="clickEffect">
                                  <p:stCondLst>
                                    <p:cond delay="0"/>
                                  </p:stCondLst>
                                  <p:childTnLst>
                                    <p:set>
                                      <p:cBhvr>
                                        <p:cTn id="51" dur="1" fill="hold">
                                          <p:stCondLst>
                                            <p:cond delay="0"/>
                                          </p:stCondLst>
                                        </p:cTn>
                                        <p:tgtEl>
                                          <p:spTgt spid="63542"/>
                                        </p:tgtEl>
                                        <p:attrNameLst>
                                          <p:attrName>style.visibility</p:attrName>
                                        </p:attrNameLst>
                                      </p:cBhvr>
                                      <p:to>
                                        <p:strVal val="visible"/>
                                      </p:to>
                                    </p:set>
                                    <p:animEffect transition="in" filter="randombar(vertical)">
                                      <p:cBhvr>
                                        <p:cTn id="52" dur="500"/>
                                        <p:tgtEl>
                                          <p:spTgt spid="63542"/>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4" presetClass="entr" presetSubtype="5" fill="hold" nodeType="clickEffect">
                                  <p:stCondLst>
                                    <p:cond delay="0"/>
                                  </p:stCondLst>
                                  <p:childTnLst>
                                    <p:set>
                                      <p:cBhvr>
                                        <p:cTn id="56" dur="1" fill="hold">
                                          <p:stCondLst>
                                            <p:cond delay="0"/>
                                          </p:stCondLst>
                                        </p:cTn>
                                        <p:tgtEl>
                                          <p:spTgt spid="63543"/>
                                        </p:tgtEl>
                                        <p:attrNameLst>
                                          <p:attrName>style.visibility</p:attrName>
                                        </p:attrNameLst>
                                      </p:cBhvr>
                                      <p:to>
                                        <p:strVal val="visible"/>
                                      </p:to>
                                    </p:set>
                                    <p:animEffect transition="in" filter="randombar(vertical)">
                                      <p:cBhvr>
                                        <p:cTn id="57" dur="500"/>
                                        <p:tgtEl>
                                          <p:spTgt spid="63543"/>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14" presetClass="entr" presetSubtype="5" fill="hold" nodeType="clickEffect">
                                  <p:stCondLst>
                                    <p:cond delay="0"/>
                                  </p:stCondLst>
                                  <p:childTnLst>
                                    <p:set>
                                      <p:cBhvr>
                                        <p:cTn id="61" dur="1" fill="hold">
                                          <p:stCondLst>
                                            <p:cond delay="0"/>
                                          </p:stCondLst>
                                        </p:cTn>
                                        <p:tgtEl>
                                          <p:spTgt spid="63546"/>
                                        </p:tgtEl>
                                        <p:attrNameLst>
                                          <p:attrName>style.visibility</p:attrName>
                                        </p:attrNameLst>
                                      </p:cBhvr>
                                      <p:to>
                                        <p:strVal val="visible"/>
                                      </p:to>
                                    </p:set>
                                    <p:animEffect transition="in" filter="randombar(vertical)">
                                      <p:cBhvr>
                                        <p:cTn id="62" dur="500"/>
                                        <p:tgtEl>
                                          <p:spTgt spid="63546"/>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14" presetClass="entr" presetSubtype="5" fill="hold" nodeType="clickEffect">
                                  <p:stCondLst>
                                    <p:cond delay="0"/>
                                  </p:stCondLst>
                                  <p:childTnLst>
                                    <p:set>
                                      <p:cBhvr>
                                        <p:cTn id="66" dur="1" fill="hold">
                                          <p:stCondLst>
                                            <p:cond delay="0"/>
                                          </p:stCondLst>
                                        </p:cTn>
                                        <p:tgtEl>
                                          <p:spTgt spid="63550"/>
                                        </p:tgtEl>
                                        <p:attrNameLst>
                                          <p:attrName>style.visibility</p:attrName>
                                        </p:attrNameLst>
                                      </p:cBhvr>
                                      <p:to>
                                        <p:strVal val="visible"/>
                                      </p:to>
                                    </p:set>
                                    <p:animEffect transition="in" filter="randombar(vertical)">
                                      <p:cBhvr>
                                        <p:cTn id="67" dur="500"/>
                                        <p:tgtEl>
                                          <p:spTgt spid="63550"/>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14" presetClass="entr" presetSubtype="5" fill="hold" nodeType="clickEffect">
                                  <p:stCondLst>
                                    <p:cond delay="0"/>
                                  </p:stCondLst>
                                  <p:childTnLst>
                                    <p:set>
                                      <p:cBhvr>
                                        <p:cTn id="71" dur="1" fill="hold">
                                          <p:stCondLst>
                                            <p:cond delay="0"/>
                                          </p:stCondLst>
                                        </p:cTn>
                                        <p:tgtEl>
                                          <p:spTgt spid="63551"/>
                                        </p:tgtEl>
                                        <p:attrNameLst>
                                          <p:attrName>style.visibility</p:attrName>
                                        </p:attrNameLst>
                                      </p:cBhvr>
                                      <p:to>
                                        <p:strVal val="visible"/>
                                      </p:to>
                                    </p:set>
                                    <p:animEffect transition="in" filter="randombar(vertical)">
                                      <p:cBhvr>
                                        <p:cTn id="72" dur="500"/>
                                        <p:tgtEl>
                                          <p:spTgt spid="63551"/>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14" presetClass="entr" presetSubtype="5" fill="hold" nodeType="clickEffect">
                                  <p:stCondLst>
                                    <p:cond delay="0"/>
                                  </p:stCondLst>
                                  <p:childTnLst>
                                    <p:set>
                                      <p:cBhvr>
                                        <p:cTn id="76" dur="1" fill="hold">
                                          <p:stCondLst>
                                            <p:cond delay="0"/>
                                          </p:stCondLst>
                                        </p:cTn>
                                        <p:tgtEl>
                                          <p:spTgt spid="63552"/>
                                        </p:tgtEl>
                                        <p:attrNameLst>
                                          <p:attrName>style.visibility</p:attrName>
                                        </p:attrNameLst>
                                      </p:cBhvr>
                                      <p:to>
                                        <p:strVal val="visible"/>
                                      </p:to>
                                    </p:set>
                                    <p:animEffect transition="in" filter="randombar(vertical)">
                                      <p:cBhvr>
                                        <p:cTn id="77" dur="500"/>
                                        <p:tgtEl>
                                          <p:spTgt spid="63552"/>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14" presetClass="entr" presetSubtype="5" fill="hold" nodeType="clickEffect">
                                  <p:stCondLst>
                                    <p:cond delay="0"/>
                                  </p:stCondLst>
                                  <p:childTnLst>
                                    <p:set>
                                      <p:cBhvr>
                                        <p:cTn id="81" dur="1" fill="hold">
                                          <p:stCondLst>
                                            <p:cond delay="0"/>
                                          </p:stCondLst>
                                        </p:cTn>
                                        <p:tgtEl>
                                          <p:spTgt spid="63553"/>
                                        </p:tgtEl>
                                        <p:attrNameLst>
                                          <p:attrName>style.visibility</p:attrName>
                                        </p:attrNameLst>
                                      </p:cBhvr>
                                      <p:to>
                                        <p:strVal val="visible"/>
                                      </p:to>
                                    </p:set>
                                    <p:animEffect transition="in" filter="randombar(vertical)">
                                      <p:cBhvr>
                                        <p:cTn id="82" dur="500"/>
                                        <p:tgtEl>
                                          <p:spTgt spid="63553"/>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14" presetClass="entr" presetSubtype="5" fill="hold" nodeType="clickEffect">
                                  <p:stCondLst>
                                    <p:cond delay="0"/>
                                  </p:stCondLst>
                                  <p:childTnLst>
                                    <p:set>
                                      <p:cBhvr>
                                        <p:cTn id="86" dur="1" fill="hold">
                                          <p:stCondLst>
                                            <p:cond delay="0"/>
                                          </p:stCondLst>
                                        </p:cTn>
                                        <p:tgtEl>
                                          <p:spTgt spid="63554"/>
                                        </p:tgtEl>
                                        <p:attrNameLst>
                                          <p:attrName>style.visibility</p:attrName>
                                        </p:attrNameLst>
                                      </p:cBhvr>
                                      <p:to>
                                        <p:strVal val="visible"/>
                                      </p:to>
                                    </p:set>
                                    <p:animEffect transition="in" filter="randombar(vertical)">
                                      <p:cBhvr>
                                        <p:cTn id="87" dur="500"/>
                                        <p:tgtEl>
                                          <p:spTgt spid="63554"/>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14" presetClass="entr" presetSubtype="5" fill="hold" grpId="0" nodeType="clickEffect">
                                  <p:stCondLst>
                                    <p:cond delay="0"/>
                                  </p:stCondLst>
                                  <p:childTnLst>
                                    <p:set>
                                      <p:cBhvr>
                                        <p:cTn id="91" dur="1" fill="hold">
                                          <p:stCondLst>
                                            <p:cond delay="0"/>
                                          </p:stCondLst>
                                        </p:cTn>
                                        <p:tgtEl>
                                          <p:spTgt spid="63555"/>
                                        </p:tgtEl>
                                        <p:attrNameLst>
                                          <p:attrName>style.visibility</p:attrName>
                                        </p:attrNameLst>
                                      </p:cBhvr>
                                      <p:to>
                                        <p:strVal val="visible"/>
                                      </p:to>
                                    </p:set>
                                    <p:animEffect transition="in" filter="randombar(vertical)">
                                      <p:cBhvr>
                                        <p:cTn id="92" dur="500"/>
                                        <p:tgtEl>
                                          <p:spTgt spid="63555"/>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14" presetClass="entr" presetSubtype="5" fill="hold" grpId="0" nodeType="clickEffect">
                                  <p:stCondLst>
                                    <p:cond delay="0"/>
                                  </p:stCondLst>
                                  <p:childTnLst>
                                    <p:set>
                                      <p:cBhvr>
                                        <p:cTn id="96" dur="1" fill="hold">
                                          <p:stCondLst>
                                            <p:cond delay="0"/>
                                          </p:stCondLst>
                                        </p:cTn>
                                        <p:tgtEl>
                                          <p:spTgt spid="63556"/>
                                        </p:tgtEl>
                                        <p:attrNameLst>
                                          <p:attrName>style.visibility</p:attrName>
                                        </p:attrNameLst>
                                      </p:cBhvr>
                                      <p:to>
                                        <p:strVal val="visible"/>
                                      </p:to>
                                    </p:set>
                                    <p:animEffect transition="in" filter="randombar(vertical)">
                                      <p:cBhvr>
                                        <p:cTn id="97" dur="500"/>
                                        <p:tgtEl>
                                          <p:spTgt spid="63556"/>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14" presetClass="entr" presetSubtype="5" fill="hold" nodeType="clickEffect">
                                  <p:stCondLst>
                                    <p:cond delay="0"/>
                                  </p:stCondLst>
                                  <p:childTnLst>
                                    <p:set>
                                      <p:cBhvr>
                                        <p:cTn id="101" dur="1" fill="hold">
                                          <p:stCondLst>
                                            <p:cond delay="0"/>
                                          </p:stCondLst>
                                        </p:cTn>
                                        <p:tgtEl>
                                          <p:spTgt spid="63557"/>
                                        </p:tgtEl>
                                        <p:attrNameLst>
                                          <p:attrName>style.visibility</p:attrName>
                                        </p:attrNameLst>
                                      </p:cBhvr>
                                      <p:to>
                                        <p:strVal val="visible"/>
                                      </p:to>
                                    </p:set>
                                    <p:animEffect transition="in" filter="randombar(vertical)">
                                      <p:cBhvr>
                                        <p:cTn id="102" dur="500"/>
                                        <p:tgtEl>
                                          <p:spTgt spid="635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538" grpId="0" autoUpdateAnimBg="0"/>
      <p:bldP spid="63542" grpId="0" autoUpdateAnimBg="0"/>
      <p:bldP spid="63549" grpId="0" autoUpdateAnimBg="0"/>
      <p:bldP spid="63555" grpId="0" autoUpdateAnimBg="0"/>
      <p:bldP spid="63556" grpId="0" autoUpdateAnimBg="0"/>
      <p:bldP spid="63561" grpId="0"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C96BD354-3422-47E4-85C1-33C8080E735F}"/>
              </a:ext>
            </a:extLst>
          </p:cNvPr>
          <p:cNvSpPr>
            <a:spLocks noChangeArrowheads="1"/>
          </p:cNvSpPr>
          <p:nvPr/>
        </p:nvSpPr>
        <p:spPr bwMode="auto">
          <a:xfrm>
            <a:off x="4403726" y="350838"/>
            <a:ext cx="186013" cy="5854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endParaRPr lang="en-US" altLang="en-US" sz="3200" b="1">
              <a:solidFill>
                <a:srgbClr val="800000"/>
              </a:solidFill>
              <a:latin typeface="Times New Roman" panose="02020603050405020304" pitchFamily="18" charset="0"/>
            </a:endParaRPr>
          </a:p>
        </p:txBody>
      </p:sp>
      <p:grpSp>
        <p:nvGrpSpPr>
          <p:cNvPr id="64515" name="Group 3">
            <a:extLst>
              <a:ext uri="{FF2B5EF4-FFF2-40B4-BE49-F238E27FC236}">
                <a16:creationId xmlns:a16="http://schemas.microsoft.com/office/drawing/2014/main" id="{1F9419AC-4406-4297-9348-8C7D1BC40334}"/>
              </a:ext>
            </a:extLst>
          </p:cNvPr>
          <p:cNvGrpSpPr>
            <a:grpSpLocks/>
          </p:cNvGrpSpPr>
          <p:nvPr/>
        </p:nvGrpSpPr>
        <p:grpSpPr bwMode="auto">
          <a:xfrm>
            <a:off x="6400800" y="4267200"/>
            <a:ext cx="1905000" cy="585788"/>
            <a:chOff x="1968" y="3053"/>
            <a:chExt cx="1200" cy="369"/>
          </a:xfrm>
        </p:grpSpPr>
        <p:sp>
          <p:nvSpPr>
            <p:cNvPr id="64516" name="Line 4">
              <a:extLst>
                <a:ext uri="{FF2B5EF4-FFF2-40B4-BE49-F238E27FC236}">
                  <a16:creationId xmlns:a16="http://schemas.microsoft.com/office/drawing/2014/main" id="{C72CE22E-5E11-4E53-AC0C-AD062FD17B8B}"/>
                </a:ext>
              </a:extLst>
            </p:cNvPr>
            <p:cNvSpPr>
              <a:spLocks noChangeShapeType="1"/>
            </p:cNvSpPr>
            <p:nvPr/>
          </p:nvSpPr>
          <p:spPr bwMode="auto">
            <a:xfrm>
              <a:off x="1968" y="3072"/>
              <a:ext cx="0" cy="288"/>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517" name="Line 5">
              <a:extLst>
                <a:ext uri="{FF2B5EF4-FFF2-40B4-BE49-F238E27FC236}">
                  <a16:creationId xmlns:a16="http://schemas.microsoft.com/office/drawing/2014/main" id="{F136D44F-EC9F-4AD0-96F6-752DD75FE530}"/>
                </a:ext>
              </a:extLst>
            </p:cNvPr>
            <p:cNvSpPr>
              <a:spLocks noChangeShapeType="1"/>
            </p:cNvSpPr>
            <p:nvPr/>
          </p:nvSpPr>
          <p:spPr bwMode="auto">
            <a:xfrm>
              <a:off x="3168" y="3072"/>
              <a:ext cx="0" cy="288"/>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518" name="Line 6">
              <a:extLst>
                <a:ext uri="{FF2B5EF4-FFF2-40B4-BE49-F238E27FC236}">
                  <a16:creationId xmlns:a16="http://schemas.microsoft.com/office/drawing/2014/main" id="{262057E1-DEF8-4EF6-8C6D-DF1E38C2EB0E}"/>
                </a:ext>
              </a:extLst>
            </p:cNvPr>
            <p:cNvSpPr>
              <a:spLocks noChangeShapeType="1"/>
            </p:cNvSpPr>
            <p:nvPr/>
          </p:nvSpPr>
          <p:spPr bwMode="auto">
            <a:xfrm>
              <a:off x="1968" y="3240"/>
              <a:ext cx="1200" cy="0"/>
            </a:xfrm>
            <a:prstGeom prst="line">
              <a:avLst/>
            </a:prstGeom>
            <a:noFill/>
            <a:ln w="12700">
              <a:solidFill>
                <a:schemeClr val="tx1"/>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519" name="Rectangle 7">
              <a:extLst>
                <a:ext uri="{FF2B5EF4-FFF2-40B4-BE49-F238E27FC236}">
                  <a16:creationId xmlns:a16="http://schemas.microsoft.com/office/drawing/2014/main" id="{CAD026C0-9340-44F9-B656-819EA6DC8C0C}"/>
                </a:ext>
              </a:extLst>
            </p:cNvPr>
            <p:cNvSpPr>
              <a:spLocks noChangeArrowheads="1"/>
            </p:cNvSpPr>
            <p:nvPr/>
          </p:nvSpPr>
          <p:spPr bwMode="auto">
            <a:xfrm>
              <a:off x="2438" y="3053"/>
              <a:ext cx="246" cy="369"/>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s-ES_tradnl" altLang="en-US" sz="3200">
                  <a:latin typeface="Times New Roman" panose="02020603050405020304" pitchFamily="18" charset="0"/>
                </a:rPr>
                <a:t>x</a:t>
              </a:r>
            </a:p>
          </p:txBody>
        </p:sp>
      </p:grpSp>
      <p:grpSp>
        <p:nvGrpSpPr>
          <p:cNvPr id="64520" name="Group 8">
            <a:extLst>
              <a:ext uri="{FF2B5EF4-FFF2-40B4-BE49-F238E27FC236}">
                <a16:creationId xmlns:a16="http://schemas.microsoft.com/office/drawing/2014/main" id="{3A8B6ED6-4D82-4F9B-B12E-B53EF773143C}"/>
              </a:ext>
            </a:extLst>
          </p:cNvPr>
          <p:cNvGrpSpPr>
            <a:grpSpLocks/>
          </p:cNvGrpSpPr>
          <p:nvPr/>
        </p:nvGrpSpPr>
        <p:grpSpPr bwMode="auto">
          <a:xfrm>
            <a:off x="7239001" y="2743200"/>
            <a:ext cx="987425" cy="585788"/>
            <a:chOff x="2450" y="1745"/>
            <a:chExt cx="622" cy="369"/>
          </a:xfrm>
        </p:grpSpPr>
        <p:sp>
          <p:nvSpPr>
            <p:cNvPr id="64521" name="Line 9">
              <a:extLst>
                <a:ext uri="{FF2B5EF4-FFF2-40B4-BE49-F238E27FC236}">
                  <a16:creationId xmlns:a16="http://schemas.microsoft.com/office/drawing/2014/main" id="{1DD38BDA-A6B7-4638-A563-E3D172BB7570}"/>
                </a:ext>
              </a:extLst>
            </p:cNvPr>
            <p:cNvSpPr>
              <a:spLocks noChangeShapeType="1"/>
            </p:cNvSpPr>
            <p:nvPr/>
          </p:nvSpPr>
          <p:spPr bwMode="auto">
            <a:xfrm flipH="1">
              <a:off x="2640" y="1776"/>
              <a:ext cx="432" cy="0"/>
            </a:xfrm>
            <a:prstGeom prst="line">
              <a:avLst/>
            </a:prstGeom>
            <a:noFill/>
            <a:ln w="508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522" name="Rectangle 10">
              <a:extLst>
                <a:ext uri="{FF2B5EF4-FFF2-40B4-BE49-F238E27FC236}">
                  <a16:creationId xmlns:a16="http://schemas.microsoft.com/office/drawing/2014/main" id="{7878CA18-A524-4927-AC73-2589282901C8}"/>
                </a:ext>
              </a:extLst>
            </p:cNvPr>
            <p:cNvSpPr>
              <a:spLocks noChangeArrowheads="1"/>
            </p:cNvSpPr>
            <p:nvPr/>
          </p:nvSpPr>
          <p:spPr bwMode="auto">
            <a:xfrm>
              <a:off x="2450" y="1745"/>
              <a:ext cx="409" cy="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s-ES_tradnl" altLang="en-US" sz="3200" i="1">
                  <a:latin typeface="Times New Roman" panose="02020603050405020304" pitchFamily="18" charset="0"/>
                </a:rPr>
                <a:t>F</a:t>
              </a:r>
              <a:r>
                <a:rPr lang="es-ES_tradnl" altLang="en-US" sz="3200" baseline="-25000">
                  <a:latin typeface="Times New Roman" panose="02020603050405020304" pitchFamily="18" charset="0"/>
                </a:rPr>
                <a:t>m</a:t>
              </a:r>
            </a:p>
          </p:txBody>
        </p:sp>
      </p:grpSp>
      <p:grpSp>
        <p:nvGrpSpPr>
          <p:cNvPr id="64523" name="Group 11">
            <a:extLst>
              <a:ext uri="{FF2B5EF4-FFF2-40B4-BE49-F238E27FC236}">
                <a16:creationId xmlns:a16="http://schemas.microsoft.com/office/drawing/2014/main" id="{58D7B276-49E0-4FC9-B4A8-F65188F81642}"/>
              </a:ext>
            </a:extLst>
          </p:cNvPr>
          <p:cNvGrpSpPr>
            <a:grpSpLocks/>
          </p:cNvGrpSpPr>
          <p:nvPr/>
        </p:nvGrpSpPr>
        <p:grpSpPr bwMode="auto">
          <a:xfrm>
            <a:off x="5808664" y="609601"/>
            <a:ext cx="3989388" cy="3757613"/>
            <a:chOff x="2699" y="384"/>
            <a:chExt cx="2513" cy="2367"/>
          </a:xfrm>
        </p:grpSpPr>
        <p:sp>
          <p:nvSpPr>
            <p:cNvPr id="64524" name="Rectangle 12">
              <a:extLst>
                <a:ext uri="{FF2B5EF4-FFF2-40B4-BE49-F238E27FC236}">
                  <a16:creationId xmlns:a16="http://schemas.microsoft.com/office/drawing/2014/main" id="{2551B8F1-40B3-4258-B64E-1E6F475BA190}"/>
                </a:ext>
              </a:extLst>
            </p:cNvPr>
            <p:cNvSpPr>
              <a:spLocks noChangeArrowheads="1"/>
            </p:cNvSpPr>
            <p:nvPr/>
          </p:nvSpPr>
          <p:spPr bwMode="auto">
            <a:xfrm>
              <a:off x="3889" y="384"/>
              <a:ext cx="437" cy="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s-ES_tradnl" altLang="en-US" sz="3200" i="1">
                  <a:latin typeface="Times New Roman" panose="02020603050405020304" pitchFamily="18" charset="0"/>
                </a:rPr>
                <a:t>B</a:t>
              </a:r>
              <a:r>
                <a:rPr lang="es-ES_tradnl" altLang="en-US" sz="3200" baseline="-25000">
                  <a:latin typeface="Times New Roman" panose="02020603050405020304" pitchFamily="18" charset="0"/>
                </a:rPr>
                <a:t>en</a:t>
              </a:r>
            </a:p>
          </p:txBody>
        </p:sp>
        <p:grpSp>
          <p:nvGrpSpPr>
            <p:cNvPr id="64525" name="Group 13">
              <a:extLst>
                <a:ext uri="{FF2B5EF4-FFF2-40B4-BE49-F238E27FC236}">
                  <a16:creationId xmlns:a16="http://schemas.microsoft.com/office/drawing/2014/main" id="{4E7B1744-8F7E-4A3E-9C2D-12C1BC54DBE2}"/>
                </a:ext>
              </a:extLst>
            </p:cNvPr>
            <p:cNvGrpSpPr>
              <a:grpSpLocks/>
            </p:cNvGrpSpPr>
            <p:nvPr/>
          </p:nvGrpSpPr>
          <p:grpSpPr bwMode="auto">
            <a:xfrm>
              <a:off x="3265" y="796"/>
              <a:ext cx="1092" cy="245"/>
              <a:chOff x="2102" y="1017"/>
              <a:chExt cx="1092" cy="245"/>
            </a:xfrm>
          </p:grpSpPr>
          <p:sp>
            <p:nvSpPr>
              <p:cNvPr id="64526" name="Rectangle 14">
                <a:extLst>
                  <a:ext uri="{FF2B5EF4-FFF2-40B4-BE49-F238E27FC236}">
                    <a16:creationId xmlns:a16="http://schemas.microsoft.com/office/drawing/2014/main" id="{FBA29A9D-02B7-4CA3-B949-789E51B2161F}"/>
                  </a:ext>
                </a:extLst>
              </p:cNvPr>
              <p:cNvSpPr>
                <a:spLocks noChangeArrowheads="1"/>
              </p:cNvSpPr>
              <p:nvPr/>
            </p:nvSpPr>
            <p:spPr bwMode="auto">
              <a:xfrm>
                <a:off x="2102" y="1017"/>
                <a:ext cx="18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s-ES_tradnl" altLang="en-US">
                    <a:solidFill>
                      <a:schemeClr val="accent2"/>
                    </a:solidFill>
                  </a:rPr>
                  <a:t>x</a:t>
                </a:r>
              </a:p>
            </p:txBody>
          </p:sp>
          <p:sp>
            <p:nvSpPr>
              <p:cNvPr id="64527" name="Rectangle 15">
                <a:extLst>
                  <a:ext uri="{FF2B5EF4-FFF2-40B4-BE49-F238E27FC236}">
                    <a16:creationId xmlns:a16="http://schemas.microsoft.com/office/drawing/2014/main" id="{9D69C278-3ECA-4398-A561-468FA63AD607}"/>
                  </a:ext>
                </a:extLst>
              </p:cNvPr>
              <p:cNvSpPr>
                <a:spLocks noChangeArrowheads="1"/>
              </p:cNvSpPr>
              <p:nvPr/>
            </p:nvSpPr>
            <p:spPr bwMode="auto">
              <a:xfrm>
                <a:off x="2390" y="1017"/>
                <a:ext cx="18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s-ES_tradnl" altLang="en-US">
                    <a:solidFill>
                      <a:schemeClr val="accent2"/>
                    </a:solidFill>
                  </a:rPr>
                  <a:t>x</a:t>
                </a:r>
              </a:p>
            </p:txBody>
          </p:sp>
          <p:sp>
            <p:nvSpPr>
              <p:cNvPr id="64528" name="Rectangle 16">
                <a:extLst>
                  <a:ext uri="{FF2B5EF4-FFF2-40B4-BE49-F238E27FC236}">
                    <a16:creationId xmlns:a16="http://schemas.microsoft.com/office/drawing/2014/main" id="{DFC34FE5-73FD-4C27-95F1-D051B4D81D7E}"/>
                  </a:ext>
                </a:extLst>
              </p:cNvPr>
              <p:cNvSpPr>
                <a:spLocks noChangeArrowheads="1"/>
              </p:cNvSpPr>
              <p:nvPr/>
            </p:nvSpPr>
            <p:spPr bwMode="auto">
              <a:xfrm>
                <a:off x="2726" y="1029"/>
                <a:ext cx="18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s-ES_tradnl" altLang="en-US">
                    <a:solidFill>
                      <a:schemeClr val="accent2"/>
                    </a:solidFill>
                  </a:rPr>
                  <a:t>x</a:t>
                </a:r>
              </a:p>
            </p:txBody>
          </p:sp>
          <p:sp>
            <p:nvSpPr>
              <p:cNvPr id="64529" name="Rectangle 17">
                <a:extLst>
                  <a:ext uri="{FF2B5EF4-FFF2-40B4-BE49-F238E27FC236}">
                    <a16:creationId xmlns:a16="http://schemas.microsoft.com/office/drawing/2014/main" id="{C470192C-47D1-4D93-B22E-0B7B181E66BA}"/>
                  </a:ext>
                </a:extLst>
              </p:cNvPr>
              <p:cNvSpPr>
                <a:spLocks noChangeArrowheads="1"/>
              </p:cNvSpPr>
              <p:nvPr/>
            </p:nvSpPr>
            <p:spPr bwMode="auto">
              <a:xfrm>
                <a:off x="3014" y="1029"/>
                <a:ext cx="18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s-ES_tradnl" altLang="en-US">
                    <a:solidFill>
                      <a:schemeClr val="accent2"/>
                    </a:solidFill>
                  </a:rPr>
                  <a:t>x</a:t>
                </a:r>
              </a:p>
            </p:txBody>
          </p:sp>
        </p:grpSp>
        <p:grpSp>
          <p:nvGrpSpPr>
            <p:cNvPr id="64530" name="Group 18">
              <a:extLst>
                <a:ext uri="{FF2B5EF4-FFF2-40B4-BE49-F238E27FC236}">
                  <a16:creationId xmlns:a16="http://schemas.microsoft.com/office/drawing/2014/main" id="{94055018-9A77-4427-B9F0-4536C5C19779}"/>
                </a:ext>
              </a:extLst>
            </p:cNvPr>
            <p:cNvGrpSpPr>
              <a:grpSpLocks/>
            </p:cNvGrpSpPr>
            <p:nvPr/>
          </p:nvGrpSpPr>
          <p:grpSpPr bwMode="auto">
            <a:xfrm>
              <a:off x="3265" y="1144"/>
              <a:ext cx="1092" cy="245"/>
              <a:chOff x="2102" y="1365"/>
              <a:chExt cx="1092" cy="245"/>
            </a:xfrm>
          </p:grpSpPr>
          <p:sp>
            <p:nvSpPr>
              <p:cNvPr id="64531" name="Rectangle 19">
                <a:extLst>
                  <a:ext uri="{FF2B5EF4-FFF2-40B4-BE49-F238E27FC236}">
                    <a16:creationId xmlns:a16="http://schemas.microsoft.com/office/drawing/2014/main" id="{36C4714D-02D9-41A6-8D1E-B02C61967101}"/>
                  </a:ext>
                </a:extLst>
              </p:cNvPr>
              <p:cNvSpPr>
                <a:spLocks noChangeArrowheads="1"/>
              </p:cNvSpPr>
              <p:nvPr/>
            </p:nvSpPr>
            <p:spPr bwMode="auto">
              <a:xfrm>
                <a:off x="2102" y="1365"/>
                <a:ext cx="18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s-ES_tradnl" altLang="en-US">
                    <a:solidFill>
                      <a:schemeClr val="accent2"/>
                    </a:solidFill>
                  </a:rPr>
                  <a:t>x</a:t>
                </a:r>
              </a:p>
            </p:txBody>
          </p:sp>
          <p:sp>
            <p:nvSpPr>
              <p:cNvPr id="64532" name="Rectangle 20">
                <a:extLst>
                  <a:ext uri="{FF2B5EF4-FFF2-40B4-BE49-F238E27FC236}">
                    <a16:creationId xmlns:a16="http://schemas.microsoft.com/office/drawing/2014/main" id="{21A7F587-8BC0-4D14-BA35-29F326456611}"/>
                  </a:ext>
                </a:extLst>
              </p:cNvPr>
              <p:cNvSpPr>
                <a:spLocks noChangeArrowheads="1"/>
              </p:cNvSpPr>
              <p:nvPr/>
            </p:nvSpPr>
            <p:spPr bwMode="auto">
              <a:xfrm>
                <a:off x="2390" y="1365"/>
                <a:ext cx="18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s-ES_tradnl" altLang="en-US">
                    <a:solidFill>
                      <a:schemeClr val="accent2"/>
                    </a:solidFill>
                  </a:rPr>
                  <a:t>x</a:t>
                </a:r>
              </a:p>
            </p:txBody>
          </p:sp>
          <p:sp>
            <p:nvSpPr>
              <p:cNvPr id="64533" name="Rectangle 21">
                <a:extLst>
                  <a:ext uri="{FF2B5EF4-FFF2-40B4-BE49-F238E27FC236}">
                    <a16:creationId xmlns:a16="http://schemas.microsoft.com/office/drawing/2014/main" id="{F2E255D6-44B8-4A0F-B11B-6FCCC7A4FE8F}"/>
                  </a:ext>
                </a:extLst>
              </p:cNvPr>
              <p:cNvSpPr>
                <a:spLocks noChangeArrowheads="1"/>
              </p:cNvSpPr>
              <p:nvPr/>
            </p:nvSpPr>
            <p:spPr bwMode="auto">
              <a:xfrm>
                <a:off x="2726" y="1377"/>
                <a:ext cx="18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s-ES_tradnl" altLang="en-US">
                    <a:solidFill>
                      <a:schemeClr val="accent2"/>
                    </a:solidFill>
                  </a:rPr>
                  <a:t>x</a:t>
                </a:r>
              </a:p>
            </p:txBody>
          </p:sp>
          <p:sp>
            <p:nvSpPr>
              <p:cNvPr id="64534" name="Rectangle 22">
                <a:extLst>
                  <a:ext uri="{FF2B5EF4-FFF2-40B4-BE49-F238E27FC236}">
                    <a16:creationId xmlns:a16="http://schemas.microsoft.com/office/drawing/2014/main" id="{61CC4BD7-41BF-491D-98F4-728A5998275D}"/>
                  </a:ext>
                </a:extLst>
              </p:cNvPr>
              <p:cNvSpPr>
                <a:spLocks noChangeArrowheads="1"/>
              </p:cNvSpPr>
              <p:nvPr/>
            </p:nvSpPr>
            <p:spPr bwMode="auto">
              <a:xfrm>
                <a:off x="3014" y="1377"/>
                <a:ext cx="18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s-ES_tradnl" altLang="en-US">
                    <a:solidFill>
                      <a:schemeClr val="accent2"/>
                    </a:solidFill>
                  </a:rPr>
                  <a:t>x</a:t>
                </a:r>
              </a:p>
            </p:txBody>
          </p:sp>
        </p:grpSp>
        <p:grpSp>
          <p:nvGrpSpPr>
            <p:cNvPr id="64535" name="Group 23">
              <a:extLst>
                <a:ext uri="{FF2B5EF4-FFF2-40B4-BE49-F238E27FC236}">
                  <a16:creationId xmlns:a16="http://schemas.microsoft.com/office/drawing/2014/main" id="{A4632660-A0A3-4C38-A3E1-520051BA8588}"/>
                </a:ext>
              </a:extLst>
            </p:cNvPr>
            <p:cNvGrpSpPr>
              <a:grpSpLocks/>
            </p:cNvGrpSpPr>
            <p:nvPr/>
          </p:nvGrpSpPr>
          <p:grpSpPr bwMode="auto">
            <a:xfrm>
              <a:off x="3265" y="1468"/>
              <a:ext cx="1092" cy="245"/>
              <a:chOff x="2102" y="1689"/>
              <a:chExt cx="1092" cy="245"/>
            </a:xfrm>
          </p:grpSpPr>
          <p:sp>
            <p:nvSpPr>
              <p:cNvPr id="64536" name="Rectangle 24">
                <a:extLst>
                  <a:ext uri="{FF2B5EF4-FFF2-40B4-BE49-F238E27FC236}">
                    <a16:creationId xmlns:a16="http://schemas.microsoft.com/office/drawing/2014/main" id="{34D50AB6-08C7-4DE1-A7ED-F9E2213C1C67}"/>
                  </a:ext>
                </a:extLst>
              </p:cNvPr>
              <p:cNvSpPr>
                <a:spLocks noChangeArrowheads="1"/>
              </p:cNvSpPr>
              <p:nvPr/>
            </p:nvSpPr>
            <p:spPr bwMode="auto">
              <a:xfrm>
                <a:off x="2102" y="1689"/>
                <a:ext cx="18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s-ES_tradnl" altLang="en-US">
                    <a:solidFill>
                      <a:schemeClr val="accent2"/>
                    </a:solidFill>
                  </a:rPr>
                  <a:t>x</a:t>
                </a:r>
              </a:p>
            </p:txBody>
          </p:sp>
          <p:sp>
            <p:nvSpPr>
              <p:cNvPr id="64537" name="Rectangle 25">
                <a:extLst>
                  <a:ext uri="{FF2B5EF4-FFF2-40B4-BE49-F238E27FC236}">
                    <a16:creationId xmlns:a16="http://schemas.microsoft.com/office/drawing/2014/main" id="{318EB08C-3C8B-428A-A7AC-B6998896466C}"/>
                  </a:ext>
                </a:extLst>
              </p:cNvPr>
              <p:cNvSpPr>
                <a:spLocks noChangeArrowheads="1"/>
              </p:cNvSpPr>
              <p:nvPr/>
            </p:nvSpPr>
            <p:spPr bwMode="auto">
              <a:xfrm>
                <a:off x="2390" y="1689"/>
                <a:ext cx="18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s-ES_tradnl" altLang="en-US">
                    <a:solidFill>
                      <a:schemeClr val="accent2"/>
                    </a:solidFill>
                  </a:rPr>
                  <a:t>x</a:t>
                </a:r>
              </a:p>
            </p:txBody>
          </p:sp>
          <p:sp>
            <p:nvSpPr>
              <p:cNvPr id="64538" name="Rectangle 26">
                <a:extLst>
                  <a:ext uri="{FF2B5EF4-FFF2-40B4-BE49-F238E27FC236}">
                    <a16:creationId xmlns:a16="http://schemas.microsoft.com/office/drawing/2014/main" id="{036A373B-B5F4-4BCE-B773-CE6BB83E647B}"/>
                  </a:ext>
                </a:extLst>
              </p:cNvPr>
              <p:cNvSpPr>
                <a:spLocks noChangeArrowheads="1"/>
              </p:cNvSpPr>
              <p:nvPr/>
            </p:nvSpPr>
            <p:spPr bwMode="auto">
              <a:xfrm>
                <a:off x="2726" y="1701"/>
                <a:ext cx="18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s-ES_tradnl" altLang="en-US">
                    <a:solidFill>
                      <a:schemeClr val="accent2"/>
                    </a:solidFill>
                  </a:rPr>
                  <a:t>x</a:t>
                </a:r>
              </a:p>
            </p:txBody>
          </p:sp>
          <p:sp>
            <p:nvSpPr>
              <p:cNvPr id="64539" name="Rectangle 27">
                <a:extLst>
                  <a:ext uri="{FF2B5EF4-FFF2-40B4-BE49-F238E27FC236}">
                    <a16:creationId xmlns:a16="http://schemas.microsoft.com/office/drawing/2014/main" id="{DB573612-489B-4F9F-8B14-5DBCB32665B8}"/>
                  </a:ext>
                </a:extLst>
              </p:cNvPr>
              <p:cNvSpPr>
                <a:spLocks noChangeArrowheads="1"/>
              </p:cNvSpPr>
              <p:nvPr/>
            </p:nvSpPr>
            <p:spPr bwMode="auto">
              <a:xfrm>
                <a:off x="3014" y="1701"/>
                <a:ext cx="18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s-ES_tradnl" altLang="en-US">
                    <a:solidFill>
                      <a:schemeClr val="accent2"/>
                    </a:solidFill>
                  </a:rPr>
                  <a:t>x</a:t>
                </a:r>
              </a:p>
            </p:txBody>
          </p:sp>
        </p:grpSp>
        <p:grpSp>
          <p:nvGrpSpPr>
            <p:cNvPr id="64540" name="Group 28">
              <a:extLst>
                <a:ext uri="{FF2B5EF4-FFF2-40B4-BE49-F238E27FC236}">
                  <a16:creationId xmlns:a16="http://schemas.microsoft.com/office/drawing/2014/main" id="{674D6A28-6D69-4F67-B394-3807BAD71DBE}"/>
                </a:ext>
              </a:extLst>
            </p:cNvPr>
            <p:cNvGrpSpPr>
              <a:grpSpLocks/>
            </p:cNvGrpSpPr>
            <p:nvPr/>
          </p:nvGrpSpPr>
          <p:grpSpPr bwMode="auto">
            <a:xfrm>
              <a:off x="3265" y="1780"/>
              <a:ext cx="1092" cy="245"/>
              <a:chOff x="2102" y="2001"/>
              <a:chExt cx="1092" cy="245"/>
            </a:xfrm>
          </p:grpSpPr>
          <p:sp>
            <p:nvSpPr>
              <p:cNvPr id="64541" name="Rectangle 29">
                <a:extLst>
                  <a:ext uri="{FF2B5EF4-FFF2-40B4-BE49-F238E27FC236}">
                    <a16:creationId xmlns:a16="http://schemas.microsoft.com/office/drawing/2014/main" id="{052997BF-A277-4DD3-914D-327326C585E5}"/>
                  </a:ext>
                </a:extLst>
              </p:cNvPr>
              <p:cNvSpPr>
                <a:spLocks noChangeArrowheads="1"/>
              </p:cNvSpPr>
              <p:nvPr/>
            </p:nvSpPr>
            <p:spPr bwMode="auto">
              <a:xfrm>
                <a:off x="2102" y="2001"/>
                <a:ext cx="18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s-ES_tradnl" altLang="en-US">
                    <a:solidFill>
                      <a:schemeClr val="accent2"/>
                    </a:solidFill>
                  </a:rPr>
                  <a:t>x</a:t>
                </a:r>
              </a:p>
            </p:txBody>
          </p:sp>
          <p:sp>
            <p:nvSpPr>
              <p:cNvPr id="64542" name="Rectangle 30">
                <a:extLst>
                  <a:ext uri="{FF2B5EF4-FFF2-40B4-BE49-F238E27FC236}">
                    <a16:creationId xmlns:a16="http://schemas.microsoft.com/office/drawing/2014/main" id="{7C155E80-30A7-4198-9428-FBC32471C12E}"/>
                  </a:ext>
                </a:extLst>
              </p:cNvPr>
              <p:cNvSpPr>
                <a:spLocks noChangeArrowheads="1"/>
              </p:cNvSpPr>
              <p:nvPr/>
            </p:nvSpPr>
            <p:spPr bwMode="auto">
              <a:xfrm>
                <a:off x="2390" y="2001"/>
                <a:ext cx="18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s-ES_tradnl" altLang="en-US">
                    <a:solidFill>
                      <a:schemeClr val="accent2"/>
                    </a:solidFill>
                  </a:rPr>
                  <a:t>x</a:t>
                </a:r>
              </a:p>
            </p:txBody>
          </p:sp>
          <p:sp>
            <p:nvSpPr>
              <p:cNvPr id="64543" name="Rectangle 31">
                <a:extLst>
                  <a:ext uri="{FF2B5EF4-FFF2-40B4-BE49-F238E27FC236}">
                    <a16:creationId xmlns:a16="http://schemas.microsoft.com/office/drawing/2014/main" id="{A1833D2A-39D0-488B-8689-BFB0E3FB1DCC}"/>
                  </a:ext>
                </a:extLst>
              </p:cNvPr>
              <p:cNvSpPr>
                <a:spLocks noChangeArrowheads="1"/>
              </p:cNvSpPr>
              <p:nvPr/>
            </p:nvSpPr>
            <p:spPr bwMode="auto">
              <a:xfrm>
                <a:off x="2726" y="2013"/>
                <a:ext cx="18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s-ES_tradnl" altLang="en-US">
                    <a:solidFill>
                      <a:schemeClr val="accent2"/>
                    </a:solidFill>
                  </a:rPr>
                  <a:t>x</a:t>
                </a:r>
              </a:p>
            </p:txBody>
          </p:sp>
          <p:sp>
            <p:nvSpPr>
              <p:cNvPr id="64544" name="Rectangle 32">
                <a:extLst>
                  <a:ext uri="{FF2B5EF4-FFF2-40B4-BE49-F238E27FC236}">
                    <a16:creationId xmlns:a16="http://schemas.microsoft.com/office/drawing/2014/main" id="{819F3B97-09AE-4382-B07B-C3F5F2F204A1}"/>
                  </a:ext>
                </a:extLst>
              </p:cNvPr>
              <p:cNvSpPr>
                <a:spLocks noChangeArrowheads="1"/>
              </p:cNvSpPr>
              <p:nvPr/>
            </p:nvSpPr>
            <p:spPr bwMode="auto">
              <a:xfrm>
                <a:off x="3014" y="2013"/>
                <a:ext cx="18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s-ES_tradnl" altLang="en-US">
                    <a:solidFill>
                      <a:schemeClr val="accent2"/>
                    </a:solidFill>
                  </a:rPr>
                  <a:t>x</a:t>
                </a:r>
              </a:p>
            </p:txBody>
          </p:sp>
        </p:grpSp>
        <p:grpSp>
          <p:nvGrpSpPr>
            <p:cNvPr id="64545" name="Group 33">
              <a:extLst>
                <a:ext uri="{FF2B5EF4-FFF2-40B4-BE49-F238E27FC236}">
                  <a16:creationId xmlns:a16="http://schemas.microsoft.com/office/drawing/2014/main" id="{03896F16-2450-4E8A-9316-D174B0556E9A}"/>
                </a:ext>
              </a:extLst>
            </p:cNvPr>
            <p:cNvGrpSpPr>
              <a:grpSpLocks/>
            </p:cNvGrpSpPr>
            <p:nvPr/>
          </p:nvGrpSpPr>
          <p:grpSpPr bwMode="auto">
            <a:xfrm>
              <a:off x="3265" y="2116"/>
              <a:ext cx="1092" cy="245"/>
              <a:chOff x="2102" y="2337"/>
              <a:chExt cx="1092" cy="245"/>
            </a:xfrm>
          </p:grpSpPr>
          <p:sp>
            <p:nvSpPr>
              <p:cNvPr id="64546" name="Rectangle 34">
                <a:extLst>
                  <a:ext uri="{FF2B5EF4-FFF2-40B4-BE49-F238E27FC236}">
                    <a16:creationId xmlns:a16="http://schemas.microsoft.com/office/drawing/2014/main" id="{1DAAA563-AC78-46B0-966C-D06F15739928}"/>
                  </a:ext>
                </a:extLst>
              </p:cNvPr>
              <p:cNvSpPr>
                <a:spLocks noChangeArrowheads="1"/>
              </p:cNvSpPr>
              <p:nvPr/>
            </p:nvSpPr>
            <p:spPr bwMode="auto">
              <a:xfrm>
                <a:off x="2102" y="2337"/>
                <a:ext cx="18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s-ES_tradnl" altLang="en-US">
                    <a:solidFill>
                      <a:schemeClr val="accent2"/>
                    </a:solidFill>
                  </a:rPr>
                  <a:t>x</a:t>
                </a:r>
              </a:p>
            </p:txBody>
          </p:sp>
          <p:sp>
            <p:nvSpPr>
              <p:cNvPr id="64547" name="Rectangle 35">
                <a:extLst>
                  <a:ext uri="{FF2B5EF4-FFF2-40B4-BE49-F238E27FC236}">
                    <a16:creationId xmlns:a16="http://schemas.microsoft.com/office/drawing/2014/main" id="{DD008901-159C-4724-9FA7-9E87FF94D235}"/>
                  </a:ext>
                </a:extLst>
              </p:cNvPr>
              <p:cNvSpPr>
                <a:spLocks noChangeArrowheads="1"/>
              </p:cNvSpPr>
              <p:nvPr/>
            </p:nvSpPr>
            <p:spPr bwMode="auto">
              <a:xfrm>
                <a:off x="2390" y="2337"/>
                <a:ext cx="18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s-ES_tradnl" altLang="en-US">
                    <a:solidFill>
                      <a:schemeClr val="accent2"/>
                    </a:solidFill>
                  </a:rPr>
                  <a:t>x</a:t>
                </a:r>
              </a:p>
            </p:txBody>
          </p:sp>
          <p:sp>
            <p:nvSpPr>
              <p:cNvPr id="64548" name="Rectangle 36">
                <a:extLst>
                  <a:ext uri="{FF2B5EF4-FFF2-40B4-BE49-F238E27FC236}">
                    <a16:creationId xmlns:a16="http://schemas.microsoft.com/office/drawing/2014/main" id="{C83B9AB7-816A-4ECF-95B9-30A445876380}"/>
                  </a:ext>
                </a:extLst>
              </p:cNvPr>
              <p:cNvSpPr>
                <a:spLocks noChangeArrowheads="1"/>
              </p:cNvSpPr>
              <p:nvPr/>
            </p:nvSpPr>
            <p:spPr bwMode="auto">
              <a:xfrm>
                <a:off x="2726" y="2349"/>
                <a:ext cx="18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s-ES_tradnl" altLang="en-US">
                    <a:solidFill>
                      <a:schemeClr val="accent2"/>
                    </a:solidFill>
                  </a:rPr>
                  <a:t>x</a:t>
                </a:r>
              </a:p>
            </p:txBody>
          </p:sp>
          <p:sp>
            <p:nvSpPr>
              <p:cNvPr id="64549" name="Rectangle 37">
                <a:extLst>
                  <a:ext uri="{FF2B5EF4-FFF2-40B4-BE49-F238E27FC236}">
                    <a16:creationId xmlns:a16="http://schemas.microsoft.com/office/drawing/2014/main" id="{F85EF271-8AAA-4B63-BF86-B231AD23629B}"/>
                  </a:ext>
                </a:extLst>
              </p:cNvPr>
              <p:cNvSpPr>
                <a:spLocks noChangeArrowheads="1"/>
              </p:cNvSpPr>
              <p:nvPr/>
            </p:nvSpPr>
            <p:spPr bwMode="auto">
              <a:xfrm>
                <a:off x="3014" y="2349"/>
                <a:ext cx="18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s-ES_tradnl" altLang="en-US">
                    <a:solidFill>
                      <a:schemeClr val="accent2"/>
                    </a:solidFill>
                  </a:rPr>
                  <a:t>x</a:t>
                </a:r>
              </a:p>
            </p:txBody>
          </p:sp>
        </p:grpSp>
        <p:grpSp>
          <p:nvGrpSpPr>
            <p:cNvPr id="64550" name="Group 38">
              <a:extLst>
                <a:ext uri="{FF2B5EF4-FFF2-40B4-BE49-F238E27FC236}">
                  <a16:creationId xmlns:a16="http://schemas.microsoft.com/office/drawing/2014/main" id="{50AC3875-99C9-43A4-A7C2-BBA7DEECD57A}"/>
                </a:ext>
              </a:extLst>
            </p:cNvPr>
            <p:cNvGrpSpPr>
              <a:grpSpLocks/>
            </p:cNvGrpSpPr>
            <p:nvPr/>
          </p:nvGrpSpPr>
          <p:grpSpPr bwMode="auto">
            <a:xfrm>
              <a:off x="3265" y="2416"/>
              <a:ext cx="1092" cy="245"/>
              <a:chOff x="2102" y="2637"/>
              <a:chExt cx="1092" cy="245"/>
            </a:xfrm>
          </p:grpSpPr>
          <p:sp>
            <p:nvSpPr>
              <p:cNvPr id="64551" name="Rectangle 39">
                <a:extLst>
                  <a:ext uri="{FF2B5EF4-FFF2-40B4-BE49-F238E27FC236}">
                    <a16:creationId xmlns:a16="http://schemas.microsoft.com/office/drawing/2014/main" id="{7F804178-00BE-4FBB-927D-010ABB447F79}"/>
                  </a:ext>
                </a:extLst>
              </p:cNvPr>
              <p:cNvSpPr>
                <a:spLocks noChangeArrowheads="1"/>
              </p:cNvSpPr>
              <p:nvPr/>
            </p:nvSpPr>
            <p:spPr bwMode="auto">
              <a:xfrm>
                <a:off x="2102" y="2637"/>
                <a:ext cx="18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s-ES_tradnl" altLang="en-US">
                    <a:solidFill>
                      <a:schemeClr val="accent2"/>
                    </a:solidFill>
                  </a:rPr>
                  <a:t>x</a:t>
                </a:r>
              </a:p>
            </p:txBody>
          </p:sp>
          <p:sp>
            <p:nvSpPr>
              <p:cNvPr id="64552" name="Rectangle 40">
                <a:extLst>
                  <a:ext uri="{FF2B5EF4-FFF2-40B4-BE49-F238E27FC236}">
                    <a16:creationId xmlns:a16="http://schemas.microsoft.com/office/drawing/2014/main" id="{2D7F4A0A-208C-4F8F-AF61-32954B74B605}"/>
                  </a:ext>
                </a:extLst>
              </p:cNvPr>
              <p:cNvSpPr>
                <a:spLocks noChangeArrowheads="1"/>
              </p:cNvSpPr>
              <p:nvPr/>
            </p:nvSpPr>
            <p:spPr bwMode="auto">
              <a:xfrm>
                <a:off x="2390" y="2637"/>
                <a:ext cx="18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s-ES_tradnl" altLang="en-US">
                    <a:solidFill>
                      <a:schemeClr val="accent2"/>
                    </a:solidFill>
                  </a:rPr>
                  <a:t>x</a:t>
                </a:r>
              </a:p>
            </p:txBody>
          </p:sp>
          <p:sp>
            <p:nvSpPr>
              <p:cNvPr id="64553" name="Rectangle 41">
                <a:extLst>
                  <a:ext uri="{FF2B5EF4-FFF2-40B4-BE49-F238E27FC236}">
                    <a16:creationId xmlns:a16="http://schemas.microsoft.com/office/drawing/2014/main" id="{A8106881-15DA-4B74-BBC7-341AF0B6FABC}"/>
                  </a:ext>
                </a:extLst>
              </p:cNvPr>
              <p:cNvSpPr>
                <a:spLocks noChangeArrowheads="1"/>
              </p:cNvSpPr>
              <p:nvPr/>
            </p:nvSpPr>
            <p:spPr bwMode="auto">
              <a:xfrm>
                <a:off x="2726" y="2649"/>
                <a:ext cx="18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s-ES_tradnl" altLang="en-US">
                    <a:solidFill>
                      <a:schemeClr val="accent2"/>
                    </a:solidFill>
                  </a:rPr>
                  <a:t>x</a:t>
                </a:r>
              </a:p>
            </p:txBody>
          </p:sp>
          <p:sp>
            <p:nvSpPr>
              <p:cNvPr id="64554" name="Rectangle 42">
                <a:extLst>
                  <a:ext uri="{FF2B5EF4-FFF2-40B4-BE49-F238E27FC236}">
                    <a16:creationId xmlns:a16="http://schemas.microsoft.com/office/drawing/2014/main" id="{22071C55-356B-425A-A52B-7D181F6780DE}"/>
                  </a:ext>
                </a:extLst>
              </p:cNvPr>
              <p:cNvSpPr>
                <a:spLocks noChangeArrowheads="1"/>
              </p:cNvSpPr>
              <p:nvPr/>
            </p:nvSpPr>
            <p:spPr bwMode="auto">
              <a:xfrm>
                <a:off x="3014" y="2649"/>
                <a:ext cx="18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s-ES_tradnl" altLang="en-US">
                    <a:solidFill>
                      <a:schemeClr val="accent2"/>
                    </a:solidFill>
                  </a:rPr>
                  <a:t>x</a:t>
                </a:r>
              </a:p>
            </p:txBody>
          </p:sp>
        </p:grpSp>
        <p:grpSp>
          <p:nvGrpSpPr>
            <p:cNvPr id="64555" name="Group 43">
              <a:extLst>
                <a:ext uri="{FF2B5EF4-FFF2-40B4-BE49-F238E27FC236}">
                  <a16:creationId xmlns:a16="http://schemas.microsoft.com/office/drawing/2014/main" id="{A0EB0349-12CC-4EDC-911E-096375F68938}"/>
                </a:ext>
              </a:extLst>
            </p:cNvPr>
            <p:cNvGrpSpPr>
              <a:grpSpLocks/>
            </p:cNvGrpSpPr>
            <p:nvPr/>
          </p:nvGrpSpPr>
          <p:grpSpPr bwMode="auto">
            <a:xfrm>
              <a:off x="3077" y="979"/>
              <a:ext cx="2118" cy="78"/>
              <a:chOff x="1914" y="1200"/>
              <a:chExt cx="2118" cy="78"/>
            </a:xfrm>
          </p:grpSpPr>
          <p:sp>
            <p:nvSpPr>
              <p:cNvPr id="64556" name="Line 44">
                <a:extLst>
                  <a:ext uri="{FF2B5EF4-FFF2-40B4-BE49-F238E27FC236}">
                    <a16:creationId xmlns:a16="http://schemas.microsoft.com/office/drawing/2014/main" id="{A6BC5661-3EA7-4492-9602-948CC7544882}"/>
                  </a:ext>
                </a:extLst>
              </p:cNvPr>
              <p:cNvSpPr>
                <a:spLocks noChangeShapeType="1"/>
              </p:cNvSpPr>
              <p:nvPr/>
            </p:nvSpPr>
            <p:spPr bwMode="auto">
              <a:xfrm>
                <a:off x="1914" y="1200"/>
                <a:ext cx="2118"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557" name="Line 45">
                <a:extLst>
                  <a:ext uri="{FF2B5EF4-FFF2-40B4-BE49-F238E27FC236}">
                    <a16:creationId xmlns:a16="http://schemas.microsoft.com/office/drawing/2014/main" id="{4E7AD887-D2A2-4FE7-B603-476794AF214E}"/>
                  </a:ext>
                </a:extLst>
              </p:cNvPr>
              <p:cNvSpPr>
                <a:spLocks noChangeShapeType="1"/>
              </p:cNvSpPr>
              <p:nvPr/>
            </p:nvSpPr>
            <p:spPr bwMode="auto">
              <a:xfrm>
                <a:off x="1914" y="1278"/>
                <a:ext cx="2118"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64558" name="Group 46">
              <a:extLst>
                <a:ext uri="{FF2B5EF4-FFF2-40B4-BE49-F238E27FC236}">
                  <a16:creationId xmlns:a16="http://schemas.microsoft.com/office/drawing/2014/main" id="{4856A83A-6A36-47AD-B3BA-3BCD3ED8D96E}"/>
                </a:ext>
              </a:extLst>
            </p:cNvPr>
            <p:cNvGrpSpPr>
              <a:grpSpLocks/>
            </p:cNvGrpSpPr>
            <p:nvPr/>
          </p:nvGrpSpPr>
          <p:grpSpPr bwMode="auto">
            <a:xfrm>
              <a:off x="2965" y="979"/>
              <a:ext cx="192" cy="1758"/>
              <a:chOff x="1802" y="1200"/>
              <a:chExt cx="192" cy="1758"/>
            </a:xfrm>
          </p:grpSpPr>
          <p:grpSp>
            <p:nvGrpSpPr>
              <p:cNvPr id="64559" name="Group 47">
                <a:extLst>
                  <a:ext uri="{FF2B5EF4-FFF2-40B4-BE49-F238E27FC236}">
                    <a16:creationId xmlns:a16="http://schemas.microsoft.com/office/drawing/2014/main" id="{32E75E90-380D-48A6-B131-05B86D805677}"/>
                  </a:ext>
                </a:extLst>
              </p:cNvPr>
              <p:cNvGrpSpPr>
                <a:grpSpLocks/>
              </p:cNvGrpSpPr>
              <p:nvPr/>
            </p:nvGrpSpPr>
            <p:grpSpPr bwMode="auto">
              <a:xfrm>
                <a:off x="1802" y="1728"/>
                <a:ext cx="192" cy="696"/>
                <a:chOff x="1802" y="1728"/>
                <a:chExt cx="192" cy="696"/>
              </a:xfrm>
            </p:grpSpPr>
            <p:sp>
              <p:nvSpPr>
                <p:cNvPr id="64560" name="Rectangle 48">
                  <a:extLst>
                    <a:ext uri="{FF2B5EF4-FFF2-40B4-BE49-F238E27FC236}">
                      <a16:creationId xmlns:a16="http://schemas.microsoft.com/office/drawing/2014/main" id="{53E7BCD3-BE15-4281-A4D5-6E465CD82C9B}"/>
                    </a:ext>
                  </a:extLst>
                </p:cNvPr>
                <p:cNvSpPr>
                  <a:spLocks noChangeArrowheads="1"/>
                </p:cNvSpPr>
                <p:nvPr/>
              </p:nvSpPr>
              <p:spPr bwMode="auto">
                <a:xfrm>
                  <a:off x="1802" y="1728"/>
                  <a:ext cx="192" cy="69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561" name="Line 49">
                  <a:extLst>
                    <a:ext uri="{FF2B5EF4-FFF2-40B4-BE49-F238E27FC236}">
                      <a16:creationId xmlns:a16="http://schemas.microsoft.com/office/drawing/2014/main" id="{28E4D33F-357C-4DDC-9BF7-92881DE7CE2D}"/>
                    </a:ext>
                  </a:extLst>
                </p:cNvPr>
                <p:cNvSpPr>
                  <a:spLocks noChangeShapeType="1"/>
                </p:cNvSpPr>
                <p:nvPr/>
              </p:nvSpPr>
              <p:spPr bwMode="auto">
                <a:xfrm>
                  <a:off x="1911" y="1728"/>
                  <a:ext cx="0" cy="149"/>
                </a:xfrm>
                <a:prstGeom prst="line">
                  <a:avLst/>
                </a:prstGeom>
                <a:noFill/>
                <a:ln w="12700">
                  <a:solidFill>
                    <a:schemeClr val="accent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562" name="Line 50">
                  <a:extLst>
                    <a:ext uri="{FF2B5EF4-FFF2-40B4-BE49-F238E27FC236}">
                      <a16:creationId xmlns:a16="http://schemas.microsoft.com/office/drawing/2014/main" id="{ADAF4E2D-7ECE-4376-94A0-945A5983E1BF}"/>
                    </a:ext>
                  </a:extLst>
                </p:cNvPr>
                <p:cNvSpPr>
                  <a:spLocks noChangeShapeType="1"/>
                </p:cNvSpPr>
                <p:nvPr/>
              </p:nvSpPr>
              <p:spPr bwMode="auto">
                <a:xfrm flipH="1">
                  <a:off x="1802" y="1877"/>
                  <a:ext cx="109" cy="50"/>
                </a:xfrm>
                <a:prstGeom prst="line">
                  <a:avLst/>
                </a:prstGeom>
                <a:noFill/>
                <a:ln w="12700">
                  <a:solidFill>
                    <a:schemeClr val="accent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563" name="Line 51">
                  <a:extLst>
                    <a:ext uri="{FF2B5EF4-FFF2-40B4-BE49-F238E27FC236}">
                      <a16:creationId xmlns:a16="http://schemas.microsoft.com/office/drawing/2014/main" id="{E416F4BB-A499-4D58-A4B7-D4E463DAB63B}"/>
                    </a:ext>
                  </a:extLst>
                </p:cNvPr>
                <p:cNvSpPr>
                  <a:spLocks noChangeShapeType="1"/>
                </p:cNvSpPr>
                <p:nvPr/>
              </p:nvSpPr>
              <p:spPr bwMode="auto">
                <a:xfrm>
                  <a:off x="1802" y="1927"/>
                  <a:ext cx="192" cy="50"/>
                </a:xfrm>
                <a:prstGeom prst="line">
                  <a:avLst/>
                </a:prstGeom>
                <a:noFill/>
                <a:ln w="12700">
                  <a:solidFill>
                    <a:schemeClr val="accent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564" name="Line 52">
                  <a:extLst>
                    <a:ext uri="{FF2B5EF4-FFF2-40B4-BE49-F238E27FC236}">
                      <a16:creationId xmlns:a16="http://schemas.microsoft.com/office/drawing/2014/main" id="{EED5C0BF-DB55-4E28-B2B6-DE81EF68E86D}"/>
                    </a:ext>
                  </a:extLst>
                </p:cNvPr>
                <p:cNvSpPr>
                  <a:spLocks noChangeShapeType="1"/>
                </p:cNvSpPr>
                <p:nvPr/>
              </p:nvSpPr>
              <p:spPr bwMode="auto">
                <a:xfrm flipH="1">
                  <a:off x="1802" y="1977"/>
                  <a:ext cx="192" cy="49"/>
                </a:xfrm>
                <a:prstGeom prst="line">
                  <a:avLst/>
                </a:prstGeom>
                <a:noFill/>
                <a:ln w="12700">
                  <a:solidFill>
                    <a:schemeClr val="accent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565" name="Line 53">
                  <a:extLst>
                    <a:ext uri="{FF2B5EF4-FFF2-40B4-BE49-F238E27FC236}">
                      <a16:creationId xmlns:a16="http://schemas.microsoft.com/office/drawing/2014/main" id="{19576FD1-31EC-413D-BB1D-F21B9077BF22}"/>
                    </a:ext>
                  </a:extLst>
                </p:cNvPr>
                <p:cNvSpPr>
                  <a:spLocks noChangeShapeType="1"/>
                </p:cNvSpPr>
                <p:nvPr/>
              </p:nvSpPr>
              <p:spPr bwMode="auto">
                <a:xfrm>
                  <a:off x="1802" y="2026"/>
                  <a:ext cx="192" cy="50"/>
                </a:xfrm>
                <a:prstGeom prst="line">
                  <a:avLst/>
                </a:prstGeom>
                <a:noFill/>
                <a:ln w="12700">
                  <a:solidFill>
                    <a:schemeClr val="accent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566" name="Line 54">
                  <a:extLst>
                    <a:ext uri="{FF2B5EF4-FFF2-40B4-BE49-F238E27FC236}">
                      <a16:creationId xmlns:a16="http://schemas.microsoft.com/office/drawing/2014/main" id="{AF117D47-7CA9-4952-9A34-E1FA965EC042}"/>
                    </a:ext>
                  </a:extLst>
                </p:cNvPr>
                <p:cNvSpPr>
                  <a:spLocks noChangeShapeType="1"/>
                </p:cNvSpPr>
                <p:nvPr/>
              </p:nvSpPr>
              <p:spPr bwMode="auto">
                <a:xfrm flipH="1">
                  <a:off x="1802" y="2076"/>
                  <a:ext cx="192" cy="50"/>
                </a:xfrm>
                <a:prstGeom prst="line">
                  <a:avLst/>
                </a:prstGeom>
                <a:noFill/>
                <a:ln w="12700">
                  <a:solidFill>
                    <a:schemeClr val="accent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567" name="Line 55">
                  <a:extLst>
                    <a:ext uri="{FF2B5EF4-FFF2-40B4-BE49-F238E27FC236}">
                      <a16:creationId xmlns:a16="http://schemas.microsoft.com/office/drawing/2014/main" id="{4AE6C448-F8B4-4166-804E-17417CE7DC49}"/>
                    </a:ext>
                  </a:extLst>
                </p:cNvPr>
                <p:cNvSpPr>
                  <a:spLocks noChangeShapeType="1"/>
                </p:cNvSpPr>
                <p:nvPr/>
              </p:nvSpPr>
              <p:spPr bwMode="auto">
                <a:xfrm>
                  <a:off x="1802" y="2126"/>
                  <a:ext cx="192" cy="49"/>
                </a:xfrm>
                <a:prstGeom prst="line">
                  <a:avLst/>
                </a:prstGeom>
                <a:noFill/>
                <a:ln w="12700">
                  <a:solidFill>
                    <a:schemeClr val="accent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568" name="Line 56">
                  <a:extLst>
                    <a:ext uri="{FF2B5EF4-FFF2-40B4-BE49-F238E27FC236}">
                      <a16:creationId xmlns:a16="http://schemas.microsoft.com/office/drawing/2014/main" id="{A154871B-C6F1-4631-BC85-ADCAF11B56AA}"/>
                    </a:ext>
                  </a:extLst>
                </p:cNvPr>
                <p:cNvSpPr>
                  <a:spLocks noChangeShapeType="1"/>
                </p:cNvSpPr>
                <p:nvPr/>
              </p:nvSpPr>
              <p:spPr bwMode="auto">
                <a:xfrm flipH="1">
                  <a:off x="1802" y="2175"/>
                  <a:ext cx="192" cy="50"/>
                </a:xfrm>
                <a:prstGeom prst="line">
                  <a:avLst/>
                </a:prstGeom>
                <a:noFill/>
                <a:ln w="12700">
                  <a:solidFill>
                    <a:schemeClr val="accent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569" name="Line 57">
                  <a:extLst>
                    <a:ext uri="{FF2B5EF4-FFF2-40B4-BE49-F238E27FC236}">
                      <a16:creationId xmlns:a16="http://schemas.microsoft.com/office/drawing/2014/main" id="{EBF98FD4-FE87-4C58-BF24-EAAB6D3EB085}"/>
                    </a:ext>
                  </a:extLst>
                </p:cNvPr>
                <p:cNvSpPr>
                  <a:spLocks noChangeShapeType="1"/>
                </p:cNvSpPr>
                <p:nvPr/>
              </p:nvSpPr>
              <p:spPr bwMode="auto">
                <a:xfrm>
                  <a:off x="1802" y="2225"/>
                  <a:ext cx="109" cy="50"/>
                </a:xfrm>
                <a:prstGeom prst="line">
                  <a:avLst/>
                </a:prstGeom>
                <a:noFill/>
                <a:ln w="12700">
                  <a:solidFill>
                    <a:schemeClr val="accent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570" name="Line 58">
                  <a:extLst>
                    <a:ext uri="{FF2B5EF4-FFF2-40B4-BE49-F238E27FC236}">
                      <a16:creationId xmlns:a16="http://schemas.microsoft.com/office/drawing/2014/main" id="{E9A6AD5D-5113-4D52-9CFB-50A89FD2E373}"/>
                    </a:ext>
                  </a:extLst>
                </p:cNvPr>
                <p:cNvSpPr>
                  <a:spLocks noChangeShapeType="1"/>
                </p:cNvSpPr>
                <p:nvPr/>
              </p:nvSpPr>
              <p:spPr bwMode="auto">
                <a:xfrm>
                  <a:off x="1911" y="2275"/>
                  <a:ext cx="0" cy="149"/>
                </a:xfrm>
                <a:prstGeom prst="line">
                  <a:avLst/>
                </a:prstGeom>
                <a:noFill/>
                <a:ln w="12700">
                  <a:solidFill>
                    <a:schemeClr val="accent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64571" name="Line 59">
                <a:extLst>
                  <a:ext uri="{FF2B5EF4-FFF2-40B4-BE49-F238E27FC236}">
                    <a16:creationId xmlns:a16="http://schemas.microsoft.com/office/drawing/2014/main" id="{87E6D02E-7A9C-4493-9242-C31F21F605C6}"/>
                  </a:ext>
                </a:extLst>
              </p:cNvPr>
              <p:cNvSpPr>
                <a:spLocks noChangeShapeType="1"/>
              </p:cNvSpPr>
              <p:nvPr/>
            </p:nvSpPr>
            <p:spPr bwMode="auto">
              <a:xfrm>
                <a:off x="1914" y="1200"/>
                <a:ext cx="0" cy="528"/>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572" name="Line 60">
                <a:extLst>
                  <a:ext uri="{FF2B5EF4-FFF2-40B4-BE49-F238E27FC236}">
                    <a16:creationId xmlns:a16="http://schemas.microsoft.com/office/drawing/2014/main" id="{10829521-2ED2-42D5-8588-D86D45EDF7DE}"/>
                  </a:ext>
                </a:extLst>
              </p:cNvPr>
              <p:cNvSpPr>
                <a:spLocks noChangeShapeType="1"/>
              </p:cNvSpPr>
              <p:nvPr/>
            </p:nvSpPr>
            <p:spPr bwMode="auto">
              <a:xfrm>
                <a:off x="1914" y="2430"/>
                <a:ext cx="0" cy="528"/>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64573" name="Group 61">
              <a:extLst>
                <a:ext uri="{FF2B5EF4-FFF2-40B4-BE49-F238E27FC236}">
                  <a16:creationId xmlns:a16="http://schemas.microsoft.com/office/drawing/2014/main" id="{C9B5F9A8-FBF0-412D-BC3A-651533733D30}"/>
                </a:ext>
              </a:extLst>
            </p:cNvPr>
            <p:cNvGrpSpPr>
              <a:grpSpLocks/>
            </p:cNvGrpSpPr>
            <p:nvPr/>
          </p:nvGrpSpPr>
          <p:grpSpPr bwMode="auto">
            <a:xfrm>
              <a:off x="3077" y="2665"/>
              <a:ext cx="2118" cy="78"/>
              <a:chOff x="1914" y="2886"/>
              <a:chExt cx="2118" cy="78"/>
            </a:xfrm>
          </p:grpSpPr>
          <p:sp>
            <p:nvSpPr>
              <p:cNvPr id="64574" name="Line 62">
                <a:extLst>
                  <a:ext uri="{FF2B5EF4-FFF2-40B4-BE49-F238E27FC236}">
                    <a16:creationId xmlns:a16="http://schemas.microsoft.com/office/drawing/2014/main" id="{D2177C35-0473-42AD-8296-B21CB99F6D3D}"/>
                  </a:ext>
                </a:extLst>
              </p:cNvPr>
              <p:cNvSpPr>
                <a:spLocks noChangeShapeType="1"/>
              </p:cNvSpPr>
              <p:nvPr/>
            </p:nvSpPr>
            <p:spPr bwMode="auto">
              <a:xfrm>
                <a:off x="1914" y="2886"/>
                <a:ext cx="2118"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575" name="Line 63">
                <a:extLst>
                  <a:ext uri="{FF2B5EF4-FFF2-40B4-BE49-F238E27FC236}">
                    <a16:creationId xmlns:a16="http://schemas.microsoft.com/office/drawing/2014/main" id="{3FE858CF-C8BA-4222-BC49-217E192107FB}"/>
                  </a:ext>
                </a:extLst>
              </p:cNvPr>
              <p:cNvSpPr>
                <a:spLocks noChangeShapeType="1"/>
              </p:cNvSpPr>
              <p:nvPr/>
            </p:nvSpPr>
            <p:spPr bwMode="auto">
              <a:xfrm>
                <a:off x="1914" y="2964"/>
                <a:ext cx="2118"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64576" name="Rectangle 64">
              <a:extLst>
                <a:ext uri="{FF2B5EF4-FFF2-40B4-BE49-F238E27FC236}">
                  <a16:creationId xmlns:a16="http://schemas.microsoft.com/office/drawing/2014/main" id="{CD0CEFF9-CB7C-44A7-85DA-D59F6564642C}"/>
                </a:ext>
              </a:extLst>
            </p:cNvPr>
            <p:cNvSpPr>
              <a:spLocks noChangeArrowheads="1"/>
            </p:cNvSpPr>
            <p:nvPr/>
          </p:nvSpPr>
          <p:spPr bwMode="auto">
            <a:xfrm>
              <a:off x="3121" y="1440"/>
              <a:ext cx="275" cy="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s-ES_tradnl" altLang="en-US" sz="3200" i="1">
                  <a:latin typeface="Times New Roman" panose="02020603050405020304" pitchFamily="18" charset="0"/>
                </a:rPr>
                <a:t>R</a:t>
              </a:r>
            </a:p>
          </p:txBody>
        </p:sp>
        <p:grpSp>
          <p:nvGrpSpPr>
            <p:cNvPr id="64577" name="Group 65">
              <a:extLst>
                <a:ext uri="{FF2B5EF4-FFF2-40B4-BE49-F238E27FC236}">
                  <a16:creationId xmlns:a16="http://schemas.microsoft.com/office/drawing/2014/main" id="{E8A0EE72-87DC-4F19-9CB8-19E82C810B8C}"/>
                </a:ext>
              </a:extLst>
            </p:cNvPr>
            <p:cNvGrpSpPr>
              <a:grpSpLocks/>
            </p:cNvGrpSpPr>
            <p:nvPr/>
          </p:nvGrpSpPr>
          <p:grpSpPr bwMode="auto">
            <a:xfrm>
              <a:off x="2699" y="979"/>
              <a:ext cx="288" cy="1728"/>
              <a:chOff x="1536" y="1200"/>
              <a:chExt cx="288" cy="1728"/>
            </a:xfrm>
          </p:grpSpPr>
          <p:sp>
            <p:nvSpPr>
              <p:cNvPr id="64578" name="Line 66">
                <a:extLst>
                  <a:ext uri="{FF2B5EF4-FFF2-40B4-BE49-F238E27FC236}">
                    <a16:creationId xmlns:a16="http://schemas.microsoft.com/office/drawing/2014/main" id="{A77A329D-31B7-4A57-A524-C70247D29633}"/>
                  </a:ext>
                </a:extLst>
              </p:cNvPr>
              <p:cNvSpPr>
                <a:spLocks noChangeShapeType="1"/>
              </p:cNvSpPr>
              <p:nvPr/>
            </p:nvSpPr>
            <p:spPr bwMode="auto">
              <a:xfrm>
                <a:off x="1536" y="1200"/>
                <a:ext cx="288"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579" name="Line 67">
                <a:extLst>
                  <a:ext uri="{FF2B5EF4-FFF2-40B4-BE49-F238E27FC236}">
                    <a16:creationId xmlns:a16="http://schemas.microsoft.com/office/drawing/2014/main" id="{0D8D0CC2-9E70-4914-A0FE-19CB3EEAA64C}"/>
                  </a:ext>
                </a:extLst>
              </p:cNvPr>
              <p:cNvSpPr>
                <a:spLocks noChangeShapeType="1"/>
              </p:cNvSpPr>
              <p:nvPr/>
            </p:nvSpPr>
            <p:spPr bwMode="auto">
              <a:xfrm>
                <a:off x="1536" y="2928"/>
                <a:ext cx="288"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580" name="Line 68">
                <a:extLst>
                  <a:ext uri="{FF2B5EF4-FFF2-40B4-BE49-F238E27FC236}">
                    <a16:creationId xmlns:a16="http://schemas.microsoft.com/office/drawing/2014/main" id="{9FF1F4F9-BA7C-44B6-AD71-F8C3F8F6A467}"/>
                  </a:ext>
                </a:extLst>
              </p:cNvPr>
              <p:cNvSpPr>
                <a:spLocks noChangeShapeType="1"/>
              </p:cNvSpPr>
              <p:nvPr/>
            </p:nvSpPr>
            <p:spPr bwMode="auto">
              <a:xfrm>
                <a:off x="1680" y="1200"/>
                <a:ext cx="0" cy="1728"/>
              </a:xfrm>
              <a:prstGeom prst="line">
                <a:avLst/>
              </a:prstGeom>
              <a:noFill/>
              <a:ln w="12700">
                <a:solidFill>
                  <a:schemeClr val="tx1"/>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581" name="Rectangle 69">
                <a:extLst>
                  <a:ext uri="{FF2B5EF4-FFF2-40B4-BE49-F238E27FC236}">
                    <a16:creationId xmlns:a16="http://schemas.microsoft.com/office/drawing/2014/main" id="{7EA4A207-4DD2-4301-BB87-3B11CCCB62AF}"/>
                  </a:ext>
                </a:extLst>
              </p:cNvPr>
              <p:cNvSpPr>
                <a:spLocks noChangeArrowheads="1"/>
              </p:cNvSpPr>
              <p:nvPr/>
            </p:nvSpPr>
            <p:spPr bwMode="auto">
              <a:xfrm>
                <a:off x="1574" y="1757"/>
                <a:ext cx="189" cy="369"/>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s-ES_tradnl" altLang="en-US" sz="3200" i="1">
                    <a:latin typeface="Times New Roman" panose="02020603050405020304" pitchFamily="18" charset="0"/>
                  </a:rPr>
                  <a:t>l</a:t>
                </a:r>
              </a:p>
            </p:txBody>
          </p:sp>
        </p:grpSp>
        <p:sp>
          <p:nvSpPr>
            <p:cNvPr id="64582" name="Rectangle 70">
              <a:extLst>
                <a:ext uri="{FF2B5EF4-FFF2-40B4-BE49-F238E27FC236}">
                  <a16:creationId xmlns:a16="http://schemas.microsoft.com/office/drawing/2014/main" id="{24C65EEC-BD32-41CD-A1FF-996C7A6B3CD1}"/>
                </a:ext>
              </a:extLst>
            </p:cNvPr>
            <p:cNvSpPr>
              <a:spLocks noChangeArrowheads="1"/>
            </p:cNvSpPr>
            <p:nvPr/>
          </p:nvSpPr>
          <p:spPr bwMode="auto">
            <a:xfrm>
              <a:off x="4239" y="935"/>
              <a:ext cx="280" cy="1816"/>
            </a:xfrm>
            <a:prstGeom prst="rect">
              <a:avLst/>
            </a:prstGeom>
            <a:solidFill>
              <a:schemeClr val="tx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64583" name="Group 71">
              <a:extLst>
                <a:ext uri="{FF2B5EF4-FFF2-40B4-BE49-F238E27FC236}">
                  <a16:creationId xmlns:a16="http://schemas.microsoft.com/office/drawing/2014/main" id="{CCD13B35-F3FE-4764-9703-92B7DA129014}"/>
                </a:ext>
              </a:extLst>
            </p:cNvPr>
            <p:cNvGrpSpPr>
              <a:grpSpLocks/>
            </p:cNvGrpSpPr>
            <p:nvPr/>
          </p:nvGrpSpPr>
          <p:grpSpPr bwMode="auto">
            <a:xfrm>
              <a:off x="3371" y="2064"/>
              <a:ext cx="528" cy="403"/>
              <a:chOff x="2208" y="2285"/>
              <a:chExt cx="528" cy="403"/>
            </a:xfrm>
          </p:grpSpPr>
          <p:sp>
            <p:nvSpPr>
              <p:cNvPr id="64584" name="Line 72">
                <a:extLst>
                  <a:ext uri="{FF2B5EF4-FFF2-40B4-BE49-F238E27FC236}">
                    <a16:creationId xmlns:a16="http://schemas.microsoft.com/office/drawing/2014/main" id="{6EED7B57-CA8B-4121-86A6-4D7D5DAC2F77}"/>
                  </a:ext>
                </a:extLst>
              </p:cNvPr>
              <p:cNvSpPr>
                <a:spLocks noChangeShapeType="1"/>
              </p:cNvSpPr>
              <p:nvPr/>
            </p:nvSpPr>
            <p:spPr bwMode="auto">
              <a:xfrm>
                <a:off x="2208" y="2688"/>
                <a:ext cx="528" cy="0"/>
              </a:xfrm>
              <a:prstGeom prst="line">
                <a:avLst/>
              </a:prstGeom>
              <a:noFill/>
              <a:ln w="50800">
                <a:solidFill>
                  <a:schemeClr val="accent2"/>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585" name="Rectangle 73">
                <a:extLst>
                  <a:ext uri="{FF2B5EF4-FFF2-40B4-BE49-F238E27FC236}">
                    <a16:creationId xmlns:a16="http://schemas.microsoft.com/office/drawing/2014/main" id="{531F2025-DBFB-455A-8C95-FF4914BFBE80}"/>
                  </a:ext>
                </a:extLst>
              </p:cNvPr>
              <p:cNvSpPr>
                <a:spLocks noChangeArrowheads="1"/>
              </p:cNvSpPr>
              <p:nvPr/>
            </p:nvSpPr>
            <p:spPr bwMode="auto">
              <a:xfrm>
                <a:off x="2246" y="2285"/>
                <a:ext cx="203" cy="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s-ES_tradnl" altLang="en-US" sz="3200" i="1">
                    <a:latin typeface="Times New Roman" panose="02020603050405020304" pitchFamily="18" charset="0"/>
                  </a:rPr>
                  <a:t>I</a:t>
                </a:r>
              </a:p>
            </p:txBody>
          </p:sp>
        </p:grpSp>
        <p:grpSp>
          <p:nvGrpSpPr>
            <p:cNvPr id="64586" name="Group 74">
              <a:extLst>
                <a:ext uri="{FF2B5EF4-FFF2-40B4-BE49-F238E27FC236}">
                  <a16:creationId xmlns:a16="http://schemas.microsoft.com/office/drawing/2014/main" id="{FEE61053-D4BA-4A9B-B24F-97AABF388D93}"/>
                </a:ext>
              </a:extLst>
            </p:cNvPr>
            <p:cNvGrpSpPr>
              <a:grpSpLocks/>
            </p:cNvGrpSpPr>
            <p:nvPr/>
          </p:nvGrpSpPr>
          <p:grpSpPr bwMode="auto">
            <a:xfrm>
              <a:off x="4523" y="1440"/>
              <a:ext cx="689" cy="369"/>
              <a:chOff x="3360" y="1661"/>
              <a:chExt cx="689" cy="369"/>
            </a:xfrm>
          </p:grpSpPr>
          <p:sp>
            <p:nvSpPr>
              <p:cNvPr id="64587" name="Line 75">
                <a:extLst>
                  <a:ext uri="{FF2B5EF4-FFF2-40B4-BE49-F238E27FC236}">
                    <a16:creationId xmlns:a16="http://schemas.microsoft.com/office/drawing/2014/main" id="{75359B13-31F6-4A03-B802-CCD5BE737A7D}"/>
                  </a:ext>
                </a:extLst>
              </p:cNvPr>
              <p:cNvSpPr>
                <a:spLocks noChangeShapeType="1"/>
              </p:cNvSpPr>
              <p:nvPr/>
            </p:nvSpPr>
            <p:spPr bwMode="auto">
              <a:xfrm>
                <a:off x="3360" y="1872"/>
                <a:ext cx="384" cy="0"/>
              </a:xfrm>
              <a:prstGeom prst="line">
                <a:avLst/>
              </a:prstGeom>
              <a:noFill/>
              <a:ln w="50800">
                <a:solidFill>
                  <a:schemeClr val="bg2"/>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588" name="Rectangle 76">
                <a:extLst>
                  <a:ext uri="{FF2B5EF4-FFF2-40B4-BE49-F238E27FC236}">
                    <a16:creationId xmlns:a16="http://schemas.microsoft.com/office/drawing/2014/main" id="{833974FA-E93F-4C2E-9870-E39030B4BDD1}"/>
                  </a:ext>
                </a:extLst>
              </p:cNvPr>
              <p:cNvSpPr>
                <a:spLocks noChangeArrowheads="1"/>
              </p:cNvSpPr>
              <p:nvPr/>
            </p:nvSpPr>
            <p:spPr bwMode="auto">
              <a:xfrm>
                <a:off x="3782" y="1661"/>
                <a:ext cx="267" cy="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s-ES_tradnl" altLang="en-US" sz="3200">
                    <a:latin typeface="Symbol" panose="05050102010706020507" pitchFamily="18" charset="2"/>
                  </a:rPr>
                  <a:t>u</a:t>
                </a:r>
              </a:p>
            </p:txBody>
          </p:sp>
        </p:grpSp>
      </p:grpSp>
      <p:sp>
        <p:nvSpPr>
          <p:cNvPr id="64589" name="Text Box 77">
            <a:extLst>
              <a:ext uri="{FF2B5EF4-FFF2-40B4-BE49-F238E27FC236}">
                <a16:creationId xmlns:a16="http://schemas.microsoft.com/office/drawing/2014/main" id="{BF063BDE-5138-44B6-86FF-C3E0C0BF2C44}"/>
              </a:ext>
            </a:extLst>
          </p:cNvPr>
          <p:cNvSpPr txBox="1">
            <a:spLocks noChangeArrowheads="1"/>
          </p:cNvSpPr>
          <p:nvPr/>
        </p:nvSpPr>
        <p:spPr bwMode="auto">
          <a:xfrm>
            <a:off x="1828801" y="76200"/>
            <a:ext cx="7318375" cy="106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r>
              <a:rPr lang="es-ES_tradnl" altLang="en-US" sz="3200">
                <a:solidFill>
                  <a:schemeClr val="tx2"/>
                </a:solidFill>
                <a:latin typeface="Times New Roman" panose="02020603050405020304" pitchFamily="18" charset="0"/>
              </a:rPr>
              <a:t>2.- Barra lineal en movimiento dentro de un</a:t>
            </a:r>
          </a:p>
          <a:p>
            <a:pPr eaLnBrk="0" hangingPunct="0"/>
            <a:r>
              <a:rPr lang="es-ES_tradnl" altLang="en-US" sz="3200">
                <a:solidFill>
                  <a:schemeClr val="tx2"/>
                </a:solidFill>
                <a:latin typeface="Times New Roman" panose="02020603050405020304" pitchFamily="18" charset="0"/>
              </a:rPr>
              <a:t> campo magnético constante</a:t>
            </a:r>
          </a:p>
        </p:txBody>
      </p:sp>
      <p:grpSp>
        <p:nvGrpSpPr>
          <p:cNvPr id="64590" name="Group 78">
            <a:extLst>
              <a:ext uri="{FF2B5EF4-FFF2-40B4-BE49-F238E27FC236}">
                <a16:creationId xmlns:a16="http://schemas.microsoft.com/office/drawing/2014/main" id="{ED3C8401-D931-4321-B3ED-4ECDBE4398BA}"/>
              </a:ext>
            </a:extLst>
          </p:cNvPr>
          <p:cNvGrpSpPr>
            <a:grpSpLocks/>
          </p:cNvGrpSpPr>
          <p:nvPr/>
        </p:nvGrpSpPr>
        <p:grpSpPr bwMode="auto">
          <a:xfrm>
            <a:off x="1905000" y="1447800"/>
            <a:ext cx="2209800" cy="1219200"/>
            <a:chOff x="240" y="912"/>
            <a:chExt cx="1392" cy="768"/>
          </a:xfrm>
        </p:grpSpPr>
        <p:sp>
          <p:nvSpPr>
            <p:cNvPr id="64591" name="Rectangle 79">
              <a:extLst>
                <a:ext uri="{FF2B5EF4-FFF2-40B4-BE49-F238E27FC236}">
                  <a16:creationId xmlns:a16="http://schemas.microsoft.com/office/drawing/2014/main" id="{A77F3649-36FC-49EC-9DB0-178539A9E152}"/>
                </a:ext>
              </a:extLst>
            </p:cNvPr>
            <p:cNvSpPr>
              <a:spLocks noChangeArrowheads="1"/>
            </p:cNvSpPr>
            <p:nvPr/>
          </p:nvSpPr>
          <p:spPr bwMode="auto">
            <a:xfrm>
              <a:off x="240" y="912"/>
              <a:ext cx="1392" cy="768"/>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592" name="Text Box 80">
              <a:extLst>
                <a:ext uri="{FF2B5EF4-FFF2-40B4-BE49-F238E27FC236}">
                  <a16:creationId xmlns:a16="http://schemas.microsoft.com/office/drawing/2014/main" id="{72A8BD00-0C78-432D-AD9D-A249E984292F}"/>
                </a:ext>
              </a:extLst>
            </p:cNvPr>
            <p:cNvSpPr txBox="1">
              <a:spLocks noChangeArrowheads="1"/>
            </p:cNvSpPr>
            <p:nvPr/>
          </p:nvSpPr>
          <p:spPr bwMode="auto">
            <a:xfrm>
              <a:off x="260" y="958"/>
              <a:ext cx="1337" cy="6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r>
                <a:rPr lang="es-ES_tradnl" altLang="en-US" sz="3200">
                  <a:solidFill>
                    <a:schemeClr val="tx2"/>
                  </a:solidFill>
                  <a:latin typeface="Times New Roman" panose="02020603050405020304" pitchFamily="18" charset="0"/>
                </a:rPr>
                <a:t>Datos:</a:t>
              </a:r>
            </a:p>
            <a:p>
              <a:pPr eaLnBrk="0" hangingPunct="0"/>
              <a:r>
                <a:rPr lang="es-ES_tradnl" altLang="en-US" sz="3200">
                  <a:solidFill>
                    <a:schemeClr val="tx2"/>
                  </a:solidFill>
                  <a:latin typeface="Times New Roman" panose="02020603050405020304" pitchFamily="18" charset="0"/>
                </a:rPr>
                <a:t>m, B, </a:t>
              </a:r>
              <a:r>
                <a:rPr lang="es-ES_tradnl" altLang="en-US" sz="3200" i="1">
                  <a:solidFill>
                    <a:schemeClr val="tx2"/>
                  </a:solidFill>
                  <a:latin typeface="Times New Roman" panose="02020603050405020304" pitchFamily="18" charset="0"/>
                </a:rPr>
                <a:t>l,</a:t>
              </a:r>
              <a:r>
                <a:rPr lang="es-ES_tradnl" altLang="en-US" sz="3200">
                  <a:solidFill>
                    <a:schemeClr val="tx2"/>
                  </a:solidFill>
                  <a:latin typeface="Times New Roman" panose="02020603050405020304" pitchFamily="18" charset="0"/>
                </a:rPr>
                <a:t>v</a:t>
              </a:r>
              <a:r>
                <a:rPr lang="es-ES_tradnl" altLang="en-US" sz="3200" baseline="-25000">
                  <a:solidFill>
                    <a:schemeClr val="tx2"/>
                  </a:solidFill>
                  <a:latin typeface="Times New Roman" panose="02020603050405020304" pitchFamily="18" charset="0"/>
                </a:rPr>
                <a:t>o</a:t>
              </a:r>
              <a:r>
                <a:rPr lang="es-ES_tradnl" altLang="en-US" sz="3200">
                  <a:solidFill>
                    <a:schemeClr val="tx2"/>
                  </a:solidFill>
                  <a:latin typeface="Times New Roman" panose="02020603050405020304" pitchFamily="18" charset="0"/>
                </a:rPr>
                <a:t>,R</a:t>
              </a:r>
            </a:p>
          </p:txBody>
        </p:sp>
      </p:grpSp>
      <p:grpSp>
        <p:nvGrpSpPr>
          <p:cNvPr id="64593" name="Group 81">
            <a:extLst>
              <a:ext uri="{FF2B5EF4-FFF2-40B4-BE49-F238E27FC236}">
                <a16:creationId xmlns:a16="http://schemas.microsoft.com/office/drawing/2014/main" id="{8A8A988C-3EBA-48A4-84CB-7A76B61F3902}"/>
              </a:ext>
            </a:extLst>
          </p:cNvPr>
          <p:cNvGrpSpPr>
            <a:grpSpLocks/>
          </p:cNvGrpSpPr>
          <p:nvPr/>
        </p:nvGrpSpPr>
        <p:grpSpPr bwMode="auto">
          <a:xfrm>
            <a:off x="1828800" y="2895600"/>
            <a:ext cx="2209800" cy="1219200"/>
            <a:chOff x="192" y="1824"/>
            <a:chExt cx="1392" cy="768"/>
          </a:xfrm>
        </p:grpSpPr>
        <p:sp>
          <p:nvSpPr>
            <p:cNvPr id="64594" name="Rectangle 82">
              <a:extLst>
                <a:ext uri="{FF2B5EF4-FFF2-40B4-BE49-F238E27FC236}">
                  <a16:creationId xmlns:a16="http://schemas.microsoft.com/office/drawing/2014/main" id="{0A4DBF83-B6F9-487F-8066-6E8524021F33}"/>
                </a:ext>
              </a:extLst>
            </p:cNvPr>
            <p:cNvSpPr>
              <a:spLocks noChangeArrowheads="1"/>
            </p:cNvSpPr>
            <p:nvPr/>
          </p:nvSpPr>
          <p:spPr bwMode="auto">
            <a:xfrm>
              <a:off x="192" y="1824"/>
              <a:ext cx="1392" cy="768"/>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595" name="Text Box 83">
              <a:extLst>
                <a:ext uri="{FF2B5EF4-FFF2-40B4-BE49-F238E27FC236}">
                  <a16:creationId xmlns:a16="http://schemas.microsoft.com/office/drawing/2014/main" id="{E6E77DA0-B6A7-4FC6-B241-15631E8F298C}"/>
                </a:ext>
              </a:extLst>
            </p:cNvPr>
            <p:cNvSpPr txBox="1">
              <a:spLocks noChangeArrowheads="1"/>
            </p:cNvSpPr>
            <p:nvPr/>
          </p:nvSpPr>
          <p:spPr bwMode="auto">
            <a:xfrm>
              <a:off x="238" y="1920"/>
              <a:ext cx="1154" cy="6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r>
                <a:rPr lang="es-ES_tradnl" altLang="en-US" sz="3200">
                  <a:solidFill>
                    <a:schemeClr val="tx2"/>
                  </a:solidFill>
                  <a:latin typeface="Times New Roman" panose="02020603050405020304" pitchFamily="18" charset="0"/>
                </a:rPr>
                <a:t>Incógnita:</a:t>
              </a:r>
            </a:p>
            <a:p>
              <a:pPr eaLnBrk="0" hangingPunct="0"/>
              <a:r>
                <a:rPr lang="es-ES_tradnl" altLang="en-US" sz="3200">
                  <a:solidFill>
                    <a:schemeClr val="tx2"/>
                  </a:solidFill>
                  <a:latin typeface="Times New Roman" panose="02020603050405020304" pitchFamily="18" charset="0"/>
                </a:rPr>
                <a:t>v = ?</a:t>
              </a:r>
            </a:p>
          </p:txBody>
        </p:sp>
      </p:grpSp>
      <p:grpSp>
        <p:nvGrpSpPr>
          <p:cNvPr id="64596" name="Group 84">
            <a:extLst>
              <a:ext uri="{FF2B5EF4-FFF2-40B4-BE49-F238E27FC236}">
                <a16:creationId xmlns:a16="http://schemas.microsoft.com/office/drawing/2014/main" id="{9C11054B-DB56-4945-8F5D-E9E58FC1736D}"/>
              </a:ext>
            </a:extLst>
          </p:cNvPr>
          <p:cNvGrpSpPr>
            <a:grpSpLocks/>
          </p:cNvGrpSpPr>
          <p:nvPr/>
        </p:nvGrpSpPr>
        <p:grpSpPr bwMode="auto">
          <a:xfrm>
            <a:off x="1600200" y="4953000"/>
            <a:ext cx="3124200" cy="1295400"/>
            <a:chOff x="48" y="3120"/>
            <a:chExt cx="1968" cy="816"/>
          </a:xfrm>
        </p:grpSpPr>
        <p:sp>
          <p:nvSpPr>
            <p:cNvPr id="64597" name="Rectangle 85">
              <a:extLst>
                <a:ext uri="{FF2B5EF4-FFF2-40B4-BE49-F238E27FC236}">
                  <a16:creationId xmlns:a16="http://schemas.microsoft.com/office/drawing/2014/main" id="{C68D314A-8378-46C9-834A-37D7869AE91C}"/>
                </a:ext>
              </a:extLst>
            </p:cNvPr>
            <p:cNvSpPr>
              <a:spLocks noChangeArrowheads="1"/>
            </p:cNvSpPr>
            <p:nvPr/>
          </p:nvSpPr>
          <p:spPr bwMode="auto">
            <a:xfrm>
              <a:off x="48" y="3120"/>
              <a:ext cx="1968" cy="816"/>
            </a:xfrm>
            <a:prstGeom prst="rect">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aphicFrame>
          <p:nvGraphicFramePr>
            <p:cNvPr id="64598" name="Object 86">
              <a:extLst>
                <a:ext uri="{FF2B5EF4-FFF2-40B4-BE49-F238E27FC236}">
                  <a16:creationId xmlns:a16="http://schemas.microsoft.com/office/drawing/2014/main" id="{90742796-BCBD-4809-B167-4E1F7DA72A5D}"/>
                </a:ext>
              </a:extLst>
            </p:cNvPr>
            <p:cNvGraphicFramePr>
              <a:graphicFrameLocks noChangeAspect="1"/>
            </p:cNvGraphicFramePr>
            <p:nvPr/>
          </p:nvGraphicFramePr>
          <p:xfrm>
            <a:off x="48" y="3171"/>
            <a:ext cx="1968" cy="703"/>
          </p:xfrm>
          <a:graphic>
            <a:graphicData uri="http://schemas.openxmlformats.org/presentationml/2006/ole">
              <mc:AlternateContent xmlns:mc="http://schemas.openxmlformats.org/markup-compatibility/2006">
                <mc:Choice xmlns:v="urn:schemas-microsoft-com:vml" Requires="v">
                  <p:oleObj spid="_x0000_s46086" name="Ecuación" r:id="rId3" imgW="672840" imgH="241200" progId="Equation.3">
                    <p:embed/>
                  </p:oleObj>
                </mc:Choice>
                <mc:Fallback>
                  <p:oleObj name="Ecuación" r:id="rId3" imgW="672840" imgH="241200" progId="Equation.3">
                    <p:embed/>
                    <p:pic>
                      <p:nvPicPr>
                        <p:cNvPr id="64598" name="Object 86">
                          <a:extLst>
                            <a:ext uri="{FF2B5EF4-FFF2-40B4-BE49-F238E27FC236}">
                              <a16:creationId xmlns:a16="http://schemas.microsoft.com/office/drawing/2014/main" id="{90742796-BCBD-4809-B167-4E1F7DA72A5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 y="3171"/>
                          <a:ext cx="1968" cy="7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64599" name="Group 87">
            <a:extLst>
              <a:ext uri="{FF2B5EF4-FFF2-40B4-BE49-F238E27FC236}">
                <a16:creationId xmlns:a16="http://schemas.microsoft.com/office/drawing/2014/main" id="{FDB4AD37-F35D-4882-B5E2-55D9538A8DA3}"/>
              </a:ext>
            </a:extLst>
          </p:cNvPr>
          <p:cNvGrpSpPr>
            <a:grpSpLocks/>
          </p:cNvGrpSpPr>
          <p:nvPr/>
        </p:nvGrpSpPr>
        <p:grpSpPr bwMode="auto">
          <a:xfrm>
            <a:off x="5867400" y="5486400"/>
            <a:ext cx="3581400" cy="1143000"/>
            <a:chOff x="2400" y="3600"/>
            <a:chExt cx="2256" cy="720"/>
          </a:xfrm>
        </p:grpSpPr>
        <p:sp>
          <p:nvSpPr>
            <p:cNvPr id="64600" name="Rectangle 88">
              <a:extLst>
                <a:ext uri="{FF2B5EF4-FFF2-40B4-BE49-F238E27FC236}">
                  <a16:creationId xmlns:a16="http://schemas.microsoft.com/office/drawing/2014/main" id="{38614860-7814-41E8-B9E0-FD4502EA3A36}"/>
                </a:ext>
              </a:extLst>
            </p:cNvPr>
            <p:cNvSpPr>
              <a:spLocks noChangeArrowheads="1"/>
            </p:cNvSpPr>
            <p:nvPr/>
          </p:nvSpPr>
          <p:spPr bwMode="auto">
            <a:xfrm>
              <a:off x="2400" y="3600"/>
              <a:ext cx="2256" cy="720"/>
            </a:xfrm>
            <a:prstGeom prst="rect">
              <a:avLst/>
            </a:prstGeom>
            <a:solidFill>
              <a:srgbClr val="00CC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aphicFrame>
          <p:nvGraphicFramePr>
            <p:cNvPr id="64601" name="Object 89">
              <a:extLst>
                <a:ext uri="{FF2B5EF4-FFF2-40B4-BE49-F238E27FC236}">
                  <a16:creationId xmlns:a16="http://schemas.microsoft.com/office/drawing/2014/main" id="{121F845B-52B5-4C7F-8EC8-23A2C5AB9D71}"/>
                </a:ext>
              </a:extLst>
            </p:cNvPr>
            <p:cNvGraphicFramePr>
              <a:graphicFrameLocks noChangeAspect="1"/>
            </p:cNvGraphicFramePr>
            <p:nvPr/>
          </p:nvGraphicFramePr>
          <p:xfrm>
            <a:off x="3264" y="3648"/>
            <a:ext cx="1200" cy="672"/>
          </p:xfrm>
          <a:graphic>
            <a:graphicData uri="http://schemas.openxmlformats.org/presentationml/2006/ole">
              <mc:AlternateContent xmlns:mc="http://schemas.openxmlformats.org/markup-compatibility/2006">
                <mc:Choice xmlns:v="urn:schemas-microsoft-com:vml" Requires="v">
                  <p:oleObj spid="_x0000_s46087" name="Ecuación" r:id="rId5" imgW="571320" imgH="393480" progId="Equation.3">
                    <p:embed/>
                  </p:oleObj>
                </mc:Choice>
                <mc:Fallback>
                  <p:oleObj name="Ecuación" r:id="rId5" imgW="571320" imgH="393480" progId="Equation.3">
                    <p:embed/>
                    <p:pic>
                      <p:nvPicPr>
                        <p:cNvPr id="64601" name="Object 89">
                          <a:extLst>
                            <a:ext uri="{FF2B5EF4-FFF2-40B4-BE49-F238E27FC236}">
                              <a16:creationId xmlns:a16="http://schemas.microsoft.com/office/drawing/2014/main" id="{121F845B-52B5-4C7F-8EC8-23A2C5AB9D7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64" y="3648"/>
                          <a:ext cx="1200" cy="6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4602" name="Text Box 90">
              <a:extLst>
                <a:ext uri="{FF2B5EF4-FFF2-40B4-BE49-F238E27FC236}">
                  <a16:creationId xmlns:a16="http://schemas.microsoft.com/office/drawing/2014/main" id="{51ABBEB3-5FFA-401A-90C6-C585FB9461B7}"/>
                </a:ext>
              </a:extLst>
            </p:cNvPr>
            <p:cNvSpPr txBox="1">
              <a:spLocks noChangeArrowheads="1"/>
            </p:cNvSpPr>
            <p:nvPr/>
          </p:nvSpPr>
          <p:spPr bwMode="auto">
            <a:xfrm>
              <a:off x="2445" y="3802"/>
              <a:ext cx="486"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lang="es-ES_tradnl" altLang="en-US" sz="3200">
                  <a:solidFill>
                    <a:schemeClr val="tx2"/>
                  </a:solidFill>
                  <a:latin typeface="Times New Roman" panose="02020603050405020304" pitchFamily="18" charset="0"/>
                </a:rPr>
                <a:t>con</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5" fill="hold" grpId="0" nodeType="clickEffect">
                                  <p:stCondLst>
                                    <p:cond delay="0"/>
                                  </p:stCondLst>
                                  <p:childTnLst>
                                    <p:set>
                                      <p:cBhvr>
                                        <p:cTn id="6" dur="1" fill="hold">
                                          <p:stCondLst>
                                            <p:cond delay="0"/>
                                          </p:stCondLst>
                                        </p:cTn>
                                        <p:tgtEl>
                                          <p:spTgt spid="64589"/>
                                        </p:tgtEl>
                                        <p:attrNameLst>
                                          <p:attrName>style.visibility</p:attrName>
                                        </p:attrNameLst>
                                      </p:cBhvr>
                                      <p:to>
                                        <p:strVal val="visible"/>
                                      </p:to>
                                    </p:set>
                                    <p:animEffect transition="in" filter="randombar(vertical)">
                                      <p:cBhvr>
                                        <p:cTn id="7" dur="500"/>
                                        <p:tgtEl>
                                          <p:spTgt spid="6458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5" fill="hold" nodeType="clickEffect">
                                  <p:stCondLst>
                                    <p:cond delay="0"/>
                                  </p:stCondLst>
                                  <p:childTnLst>
                                    <p:set>
                                      <p:cBhvr>
                                        <p:cTn id="11" dur="1" fill="hold">
                                          <p:stCondLst>
                                            <p:cond delay="0"/>
                                          </p:stCondLst>
                                        </p:cTn>
                                        <p:tgtEl>
                                          <p:spTgt spid="64523"/>
                                        </p:tgtEl>
                                        <p:attrNameLst>
                                          <p:attrName>style.visibility</p:attrName>
                                        </p:attrNameLst>
                                      </p:cBhvr>
                                      <p:to>
                                        <p:strVal val="visible"/>
                                      </p:to>
                                    </p:set>
                                    <p:animEffect transition="in" filter="randombar(vertical)">
                                      <p:cBhvr>
                                        <p:cTn id="12" dur="500"/>
                                        <p:tgtEl>
                                          <p:spTgt spid="6452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4" presetClass="entr" presetSubtype="5" fill="hold" nodeType="clickEffect">
                                  <p:stCondLst>
                                    <p:cond delay="0"/>
                                  </p:stCondLst>
                                  <p:childTnLst>
                                    <p:set>
                                      <p:cBhvr>
                                        <p:cTn id="16" dur="1" fill="hold">
                                          <p:stCondLst>
                                            <p:cond delay="0"/>
                                          </p:stCondLst>
                                        </p:cTn>
                                        <p:tgtEl>
                                          <p:spTgt spid="64590"/>
                                        </p:tgtEl>
                                        <p:attrNameLst>
                                          <p:attrName>style.visibility</p:attrName>
                                        </p:attrNameLst>
                                      </p:cBhvr>
                                      <p:to>
                                        <p:strVal val="visible"/>
                                      </p:to>
                                    </p:set>
                                    <p:animEffect transition="in" filter="randombar(vertical)">
                                      <p:cBhvr>
                                        <p:cTn id="17" dur="500"/>
                                        <p:tgtEl>
                                          <p:spTgt spid="6459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4" presetClass="entr" presetSubtype="5" fill="hold" nodeType="clickEffect">
                                  <p:stCondLst>
                                    <p:cond delay="0"/>
                                  </p:stCondLst>
                                  <p:childTnLst>
                                    <p:set>
                                      <p:cBhvr>
                                        <p:cTn id="21" dur="1" fill="hold">
                                          <p:stCondLst>
                                            <p:cond delay="0"/>
                                          </p:stCondLst>
                                        </p:cTn>
                                        <p:tgtEl>
                                          <p:spTgt spid="64593"/>
                                        </p:tgtEl>
                                        <p:attrNameLst>
                                          <p:attrName>style.visibility</p:attrName>
                                        </p:attrNameLst>
                                      </p:cBhvr>
                                      <p:to>
                                        <p:strVal val="visible"/>
                                      </p:to>
                                    </p:set>
                                    <p:animEffect transition="in" filter="randombar(vertical)">
                                      <p:cBhvr>
                                        <p:cTn id="22" dur="500"/>
                                        <p:tgtEl>
                                          <p:spTgt spid="6459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4" presetClass="entr" presetSubtype="5" fill="hold" grpId="0" nodeType="clickEffect" nodePh="1">
                                  <p:stCondLst>
                                    <p:cond delay="0"/>
                                  </p:stCondLst>
                                  <p:endCondLst>
                                    <p:cond evt="begin" delay="0">
                                      <p:tn val="25"/>
                                    </p:cond>
                                  </p:endCondLst>
                                  <p:childTnLst>
                                    <p:set>
                                      <p:cBhvr>
                                        <p:cTn id="26" dur="1" fill="hold">
                                          <p:stCondLst>
                                            <p:cond delay="0"/>
                                          </p:stCondLst>
                                        </p:cTn>
                                        <p:tgtEl>
                                          <p:spTgt spid="64514"/>
                                        </p:tgtEl>
                                        <p:attrNameLst>
                                          <p:attrName>style.visibility</p:attrName>
                                        </p:attrNameLst>
                                      </p:cBhvr>
                                      <p:to>
                                        <p:strVal val="visible"/>
                                      </p:to>
                                    </p:set>
                                    <p:animEffect transition="in" filter="randombar(vertical)">
                                      <p:cBhvr>
                                        <p:cTn id="27" dur="500"/>
                                        <p:tgtEl>
                                          <p:spTgt spid="6451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4" presetClass="entr" presetSubtype="5" fill="hold" nodeType="clickEffect">
                                  <p:stCondLst>
                                    <p:cond delay="0"/>
                                  </p:stCondLst>
                                  <p:childTnLst>
                                    <p:set>
                                      <p:cBhvr>
                                        <p:cTn id="31" dur="1" fill="hold">
                                          <p:stCondLst>
                                            <p:cond delay="0"/>
                                          </p:stCondLst>
                                        </p:cTn>
                                        <p:tgtEl>
                                          <p:spTgt spid="64520"/>
                                        </p:tgtEl>
                                        <p:attrNameLst>
                                          <p:attrName>style.visibility</p:attrName>
                                        </p:attrNameLst>
                                      </p:cBhvr>
                                      <p:to>
                                        <p:strVal val="visible"/>
                                      </p:to>
                                    </p:set>
                                    <p:animEffect transition="in" filter="randombar(vertical)">
                                      <p:cBhvr>
                                        <p:cTn id="32" dur="500"/>
                                        <p:tgtEl>
                                          <p:spTgt spid="6452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4" presetClass="entr" presetSubtype="5" fill="hold" nodeType="clickEffect">
                                  <p:stCondLst>
                                    <p:cond delay="0"/>
                                  </p:stCondLst>
                                  <p:childTnLst>
                                    <p:set>
                                      <p:cBhvr>
                                        <p:cTn id="36" dur="1" fill="hold">
                                          <p:stCondLst>
                                            <p:cond delay="0"/>
                                          </p:stCondLst>
                                        </p:cTn>
                                        <p:tgtEl>
                                          <p:spTgt spid="64515"/>
                                        </p:tgtEl>
                                        <p:attrNameLst>
                                          <p:attrName>style.visibility</p:attrName>
                                        </p:attrNameLst>
                                      </p:cBhvr>
                                      <p:to>
                                        <p:strVal val="visible"/>
                                      </p:to>
                                    </p:set>
                                    <p:animEffect transition="in" filter="randombar(vertical)">
                                      <p:cBhvr>
                                        <p:cTn id="37" dur="500"/>
                                        <p:tgtEl>
                                          <p:spTgt spid="6451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4" presetClass="entr" presetSubtype="5" fill="hold" nodeType="clickEffect">
                                  <p:stCondLst>
                                    <p:cond delay="0"/>
                                  </p:stCondLst>
                                  <p:childTnLst>
                                    <p:set>
                                      <p:cBhvr>
                                        <p:cTn id="41" dur="1" fill="hold">
                                          <p:stCondLst>
                                            <p:cond delay="0"/>
                                          </p:stCondLst>
                                        </p:cTn>
                                        <p:tgtEl>
                                          <p:spTgt spid="64596"/>
                                        </p:tgtEl>
                                        <p:attrNameLst>
                                          <p:attrName>style.visibility</p:attrName>
                                        </p:attrNameLst>
                                      </p:cBhvr>
                                      <p:to>
                                        <p:strVal val="visible"/>
                                      </p:to>
                                    </p:set>
                                    <p:animEffect transition="in" filter="randombar(vertical)">
                                      <p:cBhvr>
                                        <p:cTn id="42" dur="500"/>
                                        <p:tgtEl>
                                          <p:spTgt spid="64596"/>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4" presetClass="entr" presetSubtype="5" fill="hold" nodeType="clickEffect">
                                  <p:stCondLst>
                                    <p:cond delay="0"/>
                                  </p:stCondLst>
                                  <p:childTnLst>
                                    <p:set>
                                      <p:cBhvr>
                                        <p:cTn id="46" dur="1" fill="hold">
                                          <p:stCondLst>
                                            <p:cond delay="0"/>
                                          </p:stCondLst>
                                        </p:cTn>
                                        <p:tgtEl>
                                          <p:spTgt spid="64599"/>
                                        </p:tgtEl>
                                        <p:attrNameLst>
                                          <p:attrName>style.visibility</p:attrName>
                                        </p:attrNameLst>
                                      </p:cBhvr>
                                      <p:to>
                                        <p:strVal val="visible"/>
                                      </p:to>
                                    </p:set>
                                    <p:animEffect transition="in" filter="randombar(vertical)">
                                      <p:cBhvr>
                                        <p:cTn id="47" dur="500"/>
                                        <p:tgtEl>
                                          <p:spTgt spid="645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4" grpId="0" autoUpdateAnimBg="0"/>
      <p:bldP spid="64589" grpId="0" autoUpdateAnimBg="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TotalTime>
  <Words>2198</Words>
  <Application>Microsoft Office PowerPoint</Application>
  <PresentationFormat>Widescreen</PresentationFormat>
  <Paragraphs>479</Paragraphs>
  <Slides>54</Slides>
  <Notes>11</Notes>
  <HiddenSlides>0</HiddenSlides>
  <MMClips>0</MMClips>
  <ScaleCrop>false</ScaleCrop>
  <HeadingPairs>
    <vt:vector size="8" baseType="variant">
      <vt:variant>
        <vt:lpstr>Fonts Used</vt:lpstr>
      </vt:variant>
      <vt:variant>
        <vt:i4>13</vt:i4>
      </vt:variant>
      <vt:variant>
        <vt:lpstr>Theme</vt:lpstr>
      </vt:variant>
      <vt:variant>
        <vt:i4>1</vt:i4>
      </vt:variant>
      <vt:variant>
        <vt:lpstr>Embedded OLE Servers</vt:lpstr>
      </vt:variant>
      <vt:variant>
        <vt:i4>2</vt:i4>
      </vt:variant>
      <vt:variant>
        <vt:lpstr>Slide Titles</vt:lpstr>
      </vt:variant>
      <vt:variant>
        <vt:i4>54</vt:i4>
      </vt:variant>
    </vt:vector>
  </HeadingPairs>
  <TitlesOfParts>
    <vt:vector size="70" baseType="lpstr">
      <vt:lpstr>Arial</vt:lpstr>
      <vt:lpstr>Arial Narrow</vt:lpstr>
      <vt:lpstr>Arial Unicode MS</vt:lpstr>
      <vt:lpstr>Bookman Old Style</vt:lpstr>
      <vt:lpstr>Calibri</vt:lpstr>
      <vt:lpstr>Calibri Light</vt:lpstr>
      <vt:lpstr>Comic Sans MS</vt:lpstr>
      <vt:lpstr>MT Extra</vt:lpstr>
      <vt:lpstr>Symbol</vt:lpstr>
      <vt:lpstr>Tahoma</vt:lpstr>
      <vt:lpstr>Times New Roman</vt:lpstr>
      <vt:lpstr>Trebuchet MS</vt:lpstr>
      <vt:lpstr>Wingdings</vt:lpstr>
      <vt:lpstr>Office Theme</vt:lpstr>
      <vt:lpstr>Ecuación</vt:lpstr>
      <vt:lpstr>Equation</vt:lpstr>
      <vt:lpstr>Magnetic Fields </vt:lpstr>
      <vt:lpstr>The magnetic forces </vt:lpstr>
      <vt:lpstr>The magnetic field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Campo Magnético de un Solenoide</vt:lpstr>
      <vt:lpstr>Magnetic Field Inside a Long Straight Wire with Current</vt:lpstr>
      <vt:lpstr>Solenoids</vt:lpstr>
      <vt:lpstr>Solenoids</vt:lpstr>
      <vt:lpstr>Otra representación</vt:lpstr>
      <vt:lpstr>PowerPoint Presentation</vt:lpstr>
      <vt:lpstr>INDUCCIÓN</vt:lpstr>
      <vt:lpstr> LEY DE FARADAY-LENZ  </vt:lpstr>
      <vt:lpstr>PowerPoint Presentation</vt:lpstr>
      <vt:lpstr>Fuerza electromotriz debida al movimiento.</vt:lpstr>
      <vt:lpstr>PowerPoint Presentation</vt:lpstr>
      <vt:lpstr>PowerPoint Presentation</vt:lpstr>
      <vt:lpstr>Fuerza electromotriz debida la variación de B.</vt:lpstr>
      <vt:lpstr>Transformador</vt:lpstr>
      <vt:lpstr>PowerPoint Presentation</vt:lpstr>
      <vt:lpstr>PowerPoint Presentation</vt:lpstr>
      <vt:lpstr>Lectura por inducción</vt:lpstr>
      <vt:lpstr>Fuerza sobre una barra móvil</vt:lpstr>
      <vt:lpstr>Barra lanzada con velocidad inicial</vt:lpstr>
      <vt:lpstr>Inducción en una barra con movimiento circular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Magnetic Fields </dc:title>
  <dc:creator>Leonardo Daniel Bennun Torres</dc:creator>
  <cp:lastModifiedBy>Leonardo Daniel Bennun Torres</cp:lastModifiedBy>
  <cp:revision>6</cp:revision>
  <dcterms:created xsi:type="dcterms:W3CDTF">2021-11-21T16:37:08Z</dcterms:created>
  <dcterms:modified xsi:type="dcterms:W3CDTF">2021-12-01T14:25:54Z</dcterms:modified>
</cp:coreProperties>
</file>