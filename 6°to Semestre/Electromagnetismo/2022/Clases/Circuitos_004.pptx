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34"/>
  </p:notesMasterIdLst>
  <p:sldIdLst>
    <p:sldId id="258" r:id="rId3"/>
    <p:sldId id="259" r:id="rId4"/>
    <p:sldId id="260" r:id="rId5"/>
    <p:sldId id="261" r:id="rId6"/>
    <p:sldId id="262" r:id="rId7"/>
    <p:sldId id="263" r:id="rId8"/>
    <p:sldId id="406" r:id="rId9"/>
    <p:sldId id="300" r:id="rId10"/>
    <p:sldId id="407" r:id="rId11"/>
    <p:sldId id="378" r:id="rId12"/>
    <p:sldId id="379" r:id="rId13"/>
    <p:sldId id="383" r:id="rId14"/>
    <p:sldId id="384" r:id="rId15"/>
    <p:sldId id="385" r:id="rId16"/>
    <p:sldId id="404" r:id="rId17"/>
    <p:sldId id="405" r:id="rId18"/>
    <p:sldId id="278" r:id="rId19"/>
    <p:sldId id="279" r:id="rId20"/>
    <p:sldId id="280" r:id="rId21"/>
    <p:sldId id="395" r:id="rId22"/>
    <p:sldId id="396" r:id="rId23"/>
    <p:sldId id="390" r:id="rId24"/>
    <p:sldId id="391" r:id="rId25"/>
    <p:sldId id="392" r:id="rId26"/>
    <p:sldId id="393" r:id="rId27"/>
    <p:sldId id="397" r:id="rId28"/>
    <p:sldId id="398" r:id="rId29"/>
    <p:sldId id="399" r:id="rId30"/>
    <p:sldId id="400" r:id="rId31"/>
    <p:sldId id="401" r:id="rId32"/>
    <p:sldId id="40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4" autoAdjust="0"/>
    <p:restoredTop sz="94660"/>
  </p:normalViewPr>
  <p:slideViewPr>
    <p:cSldViewPr snapToGrid="0">
      <p:cViewPr>
        <p:scale>
          <a:sx n="80" d="100"/>
          <a:sy n="80" d="100"/>
        </p:scale>
        <p:origin x="528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1CB7A-BB28-4601-9F05-5E2E9503BD43}" type="datetimeFigureOut">
              <a:rPr lang="en-US" smtClean="0"/>
              <a:t>11/15/2021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2A03D-DFB2-4BDA-B42B-213E2838A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48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D5012A31-226E-48F3-A5E6-E0143F718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402033-E3B7-4671-AFEF-573CD6DEB2F1}" type="slidenum">
              <a:rPr lang="es-ES" altLang="en-US" sz="1200">
                <a:latin typeface="Times New Roman" panose="02020603050405020304" pitchFamily="18" charset="0"/>
              </a:rPr>
              <a:pPr/>
              <a:t>18</a:t>
            </a:fld>
            <a:endParaRPr lang="es-ES" altLang="en-US" sz="12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B882386-D248-4C1E-AF02-0083042EC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5696CF6-92E2-4B05-881E-CD66D3DA7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8BFEE90F-BABE-4497-8EF4-A08598F38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1CA71F-981D-4100-ACEB-F88EB8D456BF}" type="slidenum">
              <a:rPr lang="es-ES" altLang="en-US" sz="1200">
                <a:latin typeface="Times New Roman" panose="02020603050405020304" pitchFamily="18" charset="0"/>
              </a:rPr>
              <a:pPr/>
              <a:t>19</a:t>
            </a:fld>
            <a:endParaRPr lang="es-ES" altLang="en-US" sz="12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84ADB65-7A7D-4EC3-930E-73C3FD454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E13C609-338F-4935-8A60-A3FBEE30E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>
            <a:extLst>
              <a:ext uri="{FF2B5EF4-FFF2-40B4-BE49-F238E27FC236}">
                <a16:creationId xmlns:a16="http://schemas.microsoft.com/office/drawing/2014/main" id="{5665BAD0-7700-4C8D-A478-A8FA4D9A27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>
            <a:extLst>
              <a:ext uri="{FF2B5EF4-FFF2-40B4-BE49-F238E27FC236}">
                <a16:creationId xmlns:a16="http://schemas.microsoft.com/office/drawing/2014/main" id="{52C5FAA9-8429-456B-AC6E-64FAED5E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ca-ES" altLang="en-US"/>
          </a:p>
        </p:txBody>
      </p:sp>
      <p:sp>
        <p:nvSpPr>
          <p:cNvPr id="28676" name="3 Marcador de número de diapositiva">
            <a:extLst>
              <a:ext uri="{FF2B5EF4-FFF2-40B4-BE49-F238E27FC236}">
                <a16:creationId xmlns:a16="http://schemas.microsoft.com/office/drawing/2014/main" id="{01355F2F-EF83-467D-9376-D4CAE4247DF6}"/>
              </a:ext>
            </a:extLst>
          </p:cNvPr>
          <p:cNvSpPr txBox="1">
            <a:spLocks noGrp="1"/>
          </p:cNvSpPr>
          <p:nvPr/>
        </p:nvSpPr>
        <p:spPr bwMode="auto">
          <a:xfrm>
            <a:off x="3833813" y="9409113"/>
            <a:ext cx="2933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BDF2F4-044C-4A3E-A2F1-8D665686C8B6}" type="slidenum">
              <a:rPr kumimoji="0" lang="ca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a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E77AEA-EBC9-4476-B57F-E9C0FF031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7AD240-678F-44AD-A9C8-F2E2BBC67004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619F292-CE98-462B-BA7B-102B422689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63026AA-EF33-42A1-826E-44DC88299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90D00AF-CE87-451C-8C91-9504F7D0F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EE3AE6-48DF-4D3F-9854-2876BAE533AD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499B390-2A12-4350-8260-7097B711F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FD0D264-6421-4D83-9EF7-37053F969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B1C796D-DD52-46DD-BFC9-81A76185C5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C3EA38-3135-4DF6-A9EB-206C6EAF1C8D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28E94B2-AC6A-47EE-AAA5-5870A9586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F3C80D7-800E-4117-8CD7-6E4596D64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BCEE48F-08D3-4B85-A05E-0639F08FC6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B39D4C-F663-4EF0-8772-CAEF5E50BB90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B26EF28-3539-4A1B-BFE0-34642E4B7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F060FDA-9094-4F7F-B7A9-A6DC0AE95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3E82702A-985A-4ADD-A94F-ED3E4232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A125F8-37F9-4102-BEF9-0567940BB8A8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90F30E7-E52E-434D-83D8-262ABE906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49300"/>
            <a:ext cx="4495800" cy="3702050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C4A85FA-3CC6-4F1F-972C-9D2B77F9F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F923FBA-C3E5-4DD7-94E2-091109CEA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ABC8AC-C274-43C5-87AF-B93CAF1CFC95}" type="slidenum">
              <a:rPr kumimoji="0" lang="es-ES_tradn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s-ES_tradnl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71E6633-775A-4BB5-9F00-A08F54947E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250" y="749300"/>
            <a:ext cx="6578600" cy="3702050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6EB7628-A842-4AAB-8E57-B23D1876B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CL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0DC46B-702D-4FC3-94BE-3B7436292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6CEC88-3B40-466D-8373-9E8508A6F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2D3F38-674F-4139-B2BC-87B5184EA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0C5904-20EB-436E-B285-3B2765C6A86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08673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A8133C-7420-4523-85EF-A4C3BDDD6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55A67-E17C-4C14-A249-9A01AD093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753F5D-56BB-4015-B29F-AAD9494C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BA188-827A-4B58-BAEF-CE735D7BBD1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3611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06D706-728A-42C2-A509-2758D6CBFC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790567-6E17-404B-80DA-490957634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B4A810-3BB5-4798-806B-835774F9B2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E84E4A-9BDD-4EDB-856A-3F0063304BBA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68209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EF5437-C914-444E-B59D-6535B96DA2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FC1C2-5CE6-4C98-A19C-F7488EB50B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56286-88EF-4925-9CF7-06BD15C23A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48BA75-40C1-4D12-B784-D534EAFD7C5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1702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387DD5-6807-4615-9F7E-790D9276A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EC6680-245B-438B-9AE5-537313296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99D1249-C814-4B80-BCE2-330744DC0D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7D8927-172B-40EB-B0FA-BFBB7E4D8918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81674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6CAAF0D-BA60-45DC-B1BF-A04F701C3A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95DF4D-0A59-4EFF-B866-EE2F183C7A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3024D5C-8B88-49F5-A1EF-9ABC1595A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537F3-CD60-49C0-AE60-3EE904C0E88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32101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F30AF71-6E69-4E58-B25E-DE0EC5F55B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C6C8FCF-BA0C-4BCA-AD51-7DCC2982E1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A7D93E-12CB-450C-BDF3-FEA07261A1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660CEE-EC89-4822-8962-1B3010BA9FA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16580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8C255-17F0-4155-9FB3-6E4A8E61B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E1425-A69E-4637-85A6-BA40C8D678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B11AB3-A561-4A78-A86B-68A6B4641D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389FED-ADB2-44AA-984F-6F8772A5461A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8864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C935A-B70D-4FEB-A1EC-A62C70B52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D6131-9FAB-422A-B212-0F85900AA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924D2-6F47-4875-9213-A648988D39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3C6FF4-DD62-48C7-A4EF-81A63B683640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3092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33CCF0-09C8-4A0F-8706-4C28C82F2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F5C11E-539D-4555-913F-A2B6168ACC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AE4813-AE80-4C24-851B-CABEE0EDC3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D836FE-C05C-4C38-A037-8FBD35EAF9D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0272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A28F68-1CDE-4600-B82F-5C928006BB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C954B5-FDB3-4421-B808-94D21C4AA1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8ADB4B-E380-452C-B645-B4FB7F4EC9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FFBA38-DE39-45C8-9ED5-807ADEABEDDC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361247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CCF2E-17C3-4743-B364-E6FD06CC1B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33835-EF13-464C-8B51-8038FF3C9A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2BA8DF-A3E1-412F-95E1-1D2E31CE23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191A9E-BD3C-4800-9B6D-8C0480D956B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1989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9E89AC-5C34-4FB8-878D-9F66AB38AD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09BC48-DEE6-42D0-AF29-2E0FB15FA5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FFE0F0-41C1-4837-B6AF-74CEE773AD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102F6-B6BD-4419-83E5-83B5C281B1B3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529768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348143-82B3-42A5-B65E-F5072A1FDE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9074C6-BCED-4594-A265-1933C81CD5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2605BD-5A76-4176-98CE-78310387AF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93F8F3-260F-43F3-9429-466D4C6CD778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45940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ED011F-8E4B-4963-BA7A-7C141BF6E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3C17B6-9F1E-4865-9CE5-F9CC47AB6D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1DDE83-30E8-4C9D-952B-B7DB6CD70E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7042B5-BAA4-4FC8-B3F9-548B5C61725A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907803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36AF7-520B-4B6C-86C3-62BEE5B1F7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914681-A815-4FEC-BB24-FD12B4A1A3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AFB020-8D7C-4323-A1D4-DCF8AA4B87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577E1-7C47-4574-89C3-F2ED96F1993B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669956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0A9ED9-22EB-47C2-8BC7-071443C568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44AD037-1C30-4E5D-8E00-429AFC491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8EAC17-D212-43E8-A4AF-15BC71DB5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6F5D31-6655-47AD-99D6-B390FB260996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20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2FE66B-E199-48C2-9136-7E75398B38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1729C56-01D2-4DC1-A769-33F9C7929C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9B71EF-8C01-4BDB-9430-3CA77679CE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97FEA-D8BE-4EEE-9B76-1A72AB411CF7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9547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B925A79-65CF-4D1F-9DD9-B9431F9EAD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2C73A64-E006-42C7-BC20-B857749C66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61716E1-2381-4F4C-AC65-3A9E756B43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5EFEA4-2F1B-41BD-BA66-D6160C1E9EBE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7500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011805-A735-48BB-BDFF-9E2AA8569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ADD2EC-CE89-4D5D-AB77-75485D1DCC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2515A-D742-4DFA-9B49-D46481E3B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2F6D5F-1F8F-4995-961D-A77FC078C4D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359900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10DA1-A43B-4AC4-B687-15C6D0CBAF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A6A1AE-3447-4C5B-875B-6606E7A437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C9ED8-14F4-43A1-85CC-B9D68A6105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0D2BDB-9177-4561-AA30-97AD3BB9CB39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8147528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92EF9D-E253-47BE-A529-1A905A72E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F9E560-E0DF-4985-A7A4-9C7AFAAC2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BCA2E4-AA98-4DE6-A7F5-9D50CCF80C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A1CE6-D0F9-4530-9770-BCB86F2855E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37311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583BDC-A25B-47DE-8308-EE89F4138E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F0AE2F-BBF0-41AC-BA86-7B70FC3221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28324-7937-4519-8F16-198C93F58C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4B478D-1691-40F7-A45F-F332420B4CD6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344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3BC17-AFF8-4AC8-9F1B-A18E99D82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4CD5D-4B13-495C-9BBA-ED21F55A56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DA9B8-4509-4F22-8A4B-BBCA53D35D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67B4FF-9868-4B21-B11A-6C671FC2C98F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5014461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y texto encima de l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10972800" cy="21891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3941763"/>
            <a:ext cx="10972800" cy="21891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908BA9D2-90A6-4E60-9842-BAD2D514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54992B84-C9A6-4A3E-A306-C6FBBD2A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1090D863-BA34-4EEC-ADB4-153CB069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2D3F9C0B-C8E1-469D-8B8B-CC3BB3C5DEF9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66496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10972800" cy="21891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3941763"/>
            <a:ext cx="10972800" cy="218916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>
            <a:extLst>
              <a:ext uri="{FF2B5EF4-FFF2-40B4-BE49-F238E27FC236}">
                <a16:creationId xmlns:a16="http://schemas.microsoft.com/office/drawing/2014/main" id="{0BB0B10B-5456-43B6-8CD6-675F102A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A7F62CCC-ED00-4CB0-AEB9-AFDACBB6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AF111239-7BA6-4497-97D1-E8E9602E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EBDCFC17-7CFB-4034-B764-44A395C9A10C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63561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pie de página">
            <a:extLst>
              <a:ext uri="{FF2B5EF4-FFF2-40B4-BE49-F238E27FC236}">
                <a16:creationId xmlns:a16="http://schemas.microsoft.com/office/drawing/2014/main" id="{F63365EF-67B9-48C4-8391-1F10D18DBB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81750"/>
            <a:ext cx="314113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Tecnología Electrónica</a:t>
            </a:r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E970BCFF-BFF8-4BB5-AEA0-877096867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13333" y="6453188"/>
            <a:ext cx="2844800" cy="404812"/>
          </a:xfrm>
        </p:spPr>
        <p:txBody>
          <a:bodyPr/>
          <a:lstStyle>
            <a:lvl1pPr>
              <a:defRPr/>
            </a:lvl1pPr>
          </a:lstStyle>
          <a:p>
            <a:fld id="{6FEFA92F-9410-4213-AEAF-44205B1BD626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86377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20176A4-A739-4D4D-9412-A12C2A42D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8EFB76D-489F-456E-9F1D-2DE5EEBD1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9AB072-6F78-4E0C-B5B0-946193ED1D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AF5AD0-5C94-4239-9EB7-F96668CE28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8FEB2C-131F-4F19-8BE2-523E1F69AE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95C9DB94-661E-42F3-8596-3C5D1C8909CD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41055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C7EB8E-79A8-4A62-96F6-6C0528294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3299BF7-5C2F-4423-AC24-53DA64A5C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7A5B40-7777-4D8E-89C8-4ABB6F16CD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CC0C27-C948-48FA-907D-1E22D6B29B1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0FE136-4A3A-4DDD-AE5E-4654084ED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C4CDC858-14C3-490A-817C-F30A31A8E735}" type="slidenum">
              <a:rPr lang="es-ES" altLang="en-US"/>
              <a:pPr/>
              <a:t>‹#›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75530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audio" Target="../media/audio1.wav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wmf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audio" Target="../media/audio3.wav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audio" Target="../media/audio1.wav"/><Relationship Id="rId4" Type="http://schemas.openxmlformats.org/officeDocument/2006/relationships/audio" Target="../media/audio2.wav"/><Relationship Id="rId9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2.wmf"/><Relationship Id="rId3" Type="http://schemas.openxmlformats.org/officeDocument/2006/relationships/audio" Target="../media/audio3.wav"/><Relationship Id="rId7" Type="http://schemas.openxmlformats.org/officeDocument/2006/relationships/image" Target="../media/image9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1.wmf"/><Relationship Id="rId5" Type="http://schemas.openxmlformats.org/officeDocument/2006/relationships/audio" Target="../media/audio1.wav"/><Relationship Id="rId10" Type="http://schemas.openxmlformats.org/officeDocument/2006/relationships/oleObject" Target="../embeddings/oleObject7.bin"/><Relationship Id="rId4" Type="http://schemas.openxmlformats.org/officeDocument/2006/relationships/audio" Target="../media/audio2.wav"/><Relationship Id="rId9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emf"/><Relationship Id="rId11" Type="http://schemas.openxmlformats.org/officeDocument/2006/relationships/image" Target="../media/image43.pn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7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audio" Target="../media/audio3.wav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5" Type="http://schemas.openxmlformats.org/officeDocument/2006/relationships/audio" Target="../media/audio1.wav"/><Relationship Id="rId4" Type="http://schemas.openxmlformats.org/officeDocument/2006/relationships/audio" Target="../media/audio2.wav"/><Relationship Id="rId9" Type="http://schemas.openxmlformats.org/officeDocument/2006/relationships/image" Target="../media/image5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56.emf"/><Relationship Id="rId4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7.emf"/><Relationship Id="rId9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64.jpeg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7.png"/><Relationship Id="rId11" Type="http://schemas.openxmlformats.org/officeDocument/2006/relationships/hyperlink" Target="file:///d:\Franco\elecmagnet\campo_electrico\rc\rc.htm" TargetMode="External"/><Relationship Id="rId5" Type="http://schemas.openxmlformats.org/officeDocument/2006/relationships/image" Target="../media/image66.png"/><Relationship Id="rId10" Type="http://schemas.openxmlformats.org/officeDocument/2006/relationships/image" Target="../media/image63.emf"/><Relationship Id="rId4" Type="http://schemas.openxmlformats.org/officeDocument/2006/relationships/image" Target="../media/image65.jpeg"/><Relationship Id="rId9" Type="http://schemas.openxmlformats.org/officeDocument/2006/relationships/oleObject" Target="../embeddings/oleObject2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6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7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82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86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4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D533D6-A2B6-4053-B8F3-55326B5266BB}"/>
              </a:ext>
            </a:extLst>
          </p:cNvPr>
          <p:cNvSpPr/>
          <p:nvPr/>
        </p:nvSpPr>
        <p:spPr>
          <a:xfrm>
            <a:off x="7272339" y="2492374"/>
            <a:ext cx="3382961" cy="3056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4 Marcador de número de diapositiva">
            <a:extLst>
              <a:ext uri="{FF2B5EF4-FFF2-40B4-BE49-F238E27FC236}">
                <a16:creationId xmlns:a16="http://schemas.microsoft.com/office/drawing/2014/main" id="{79BF2BB0-7958-414A-94D1-AF5A6D11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C391390-64D1-4B3C-8297-947B70BCE368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2083" name="Text Box 3">
            <a:extLst>
              <a:ext uri="{FF2B5EF4-FFF2-40B4-BE49-F238E27FC236}">
                <a16:creationId xmlns:a16="http://schemas.microsoft.com/office/drawing/2014/main" id="{18DF5658-FBEB-4CAF-B1F3-A42591A52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109789"/>
            <a:ext cx="5257800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600">
                <a:solidFill>
                  <a:srgbClr val="000000"/>
                </a:solidFill>
              </a:rPr>
              <a:t>La </a:t>
            </a:r>
            <a:r>
              <a:rPr kumimoji="1" lang="es-MX" altLang="en-US" sz="2600" u="sng">
                <a:solidFill>
                  <a:srgbClr val="000000"/>
                </a:solidFill>
              </a:rPr>
              <a:t>corriente eléctrica</a:t>
            </a:r>
            <a:r>
              <a:rPr kumimoji="1" lang="es-MX" altLang="en-US" sz="2600">
                <a:solidFill>
                  <a:srgbClr val="000000"/>
                </a:solidFill>
              </a:rPr>
              <a:t> I es la tasa del flujo de carga Q a través de una sección transversal A en una unidad de tiempo t.</a:t>
            </a:r>
          </a:p>
        </p:txBody>
      </p:sp>
      <p:graphicFrame>
        <p:nvGraphicFramePr>
          <p:cNvPr id="302084" name="Object 2">
            <a:extLst>
              <a:ext uri="{FF2B5EF4-FFF2-40B4-BE49-F238E27FC236}">
                <a16:creationId xmlns:a16="http://schemas.microsoft.com/office/drawing/2014/main" id="{B985AB51-6F8A-4099-B0FF-742F1670A2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051301"/>
          <a:ext cx="12192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Equation" r:id="rId6" imgW="406080" imgH="393480" progId="">
                  <p:embed/>
                </p:oleObj>
              </mc:Choice>
              <mc:Fallback>
                <p:oleObj name="Equation" r:id="rId6" imgW="406080" imgH="393480" progId="">
                  <p:embed/>
                  <p:pic>
                    <p:nvPicPr>
                      <p:cNvPr id="302084" name="Object 2">
                        <a:extLst>
                          <a:ext uri="{FF2B5EF4-FFF2-40B4-BE49-F238E27FC236}">
                            <a16:creationId xmlns:a16="http://schemas.microsoft.com/office/drawing/2014/main" id="{B985AB51-6F8A-4099-B0FF-742F1670A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51301"/>
                        <a:ext cx="1219200" cy="10334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25724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3">
            <a:extLst>
              <a:ext uri="{FF2B5EF4-FFF2-40B4-BE49-F238E27FC236}">
                <a16:creationId xmlns:a16="http://schemas.microsoft.com/office/drawing/2014/main" id="{62D39876-51D0-493F-9927-AB6FAB609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4051301"/>
          <a:ext cx="17907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Equation" r:id="rId8" imgW="596880" imgH="393480" progId="">
                  <p:embed/>
                </p:oleObj>
              </mc:Choice>
              <mc:Fallback>
                <p:oleObj name="Equation" r:id="rId8" imgW="596880" imgH="393480" progId="">
                  <p:embed/>
                  <p:pic>
                    <p:nvPicPr>
                      <p:cNvPr id="302085" name="Object 3">
                        <a:extLst>
                          <a:ext uri="{FF2B5EF4-FFF2-40B4-BE49-F238E27FC236}">
                            <a16:creationId xmlns:a16="http://schemas.microsoft.com/office/drawing/2014/main" id="{62D39876-51D0-493F-9927-AB6FAB6097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051301"/>
                        <a:ext cx="1790700" cy="10334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25724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6D9551C6-CC7C-4936-A046-2A4871A1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5665789"/>
            <a:ext cx="60960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Un </a:t>
            </a:r>
            <a:r>
              <a:rPr kumimoji="1" lang="es-MX" sz="24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ampere</a:t>
            </a:r>
            <a:r>
              <a:rPr kumimoji="1" lang="es-MX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 A es la carga que fluye a la tasa de un coulomb por segundo.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02A20D5E-56D4-4E99-9321-649C0C313440}"/>
              </a:ext>
            </a:extLst>
          </p:cNvPr>
          <p:cNvGrpSpPr>
            <a:grpSpLocks/>
          </p:cNvGrpSpPr>
          <p:nvPr/>
        </p:nvGrpSpPr>
        <p:grpSpPr bwMode="auto">
          <a:xfrm>
            <a:off x="7632702" y="2706689"/>
            <a:ext cx="2779713" cy="2606675"/>
            <a:chOff x="3769" y="1248"/>
            <a:chExt cx="1751" cy="1642"/>
          </a:xfrm>
        </p:grpSpPr>
        <p:sp>
          <p:nvSpPr>
            <p:cNvPr id="1035" name="Oval 9">
              <a:extLst>
                <a:ext uri="{FF2B5EF4-FFF2-40B4-BE49-F238E27FC236}">
                  <a16:creationId xmlns:a16="http://schemas.microsoft.com/office/drawing/2014/main" id="{083C63CE-18A0-4711-918C-919789E2E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2340"/>
              <a:ext cx="192" cy="409"/>
            </a:xfrm>
            <a:prstGeom prst="ellipse">
              <a:avLst/>
            </a:prstGeom>
            <a:solidFill>
              <a:schemeClr val="tx2"/>
            </a:solidFill>
            <a:ln w="9525">
              <a:round/>
              <a:headEnd/>
              <a:tailEnd/>
            </a:ln>
            <a:scene3d>
              <a:camera prst="legacyObliqueTopLeft"/>
              <a:lightRig rig="legacyFlat3" dir="t"/>
            </a:scene3d>
            <a:sp3d extrusionH="3630600" prstMaterial="legacyMatte">
              <a:bevelT w="13500" h="13500" prst="angle"/>
              <a:bevelB w="13500" h="13500" prst="angle"/>
              <a:extrusionClr>
                <a:schemeClr val="tx2"/>
              </a:extrusionClr>
              <a:contourClr>
                <a:schemeClr val="tx2"/>
              </a:contourClr>
            </a:sp3d>
          </p:spPr>
          <p:txBody>
            <a:bodyPr anchor="ctr">
              <a:spAutoFit/>
              <a:flatTx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036" name="Line 10">
              <a:extLst>
                <a:ext uri="{FF2B5EF4-FFF2-40B4-BE49-F238E27FC236}">
                  <a16:creationId xmlns:a16="http://schemas.microsoft.com/office/drawing/2014/main" id="{3C314637-A836-4D21-A154-1D678FA89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5" y="2544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Line 11">
              <a:extLst>
                <a:ext uri="{FF2B5EF4-FFF2-40B4-BE49-F238E27FC236}">
                  <a16:creationId xmlns:a16="http://schemas.microsoft.com/office/drawing/2014/main" id="{9053A761-AA23-4B38-9240-205C84EC7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429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8" name="Oval 12">
              <a:extLst>
                <a:ext uri="{FF2B5EF4-FFF2-40B4-BE49-F238E27FC236}">
                  <a16:creationId xmlns:a16="http://schemas.microsoft.com/office/drawing/2014/main" id="{E2FDEE65-64BF-490C-8FF2-6864A6513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644"/>
              <a:ext cx="164" cy="40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039" name="Line 13">
              <a:extLst>
                <a:ext uri="{FF2B5EF4-FFF2-40B4-BE49-F238E27FC236}">
                  <a16:creationId xmlns:a16="http://schemas.microsoft.com/office/drawing/2014/main" id="{2B6F7E9B-D9F5-478E-BD1C-9E984A633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1862"/>
              <a:ext cx="28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Line 14">
              <a:extLst>
                <a:ext uri="{FF2B5EF4-FFF2-40B4-BE49-F238E27FC236}">
                  <a16:creationId xmlns:a16="http://schemas.microsoft.com/office/drawing/2014/main" id="{C82FF599-7A36-4D4E-87FD-282ABBF51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0" y="1569"/>
              <a:ext cx="213" cy="1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2095" name="Text Box 15">
              <a:extLst>
                <a:ext uri="{FF2B5EF4-FFF2-40B4-BE49-F238E27FC236}">
                  <a16:creationId xmlns:a16="http://schemas.microsoft.com/office/drawing/2014/main" id="{8757152D-6E6F-4583-8FFD-73A2D7579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5" y="1440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1042" name="Line 16">
              <a:extLst>
                <a:ext uri="{FF2B5EF4-FFF2-40B4-BE49-F238E27FC236}">
                  <a16:creationId xmlns:a16="http://schemas.microsoft.com/office/drawing/2014/main" id="{5DEB33CF-9085-4FB4-A747-1DE9B9DCC1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9" y="1680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3" name="Line 17">
              <a:extLst>
                <a:ext uri="{FF2B5EF4-FFF2-40B4-BE49-F238E27FC236}">
                  <a16:creationId xmlns:a16="http://schemas.microsoft.com/office/drawing/2014/main" id="{99285FD2-034A-404C-ADDF-0F9077552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9" y="1968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4" name="Freeform 18">
              <a:extLst>
                <a:ext uri="{FF2B5EF4-FFF2-40B4-BE49-F238E27FC236}">
                  <a16:creationId xmlns:a16="http://schemas.microsoft.com/office/drawing/2014/main" id="{0FA9C99E-5C1F-4A59-A75D-72CAFDD59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2064"/>
              <a:ext cx="144" cy="291"/>
            </a:xfrm>
            <a:custGeom>
              <a:avLst/>
              <a:gdLst>
                <a:gd name="T0" fmla="*/ 144 w 144"/>
                <a:gd name="T1" fmla="*/ 0 h 144"/>
                <a:gd name="T2" fmla="*/ 48 w 144"/>
                <a:gd name="T3" fmla="*/ 48 h 144"/>
                <a:gd name="T4" fmla="*/ 0 w 144"/>
                <a:gd name="T5" fmla="*/ 144 h 144"/>
                <a:gd name="T6" fmla="*/ 0 60000 65536"/>
                <a:gd name="T7" fmla="*/ 0 60000 65536"/>
                <a:gd name="T8" fmla="*/ 0 60000 65536"/>
                <a:gd name="T9" fmla="*/ 0 w 144"/>
                <a:gd name="T10" fmla="*/ 0 h 144"/>
                <a:gd name="T11" fmla="*/ 144 w 14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44">
                  <a:moveTo>
                    <a:pt x="144" y="0"/>
                  </a:moveTo>
                  <a:cubicBezTo>
                    <a:pt x="108" y="12"/>
                    <a:pt x="72" y="24"/>
                    <a:pt x="48" y="48"/>
                  </a:cubicBezTo>
                  <a:cubicBezTo>
                    <a:pt x="24" y="72"/>
                    <a:pt x="12" y="108"/>
                    <a:pt x="0" y="14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2099" name="Text Box 19">
              <a:extLst>
                <a:ext uri="{FF2B5EF4-FFF2-40B4-BE49-F238E27FC236}">
                  <a16:creationId xmlns:a16="http://schemas.microsoft.com/office/drawing/2014/main" id="{BC342773-F45C-4F59-B5D0-229710FE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" y="1296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302100" name="Text Box 20">
              <a:extLst>
                <a:ext uri="{FF2B5EF4-FFF2-40B4-BE49-F238E27FC236}">
                  <a16:creationId xmlns:a16="http://schemas.microsoft.com/office/drawing/2014/main" id="{4C41B7ED-79AB-4210-B7B8-D5ECBD956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5" y="2448"/>
              <a:ext cx="28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40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302101" name="Text Box 21">
              <a:extLst>
                <a:ext uri="{FF2B5EF4-FFF2-40B4-BE49-F238E27FC236}">
                  <a16:creationId xmlns:a16="http://schemas.microsoft.com/office/drawing/2014/main" id="{1BED3836-3C08-40D5-985B-CCCF7E28B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2150"/>
              <a:ext cx="75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19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Alambre</a:t>
              </a:r>
            </a:p>
          </p:txBody>
        </p:sp>
        <p:sp>
          <p:nvSpPr>
            <p:cNvPr id="302102" name="Text Box 22">
              <a:extLst>
                <a:ext uri="{FF2B5EF4-FFF2-40B4-BE49-F238E27FC236}">
                  <a16:creationId xmlns:a16="http://schemas.microsoft.com/office/drawing/2014/main" id="{18F8F319-DF0D-40B5-85F0-FDDECEE81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248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+Q</a:t>
              </a:r>
            </a:p>
          </p:txBody>
        </p:sp>
        <p:sp>
          <p:nvSpPr>
            <p:cNvPr id="302103" name="Text Box 23">
              <a:extLst>
                <a:ext uri="{FF2B5EF4-FFF2-40B4-BE49-F238E27FC236}">
                  <a16:creationId xmlns:a16="http://schemas.microsoft.com/office/drawing/2014/main" id="{42BF65D3-4761-456F-824F-CFF0300EB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776"/>
              <a:ext cx="28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s-MX" sz="2400" i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302104" name="Rectangle 24">
            <a:extLst>
              <a:ext uri="{FF2B5EF4-FFF2-40B4-BE49-F238E27FC236}">
                <a16:creationId xmlns:a16="http://schemas.microsoft.com/office/drawing/2014/main" id="{0EB4A701-D91D-4DCD-A6EC-7F8A4CCD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414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MX" sz="48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Corriente eléctrica y resistencia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" presetClass="entr" presetSubtype="3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02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autoUpdateAnimBg="0"/>
      <p:bldP spid="302086" grpId="0" animBg="1" autoUpdateAnimBg="0"/>
      <p:bldP spid="302104" grpId="0" build="p" autoUpdateAnimBg="0" advAuto="100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4 Marcador de número de diapositiva">
            <a:extLst>
              <a:ext uri="{FF2B5EF4-FFF2-40B4-BE49-F238E27FC236}">
                <a16:creationId xmlns:a16="http://schemas.microsoft.com/office/drawing/2014/main" id="{7FA9B461-656E-49B2-90CC-DAE0B7A3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B0201B-E914-4453-86AC-220951D3D23E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02" name="Rectangle 2">
            <a:extLst>
              <a:ext uri="{FF2B5EF4-FFF2-40B4-BE49-F238E27FC236}">
                <a16:creationId xmlns:a16="http://schemas.microsoft.com/office/drawing/2014/main" id="{7CBA0392-3BB0-4866-93AA-2CA9EB370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423863"/>
            <a:ext cx="73152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Símbolos de circuito eléctrico</a:t>
            </a:r>
          </a:p>
        </p:txBody>
      </p:sp>
      <p:sp>
        <p:nvSpPr>
          <p:cNvPr id="307203" name="Text Box 3">
            <a:extLst>
              <a:ext uri="{FF2B5EF4-FFF2-40B4-BE49-F238E27FC236}">
                <a16:creationId xmlns:a16="http://schemas.microsoft.com/office/drawing/2014/main" id="{5FFCCADB-AE2F-428B-B854-DDD56F753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725" y="1582738"/>
            <a:ext cx="76327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700">
                <a:solidFill>
                  <a:srgbClr val="000000"/>
                </a:solidFill>
              </a:rPr>
              <a:t>Con frecuencia, los circuitos eléctricos contienen uno o más resistores agrupados y unidos a una fuente de energía, como una batería.</a:t>
            </a:r>
          </a:p>
        </p:txBody>
      </p:sp>
      <p:sp>
        <p:nvSpPr>
          <p:cNvPr id="307204" name="Text Box 4">
            <a:extLst>
              <a:ext uri="{FF2B5EF4-FFF2-40B4-BE49-F238E27FC236}">
                <a16:creationId xmlns:a16="http://schemas.microsoft.com/office/drawing/2014/main" id="{E882A0BB-F1F0-461F-89A1-1CD9C0512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971801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Con frecuencia se usan los siguientes símbolos:</a:t>
            </a:r>
          </a:p>
        </p:txBody>
      </p:sp>
      <p:sp>
        <p:nvSpPr>
          <p:cNvPr id="62" name="4 Marcador de número de diapositiva">
            <a:extLst>
              <a:ext uri="{FF2B5EF4-FFF2-40B4-BE49-F238E27FC236}">
                <a16:creationId xmlns:a16="http://schemas.microsoft.com/office/drawing/2014/main" id="{F5CD2277-342F-4BFD-9E16-D13F51D04A08}"/>
              </a:ext>
            </a:extLst>
          </p:cNvPr>
          <p:cNvSpPr txBox="1">
            <a:spLocks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22B0201B-E914-4453-86AC-220951D3D23E}" type="slidenum">
              <a:rPr lang="es-ES" altLang="en-US" sz="1400" smtClean="0">
                <a:latin typeface="Times New Roman" panose="02020603050405020304" pitchFamily="18" charset="0"/>
              </a:rPr>
              <a:pPr/>
              <a:t>2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D55C9C24-539F-4C79-B842-A30FAB5AD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3797300"/>
            <a:ext cx="7335837" cy="24638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es-CL"/>
          </a:p>
        </p:txBody>
      </p:sp>
      <p:grpSp>
        <p:nvGrpSpPr>
          <p:cNvPr id="64" name="Group 6">
            <a:extLst>
              <a:ext uri="{FF2B5EF4-FFF2-40B4-BE49-F238E27FC236}">
                <a16:creationId xmlns:a16="http://schemas.microsoft.com/office/drawing/2014/main" id="{767780CC-4E04-424B-A4E1-4CC0679E23F2}"/>
              </a:ext>
            </a:extLst>
          </p:cNvPr>
          <p:cNvGrpSpPr>
            <a:grpSpLocks/>
          </p:cNvGrpSpPr>
          <p:nvPr/>
        </p:nvGrpSpPr>
        <p:grpSpPr bwMode="auto">
          <a:xfrm>
            <a:off x="1152525" y="3797300"/>
            <a:ext cx="2108200" cy="2425700"/>
            <a:chOff x="726" y="2392"/>
            <a:chExt cx="1328" cy="1528"/>
          </a:xfrm>
        </p:grpSpPr>
        <p:sp>
          <p:nvSpPr>
            <p:cNvPr id="65" name="Oval 7">
              <a:extLst>
                <a:ext uri="{FF2B5EF4-FFF2-40B4-BE49-F238E27FC236}">
                  <a16:creationId xmlns:a16="http://schemas.microsoft.com/office/drawing/2014/main" id="{FD52AEA8-0E9C-477C-B931-458B74286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3406"/>
              <a:ext cx="1102" cy="4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66" name="Line 8">
              <a:extLst>
                <a:ext uri="{FF2B5EF4-FFF2-40B4-BE49-F238E27FC236}">
                  <a16:creationId xmlns:a16="http://schemas.microsoft.com/office/drawing/2014/main" id="{A82AED4F-63AB-49D6-B833-666134626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4" y="3243"/>
              <a:ext cx="1" cy="3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Text Box 9">
              <a:extLst>
                <a:ext uri="{FF2B5EF4-FFF2-40B4-BE49-F238E27FC236}">
                  <a16:creationId xmlns:a16="http://schemas.microsoft.com/office/drawing/2014/main" id="{D953BFA5-0414-4185-8027-208C7AEE1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3380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sz="2000" i="1"/>
                <a:t>+  -  +  -</a:t>
              </a:r>
            </a:p>
          </p:txBody>
        </p:sp>
        <p:sp>
          <p:nvSpPr>
            <p:cNvPr id="68" name="Text Box 10">
              <a:extLst>
                <a:ext uri="{FF2B5EF4-FFF2-40B4-BE49-F238E27FC236}">
                  <a16:creationId xmlns:a16="http://schemas.microsoft.com/office/drawing/2014/main" id="{982EC589-682A-414A-8283-04042F2A1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7" y="3538"/>
              <a:ext cx="10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sz="2000" i="1"/>
                <a:t>-  +  -  +  -</a:t>
              </a:r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0143C0C7-111C-4BB1-B37E-D75488F09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9" y="2762"/>
              <a:ext cx="0" cy="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678F7AAC-56FB-4EBD-B7C9-249290732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8" y="2925"/>
              <a:ext cx="3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1" name="Line 13">
              <a:extLst>
                <a:ext uri="{FF2B5EF4-FFF2-40B4-BE49-F238E27FC236}">
                  <a16:creationId xmlns:a16="http://schemas.microsoft.com/office/drawing/2014/main" id="{24073822-3477-42BF-AC44-39AB87FE4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9" y="2987"/>
              <a:ext cx="20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2" name="Line 14">
              <a:extLst>
                <a:ext uri="{FF2B5EF4-FFF2-40B4-BE49-F238E27FC236}">
                  <a16:creationId xmlns:a16="http://schemas.microsoft.com/office/drawing/2014/main" id="{1C745943-BA4B-4B70-A2B5-AE5226746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049"/>
              <a:ext cx="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3" name="Text Box 15">
              <a:extLst>
                <a:ext uri="{FF2B5EF4-FFF2-40B4-BE49-F238E27FC236}">
                  <a16:creationId xmlns:a16="http://schemas.microsoft.com/office/drawing/2014/main" id="{E9E86B6B-D7B5-43F5-8FA4-B2041C442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395"/>
              <a:ext cx="91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s-MX" altLang="en-US">
                  <a:latin typeface="Times New Roman" panose="02020603050405020304" pitchFamily="18" charset="0"/>
                </a:rPr>
                <a:t>Tierra</a:t>
              </a:r>
            </a:p>
          </p:txBody>
        </p:sp>
        <p:sp>
          <p:nvSpPr>
            <p:cNvPr id="74" name="Rectangle 16">
              <a:extLst>
                <a:ext uri="{FF2B5EF4-FFF2-40B4-BE49-F238E27FC236}">
                  <a16:creationId xmlns:a16="http://schemas.microsoft.com/office/drawing/2014/main" id="{50E21190-84DD-497E-82F5-6856035DC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1" y="2392"/>
              <a:ext cx="63" cy="1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</p:grpSp>
      <p:grpSp>
        <p:nvGrpSpPr>
          <p:cNvPr id="75" name="Group 17">
            <a:extLst>
              <a:ext uri="{FF2B5EF4-FFF2-40B4-BE49-F238E27FC236}">
                <a16:creationId xmlns:a16="http://schemas.microsoft.com/office/drawing/2014/main" id="{85E0A180-8A89-4FB6-8BB3-B1952F6B3497}"/>
              </a:ext>
            </a:extLst>
          </p:cNvPr>
          <p:cNvGrpSpPr>
            <a:grpSpLocks/>
          </p:cNvGrpSpPr>
          <p:nvPr/>
        </p:nvGrpSpPr>
        <p:grpSpPr bwMode="auto">
          <a:xfrm>
            <a:off x="3713163" y="3805238"/>
            <a:ext cx="1990725" cy="2425700"/>
            <a:chOff x="2339" y="2397"/>
            <a:chExt cx="1254" cy="1528"/>
          </a:xfrm>
        </p:grpSpPr>
        <p:pic>
          <p:nvPicPr>
            <p:cNvPr id="76" name="Picture 18" descr="in00570_">
              <a:extLst>
                <a:ext uri="{FF2B5EF4-FFF2-40B4-BE49-F238E27FC236}">
                  <a16:creationId xmlns:a16="http://schemas.microsoft.com/office/drawing/2014/main" id="{C290BF70-548E-4279-8EF0-FEBF2F9EB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0" y="3274"/>
              <a:ext cx="531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Line 19">
              <a:extLst>
                <a:ext uri="{FF2B5EF4-FFF2-40B4-BE49-F238E27FC236}">
                  <a16:creationId xmlns:a16="http://schemas.microsoft.com/office/drawing/2014/main" id="{20CC589C-E466-46EA-9D29-B97D65AEC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3" y="3353"/>
              <a:ext cx="300" cy="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78" name="Line 20">
              <a:extLst>
                <a:ext uri="{FF2B5EF4-FFF2-40B4-BE49-F238E27FC236}">
                  <a16:creationId xmlns:a16="http://schemas.microsoft.com/office/drawing/2014/main" id="{6C5E5F51-7DBC-4C93-950C-856C830EB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" y="3304"/>
              <a:ext cx="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79" name="Text Box 21">
              <a:extLst>
                <a:ext uri="{FF2B5EF4-FFF2-40B4-BE49-F238E27FC236}">
                  <a16:creationId xmlns:a16="http://schemas.microsoft.com/office/drawing/2014/main" id="{6DD3FAE2-2902-4C8C-A1BB-F00530CD3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2403"/>
              <a:ext cx="91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s-MX" altLang="en-US">
                  <a:latin typeface="Times New Roman" panose="02020603050405020304" pitchFamily="18" charset="0"/>
                </a:rPr>
                <a:t>Batería</a:t>
              </a:r>
            </a:p>
          </p:txBody>
        </p:sp>
        <p:sp>
          <p:nvSpPr>
            <p:cNvPr id="80" name="Line 22">
              <a:extLst>
                <a:ext uri="{FF2B5EF4-FFF2-40B4-BE49-F238E27FC236}">
                  <a16:creationId xmlns:a16="http://schemas.microsoft.com/office/drawing/2014/main" id="{6B64C343-1755-4795-8131-638780F40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" y="2928"/>
              <a:ext cx="37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81" name="Line 23">
              <a:extLst>
                <a:ext uri="{FF2B5EF4-FFF2-40B4-BE49-F238E27FC236}">
                  <a16:creationId xmlns:a16="http://schemas.microsoft.com/office/drawing/2014/main" id="{33ED011A-47EB-4C23-953F-EB31B02FD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928"/>
              <a:ext cx="3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82" name="Rectangle 24">
              <a:extLst>
                <a:ext uri="{FF2B5EF4-FFF2-40B4-BE49-F238E27FC236}">
                  <a16:creationId xmlns:a16="http://schemas.microsoft.com/office/drawing/2014/main" id="{689D9E6A-0E57-4124-BF1D-62D7BA317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2843"/>
              <a:ext cx="62" cy="1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83" name="Line 25">
              <a:extLst>
                <a:ext uri="{FF2B5EF4-FFF2-40B4-BE49-F238E27FC236}">
                  <a16:creationId xmlns:a16="http://schemas.microsoft.com/office/drawing/2014/main" id="{AA2CEBAF-272E-48D6-8EA2-C5892EAE6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7" y="2768"/>
              <a:ext cx="0" cy="3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D9A69BC3-2E04-4326-8101-94BBD8B3F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5" y="2647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-</a:t>
              </a:r>
            </a:p>
          </p:txBody>
        </p:sp>
        <p:sp>
          <p:nvSpPr>
            <p:cNvPr id="85" name="Text Box 27">
              <a:extLst>
                <a:ext uri="{FF2B5EF4-FFF2-40B4-BE49-F238E27FC236}">
                  <a16:creationId xmlns:a16="http://schemas.microsoft.com/office/drawing/2014/main" id="{333F9843-C57F-4CD7-B73C-50237AA8E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640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+</a:t>
              </a:r>
            </a:p>
          </p:txBody>
        </p:sp>
        <p:sp>
          <p:nvSpPr>
            <p:cNvPr id="86" name="Rectangle 28">
              <a:extLst>
                <a:ext uri="{FF2B5EF4-FFF2-40B4-BE49-F238E27FC236}">
                  <a16:creationId xmlns:a16="http://schemas.microsoft.com/office/drawing/2014/main" id="{B77AC095-FE11-4F7E-8B47-A391D4196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397"/>
              <a:ext cx="63" cy="1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</p:grpSp>
      <p:grpSp>
        <p:nvGrpSpPr>
          <p:cNvPr id="87" name="Group 29">
            <a:extLst>
              <a:ext uri="{FF2B5EF4-FFF2-40B4-BE49-F238E27FC236}">
                <a16:creationId xmlns:a16="http://schemas.microsoft.com/office/drawing/2014/main" id="{35F48D11-DA08-4613-ABBF-0241DA4C67EF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829050"/>
            <a:ext cx="2057400" cy="1885950"/>
            <a:chOff x="3696" y="2412"/>
            <a:chExt cx="1296" cy="1188"/>
          </a:xfrm>
        </p:grpSpPr>
        <p:sp>
          <p:nvSpPr>
            <p:cNvPr id="88" name="Text Box 30">
              <a:extLst>
                <a:ext uri="{FF2B5EF4-FFF2-40B4-BE49-F238E27FC236}">
                  <a16:creationId xmlns:a16="http://schemas.microsoft.com/office/drawing/2014/main" id="{A58ACBAB-902F-462B-85E8-F54CEB1F8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412"/>
              <a:ext cx="106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es-MX" altLang="en-US">
                  <a:latin typeface="Times New Roman" panose="02020603050405020304" pitchFamily="18" charset="0"/>
                </a:rPr>
                <a:t>Resistor</a:t>
              </a:r>
            </a:p>
          </p:txBody>
        </p:sp>
        <p:sp>
          <p:nvSpPr>
            <p:cNvPr id="89" name="Rectangle 31">
              <a:extLst>
                <a:ext uri="{FF2B5EF4-FFF2-40B4-BE49-F238E27FC236}">
                  <a16:creationId xmlns:a16="http://schemas.microsoft.com/office/drawing/2014/main" id="{1D9EEC7D-8B00-4869-AA72-E7D6BBAFB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1" y="2736"/>
              <a:ext cx="480" cy="33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grpSp>
          <p:nvGrpSpPr>
            <p:cNvPr id="90" name="Group 32">
              <a:extLst>
                <a:ext uri="{FF2B5EF4-FFF2-40B4-BE49-F238E27FC236}">
                  <a16:creationId xmlns:a16="http://schemas.microsoft.com/office/drawing/2014/main" id="{2C4AA7D2-0E63-4D37-80BD-E785979DB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3" y="2832"/>
              <a:ext cx="54" cy="192"/>
              <a:chOff x="2154" y="3360"/>
              <a:chExt cx="54" cy="192"/>
            </a:xfrm>
          </p:grpSpPr>
          <p:sp>
            <p:nvSpPr>
              <p:cNvPr id="117" name="Line 33">
                <a:extLst>
                  <a:ext uri="{FF2B5EF4-FFF2-40B4-BE49-F238E27FC236}">
                    <a16:creationId xmlns:a16="http://schemas.microsoft.com/office/drawing/2014/main" id="{26F1E1CE-2C98-4BDB-B740-2F6C7F79F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8" name="Line 34">
                <a:extLst>
                  <a:ext uri="{FF2B5EF4-FFF2-40B4-BE49-F238E27FC236}">
                    <a16:creationId xmlns:a16="http://schemas.microsoft.com/office/drawing/2014/main" id="{41F194D9-DAE7-4D91-B986-FCA0B86FE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1" name="Group 35">
              <a:extLst>
                <a:ext uri="{FF2B5EF4-FFF2-40B4-BE49-F238E27FC236}">
                  <a16:creationId xmlns:a16="http://schemas.microsoft.com/office/drawing/2014/main" id="{A4B27920-BF72-4CD3-BD5F-2BDAE2F62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7" y="2832"/>
              <a:ext cx="54" cy="192"/>
              <a:chOff x="2154" y="3360"/>
              <a:chExt cx="54" cy="192"/>
            </a:xfrm>
          </p:grpSpPr>
          <p:sp>
            <p:nvSpPr>
              <p:cNvPr id="115" name="Line 36">
                <a:extLst>
                  <a:ext uri="{FF2B5EF4-FFF2-40B4-BE49-F238E27FC236}">
                    <a16:creationId xmlns:a16="http://schemas.microsoft.com/office/drawing/2014/main" id="{AEC0F78D-0F4D-47AE-AA07-F5C04A605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6" name="Line 37">
                <a:extLst>
                  <a:ext uri="{FF2B5EF4-FFF2-40B4-BE49-F238E27FC236}">
                    <a16:creationId xmlns:a16="http://schemas.microsoft.com/office/drawing/2014/main" id="{E706D4C9-E808-4878-9384-A66828120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2" name="Group 38">
              <a:extLst>
                <a:ext uri="{FF2B5EF4-FFF2-40B4-BE49-F238E27FC236}">
                  <a16:creationId xmlns:a16="http://schemas.microsoft.com/office/drawing/2014/main" id="{2011A8ED-655D-46AF-9EF8-E2CF837CC9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832"/>
              <a:ext cx="54" cy="192"/>
              <a:chOff x="2154" y="3360"/>
              <a:chExt cx="54" cy="192"/>
            </a:xfrm>
          </p:grpSpPr>
          <p:sp>
            <p:nvSpPr>
              <p:cNvPr id="113" name="Line 39">
                <a:extLst>
                  <a:ext uri="{FF2B5EF4-FFF2-40B4-BE49-F238E27FC236}">
                    <a16:creationId xmlns:a16="http://schemas.microsoft.com/office/drawing/2014/main" id="{25734160-527D-4E1E-A185-5F80D389F3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4" name="Line 40">
                <a:extLst>
                  <a:ext uri="{FF2B5EF4-FFF2-40B4-BE49-F238E27FC236}">
                    <a16:creationId xmlns:a16="http://schemas.microsoft.com/office/drawing/2014/main" id="{14C748E7-0E3C-48C1-AAE1-9BEA2BD2A6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3" name="Group 41">
              <a:extLst>
                <a:ext uri="{FF2B5EF4-FFF2-40B4-BE49-F238E27FC236}">
                  <a16:creationId xmlns:a16="http://schemas.microsoft.com/office/drawing/2014/main" id="{94F4E036-88DF-4948-A954-EC31230B1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1" y="2832"/>
              <a:ext cx="54" cy="192"/>
              <a:chOff x="2154" y="3360"/>
              <a:chExt cx="54" cy="192"/>
            </a:xfrm>
          </p:grpSpPr>
          <p:sp>
            <p:nvSpPr>
              <p:cNvPr id="111" name="Line 42">
                <a:extLst>
                  <a:ext uri="{FF2B5EF4-FFF2-40B4-BE49-F238E27FC236}">
                    <a16:creationId xmlns:a16="http://schemas.microsoft.com/office/drawing/2014/main" id="{1F948D24-F35C-4048-823C-E06C118D2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2" name="Line 43">
                <a:extLst>
                  <a:ext uri="{FF2B5EF4-FFF2-40B4-BE49-F238E27FC236}">
                    <a16:creationId xmlns:a16="http://schemas.microsoft.com/office/drawing/2014/main" id="{F7353250-2069-46CB-B171-0C20B9092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4" name="Group 44">
              <a:extLst>
                <a:ext uri="{FF2B5EF4-FFF2-40B4-BE49-F238E27FC236}">
                  <a16:creationId xmlns:a16="http://schemas.microsoft.com/office/drawing/2014/main" id="{99BEBB27-DC7E-420C-8A68-2E2A07CA8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2" y="2832"/>
              <a:ext cx="54" cy="192"/>
              <a:chOff x="2154" y="3360"/>
              <a:chExt cx="54" cy="192"/>
            </a:xfrm>
          </p:grpSpPr>
          <p:sp>
            <p:nvSpPr>
              <p:cNvPr id="109" name="Line 45">
                <a:extLst>
                  <a:ext uri="{FF2B5EF4-FFF2-40B4-BE49-F238E27FC236}">
                    <a16:creationId xmlns:a16="http://schemas.microsoft.com/office/drawing/2014/main" id="{92FCE972-D6F0-47FB-A60F-DFEE2C053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0" name="Line 46">
                <a:extLst>
                  <a:ext uri="{FF2B5EF4-FFF2-40B4-BE49-F238E27FC236}">
                    <a16:creationId xmlns:a16="http://schemas.microsoft.com/office/drawing/2014/main" id="{6662C602-CCFB-4F80-BC4E-2D2A0F585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5" name="Group 47">
              <a:extLst>
                <a:ext uri="{FF2B5EF4-FFF2-40B4-BE49-F238E27FC236}">
                  <a16:creationId xmlns:a16="http://schemas.microsoft.com/office/drawing/2014/main" id="{D1AB7E81-7FE0-4A5D-8C88-3A375FE59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2820"/>
              <a:ext cx="54" cy="192"/>
              <a:chOff x="2154" y="3360"/>
              <a:chExt cx="54" cy="192"/>
            </a:xfrm>
          </p:grpSpPr>
          <p:sp>
            <p:nvSpPr>
              <p:cNvPr id="107" name="Line 48">
                <a:extLst>
                  <a:ext uri="{FF2B5EF4-FFF2-40B4-BE49-F238E27FC236}">
                    <a16:creationId xmlns:a16="http://schemas.microsoft.com/office/drawing/2014/main" id="{FE6F007D-E086-4CD7-9DC8-FB687FDBC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33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8" name="Line 49">
                <a:extLst>
                  <a:ext uri="{FF2B5EF4-FFF2-40B4-BE49-F238E27FC236}">
                    <a16:creationId xmlns:a16="http://schemas.microsoft.com/office/drawing/2014/main" id="{DAF7B65F-B189-409A-9A6B-7859B16C6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54" y="3360"/>
                <a:ext cx="54" cy="1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6" name="Line 50">
              <a:extLst>
                <a:ext uri="{FF2B5EF4-FFF2-40B4-BE49-F238E27FC236}">
                  <a16:creationId xmlns:a16="http://schemas.microsoft.com/office/drawing/2014/main" id="{CE89D43B-8515-4388-B85F-91B9EDA7E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" y="2916"/>
              <a:ext cx="35" cy="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7" name="Line 51">
              <a:extLst>
                <a:ext uri="{FF2B5EF4-FFF2-40B4-BE49-F238E27FC236}">
                  <a16:creationId xmlns:a16="http://schemas.microsoft.com/office/drawing/2014/main" id="{519D1D8E-2A23-4ECB-B82C-837ECBC11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3" y="2880"/>
              <a:ext cx="48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8" name="Line 52">
              <a:extLst>
                <a:ext uri="{FF2B5EF4-FFF2-40B4-BE49-F238E27FC236}">
                  <a16:creationId xmlns:a16="http://schemas.microsoft.com/office/drawing/2014/main" id="{50F176A1-5083-443A-8523-B51A9DDA1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" y="2915"/>
              <a:ext cx="375" cy="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91440" bIns="91440">
              <a:spAutoFit/>
            </a:bodyPr>
            <a:lstStyle/>
            <a:p>
              <a:endParaRPr lang="en-US"/>
            </a:p>
          </p:txBody>
        </p:sp>
        <p:sp>
          <p:nvSpPr>
            <p:cNvPr id="99" name="Line 53">
              <a:extLst>
                <a:ext uri="{FF2B5EF4-FFF2-40B4-BE49-F238E27FC236}">
                  <a16:creationId xmlns:a16="http://schemas.microsoft.com/office/drawing/2014/main" id="{3E428F2F-8805-48AD-8AFB-A0F16F25F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3" y="2928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0" name="Rectangle 54">
              <a:extLst>
                <a:ext uri="{FF2B5EF4-FFF2-40B4-BE49-F238E27FC236}">
                  <a16:creationId xmlns:a16="http://schemas.microsoft.com/office/drawing/2014/main" id="{9F876630-77A6-4B19-B498-A5FDF8F7E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408"/>
              <a:ext cx="72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1" name="Rectangle 55">
              <a:extLst>
                <a:ext uri="{FF2B5EF4-FFF2-40B4-BE49-F238E27FC236}">
                  <a16:creationId xmlns:a16="http://schemas.microsoft.com/office/drawing/2014/main" id="{631CFDD3-09A9-49CA-8956-BEC8098B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08"/>
              <a:ext cx="48" cy="19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2" name="Rectangle 56">
              <a:extLst>
                <a:ext uri="{FF2B5EF4-FFF2-40B4-BE49-F238E27FC236}">
                  <a16:creationId xmlns:a16="http://schemas.microsoft.com/office/drawing/2014/main" id="{19DC26E0-A6D7-414C-9312-E8D479E82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408"/>
              <a:ext cx="48" cy="192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3" name="Rectangle 57">
              <a:extLst>
                <a:ext uri="{FF2B5EF4-FFF2-40B4-BE49-F238E27FC236}">
                  <a16:creationId xmlns:a16="http://schemas.microsoft.com/office/drawing/2014/main" id="{ABFD1335-6769-428C-AB54-3A6906D64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48" cy="192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4" name="Rectangle 58">
              <a:extLst>
                <a:ext uri="{FF2B5EF4-FFF2-40B4-BE49-F238E27FC236}">
                  <a16:creationId xmlns:a16="http://schemas.microsoft.com/office/drawing/2014/main" id="{BF9C1495-31A2-428A-9FFF-B6D11E274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" y="3408"/>
              <a:ext cx="48" cy="192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105" name="Line 59">
              <a:extLst>
                <a:ext uri="{FF2B5EF4-FFF2-40B4-BE49-F238E27FC236}">
                  <a16:creationId xmlns:a16="http://schemas.microsoft.com/office/drawing/2014/main" id="{54A9A763-F11A-4425-A171-44FE6A3B5B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350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6" name="Line 60">
              <a:extLst>
                <a:ext uri="{FF2B5EF4-FFF2-40B4-BE49-F238E27FC236}">
                  <a16:creationId xmlns:a16="http://schemas.microsoft.com/office/drawing/2014/main" id="{FD4A8536-AB89-43F7-B737-E3A73B781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350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2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2" grpId="0" autoUpdateAnimBg="0"/>
      <p:bldP spid="307203" grpId="0" autoUpdateAnimBg="0"/>
      <p:bldP spid="307204" grpId="0" autoUpdateAnimBg="0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>
            <a:extLst>
              <a:ext uri="{FF2B5EF4-FFF2-40B4-BE49-F238E27FC236}">
                <a16:creationId xmlns:a16="http://schemas.microsoft.com/office/drawing/2014/main" id="{B9FDC539-C003-4695-9115-BBDD61AA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41B69EF-559B-4102-B1A0-65207BABA698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174122AF-9193-4BDD-9255-8F200F371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73152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Ley de Ohm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21A5E63C-CF03-4C5E-A336-A13299249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95400"/>
            <a:ext cx="7620000" cy="12446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>
                <a:solidFill>
                  <a:srgbClr val="000000"/>
                </a:solidFill>
              </a:rPr>
              <a:t>La ley de Ohm afirma que la corriente I a través de un conductor es directamente proporcional a la diferencia de potencial V entre sus puntos extremos.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1802DF71-649F-4478-8E89-2A62C4BAB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581401"/>
            <a:ext cx="731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>
                <a:solidFill>
                  <a:srgbClr val="000000"/>
                </a:solidFill>
              </a:rPr>
              <a:t>La ley de Ohm permite definir la resistencia R y escribir las siguientes formas de la ley:</a:t>
            </a:r>
          </a:p>
        </p:txBody>
      </p:sp>
      <p:graphicFrame>
        <p:nvGraphicFramePr>
          <p:cNvPr id="309253" name="Object 2">
            <a:extLst>
              <a:ext uri="{FF2B5EF4-FFF2-40B4-BE49-F238E27FC236}">
                <a16:creationId xmlns:a16="http://schemas.microsoft.com/office/drawing/2014/main" id="{5BE6A8EF-370C-4262-9103-56F33F655D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4648201"/>
          <a:ext cx="57086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6" name="Equation" r:id="rId6" imgW="1638000" imgH="393480" progId="">
                  <p:embed/>
                </p:oleObj>
              </mc:Choice>
              <mc:Fallback>
                <p:oleObj name="Equation" r:id="rId6" imgW="1638000" imgH="393480" progId="">
                  <p:embed/>
                  <p:pic>
                    <p:nvPicPr>
                      <p:cNvPr id="309253" name="Object 2">
                        <a:extLst>
                          <a:ext uri="{FF2B5EF4-FFF2-40B4-BE49-F238E27FC236}">
                            <a16:creationId xmlns:a16="http://schemas.microsoft.com/office/drawing/2014/main" id="{5BE6A8EF-370C-4262-9103-56F33F655D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648201"/>
                        <a:ext cx="5708650" cy="13684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91E457DF-86D8-4E1F-B074-2EA7D105828B}"/>
              </a:ext>
            </a:extLst>
          </p:cNvPr>
          <p:cNvGrpSpPr>
            <a:grpSpLocks/>
          </p:cNvGrpSpPr>
          <p:nvPr/>
        </p:nvGrpSpPr>
        <p:grpSpPr bwMode="auto">
          <a:xfrm>
            <a:off x="4114801" y="2874964"/>
            <a:ext cx="4424363" cy="706437"/>
            <a:chOff x="1632" y="1811"/>
            <a:chExt cx="2787" cy="445"/>
          </a:xfrm>
        </p:grpSpPr>
        <p:sp>
          <p:nvSpPr>
            <p:cNvPr id="309255" name="AutoShape 7">
              <a:extLst>
                <a:ext uri="{FF2B5EF4-FFF2-40B4-BE49-F238E27FC236}">
                  <a16:creationId xmlns:a16="http://schemas.microsoft.com/office/drawing/2014/main" id="{45D4552C-48DA-4A22-958E-E92B6702B60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32" y="1811"/>
              <a:ext cx="2787" cy="445"/>
            </a:xfrm>
            <a:prstGeom prst="rect">
              <a:avLst/>
            </a:prstGeom>
            <a:solidFill>
              <a:srgbClr val="FFFFCC"/>
            </a:solidFill>
            <a:ln w="3810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CL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051" name="Object 3">
              <a:extLst>
                <a:ext uri="{FF2B5EF4-FFF2-40B4-BE49-F238E27FC236}">
                  <a16:creationId xmlns:a16="http://schemas.microsoft.com/office/drawing/2014/main" id="{90DBC36F-FE06-40B4-9D14-34CB4708A3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1824"/>
            <a:ext cx="2688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97" name="Ecuación" r:id="rId8" imgW="1346040" imgH="203040" progId="Equation.3">
                    <p:embed/>
                  </p:oleObj>
                </mc:Choice>
                <mc:Fallback>
                  <p:oleObj name="Ecuación" r:id="rId8" imgW="1346040" imgH="203040" progId="Equation.3">
                    <p:embed/>
                    <p:pic>
                      <p:nvPicPr>
                        <p:cNvPr id="2051" name="Object 3">
                          <a:extLst>
                            <a:ext uri="{FF2B5EF4-FFF2-40B4-BE49-F238E27FC236}">
                              <a16:creationId xmlns:a16="http://schemas.microsoft.com/office/drawing/2014/main" id="{90DBC36F-FE06-40B4-9D14-34CB4708A3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1824"/>
                          <a:ext cx="2688" cy="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 autoUpdateAnimBg="0"/>
      <p:bldP spid="309251" grpId="0" animBg="1" autoUpdateAnimBg="0"/>
      <p:bldP spid="30925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48E15223-3467-45B3-823C-ED535AAEE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28600"/>
            <a:ext cx="73152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Resistencias en serie</a:t>
            </a:r>
          </a:p>
        </p:txBody>
      </p:sp>
      <p:sp>
        <p:nvSpPr>
          <p:cNvPr id="329731" name="Text Box 3">
            <a:extLst>
              <a:ext uri="{FF2B5EF4-FFF2-40B4-BE49-F238E27FC236}">
                <a16:creationId xmlns:a16="http://schemas.microsoft.com/office/drawing/2014/main" id="{B70D9C65-96F5-4903-BD16-7B86EFA95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6061" y="1201717"/>
            <a:ext cx="876300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600" dirty="0">
                <a:solidFill>
                  <a:srgbClr val="000000"/>
                </a:solidFill>
              </a:rPr>
              <a:t>Se dice que los resistores están conectados en serie cuando hay una sola trayectoria para la corriente.</a:t>
            </a:r>
          </a:p>
        </p:txBody>
      </p:sp>
      <p:sp>
        <p:nvSpPr>
          <p:cNvPr id="329732" name="Text Box 4">
            <a:extLst>
              <a:ext uri="{FF2B5EF4-FFF2-40B4-BE49-F238E27FC236}">
                <a16:creationId xmlns:a16="http://schemas.microsoft.com/office/drawing/2014/main" id="{326B4202-369A-43B8-9CD7-BAB3BDE57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833" y="2106535"/>
            <a:ext cx="510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dirty="0">
                <a:solidFill>
                  <a:srgbClr val="000000"/>
                </a:solidFill>
              </a:rPr>
              <a:t>La corriente </a:t>
            </a:r>
            <a:r>
              <a:rPr kumimoji="1" lang="es-MX" altLang="en-US" i="1" dirty="0">
                <a:solidFill>
                  <a:srgbClr val="000000"/>
                </a:solidFill>
              </a:rPr>
              <a:t>I </a:t>
            </a:r>
            <a:r>
              <a:rPr kumimoji="1" lang="es-MX" altLang="en-US" dirty="0">
                <a:solidFill>
                  <a:srgbClr val="000000"/>
                </a:solidFill>
              </a:rPr>
              <a:t>es la misma para cada resistor </a:t>
            </a:r>
            <a:r>
              <a:rPr kumimoji="1" lang="es-MX" altLang="en-US" i="1" dirty="0">
                <a:solidFill>
                  <a:srgbClr val="000000"/>
                </a:solidFill>
              </a:rPr>
              <a:t>R</a:t>
            </a:r>
            <a:r>
              <a:rPr kumimoji="1" lang="es-MX" altLang="en-US" i="1" baseline="-25000" dirty="0">
                <a:solidFill>
                  <a:srgbClr val="000000"/>
                </a:solidFill>
              </a:rPr>
              <a:t>1</a:t>
            </a:r>
            <a:r>
              <a:rPr kumimoji="1" lang="es-MX" altLang="en-US" i="1" dirty="0">
                <a:solidFill>
                  <a:srgbClr val="000000"/>
                </a:solidFill>
              </a:rPr>
              <a:t>, R</a:t>
            </a:r>
            <a:r>
              <a:rPr kumimoji="1" lang="es-MX" altLang="en-US" i="1" baseline="-25000" dirty="0">
                <a:solidFill>
                  <a:srgbClr val="000000"/>
                </a:solidFill>
              </a:rPr>
              <a:t>2</a:t>
            </a:r>
            <a:r>
              <a:rPr kumimoji="1" lang="es-MX" altLang="en-US" dirty="0">
                <a:solidFill>
                  <a:srgbClr val="000000"/>
                </a:solidFill>
              </a:rPr>
              <a:t> y </a:t>
            </a:r>
            <a:r>
              <a:rPr kumimoji="1" lang="es-MX" altLang="en-US" i="1" dirty="0">
                <a:solidFill>
                  <a:srgbClr val="000000"/>
                </a:solidFill>
              </a:rPr>
              <a:t>R</a:t>
            </a:r>
            <a:r>
              <a:rPr kumimoji="1" lang="es-MX" altLang="en-US" i="1" baseline="-25000" dirty="0">
                <a:solidFill>
                  <a:srgbClr val="000000"/>
                </a:solidFill>
              </a:rPr>
              <a:t>3</a:t>
            </a:r>
            <a:r>
              <a:rPr kumimoji="1" lang="es-MX" altLang="en-US" i="1" dirty="0">
                <a:solidFill>
                  <a:srgbClr val="000000"/>
                </a:solidFill>
              </a:rPr>
              <a:t>.</a:t>
            </a:r>
            <a:endParaRPr kumimoji="1" lang="es-MX" altLang="en-US" dirty="0">
              <a:solidFill>
                <a:srgbClr val="000000"/>
              </a:solidFill>
            </a:endParaRPr>
          </a:p>
        </p:txBody>
      </p:sp>
      <p:sp>
        <p:nvSpPr>
          <p:cNvPr id="329733" name="Text Box 5">
            <a:extLst>
              <a:ext uri="{FF2B5EF4-FFF2-40B4-BE49-F238E27FC236}">
                <a16:creationId xmlns:a16="http://schemas.microsoft.com/office/drawing/2014/main" id="{E26F2D04-D34A-40ED-AE66-42CA56AD9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8033" y="3056495"/>
            <a:ext cx="4953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sz="2500" dirty="0">
                <a:solidFill>
                  <a:srgbClr val="000000"/>
                </a:solidFill>
              </a:rPr>
              <a:t>La energía ganada a través de </a:t>
            </a:r>
            <a:r>
              <a:rPr kumimoji="1" lang="es-MX" altLang="en-US" sz="2500" dirty="0">
                <a:solidFill>
                  <a:srgbClr val="000000"/>
                </a:solidFill>
                <a:latin typeface="Script MT Bold" panose="03040602040607080904" pitchFamily="66" charset="0"/>
              </a:rPr>
              <a:t>E</a:t>
            </a:r>
            <a:r>
              <a:rPr kumimoji="1" lang="es-MX" altLang="en-US" sz="2500" dirty="0">
                <a:solidFill>
                  <a:srgbClr val="000000"/>
                </a:solidFill>
              </a:rPr>
              <a:t> se pierde a través de </a:t>
            </a:r>
            <a:r>
              <a:rPr kumimoji="1" lang="es-MX" altLang="en-US" sz="2500" i="1" dirty="0">
                <a:solidFill>
                  <a:srgbClr val="000000"/>
                </a:solidFill>
              </a:rPr>
              <a:t>R</a:t>
            </a:r>
            <a:r>
              <a:rPr kumimoji="1" lang="es-MX" altLang="en-US" sz="2500" i="1" baseline="-25000" dirty="0">
                <a:solidFill>
                  <a:srgbClr val="000000"/>
                </a:solidFill>
              </a:rPr>
              <a:t>1</a:t>
            </a:r>
            <a:r>
              <a:rPr kumimoji="1" lang="es-MX" altLang="en-US" sz="2500" i="1" dirty="0">
                <a:solidFill>
                  <a:srgbClr val="000000"/>
                </a:solidFill>
              </a:rPr>
              <a:t>, R</a:t>
            </a:r>
            <a:r>
              <a:rPr kumimoji="1" lang="es-MX" altLang="en-US" sz="2500" i="1" baseline="-25000" dirty="0">
                <a:solidFill>
                  <a:srgbClr val="000000"/>
                </a:solidFill>
              </a:rPr>
              <a:t>2</a:t>
            </a:r>
            <a:r>
              <a:rPr kumimoji="1" lang="es-MX" altLang="en-US" sz="2500" dirty="0">
                <a:solidFill>
                  <a:srgbClr val="000000"/>
                </a:solidFill>
              </a:rPr>
              <a:t> y </a:t>
            </a:r>
            <a:r>
              <a:rPr kumimoji="1" lang="es-MX" altLang="en-US" sz="2500" i="1" dirty="0">
                <a:solidFill>
                  <a:srgbClr val="000000"/>
                </a:solidFill>
              </a:rPr>
              <a:t>R</a:t>
            </a:r>
            <a:r>
              <a:rPr kumimoji="1" lang="es-MX" altLang="en-US" sz="2500" i="1" baseline="-25000" dirty="0">
                <a:solidFill>
                  <a:srgbClr val="000000"/>
                </a:solidFill>
              </a:rPr>
              <a:t>3</a:t>
            </a:r>
            <a:r>
              <a:rPr kumimoji="1" lang="es-MX" altLang="en-US" sz="2500" i="1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29734" name="Text Box 6">
            <a:extLst>
              <a:ext uri="{FF2B5EF4-FFF2-40B4-BE49-F238E27FC236}">
                <a16:creationId xmlns:a16="http://schemas.microsoft.com/office/drawing/2014/main" id="{51FF4FA0-1ACF-4AD8-BC50-65712BBF3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788" y="3964355"/>
            <a:ext cx="510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s-MX" altLang="en-US" dirty="0">
                <a:solidFill>
                  <a:srgbClr val="000000"/>
                </a:solidFill>
              </a:rPr>
              <a:t>Lo mismo es cierto para los voltajes:</a:t>
            </a:r>
          </a:p>
        </p:txBody>
      </p:sp>
      <p:sp>
        <p:nvSpPr>
          <p:cNvPr id="329735" name="Text Box 7">
            <a:extLst>
              <a:ext uri="{FF2B5EF4-FFF2-40B4-BE49-F238E27FC236}">
                <a16:creationId xmlns:a16="http://schemas.microsoft.com/office/drawing/2014/main" id="{7667EDCA-D06B-4CBF-A784-3045EB44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410201"/>
            <a:ext cx="2971800" cy="830997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000000"/>
                </a:solidFill>
                <a:latin typeface="Arial" panose="020B0604020202020204" pitchFamily="34" charset="0"/>
              </a:rPr>
              <a:t>Para conexiones en serie:</a:t>
            </a:r>
          </a:p>
        </p:txBody>
      </p:sp>
      <p:sp>
        <p:nvSpPr>
          <p:cNvPr id="329736" name="Text Box 8">
            <a:extLst>
              <a:ext uri="{FF2B5EF4-FFF2-40B4-BE49-F238E27FC236}">
                <a16:creationId xmlns:a16="http://schemas.microsoft.com/office/drawing/2014/main" id="{4E032DDE-2DA9-49E8-8749-EE4A8BD4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863" y="5015323"/>
            <a:ext cx="5511800" cy="461665"/>
          </a:xfrm>
          <a:prstGeom prst="rect">
            <a:avLst/>
          </a:prstGeom>
          <a:solidFill>
            <a:srgbClr val="CCFFCC"/>
          </a:solidFill>
          <a:ln w="381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I = I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= I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= I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               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T 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= 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+ 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kumimoji="1" lang="es-MX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+ V</a:t>
            </a:r>
            <a:r>
              <a:rPr kumimoji="1" lang="es-MX" sz="2400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kumimoji="1" lang="es-MX" sz="24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0" name="Group 9">
            <a:extLst>
              <a:ext uri="{FF2B5EF4-FFF2-40B4-BE49-F238E27FC236}">
                <a16:creationId xmlns:a16="http://schemas.microsoft.com/office/drawing/2014/main" id="{76261AB1-15C4-47F7-9624-E222E0653649}"/>
              </a:ext>
            </a:extLst>
          </p:cNvPr>
          <p:cNvGrpSpPr>
            <a:grpSpLocks/>
          </p:cNvGrpSpPr>
          <p:nvPr/>
        </p:nvGrpSpPr>
        <p:grpSpPr bwMode="auto">
          <a:xfrm>
            <a:off x="480003" y="2258314"/>
            <a:ext cx="3092116" cy="2987842"/>
            <a:chOff x="672" y="1680"/>
            <a:chExt cx="1776" cy="1728"/>
          </a:xfrm>
        </p:grpSpPr>
        <p:sp>
          <p:nvSpPr>
            <p:cNvPr id="91" name="Rectangle 10">
              <a:extLst>
                <a:ext uri="{FF2B5EF4-FFF2-40B4-BE49-F238E27FC236}">
                  <a16:creationId xmlns:a16="http://schemas.microsoft.com/office/drawing/2014/main" id="{B49F0A2B-42B3-4403-8421-BA819EAB2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680"/>
              <a:ext cx="1728" cy="1728"/>
            </a:xfrm>
            <a:prstGeom prst="rect">
              <a:avLst/>
            </a:prstGeom>
            <a:solidFill>
              <a:srgbClr val="FF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s-CL"/>
            </a:p>
          </p:txBody>
        </p:sp>
        <p:sp>
          <p:nvSpPr>
            <p:cNvPr id="92" name="Rectangle 11">
              <a:extLst>
                <a:ext uri="{FF2B5EF4-FFF2-40B4-BE49-F238E27FC236}">
                  <a16:creationId xmlns:a16="http://schemas.microsoft.com/office/drawing/2014/main" id="{9F2027F3-361D-401F-AC88-6A8D03311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920"/>
              <a:ext cx="1152" cy="96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grpSp>
          <p:nvGrpSpPr>
            <p:cNvPr id="93" name="Group 12">
              <a:extLst>
                <a:ext uri="{FF2B5EF4-FFF2-40B4-BE49-F238E27FC236}">
                  <a16:creationId xmlns:a16="http://schemas.microsoft.com/office/drawing/2014/main" id="{01406E22-204F-4B15-979C-62BC80B51E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1728"/>
              <a:ext cx="480" cy="336"/>
              <a:chOff x="1536" y="1728"/>
              <a:chExt cx="480" cy="336"/>
            </a:xfrm>
          </p:grpSpPr>
          <p:sp>
            <p:nvSpPr>
              <p:cNvPr id="148" name="Rectangle 13">
                <a:extLst>
                  <a:ext uri="{FF2B5EF4-FFF2-40B4-BE49-F238E27FC236}">
                    <a16:creationId xmlns:a16="http://schemas.microsoft.com/office/drawing/2014/main" id="{BD0E77A3-2921-40C5-A3B7-DCFFA4017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49" name="Group 14">
                <a:extLst>
                  <a:ext uri="{FF2B5EF4-FFF2-40B4-BE49-F238E27FC236}">
                    <a16:creationId xmlns:a16="http://schemas.microsoft.com/office/drawing/2014/main" id="{68D58D9A-0543-4252-AE78-74E4FF6B6A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67" name="Line 15">
                  <a:extLst>
                    <a:ext uri="{FF2B5EF4-FFF2-40B4-BE49-F238E27FC236}">
                      <a16:creationId xmlns:a16="http://schemas.microsoft.com/office/drawing/2014/main" id="{F6CD0D82-B26F-4B7F-BDFB-29E706E02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8" name="Line 16">
                  <a:extLst>
                    <a:ext uri="{FF2B5EF4-FFF2-40B4-BE49-F238E27FC236}">
                      <a16:creationId xmlns:a16="http://schemas.microsoft.com/office/drawing/2014/main" id="{C6AB295C-8555-4516-B963-A0D38A92A4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17">
                <a:extLst>
                  <a:ext uri="{FF2B5EF4-FFF2-40B4-BE49-F238E27FC236}">
                    <a16:creationId xmlns:a16="http://schemas.microsoft.com/office/drawing/2014/main" id="{6813782D-09D1-4AFE-B1B3-414FEEE20E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65" name="Line 18">
                  <a:extLst>
                    <a:ext uri="{FF2B5EF4-FFF2-40B4-BE49-F238E27FC236}">
                      <a16:creationId xmlns:a16="http://schemas.microsoft.com/office/drawing/2014/main" id="{C65E0961-1C3B-4B39-85C7-5F68B82B29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6" name="Line 19">
                  <a:extLst>
                    <a:ext uri="{FF2B5EF4-FFF2-40B4-BE49-F238E27FC236}">
                      <a16:creationId xmlns:a16="http://schemas.microsoft.com/office/drawing/2014/main" id="{D6A2BE35-479B-416C-B9B3-377AA3161B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1" name="Group 20">
                <a:extLst>
                  <a:ext uri="{FF2B5EF4-FFF2-40B4-BE49-F238E27FC236}">
                    <a16:creationId xmlns:a16="http://schemas.microsoft.com/office/drawing/2014/main" id="{72BCB071-5FF8-4304-8860-E14A90475B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63" name="Line 21">
                  <a:extLst>
                    <a:ext uri="{FF2B5EF4-FFF2-40B4-BE49-F238E27FC236}">
                      <a16:creationId xmlns:a16="http://schemas.microsoft.com/office/drawing/2014/main" id="{F2AD5B34-1DC7-488D-8029-10439EAC2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4" name="Line 22">
                  <a:extLst>
                    <a:ext uri="{FF2B5EF4-FFF2-40B4-BE49-F238E27FC236}">
                      <a16:creationId xmlns:a16="http://schemas.microsoft.com/office/drawing/2014/main" id="{A9468501-911A-4EE8-9CAC-91442AF685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2" name="Group 23">
                <a:extLst>
                  <a:ext uri="{FF2B5EF4-FFF2-40B4-BE49-F238E27FC236}">
                    <a16:creationId xmlns:a16="http://schemas.microsoft.com/office/drawing/2014/main" id="{69A2520F-4C2D-45F3-ADBA-25E3A87C39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61" name="Line 24">
                  <a:extLst>
                    <a:ext uri="{FF2B5EF4-FFF2-40B4-BE49-F238E27FC236}">
                      <a16:creationId xmlns:a16="http://schemas.microsoft.com/office/drawing/2014/main" id="{55C6F8FF-ACA8-44D9-84FE-85AF04D493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2" name="Line 25">
                  <a:extLst>
                    <a:ext uri="{FF2B5EF4-FFF2-40B4-BE49-F238E27FC236}">
                      <a16:creationId xmlns:a16="http://schemas.microsoft.com/office/drawing/2014/main" id="{12E0F15C-00E8-4CA8-9646-D4BAAFA7B3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3" name="Group 26">
                <a:extLst>
                  <a:ext uri="{FF2B5EF4-FFF2-40B4-BE49-F238E27FC236}">
                    <a16:creationId xmlns:a16="http://schemas.microsoft.com/office/drawing/2014/main" id="{FDFE2FAA-DE59-401F-B87C-E6FD9B92F6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59" name="Line 27">
                  <a:extLst>
                    <a:ext uri="{FF2B5EF4-FFF2-40B4-BE49-F238E27FC236}">
                      <a16:creationId xmlns:a16="http://schemas.microsoft.com/office/drawing/2014/main" id="{D4CFC5E7-8F0A-440A-B3C0-EBA6A484E3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28">
                  <a:extLst>
                    <a:ext uri="{FF2B5EF4-FFF2-40B4-BE49-F238E27FC236}">
                      <a16:creationId xmlns:a16="http://schemas.microsoft.com/office/drawing/2014/main" id="{F6DF545A-68FF-4067-9BC3-D7B90C876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4" name="Group 29">
                <a:extLst>
                  <a:ext uri="{FF2B5EF4-FFF2-40B4-BE49-F238E27FC236}">
                    <a16:creationId xmlns:a16="http://schemas.microsoft.com/office/drawing/2014/main" id="{6F64DF72-E554-4D4D-B762-F4726C0125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57" name="Line 30">
                  <a:extLst>
                    <a:ext uri="{FF2B5EF4-FFF2-40B4-BE49-F238E27FC236}">
                      <a16:creationId xmlns:a16="http://schemas.microsoft.com/office/drawing/2014/main" id="{F769BFFA-B811-4EDD-9952-99BC460C3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8" name="Line 31">
                  <a:extLst>
                    <a:ext uri="{FF2B5EF4-FFF2-40B4-BE49-F238E27FC236}">
                      <a16:creationId xmlns:a16="http://schemas.microsoft.com/office/drawing/2014/main" id="{AC241A22-C3BD-4B4A-A6F6-7AFFC3266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55" name="Line 32">
                <a:extLst>
                  <a:ext uri="{FF2B5EF4-FFF2-40B4-BE49-F238E27FC236}">
                    <a16:creationId xmlns:a16="http://schemas.microsoft.com/office/drawing/2014/main" id="{34D7ADED-990B-46F1-AC78-398E128E6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6" name="Line 33">
                <a:extLst>
                  <a:ext uri="{FF2B5EF4-FFF2-40B4-BE49-F238E27FC236}">
                    <a16:creationId xmlns:a16="http://schemas.microsoft.com/office/drawing/2014/main" id="{F70FE2AC-08B2-406A-82A2-116B22EB0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4" name="Rectangle 34">
              <a:extLst>
                <a:ext uri="{FF2B5EF4-FFF2-40B4-BE49-F238E27FC236}">
                  <a16:creationId xmlns:a16="http://schemas.microsoft.com/office/drawing/2014/main" id="{C27C5EDC-F269-4D3E-8988-11E757B4D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736"/>
              <a:ext cx="144" cy="2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95" name="Line 35">
              <a:extLst>
                <a:ext uri="{FF2B5EF4-FFF2-40B4-BE49-F238E27FC236}">
                  <a16:creationId xmlns:a16="http://schemas.microsoft.com/office/drawing/2014/main" id="{3521B5D9-7A24-40A5-9D3E-F1D650A57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6" name="Rectangle 36">
              <a:extLst>
                <a:ext uri="{FF2B5EF4-FFF2-40B4-BE49-F238E27FC236}">
                  <a16:creationId xmlns:a16="http://schemas.microsoft.com/office/drawing/2014/main" id="{48155B61-A16E-4D87-A7CC-5818B0168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48" cy="96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97" name="Text Box 37">
              <a:extLst>
                <a:ext uri="{FF2B5EF4-FFF2-40B4-BE49-F238E27FC236}">
                  <a16:creationId xmlns:a16="http://schemas.microsoft.com/office/drawing/2014/main" id="{901AD928-1B15-4612-8AD7-732AEA96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96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s-MX" altLang="en-US" i="1" dirty="0"/>
                <a:t>R</a:t>
              </a:r>
              <a:r>
                <a:rPr kumimoji="1" lang="es-MX" altLang="en-US" i="1" baseline="-25000" dirty="0"/>
                <a:t>1</a:t>
              </a:r>
              <a:endParaRPr kumimoji="1" lang="es-MX" altLang="en-US" i="1" dirty="0"/>
            </a:p>
          </p:txBody>
        </p:sp>
        <p:sp>
          <p:nvSpPr>
            <p:cNvPr id="98" name="Line 38">
              <a:extLst>
                <a:ext uri="{FF2B5EF4-FFF2-40B4-BE49-F238E27FC236}">
                  <a16:creationId xmlns:a16="http://schemas.microsoft.com/office/drawing/2014/main" id="{CDBDF48F-A1B5-45BE-B915-2E48D2F55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160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" name="Text Box 39">
              <a:extLst>
                <a:ext uri="{FF2B5EF4-FFF2-40B4-BE49-F238E27FC236}">
                  <a16:creationId xmlns:a16="http://schemas.microsoft.com/office/drawing/2014/main" id="{35FA90B1-D645-4FA2-AC6F-B34B54AE5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20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I</a:t>
              </a:r>
            </a:p>
          </p:txBody>
        </p:sp>
        <p:sp>
          <p:nvSpPr>
            <p:cNvPr id="100" name="Text Box 40">
              <a:extLst>
                <a:ext uri="{FF2B5EF4-FFF2-40B4-BE49-F238E27FC236}">
                  <a16:creationId xmlns:a16="http://schemas.microsoft.com/office/drawing/2014/main" id="{2EA17B46-2F27-4510-A714-E86218F62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4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V</a:t>
              </a:r>
              <a:r>
                <a:rPr kumimoji="1" lang="es-MX" altLang="en-US" i="1" baseline="-25000"/>
                <a:t>T</a:t>
              </a:r>
              <a:endParaRPr kumimoji="1" lang="es-MX" altLang="en-US" i="1"/>
            </a:p>
          </p:txBody>
        </p:sp>
        <p:grpSp>
          <p:nvGrpSpPr>
            <p:cNvPr id="101" name="Group 41">
              <a:extLst>
                <a:ext uri="{FF2B5EF4-FFF2-40B4-BE49-F238E27FC236}">
                  <a16:creationId xmlns:a16="http://schemas.microsoft.com/office/drawing/2014/main" id="{0F6079E2-C4EA-4C66-BABE-114D29A33065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1944" y="2136"/>
              <a:ext cx="480" cy="336"/>
              <a:chOff x="1536" y="1728"/>
              <a:chExt cx="480" cy="336"/>
            </a:xfrm>
          </p:grpSpPr>
          <p:sp>
            <p:nvSpPr>
              <p:cNvPr id="127" name="Rectangle 42">
                <a:extLst>
                  <a:ext uri="{FF2B5EF4-FFF2-40B4-BE49-F238E27FC236}">
                    <a16:creationId xmlns:a16="http://schemas.microsoft.com/office/drawing/2014/main" id="{EB996C28-A3FA-4133-816F-2CC78E945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28" name="Group 43">
                <a:extLst>
                  <a:ext uri="{FF2B5EF4-FFF2-40B4-BE49-F238E27FC236}">
                    <a16:creationId xmlns:a16="http://schemas.microsoft.com/office/drawing/2014/main" id="{F0B9F9B7-F767-4C42-9D8F-3F3D312C17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46" name="Line 44">
                  <a:extLst>
                    <a:ext uri="{FF2B5EF4-FFF2-40B4-BE49-F238E27FC236}">
                      <a16:creationId xmlns:a16="http://schemas.microsoft.com/office/drawing/2014/main" id="{759291AA-F92B-454C-BF68-C03AE46D5C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7" name="Line 45">
                  <a:extLst>
                    <a:ext uri="{FF2B5EF4-FFF2-40B4-BE49-F238E27FC236}">
                      <a16:creationId xmlns:a16="http://schemas.microsoft.com/office/drawing/2014/main" id="{97FAC64B-1D29-4D16-BA53-0727B5F58A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9" name="Group 46">
                <a:extLst>
                  <a:ext uri="{FF2B5EF4-FFF2-40B4-BE49-F238E27FC236}">
                    <a16:creationId xmlns:a16="http://schemas.microsoft.com/office/drawing/2014/main" id="{D0EE3C49-E5DA-4575-B47B-4AB00E96C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44" name="Line 47">
                  <a:extLst>
                    <a:ext uri="{FF2B5EF4-FFF2-40B4-BE49-F238E27FC236}">
                      <a16:creationId xmlns:a16="http://schemas.microsoft.com/office/drawing/2014/main" id="{1949F691-C7B4-4F12-8A91-D6D2217E3E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5" name="Line 48">
                  <a:extLst>
                    <a:ext uri="{FF2B5EF4-FFF2-40B4-BE49-F238E27FC236}">
                      <a16:creationId xmlns:a16="http://schemas.microsoft.com/office/drawing/2014/main" id="{DBD615B5-4F32-4A88-B7D5-A5259E4928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0" name="Group 49">
                <a:extLst>
                  <a:ext uri="{FF2B5EF4-FFF2-40B4-BE49-F238E27FC236}">
                    <a16:creationId xmlns:a16="http://schemas.microsoft.com/office/drawing/2014/main" id="{544D6344-6905-4DB3-87AE-49B84B3F3D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42" name="Line 50">
                  <a:extLst>
                    <a:ext uri="{FF2B5EF4-FFF2-40B4-BE49-F238E27FC236}">
                      <a16:creationId xmlns:a16="http://schemas.microsoft.com/office/drawing/2014/main" id="{20F7C5E5-B00D-40A6-A871-11120F1FED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3" name="Line 51">
                  <a:extLst>
                    <a:ext uri="{FF2B5EF4-FFF2-40B4-BE49-F238E27FC236}">
                      <a16:creationId xmlns:a16="http://schemas.microsoft.com/office/drawing/2014/main" id="{8D9517D3-A794-427D-AC32-0F968118D4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1" name="Group 52">
                <a:extLst>
                  <a:ext uri="{FF2B5EF4-FFF2-40B4-BE49-F238E27FC236}">
                    <a16:creationId xmlns:a16="http://schemas.microsoft.com/office/drawing/2014/main" id="{88A32B09-1D84-4E27-9938-38B385D587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40" name="Line 53">
                  <a:extLst>
                    <a:ext uri="{FF2B5EF4-FFF2-40B4-BE49-F238E27FC236}">
                      <a16:creationId xmlns:a16="http://schemas.microsoft.com/office/drawing/2014/main" id="{80B19F36-02F2-4AB2-B2B3-2DAB01FDFF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" name="Line 54">
                  <a:extLst>
                    <a:ext uri="{FF2B5EF4-FFF2-40B4-BE49-F238E27FC236}">
                      <a16:creationId xmlns:a16="http://schemas.microsoft.com/office/drawing/2014/main" id="{E555FFB4-0755-4975-9168-80EEF33E33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2" name="Group 55">
                <a:extLst>
                  <a:ext uri="{FF2B5EF4-FFF2-40B4-BE49-F238E27FC236}">
                    <a16:creationId xmlns:a16="http://schemas.microsoft.com/office/drawing/2014/main" id="{CCA308B1-FD3B-42DA-B73F-35C9278BBA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38" name="Line 56">
                  <a:extLst>
                    <a:ext uri="{FF2B5EF4-FFF2-40B4-BE49-F238E27FC236}">
                      <a16:creationId xmlns:a16="http://schemas.microsoft.com/office/drawing/2014/main" id="{651CF918-E24B-4CFB-8189-4C0C02B933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Line 57">
                  <a:extLst>
                    <a:ext uri="{FF2B5EF4-FFF2-40B4-BE49-F238E27FC236}">
                      <a16:creationId xmlns:a16="http://schemas.microsoft.com/office/drawing/2014/main" id="{5FB4761D-6A38-43E6-8545-B996EB4866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3" name="Group 58">
                <a:extLst>
                  <a:ext uri="{FF2B5EF4-FFF2-40B4-BE49-F238E27FC236}">
                    <a16:creationId xmlns:a16="http://schemas.microsoft.com/office/drawing/2014/main" id="{D7147A53-C2E6-45F2-8B58-8187A55FCF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36" name="Line 59">
                  <a:extLst>
                    <a:ext uri="{FF2B5EF4-FFF2-40B4-BE49-F238E27FC236}">
                      <a16:creationId xmlns:a16="http://schemas.microsoft.com/office/drawing/2014/main" id="{9169BF55-4BA2-43CD-84C3-558BAC8CCD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Line 60">
                  <a:extLst>
                    <a:ext uri="{FF2B5EF4-FFF2-40B4-BE49-F238E27FC236}">
                      <a16:creationId xmlns:a16="http://schemas.microsoft.com/office/drawing/2014/main" id="{D0D82872-F056-4F31-815C-12E7C30AE6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4" name="Line 61">
                <a:extLst>
                  <a:ext uri="{FF2B5EF4-FFF2-40B4-BE49-F238E27FC236}">
                    <a16:creationId xmlns:a16="http://schemas.microsoft.com/office/drawing/2014/main" id="{58505908-BE66-4990-B406-67BEE458B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5" name="Line 62">
                <a:extLst>
                  <a:ext uri="{FF2B5EF4-FFF2-40B4-BE49-F238E27FC236}">
                    <a16:creationId xmlns:a16="http://schemas.microsoft.com/office/drawing/2014/main" id="{14105CFE-2BEE-49A8-B1F3-486BABC22A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2" name="Text Box 63">
              <a:extLst>
                <a:ext uri="{FF2B5EF4-FFF2-40B4-BE49-F238E27FC236}">
                  <a16:creationId xmlns:a16="http://schemas.microsoft.com/office/drawing/2014/main" id="{347487AF-00A8-48C7-A407-2DE73F221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s-MX" altLang="en-US" i="1"/>
                <a:t>R</a:t>
              </a:r>
              <a:r>
                <a:rPr kumimoji="1" lang="es-MX" altLang="en-US" i="1" baseline="-25000"/>
                <a:t>2</a:t>
              </a:r>
              <a:endParaRPr kumimoji="1" lang="es-MX" altLang="en-US" i="1"/>
            </a:p>
          </p:txBody>
        </p:sp>
        <p:grpSp>
          <p:nvGrpSpPr>
            <p:cNvPr id="103" name="Group 64">
              <a:extLst>
                <a:ext uri="{FF2B5EF4-FFF2-40B4-BE49-F238E27FC236}">
                  <a16:creationId xmlns:a16="http://schemas.microsoft.com/office/drawing/2014/main" id="{0E35364D-9D42-460A-9DCA-17093CB73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688"/>
              <a:ext cx="480" cy="336"/>
              <a:chOff x="1536" y="1728"/>
              <a:chExt cx="480" cy="336"/>
            </a:xfrm>
          </p:grpSpPr>
          <p:sp>
            <p:nvSpPr>
              <p:cNvPr id="106" name="Rectangle 65">
                <a:extLst>
                  <a:ext uri="{FF2B5EF4-FFF2-40B4-BE49-F238E27FC236}">
                    <a16:creationId xmlns:a16="http://schemas.microsoft.com/office/drawing/2014/main" id="{5F3766B4-B722-4FB9-A75D-89B3442DA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07" name="Group 66">
                <a:extLst>
                  <a:ext uri="{FF2B5EF4-FFF2-40B4-BE49-F238E27FC236}">
                    <a16:creationId xmlns:a16="http://schemas.microsoft.com/office/drawing/2014/main" id="{D5631906-2ADE-4145-AA92-D710A1794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25" name="Line 67">
                  <a:extLst>
                    <a:ext uri="{FF2B5EF4-FFF2-40B4-BE49-F238E27FC236}">
                      <a16:creationId xmlns:a16="http://schemas.microsoft.com/office/drawing/2014/main" id="{9AC6DA8F-3769-4BA0-BBF5-B830AEFED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Line 68">
                  <a:extLst>
                    <a:ext uri="{FF2B5EF4-FFF2-40B4-BE49-F238E27FC236}">
                      <a16:creationId xmlns:a16="http://schemas.microsoft.com/office/drawing/2014/main" id="{649315D7-CF54-421D-B850-E8C674377F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8" name="Group 69">
                <a:extLst>
                  <a:ext uri="{FF2B5EF4-FFF2-40B4-BE49-F238E27FC236}">
                    <a16:creationId xmlns:a16="http://schemas.microsoft.com/office/drawing/2014/main" id="{F4E36FEE-5A26-492A-8317-6AD2CF495A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23" name="Line 70">
                  <a:extLst>
                    <a:ext uri="{FF2B5EF4-FFF2-40B4-BE49-F238E27FC236}">
                      <a16:creationId xmlns:a16="http://schemas.microsoft.com/office/drawing/2014/main" id="{85DB40DF-640E-4698-886E-15B35ADF18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Line 71">
                  <a:extLst>
                    <a:ext uri="{FF2B5EF4-FFF2-40B4-BE49-F238E27FC236}">
                      <a16:creationId xmlns:a16="http://schemas.microsoft.com/office/drawing/2014/main" id="{656F0D02-1BD6-42DE-9D4D-9907C0A4A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9" name="Group 72">
                <a:extLst>
                  <a:ext uri="{FF2B5EF4-FFF2-40B4-BE49-F238E27FC236}">
                    <a16:creationId xmlns:a16="http://schemas.microsoft.com/office/drawing/2014/main" id="{68D6D62C-F32B-4F66-A679-211D9DDAA4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21" name="Line 73">
                  <a:extLst>
                    <a:ext uri="{FF2B5EF4-FFF2-40B4-BE49-F238E27FC236}">
                      <a16:creationId xmlns:a16="http://schemas.microsoft.com/office/drawing/2014/main" id="{E8852167-0F89-453B-B4B7-ADF02042BD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Line 74">
                  <a:extLst>
                    <a:ext uri="{FF2B5EF4-FFF2-40B4-BE49-F238E27FC236}">
                      <a16:creationId xmlns:a16="http://schemas.microsoft.com/office/drawing/2014/main" id="{1AD98AAA-2851-41F3-B854-F6F17DB200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0" name="Group 75">
                <a:extLst>
                  <a:ext uri="{FF2B5EF4-FFF2-40B4-BE49-F238E27FC236}">
                    <a16:creationId xmlns:a16="http://schemas.microsoft.com/office/drawing/2014/main" id="{F25256A6-C63D-4C49-BA83-FEAF8FB3E7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19" name="Line 76">
                  <a:extLst>
                    <a:ext uri="{FF2B5EF4-FFF2-40B4-BE49-F238E27FC236}">
                      <a16:creationId xmlns:a16="http://schemas.microsoft.com/office/drawing/2014/main" id="{152B7941-A23B-48CF-A1B7-D705429750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Line 77">
                  <a:extLst>
                    <a:ext uri="{FF2B5EF4-FFF2-40B4-BE49-F238E27FC236}">
                      <a16:creationId xmlns:a16="http://schemas.microsoft.com/office/drawing/2014/main" id="{C7FEC200-1185-42FB-AC6B-B269D08F52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1" name="Group 78">
                <a:extLst>
                  <a:ext uri="{FF2B5EF4-FFF2-40B4-BE49-F238E27FC236}">
                    <a16:creationId xmlns:a16="http://schemas.microsoft.com/office/drawing/2014/main" id="{0B82A380-EA13-4844-B7DB-D4D603FFA0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17" name="Line 79">
                  <a:extLst>
                    <a:ext uri="{FF2B5EF4-FFF2-40B4-BE49-F238E27FC236}">
                      <a16:creationId xmlns:a16="http://schemas.microsoft.com/office/drawing/2014/main" id="{616824F6-631C-4CF4-B9F7-4BA0DC17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Line 80">
                  <a:extLst>
                    <a:ext uri="{FF2B5EF4-FFF2-40B4-BE49-F238E27FC236}">
                      <a16:creationId xmlns:a16="http://schemas.microsoft.com/office/drawing/2014/main" id="{17BAD649-F34C-4B73-AC78-E24E6B414C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2" name="Group 81">
                <a:extLst>
                  <a:ext uri="{FF2B5EF4-FFF2-40B4-BE49-F238E27FC236}">
                    <a16:creationId xmlns:a16="http://schemas.microsoft.com/office/drawing/2014/main" id="{422124DE-B2A3-4C2B-82B0-F2F72D09FA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15" name="Line 82">
                  <a:extLst>
                    <a:ext uri="{FF2B5EF4-FFF2-40B4-BE49-F238E27FC236}">
                      <a16:creationId xmlns:a16="http://schemas.microsoft.com/office/drawing/2014/main" id="{21228458-3A18-45C9-8A54-B8C692696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Line 83">
                  <a:extLst>
                    <a:ext uri="{FF2B5EF4-FFF2-40B4-BE49-F238E27FC236}">
                      <a16:creationId xmlns:a16="http://schemas.microsoft.com/office/drawing/2014/main" id="{66A62168-59C5-4696-98C1-2012FFC490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3" name="Line 84">
                <a:extLst>
                  <a:ext uri="{FF2B5EF4-FFF2-40B4-BE49-F238E27FC236}">
                    <a16:creationId xmlns:a16="http://schemas.microsoft.com/office/drawing/2014/main" id="{9DE05527-6D0B-4C18-B5B1-FC02D5DF2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4" name="Line 85">
                <a:extLst>
                  <a:ext uri="{FF2B5EF4-FFF2-40B4-BE49-F238E27FC236}">
                    <a16:creationId xmlns:a16="http://schemas.microsoft.com/office/drawing/2014/main" id="{4336053A-68C2-4F1B-96F3-1C0484B5C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04" name="Text Box 86">
              <a:extLst>
                <a:ext uri="{FF2B5EF4-FFF2-40B4-BE49-F238E27FC236}">
                  <a16:creationId xmlns:a16="http://schemas.microsoft.com/office/drawing/2014/main" id="{90BC1174-427B-42F5-9066-897C799AC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4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s-MX" altLang="en-US" i="1"/>
                <a:t>R</a:t>
              </a:r>
              <a:r>
                <a:rPr kumimoji="1" lang="es-MX" altLang="en-US" i="1" baseline="-25000"/>
                <a:t>3</a:t>
              </a:r>
              <a:endParaRPr kumimoji="1" lang="es-MX" altLang="en-US" i="1"/>
            </a:p>
          </p:txBody>
        </p:sp>
        <p:sp>
          <p:nvSpPr>
            <p:cNvPr id="105" name="Text Box 87">
              <a:extLst>
                <a:ext uri="{FF2B5EF4-FFF2-40B4-BE49-F238E27FC236}">
                  <a16:creationId xmlns:a16="http://schemas.microsoft.com/office/drawing/2014/main" id="{A5B10631-8C11-40FE-B357-82373D206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024"/>
              <a:ext cx="15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>
                  <a:latin typeface="Times New Roman" panose="02020603050405020304" pitchFamily="18" charset="0"/>
                </a:rPr>
                <a:t>Sólo una corriente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B073588-5C56-40E8-B3E9-7C1BE34C865E}"/>
                  </a:ext>
                </a:extLst>
              </p:cNvPr>
              <p:cNvSpPr txBox="1"/>
              <p:nvPr/>
            </p:nvSpPr>
            <p:spPr>
              <a:xfrm>
                <a:off x="6068595" y="5617920"/>
                <a:ext cx="3443570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B073588-5C56-40E8-B3E9-7C1BE34C8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595" y="5617920"/>
                <a:ext cx="3443570" cy="397866"/>
              </a:xfrm>
              <a:prstGeom prst="rect">
                <a:avLst/>
              </a:prstGeom>
              <a:blipFill>
                <a:blip r:embed="rId5"/>
                <a:stretch>
                  <a:fillRect l="-1596" r="-35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999C6068-60D1-40DF-BB18-9F8BA0AD5DD9}"/>
                  </a:ext>
                </a:extLst>
              </p:cNvPr>
              <p:cNvSpPr txBox="1"/>
              <p:nvPr/>
            </p:nvSpPr>
            <p:spPr>
              <a:xfrm>
                <a:off x="6575655" y="6149129"/>
                <a:ext cx="2936510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999C6068-60D1-40DF-BB18-9F8BA0AD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655" y="6149129"/>
                <a:ext cx="2936510" cy="397866"/>
              </a:xfrm>
              <a:prstGeom prst="rect">
                <a:avLst/>
              </a:prstGeom>
              <a:blipFill>
                <a:blip r:embed="rId6"/>
                <a:stretch>
                  <a:fillRect r="-41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0" grpId="0" autoUpdateAnimBg="0"/>
      <p:bldP spid="329731" grpId="0" autoUpdateAnimBg="0"/>
      <p:bldP spid="329732" grpId="0" autoUpdateAnimBg="0"/>
      <p:bldP spid="329733" grpId="0" autoUpdateAnimBg="0"/>
      <p:bldP spid="329734" grpId="0" autoUpdateAnimBg="0"/>
      <p:bldP spid="329735" grpId="0" animBg="1" autoUpdateAnimBg="0"/>
      <p:bldP spid="32973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84C5320F-807D-4E0C-B8F8-6BC0E02F4EAD}"/>
              </a:ext>
            </a:extLst>
          </p:cNvPr>
          <p:cNvSpPr/>
          <p:nvPr/>
        </p:nvSpPr>
        <p:spPr>
          <a:xfrm>
            <a:off x="4226754" y="2589776"/>
            <a:ext cx="1523998" cy="9724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9CBA625-CF66-4196-A73E-F91B7B445104}"/>
              </a:ext>
            </a:extLst>
          </p:cNvPr>
          <p:cNvSpPr/>
          <p:nvPr/>
        </p:nvSpPr>
        <p:spPr>
          <a:xfrm>
            <a:off x="6386514" y="3517106"/>
            <a:ext cx="3367087" cy="1271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3C9F5-085E-4B05-9D39-19433772487B}"/>
              </a:ext>
            </a:extLst>
          </p:cNvPr>
          <p:cNvSpPr/>
          <p:nvPr/>
        </p:nvSpPr>
        <p:spPr>
          <a:xfrm>
            <a:off x="2133600" y="3505201"/>
            <a:ext cx="3657600" cy="1271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4 Marcador de número de diapositiva">
            <a:extLst>
              <a:ext uri="{FF2B5EF4-FFF2-40B4-BE49-F238E27FC236}">
                <a16:creationId xmlns:a16="http://schemas.microsoft.com/office/drawing/2014/main" id="{D15ABBE8-C771-4E57-9F55-D940C227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1B342B9-DE32-4744-B3D8-0C76CBE219B0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1424D50F-C416-4F07-9005-607804F9C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304800"/>
            <a:ext cx="7467600" cy="1143000"/>
          </a:xfrm>
        </p:spPr>
        <p:txBody>
          <a:bodyPr/>
          <a:lstStyle/>
          <a:p>
            <a:r>
              <a:rPr lang="es-MX" altLang="en-US" sz="4000"/>
              <a:t>Resistencia equivalente: Paralelo</a:t>
            </a:r>
          </a:p>
        </p:txBody>
      </p:sp>
      <p:sp>
        <p:nvSpPr>
          <p:cNvPr id="339971" name="Text Box 3">
            <a:extLst>
              <a:ext uri="{FF2B5EF4-FFF2-40B4-BE49-F238E27FC236}">
                <a16:creationId xmlns:a16="http://schemas.microsoft.com/office/drawing/2014/main" id="{340220A8-1FE5-4FDA-9192-8CEB5D100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447801"/>
            <a:ext cx="31242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= 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 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= 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= V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  <a:endParaRPr kumimoji="1" lang="es-MX" sz="2400" i="1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39972" name="Text Box 4">
            <a:extLst>
              <a:ext uri="{FF2B5EF4-FFF2-40B4-BE49-F238E27FC236}">
                <a16:creationId xmlns:a16="http://schemas.microsoft.com/office/drawing/2014/main" id="{B08BC410-F6FA-493B-B3D4-E98E6797B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057401"/>
            <a:ext cx="31242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T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= 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+ 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  <a:r>
              <a:rPr kumimoji="1" lang="es-MX" sz="2400" i="1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+ I</a:t>
            </a:r>
            <a:r>
              <a:rPr kumimoji="1" lang="es-MX" sz="2400" i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39973" name="Text Box 5">
            <a:extLst>
              <a:ext uri="{FF2B5EF4-FFF2-40B4-BE49-F238E27FC236}">
                <a16:creationId xmlns:a16="http://schemas.microsoft.com/office/drawing/2014/main" id="{EB525838-EE33-4177-8F62-73C170547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819401"/>
            <a:ext cx="22098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Ley de Ohm:</a:t>
            </a:r>
          </a:p>
        </p:txBody>
      </p:sp>
      <p:graphicFrame>
        <p:nvGraphicFramePr>
          <p:cNvPr id="339974" name="Object 2">
            <a:extLst>
              <a:ext uri="{FF2B5EF4-FFF2-40B4-BE49-F238E27FC236}">
                <a16:creationId xmlns:a16="http://schemas.microsoft.com/office/drawing/2014/main" id="{E11F5030-E46A-40E7-9679-69B9E0813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667001"/>
          <a:ext cx="9144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8" name="Equation" r:id="rId6" imgW="406080" imgH="393480" progId="">
                  <p:embed/>
                </p:oleObj>
              </mc:Choice>
              <mc:Fallback>
                <p:oleObj name="Equation" r:id="rId6" imgW="406080" imgH="393480" progId="">
                  <p:embed/>
                  <p:pic>
                    <p:nvPicPr>
                      <p:cNvPr id="339974" name="Object 2">
                        <a:extLst>
                          <a:ext uri="{FF2B5EF4-FFF2-40B4-BE49-F238E27FC236}">
                            <a16:creationId xmlns:a16="http://schemas.microsoft.com/office/drawing/2014/main" id="{E11F5030-E46A-40E7-9679-69B9E0813B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667001"/>
                        <a:ext cx="914400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5" name="Object 3">
            <a:extLst>
              <a:ext uri="{FF2B5EF4-FFF2-40B4-BE49-F238E27FC236}">
                <a16:creationId xmlns:a16="http://schemas.microsoft.com/office/drawing/2014/main" id="{A8398DBC-3A3C-4CAC-BBD9-CA04B4AE5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657600"/>
          <a:ext cx="28194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9" name="Equation" r:id="rId8" imgW="1168200" imgH="431640" progId="">
                  <p:embed/>
                </p:oleObj>
              </mc:Choice>
              <mc:Fallback>
                <p:oleObj name="Equation" r:id="rId8" imgW="1168200" imgH="431640" progId="">
                  <p:embed/>
                  <p:pic>
                    <p:nvPicPr>
                      <p:cNvPr id="339975" name="Object 3">
                        <a:extLst>
                          <a:ext uri="{FF2B5EF4-FFF2-40B4-BE49-F238E27FC236}">
                            <a16:creationId xmlns:a16="http://schemas.microsoft.com/office/drawing/2014/main" id="{A8398DBC-3A3C-4CAC-BBD9-CA04B4AE5A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2819400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6" name="Object 4">
            <a:extLst>
              <a:ext uri="{FF2B5EF4-FFF2-40B4-BE49-F238E27FC236}">
                <a16:creationId xmlns:a16="http://schemas.microsoft.com/office/drawing/2014/main" id="{A55909D5-E456-4AA8-A066-3D455DD8DB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3657600"/>
          <a:ext cx="28194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0" name="Equation" r:id="rId10" imgW="1168200" imgH="431640" progId="">
                  <p:embed/>
                </p:oleObj>
              </mc:Choice>
              <mc:Fallback>
                <p:oleObj name="Equation" r:id="rId10" imgW="1168200" imgH="431640" progId="">
                  <p:embed/>
                  <p:pic>
                    <p:nvPicPr>
                      <p:cNvPr id="339976" name="Object 4">
                        <a:extLst>
                          <a:ext uri="{FF2B5EF4-FFF2-40B4-BE49-F238E27FC236}">
                            <a16:creationId xmlns:a16="http://schemas.microsoft.com/office/drawing/2014/main" id="{A55909D5-E456-4AA8-A066-3D455DD8D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657600"/>
                        <a:ext cx="2819400" cy="1042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7" name="AutoShape 9">
            <a:extLst>
              <a:ext uri="{FF2B5EF4-FFF2-40B4-BE49-F238E27FC236}">
                <a16:creationId xmlns:a16="http://schemas.microsoft.com/office/drawing/2014/main" id="{D3AC7E53-1067-430A-92D3-06BEFC2E0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4" y="3962400"/>
            <a:ext cx="609600" cy="432345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66FF33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339978" name="Text Box 10">
            <a:extLst>
              <a:ext uri="{FF2B5EF4-FFF2-40B4-BE49-F238E27FC236}">
                <a16:creationId xmlns:a16="http://schemas.microsoft.com/office/drawing/2014/main" id="{41974A55-1B97-4A77-BF71-9A36D1FD7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029201"/>
            <a:ext cx="45720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s-MX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Resistencia equivalente para resistores en paralelo:</a:t>
            </a:r>
          </a:p>
        </p:txBody>
      </p:sp>
      <p:graphicFrame>
        <p:nvGraphicFramePr>
          <p:cNvPr id="339979" name="Object 5">
            <a:extLst>
              <a:ext uri="{FF2B5EF4-FFF2-40B4-BE49-F238E27FC236}">
                <a16:creationId xmlns:a16="http://schemas.microsoft.com/office/drawing/2014/main" id="{C5494452-BEEA-4A8A-BC80-B8E3E8533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953001"/>
          <a:ext cx="17526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1" name="Equation" r:id="rId12" imgW="711000" imgH="444240" progId="">
                  <p:embed/>
                </p:oleObj>
              </mc:Choice>
              <mc:Fallback>
                <p:oleObj name="Equation" r:id="rId12" imgW="711000" imgH="444240" progId="">
                  <p:embed/>
                  <p:pic>
                    <p:nvPicPr>
                      <p:cNvPr id="339979" name="Object 5">
                        <a:extLst>
                          <a:ext uri="{FF2B5EF4-FFF2-40B4-BE49-F238E27FC236}">
                            <a16:creationId xmlns:a16="http://schemas.microsoft.com/office/drawing/2014/main" id="{C5494452-BEEA-4A8A-BC80-B8E3E8533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953001"/>
                        <a:ext cx="1752600" cy="10953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3D250BDD-A3C5-439D-B751-543F045EDD0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657600"/>
            <a:ext cx="2590800" cy="533400"/>
            <a:chOff x="720" y="2304"/>
            <a:chExt cx="1632" cy="336"/>
          </a:xfrm>
        </p:grpSpPr>
        <p:sp>
          <p:nvSpPr>
            <p:cNvPr id="3169" name="Line 13">
              <a:extLst>
                <a:ext uri="{FF2B5EF4-FFF2-40B4-BE49-F238E27FC236}">
                  <a16:creationId xmlns:a16="http://schemas.microsoft.com/office/drawing/2014/main" id="{4D428A98-4A70-4CE8-9460-0607FEC338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304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0" name="Line 14">
              <a:extLst>
                <a:ext uri="{FF2B5EF4-FFF2-40B4-BE49-F238E27FC236}">
                  <a16:creationId xmlns:a16="http://schemas.microsoft.com/office/drawing/2014/main" id="{24026B53-ECCC-45E7-BC0C-9AC2AF78D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352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1" name="Line 15">
              <a:extLst>
                <a:ext uri="{FF2B5EF4-FFF2-40B4-BE49-F238E27FC236}">
                  <a16:creationId xmlns:a16="http://schemas.microsoft.com/office/drawing/2014/main" id="{354477C6-54DC-4789-988F-442F86954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352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2" name="Line 16">
              <a:extLst>
                <a:ext uri="{FF2B5EF4-FFF2-40B4-BE49-F238E27FC236}">
                  <a16:creationId xmlns:a16="http://schemas.microsoft.com/office/drawing/2014/main" id="{EEEF7DF8-001E-4805-A41D-26685A40A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2304"/>
              <a:ext cx="240" cy="288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4" name="Group 17">
            <a:extLst>
              <a:ext uri="{FF2B5EF4-FFF2-40B4-BE49-F238E27FC236}">
                <a16:creationId xmlns:a16="http://schemas.microsoft.com/office/drawing/2014/main" id="{D11385D3-29A0-48F7-9AAF-151923EEF4E7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1511572"/>
            <a:ext cx="4114800" cy="1828800"/>
            <a:chOff x="2640" y="960"/>
            <a:chExt cx="2592" cy="1152"/>
          </a:xfrm>
        </p:grpSpPr>
        <p:sp>
          <p:nvSpPr>
            <p:cNvPr id="105" name="Rectangle 18">
              <a:extLst>
                <a:ext uri="{FF2B5EF4-FFF2-40B4-BE49-F238E27FC236}">
                  <a16:creationId xmlns:a16="http://schemas.microsoft.com/office/drawing/2014/main" id="{8760FB10-0917-42BE-8416-B75668B8C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960"/>
              <a:ext cx="2496" cy="1152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s-CL"/>
            </a:p>
          </p:txBody>
        </p:sp>
        <p:sp>
          <p:nvSpPr>
            <p:cNvPr id="106" name="Text Box 19">
              <a:extLst>
                <a:ext uri="{FF2B5EF4-FFF2-40B4-BE49-F238E27FC236}">
                  <a16:creationId xmlns:a16="http://schemas.microsoft.com/office/drawing/2014/main" id="{9AC62427-E520-49D4-929C-AF280B73F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008"/>
              <a:ext cx="24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/>
                <a:t>Conexión en paralelo:</a:t>
              </a:r>
            </a:p>
          </p:txBody>
        </p:sp>
        <p:sp>
          <p:nvSpPr>
            <p:cNvPr id="107" name="Line 20">
              <a:extLst>
                <a:ext uri="{FF2B5EF4-FFF2-40B4-BE49-F238E27FC236}">
                  <a16:creationId xmlns:a16="http://schemas.microsoft.com/office/drawing/2014/main" id="{1AD8D062-F1FD-43F7-AEE4-06E4F6347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392"/>
              <a:ext cx="20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8" name="Line 21">
              <a:extLst>
                <a:ext uri="{FF2B5EF4-FFF2-40B4-BE49-F238E27FC236}">
                  <a16:creationId xmlns:a16="http://schemas.microsoft.com/office/drawing/2014/main" id="{1289DBC8-28CC-46D7-905A-5517F426B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20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09" name="Text Box 22">
              <a:extLst>
                <a:ext uri="{FF2B5EF4-FFF2-40B4-BE49-F238E27FC236}">
                  <a16:creationId xmlns:a16="http://schemas.microsoft.com/office/drawing/2014/main" id="{A2630041-2808-4C87-A9B5-C8F9947F3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s-MX" altLang="en-US"/>
                <a:t>R</a:t>
              </a:r>
              <a:r>
                <a:rPr lang="es-MX" altLang="en-US" baseline="-25000"/>
                <a:t>3</a:t>
              </a:r>
              <a:endParaRPr lang="es-MX" altLang="en-US"/>
            </a:p>
          </p:txBody>
        </p:sp>
        <p:grpSp>
          <p:nvGrpSpPr>
            <p:cNvPr id="110" name="Group 23">
              <a:extLst>
                <a:ext uri="{FF2B5EF4-FFF2-40B4-BE49-F238E27FC236}">
                  <a16:creationId xmlns:a16="http://schemas.microsoft.com/office/drawing/2014/main" id="{A5486045-DD37-4B7B-9FCE-B64EDFE02D4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363" y="1514"/>
              <a:ext cx="384" cy="240"/>
              <a:chOff x="1536" y="1728"/>
              <a:chExt cx="480" cy="336"/>
            </a:xfrm>
          </p:grpSpPr>
          <p:sp>
            <p:nvSpPr>
              <p:cNvPr id="166" name="Rectangle 24">
                <a:extLst>
                  <a:ext uri="{FF2B5EF4-FFF2-40B4-BE49-F238E27FC236}">
                    <a16:creationId xmlns:a16="http://schemas.microsoft.com/office/drawing/2014/main" id="{F561DA0F-F536-4AA8-9F65-9802F2F1A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67" name="Group 25">
                <a:extLst>
                  <a:ext uri="{FF2B5EF4-FFF2-40B4-BE49-F238E27FC236}">
                    <a16:creationId xmlns:a16="http://schemas.microsoft.com/office/drawing/2014/main" id="{A48B20E1-4FDE-43E9-997F-CAC0F913E0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85" name="Line 26">
                  <a:extLst>
                    <a:ext uri="{FF2B5EF4-FFF2-40B4-BE49-F238E27FC236}">
                      <a16:creationId xmlns:a16="http://schemas.microsoft.com/office/drawing/2014/main" id="{D41CEFDC-51B5-4BBC-A51D-8D7644206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Line 27">
                  <a:extLst>
                    <a:ext uri="{FF2B5EF4-FFF2-40B4-BE49-F238E27FC236}">
                      <a16:creationId xmlns:a16="http://schemas.microsoft.com/office/drawing/2014/main" id="{2FA6F404-AC08-453E-89F3-1AB55CB3F9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8" name="Group 28">
                <a:extLst>
                  <a:ext uri="{FF2B5EF4-FFF2-40B4-BE49-F238E27FC236}">
                    <a16:creationId xmlns:a16="http://schemas.microsoft.com/office/drawing/2014/main" id="{039788BD-1946-4A95-B1E4-9E3FEE580B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83" name="Line 29">
                  <a:extLst>
                    <a:ext uri="{FF2B5EF4-FFF2-40B4-BE49-F238E27FC236}">
                      <a16:creationId xmlns:a16="http://schemas.microsoft.com/office/drawing/2014/main" id="{B97643A1-DDE6-4A4F-BD4A-3A3973D692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Line 30">
                  <a:extLst>
                    <a:ext uri="{FF2B5EF4-FFF2-40B4-BE49-F238E27FC236}">
                      <a16:creationId xmlns:a16="http://schemas.microsoft.com/office/drawing/2014/main" id="{885DBC27-37FF-42E3-80BE-C5C60939F2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69" name="Group 31">
                <a:extLst>
                  <a:ext uri="{FF2B5EF4-FFF2-40B4-BE49-F238E27FC236}">
                    <a16:creationId xmlns:a16="http://schemas.microsoft.com/office/drawing/2014/main" id="{D12E5718-FE33-4015-B893-767E5E8BB5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81" name="Line 32">
                  <a:extLst>
                    <a:ext uri="{FF2B5EF4-FFF2-40B4-BE49-F238E27FC236}">
                      <a16:creationId xmlns:a16="http://schemas.microsoft.com/office/drawing/2014/main" id="{FC69E382-A820-4244-B377-AA1B38A21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Line 33">
                  <a:extLst>
                    <a:ext uri="{FF2B5EF4-FFF2-40B4-BE49-F238E27FC236}">
                      <a16:creationId xmlns:a16="http://schemas.microsoft.com/office/drawing/2014/main" id="{7AD3F6C6-B33E-47A7-8CD4-E382454A54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0" name="Group 34">
                <a:extLst>
                  <a:ext uri="{FF2B5EF4-FFF2-40B4-BE49-F238E27FC236}">
                    <a16:creationId xmlns:a16="http://schemas.microsoft.com/office/drawing/2014/main" id="{CC705F9E-4870-48E4-8659-B35E24565A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79" name="Line 35">
                  <a:extLst>
                    <a:ext uri="{FF2B5EF4-FFF2-40B4-BE49-F238E27FC236}">
                      <a16:creationId xmlns:a16="http://schemas.microsoft.com/office/drawing/2014/main" id="{E071EEB7-94CB-4B6B-821D-1900C088B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Line 36">
                  <a:extLst>
                    <a:ext uri="{FF2B5EF4-FFF2-40B4-BE49-F238E27FC236}">
                      <a16:creationId xmlns:a16="http://schemas.microsoft.com/office/drawing/2014/main" id="{A74C4CCA-13AC-4D98-B4F2-59E3125688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1" name="Group 37">
                <a:extLst>
                  <a:ext uri="{FF2B5EF4-FFF2-40B4-BE49-F238E27FC236}">
                    <a16:creationId xmlns:a16="http://schemas.microsoft.com/office/drawing/2014/main" id="{528FFF12-43B4-4CFF-B8D1-47F50E6A94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77" name="Line 38">
                  <a:extLst>
                    <a:ext uri="{FF2B5EF4-FFF2-40B4-BE49-F238E27FC236}">
                      <a16:creationId xmlns:a16="http://schemas.microsoft.com/office/drawing/2014/main" id="{9250F267-41D6-4CA6-9AA7-50521A6FE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Line 39">
                  <a:extLst>
                    <a:ext uri="{FF2B5EF4-FFF2-40B4-BE49-F238E27FC236}">
                      <a16:creationId xmlns:a16="http://schemas.microsoft.com/office/drawing/2014/main" id="{DC5BC1EB-F6BF-4F77-9626-93621C9F83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72" name="Group 40">
                <a:extLst>
                  <a:ext uri="{FF2B5EF4-FFF2-40B4-BE49-F238E27FC236}">
                    <a16:creationId xmlns:a16="http://schemas.microsoft.com/office/drawing/2014/main" id="{EC66BF21-3E2E-4940-A20E-71B5F7CE1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75" name="Line 41">
                  <a:extLst>
                    <a:ext uri="{FF2B5EF4-FFF2-40B4-BE49-F238E27FC236}">
                      <a16:creationId xmlns:a16="http://schemas.microsoft.com/office/drawing/2014/main" id="{61994CFC-2808-41AC-9A26-21AB4EFD8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Line 42">
                  <a:extLst>
                    <a:ext uri="{FF2B5EF4-FFF2-40B4-BE49-F238E27FC236}">
                      <a16:creationId xmlns:a16="http://schemas.microsoft.com/office/drawing/2014/main" id="{1F6A53AA-5103-4D14-9551-D335F88CC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73" name="Line 43">
                <a:extLst>
                  <a:ext uri="{FF2B5EF4-FFF2-40B4-BE49-F238E27FC236}">
                    <a16:creationId xmlns:a16="http://schemas.microsoft.com/office/drawing/2014/main" id="{0BFDAC02-D190-45CD-915A-754EFC113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" name="Line 44">
                <a:extLst>
                  <a:ext uri="{FF2B5EF4-FFF2-40B4-BE49-F238E27FC236}">
                    <a16:creationId xmlns:a16="http://schemas.microsoft.com/office/drawing/2014/main" id="{5449C22F-6ACF-4467-8F89-FB74ACE64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11" name="Line 45">
              <a:extLst>
                <a:ext uri="{FF2B5EF4-FFF2-40B4-BE49-F238E27FC236}">
                  <a16:creationId xmlns:a16="http://schemas.microsoft.com/office/drawing/2014/main" id="{90BDF7E5-2530-4D24-BAAC-8524355EB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2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" name="Line 46">
              <a:extLst>
                <a:ext uri="{FF2B5EF4-FFF2-40B4-BE49-F238E27FC236}">
                  <a16:creationId xmlns:a16="http://schemas.microsoft.com/office/drawing/2014/main" id="{09EFB994-5598-41CE-8863-FFAE387EF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3" name="Line 47">
              <a:extLst>
                <a:ext uri="{FF2B5EF4-FFF2-40B4-BE49-F238E27FC236}">
                  <a16:creationId xmlns:a16="http://schemas.microsoft.com/office/drawing/2014/main" id="{A465D8ED-586D-4CC6-8CAF-95C1003F8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14" name="Group 48">
              <a:extLst>
                <a:ext uri="{FF2B5EF4-FFF2-40B4-BE49-F238E27FC236}">
                  <a16:creationId xmlns:a16="http://schemas.microsoft.com/office/drawing/2014/main" id="{D17EF366-B030-48E1-9777-F32CA550659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023" y="1535"/>
              <a:ext cx="384" cy="240"/>
              <a:chOff x="1536" y="1728"/>
              <a:chExt cx="480" cy="336"/>
            </a:xfrm>
          </p:grpSpPr>
          <p:sp>
            <p:nvSpPr>
              <p:cNvPr id="145" name="Rectangle 49">
                <a:extLst>
                  <a:ext uri="{FF2B5EF4-FFF2-40B4-BE49-F238E27FC236}">
                    <a16:creationId xmlns:a16="http://schemas.microsoft.com/office/drawing/2014/main" id="{423ED89F-ED9B-431C-B25F-B113B7F65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46" name="Group 50">
                <a:extLst>
                  <a:ext uri="{FF2B5EF4-FFF2-40B4-BE49-F238E27FC236}">
                    <a16:creationId xmlns:a16="http://schemas.microsoft.com/office/drawing/2014/main" id="{4B2A5B81-096F-4859-BEB1-A65C8C53B0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64" name="Line 51">
                  <a:extLst>
                    <a:ext uri="{FF2B5EF4-FFF2-40B4-BE49-F238E27FC236}">
                      <a16:creationId xmlns:a16="http://schemas.microsoft.com/office/drawing/2014/main" id="{FED88808-03AB-4072-9C59-F6B05C4557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5" name="Line 52">
                  <a:extLst>
                    <a:ext uri="{FF2B5EF4-FFF2-40B4-BE49-F238E27FC236}">
                      <a16:creationId xmlns:a16="http://schemas.microsoft.com/office/drawing/2014/main" id="{B3DFACF5-E547-4D97-9EF4-9A229304D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7" name="Group 53">
                <a:extLst>
                  <a:ext uri="{FF2B5EF4-FFF2-40B4-BE49-F238E27FC236}">
                    <a16:creationId xmlns:a16="http://schemas.microsoft.com/office/drawing/2014/main" id="{5ECF9961-40FE-4B57-ADF7-2D771FFB61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62" name="Line 54">
                  <a:extLst>
                    <a:ext uri="{FF2B5EF4-FFF2-40B4-BE49-F238E27FC236}">
                      <a16:creationId xmlns:a16="http://schemas.microsoft.com/office/drawing/2014/main" id="{C547D7B9-5AED-463F-83EC-CC5820A65D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3" name="Line 55">
                  <a:extLst>
                    <a:ext uri="{FF2B5EF4-FFF2-40B4-BE49-F238E27FC236}">
                      <a16:creationId xmlns:a16="http://schemas.microsoft.com/office/drawing/2014/main" id="{CB36BBD5-7D1B-4626-8B64-52F1B5BA2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8" name="Group 56">
                <a:extLst>
                  <a:ext uri="{FF2B5EF4-FFF2-40B4-BE49-F238E27FC236}">
                    <a16:creationId xmlns:a16="http://schemas.microsoft.com/office/drawing/2014/main" id="{2C8A83BC-6D72-4D0E-B4C9-873143FFB5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60" name="Line 57">
                  <a:extLst>
                    <a:ext uri="{FF2B5EF4-FFF2-40B4-BE49-F238E27FC236}">
                      <a16:creationId xmlns:a16="http://schemas.microsoft.com/office/drawing/2014/main" id="{5D61F4EC-83D7-4A5F-9892-38887C4E58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61" name="Line 58">
                  <a:extLst>
                    <a:ext uri="{FF2B5EF4-FFF2-40B4-BE49-F238E27FC236}">
                      <a16:creationId xmlns:a16="http://schemas.microsoft.com/office/drawing/2014/main" id="{C4DD33D4-2945-4FC0-9923-37649EDE75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59">
                <a:extLst>
                  <a:ext uri="{FF2B5EF4-FFF2-40B4-BE49-F238E27FC236}">
                    <a16:creationId xmlns:a16="http://schemas.microsoft.com/office/drawing/2014/main" id="{F4F2C5BE-85BD-4A2D-B4BA-795519E715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58" name="Line 60">
                  <a:extLst>
                    <a:ext uri="{FF2B5EF4-FFF2-40B4-BE49-F238E27FC236}">
                      <a16:creationId xmlns:a16="http://schemas.microsoft.com/office/drawing/2014/main" id="{930F8B66-8536-4BBB-BC9D-1AFF3DEE76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Line 61">
                  <a:extLst>
                    <a:ext uri="{FF2B5EF4-FFF2-40B4-BE49-F238E27FC236}">
                      <a16:creationId xmlns:a16="http://schemas.microsoft.com/office/drawing/2014/main" id="{5AA87C22-E65E-4976-9A32-285F2D028E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62">
                <a:extLst>
                  <a:ext uri="{FF2B5EF4-FFF2-40B4-BE49-F238E27FC236}">
                    <a16:creationId xmlns:a16="http://schemas.microsoft.com/office/drawing/2014/main" id="{75FE76D3-C13F-4DBB-9C79-C2F6F075A2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56" name="Line 63">
                  <a:extLst>
                    <a:ext uri="{FF2B5EF4-FFF2-40B4-BE49-F238E27FC236}">
                      <a16:creationId xmlns:a16="http://schemas.microsoft.com/office/drawing/2014/main" id="{05896412-5E42-4A87-9C5F-13AAC4848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7" name="Line 64">
                  <a:extLst>
                    <a:ext uri="{FF2B5EF4-FFF2-40B4-BE49-F238E27FC236}">
                      <a16:creationId xmlns:a16="http://schemas.microsoft.com/office/drawing/2014/main" id="{90E22666-E6D8-4A98-A7E4-C62D6D6F30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1" name="Group 65">
                <a:extLst>
                  <a:ext uri="{FF2B5EF4-FFF2-40B4-BE49-F238E27FC236}">
                    <a16:creationId xmlns:a16="http://schemas.microsoft.com/office/drawing/2014/main" id="{B0A27AD7-8489-4FDC-BD00-4A161F5D53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54" name="Line 66">
                  <a:extLst>
                    <a:ext uri="{FF2B5EF4-FFF2-40B4-BE49-F238E27FC236}">
                      <a16:creationId xmlns:a16="http://schemas.microsoft.com/office/drawing/2014/main" id="{50F978ED-F873-4055-8C83-5E08D13AB4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55" name="Line 67">
                  <a:extLst>
                    <a:ext uri="{FF2B5EF4-FFF2-40B4-BE49-F238E27FC236}">
                      <a16:creationId xmlns:a16="http://schemas.microsoft.com/office/drawing/2014/main" id="{99132937-7393-40B5-A8F9-01A12D6F1B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52" name="Line 68">
                <a:extLst>
                  <a:ext uri="{FF2B5EF4-FFF2-40B4-BE49-F238E27FC236}">
                    <a16:creationId xmlns:a16="http://schemas.microsoft.com/office/drawing/2014/main" id="{D266AE09-130A-4409-B56E-FC3C7A122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" name="Line 69">
                <a:extLst>
                  <a:ext uri="{FF2B5EF4-FFF2-40B4-BE49-F238E27FC236}">
                    <a16:creationId xmlns:a16="http://schemas.microsoft.com/office/drawing/2014/main" id="{24987E1F-1791-423F-8E43-62CF34C96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15" name="Group 70">
              <a:extLst>
                <a:ext uri="{FF2B5EF4-FFF2-40B4-BE49-F238E27FC236}">
                  <a16:creationId xmlns:a16="http://schemas.microsoft.com/office/drawing/2014/main" id="{87E45F73-5F6F-4DBB-84B8-EC59204D2FC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763" y="1535"/>
              <a:ext cx="384" cy="240"/>
              <a:chOff x="1536" y="1728"/>
              <a:chExt cx="480" cy="336"/>
            </a:xfrm>
          </p:grpSpPr>
          <p:sp>
            <p:nvSpPr>
              <p:cNvPr id="124" name="Rectangle 71">
                <a:extLst>
                  <a:ext uri="{FF2B5EF4-FFF2-40B4-BE49-F238E27FC236}">
                    <a16:creationId xmlns:a16="http://schemas.microsoft.com/office/drawing/2014/main" id="{C43646C9-0A1D-4341-92AD-80C4B76B2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480" cy="336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grpSp>
            <p:nvGrpSpPr>
              <p:cNvPr id="125" name="Group 72">
                <a:extLst>
                  <a:ext uri="{FF2B5EF4-FFF2-40B4-BE49-F238E27FC236}">
                    <a16:creationId xmlns:a16="http://schemas.microsoft.com/office/drawing/2014/main" id="{B9A36EF2-ABC5-4F4A-A416-60A4BB6D3D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8" y="1824"/>
                <a:ext cx="54" cy="192"/>
                <a:chOff x="2154" y="3360"/>
                <a:chExt cx="54" cy="192"/>
              </a:xfrm>
            </p:grpSpPr>
            <p:sp>
              <p:nvSpPr>
                <p:cNvPr id="143" name="Line 73">
                  <a:extLst>
                    <a:ext uri="{FF2B5EF4-FFF2-40B4-BE49-F238E27FC236}">
                      <a16:creationId xmlns:a16="http://schemas.microsoft.com/office/drawing/2014/main" id="{2BF81140-1163-4DC9-AC20-A0167E13F7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4" name="Line 74">
                  <a:extLst>
                    <a:ext uri="{FF2B5EF4-FFF2-40B4-BE49-F238E27FC236}">
                      <a16:creationId xmlns:a16="http://schemas.microsoft.com/office/drawing/2014/main" id="{8303FD6C-5857-4F05-836B-590806AB80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6" name="Group 75">
                <a:extLst>
                  <a:ext uri="{FF2B5EF4-FFF2-40B4-BE49-F238E27FC236}">
                    <a16:creationId xmlns:a16="http://schemas.microsoft.com/office/drawing/2014/main" id="{4F0DC658-6D6F-456E-BA3E-236DFC6B13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2" y="1824"/>
                <a:ext cx="54" cy="192"/>
                <a:chOff x="2154" y="3360"/>
                <a:chExt cx="54" cy="192"/>
              </a:xfrm>
            </p:grpSpPr>
            <p:sp>
              <p:nvSpPr>
                <p:cNvPr id="141" name="Line 76">
                  <a:extLst>
                    <a:ext uri="{FF2B5EF4-FFF2-40B4-BE49-F238E27FC236}">
                      <a16:creationId xmlns:a16="http://schemas.microsoft.com/office/drawing/2014/main" id="{952DEDAA-A47C-4F94-A320-6E08019B3D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" name="Line 77">
                  <a:extLst>
                    <a:ext uri="{FF2B5EF4-FFF2-40B4-BE49-F238E27FC236}">
                      <a16:creationId xmlns:a16="http://schemas.microsoft.com/office/drawing/2014/main" id="{5FF7D40F-F732-46AE-A66D-BE7CD9553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7" name="Group 78">
                <a:extLst>
                  <a:ext uri="{FF2B5EF4-FFF2-40B4-BE49-F238E27FC236}">
                    <a16:creationId xmlns:a16="http://schemas.microsoft.com/office/drawing/2014/main" id="{04932B91-2616-4264-8E53-0E8FBF1497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1824"/>
                <a:ext cx="54" cy="192"/>
                <a:chOff x="2154" y="3360"/>
                <a:chExt cx="54" cy="192"/>
              </a:xfrm>
            </p:grpSpPr>
            <p:sp>
              <p:nvSpPr>
                <p:cNvPr id="139" name="Line 79">
                  <a:extLst>
                    <a:ext uri="{FF2B5EF4-FFF2-40B4-BE49-F238E27FC236}">
                      <a16:creationId xmlns:a16="http://schemas.microsoft.com/office/drawing/2014/main" id="{A6F34CC9-BAC0-4300-826D-7D2E94F99B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0" name="Line 80">
                  <a:extLst>
                    <a:ext uri="{FF2B5EF4-FFF2-40B4-BE49-F238E27FC236}">
                      <a16:creationId xmlns:a16="http://schemas.microsoft.com/office/drawing/2014/main" id="{DFED05E5-C87F-47F6-818E-09999C3AD9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8" name="Group 81">
                <a:extLst>
                  <a:ext uri="{FF2B5EF4-FFF2-40B4-BE49-F238E27FC236}">
                    <a16:creationId xmlns:a16="http://schemas.microsoft.com/office/drawing/2014/main" id="{626853D6-85BB-4414-9A60-CF9DADB5E6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824"/>
                <a:ext cx="54" cy="192"/>
                <a:chOff x="2154" y="3360"/>
                <a:chExt cx="54" cy="192"/>
              </a:xfrm>
            </p:grpSpPr>
            <p:sp>
              <p:nvSpPr>
                <p:cNvPr id="137" name="Line 82">
                  <a:extLst>
                    <a:ext uri="{FF2B5EF4-FFF2-40B4-BE49-F238E27FC236}">
                      <a16:creationId xmlns:a16="http://schemas.microsoft.com/office/drawing/2014/main" id="{47A992B2-C1EF-4792-9A61-BBF0D1E4CF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Line 83">
                  <a:extLst>
                    <a:ext uri="{FF2B5EF4-FFF2-40B4-BE49-F238E27FC236}">
                      <a16:creationId xmlns:a16="http://schemas.microsoft.com/office/drawing/2014/main" id="{4FAE7DB8-4862-419D-AF2C-83FE71D97F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9" name="Group 84">
                <a:extLst>
                  <a:ext uri="{FF2B5EF4-FFF2-40B4-BE49-F238E27FC236}">
                    <a16:creationId xmlns:a16="http://schemas.microsoft.com/office/drawing/2014/main" id="{651820E9-FD6C-4D3F-85A5-623ABA122B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37" y="1824"/>
                <a:ext cx="54" cy="192"/>
                <a:chOff x="2154" y="3360"/>
                <a:chExt cx="54" cy="192"/>
              </a:xfrm>
            </p:grpSpPr>
            <p:sp>
              <p:nvSpPr>
                <p:cNvPr id="135" name="Line 85">
                  <a:extLst>
                    <a:ext uri="{FF2B5EF4-FFF2-40B4-BE49-F238E27FC236}">
                      <a16:creationId xmlns:a16="http://schemas.microsoft.com/office/drawing/2014/main" id="{09BCE014-DCA3-4EE6-85F0-DF4B5A224B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Line 86">
                  <a:extLst>
                    <a:ext uri="{FF2B5EF4-FFF2-40B4-BE49-F238E27FC236}">
                      <a16:creationId xmlns:a16="http://schemas.microsoft.com/office/drawing/2014/main" id="{F4887D29-623A-4C44-8A39-10B04C789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0" name="Group 87">
                <a:extLst>
                  <a:ext uri="{FF2B5EF4-FFF2-40B4-BE49-F238E27FC236}">
                    <a16:creationId xmlns:a16="http://schemas.microsoft.com/office/drawing/2014/main" id="{E241FB2B-7F20-4DE1-9735-6F63F43E0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01" y="1812"/>
                <a:ext cx="54" cy="192"/>
                <a:chOff x="2154" y="3360"/>
                <a:chExt cx="54" cy="192"/>
              </a:xfrm>
            </p:grpSpPr>
            <p:sp>
              <p:nvSpPr>
                <p:cNvPr id="133" name="Line 88">
                  <a:extLst>
                    <a:ext uri="{FF2B5EF4-FFF2-40B4-BE49-F238E27FC236}">
                      <a16:creationId xmlns:a16="http://schemas.microsoft.com/office/drawing/2014/main" id="{7A09B07B-EFA8-4CAA-99E8-F7759C0008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3360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Line 89">
                  <a:extLst>
                    <a:ext uri="{FF2B5EF4-FFF2-40B4-BE49-F238E27FC236}">
                      <a16:creationId xmlns:a16="http://schemas.microsoft.com/office/drawing/2014/main" id="{B0BDAEF6-6E10-4618-8CBA-74ADC6F145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54" y="3360"/>
                  <a:ext cx="54" cy="18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1" name="Line 90">
                <a:extLst>
                  <a:ext uri="{FF2B5EF4-FFF2-40B4-BE49-F238E27FC236}">
                    <a16:creationId xmlns:a16="http://schemas.microsoft.com/office/drawing/2014/main" id="{AC35BF40-5799-4925-AE01-312E35E2E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9" y="1908"/>
                <a:ext cx="35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2" name="Line 91">
                <a:extLst>
                  <a:ext uri="{FF2B5EF4-FFF2-40B4-BE49-F238E27FC236}">
                    <a16:creationId xmlns:a16="http://schemas.microsoft.com/office/drawing/2014/main" id="{941DBCDF-0A42-47E0-9031-E6E5B9CB2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872"/>
                <a:ext cx="48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16" name="Text Box 92">
              <a:extLst>
                <a:ext uri="{FF2B5EF4-FFF2-40B4-BE49-F238E27FC236}">
                  <a16:creationId xmlns:a16="http://schemas.microsoft.com/office/drawing/2014/main" id="{83DED096-92A4-4A7E-BFD2-DDCEC18E2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s-MX" altLang="en-US" i="1"/>
                <a:t>R</a:t>
              </a:r>
              <a:r>
                <a:rPr lang="es-MX" altLang="en-US" i="1" baseline="-25000"/>
                <a:t>2</a:t>
              </a:r>
              <a:endParaRPr lang="es-MX" altLang="en-US" i="1"/>
            </a:p>
          </p:txBody>
        </p:sp>
        <p:sp>
          <p:nvSpPr>
            <p:cNvPr id="117" name="Line 93">
              <a:extLst>
                <a:ext uri="{FF2B5EF4-FFF2-40B4-BE49-F238E27FC236}">
                  <a16:creationId xmlns:a16="http://schemas.microsoft.com/office/drawing/2014/main" id="{69BF5352-0BE2-44DA-8A6B-55428EB7B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392"/>
              <a:ext cx="0" cy="52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18" name="Group 94">
              <a:extLst>
                <a:ext uri="{FF2B5EF4-FFF2-40B4-BE49-F238E27FC236}">
                  <a16:creationId xmlns:a16="http://schemas.microsoft.com/office/drawing/2014/main" id="{86DAC0C9-577E-4A94-A77C-C446F2C4567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909" y="1507"/>
              <a:ext cx="144" cy="297"/>
              <a:chOff x="2208" y="3346"/>
              <a:chExt cx="144" cy="297"/>
            </a:xfrm>
          </p:grpSpPr>
          <p:sp>
            <p:nvSpPr>
              <p:cNvPr id="121" name="Rectangle 95">
                <a:extLst>
                  <a:ext uri="{FF2B5EF4-FFF2-40B4-BE49-F238E27FC236}">
                    <a16:creationId xmlns:a16="http://schemas.microsoft.com/office/drawing/2014/main" id="{47CED965-2575-4CC7-A2C7-0A4A031C7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208" y="3346"/>
                <a:ext cx="144" cy="297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  <p:sp>
            <p:nvSpPr>
              <p:cNvPr id="122" name="Line 96">
                <a:extLst>
                  <a:ext uri="{FF2B5EF4-FFF2-40B4-BE49-F238E27FC236}">
                    <a16:creationId xmlns:a16="http://schemas.microsoft.com/office/drawing/2014/main" id="{94344241-0E8B-4BC3-8BBB-C9DCC912E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3395"/>
                <a:ext cx="0" cy="19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23" name="Rectangle 97">
                <a:extLst>
                  <a:ext uri="{FF2B5EF4-FFF2-40B4-BE49-F238E27FC236}">
                    <a16:creationId xmlns:a16="http://schemas.microsoft.com/office/drawing/2014/main" id="{ED00FA9D-50DC-47A8-B75A-603B147C3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208" y="3445"/>
                <a:ext cx="48" cy="99"/>
              </a:xfrm>
              <a:prstGeom prst="rect">
                <a:avLst/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s-CL" altLang="en-US"/>
              </a:p>
            </p:txBody>
          </p:sp>
        </p:grpSp>
        <p:sp>
          <p:nvSpPr>
            <p:cNvPr id="119" name="Text Box 98">
              <a:extLst>
                <a:ext uri="{FF2B5EF4-FFF2-40B4-BE49-F238E27FC236}">
                  <a16:creationId xmlns:a16="http://schemas.microsoft.com/office/drawing/2014/main" id="{3155D798-DFCD-4ACC-9B05-C291C5D64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24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s-MX" altLang="en-US" i="1"/>
                <a:t>V</a:t>
              </a:r>
              <a:r>
                <a:rPr lang="es-MX" altLang="en-US" i="1" baseline="-25000"/>
                <a:t>T</a:t>
              </a:r>
              <a:endParaRPr lang="es-MX" altLang="en-US" i="1"/>
            </a:p>
          </p:txBody>
        </p:sp>
        <p:sp>
          <p:nvSpPr>
            <p:cNvPr id="120" name="Text Box 99">
              <a:extLst>
                <a:ext uri="{FF2B5EF4-FFF2-40B4-BE49-F238E27FC236}">
                  <a16:creationId xmlns:a16="http://schemas.microsoft.com/office/drawing/2014/main" id="{D9C8212C-96BD-4DBB-AF03-48DF3540E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4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s-MX" altLang="en-US" i="1"/>
                <a:t>R</a:t>
              </a:r>
              <a:r>
                <a:rPr lang="es-MX" altLang="en-US" i="1" baseline="-25000"/>
                <a:t>1</a:t>
              </a:r>
              <a:endParaRPr lang="es-MX" altLang="en-US" i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9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9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9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 autoUpdateAnimBg="0"/>
      <p:bldP spid="339971" grpId="0" autoUpdateAnimBg="0"/>
      <p:bldP spid="339972" grpId="0" autoUpdateAnimBg="0"/>
      <p:bldP spid="339973" grpId="0" autoUpdateAnimBg="0"/>
      <p:bldP spid="339977" grpId="0" animBg="1"/>
      <p:bldP spid="33997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49F56F1D-8C0B-42E2-A143-B060AEEC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B511A1-4766-4385-99DC-EA40DB3C54B0}" type="slidenum">
              <a:rPr lang="es-E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0" name="Rectangle 6">
            <a:extLst>
              <a:ext uri="{FF2B5EF4-FFF2-40B4-BE49-F238E27FC236}">
                <a16:creationId xmlns:a16="http://schemas.microsoft.com/office/drawing/2014/main" id="{6CB09E31-2A01-4CE9-BE77-A3218ED01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2378076"/>
            <a:ext cx="7594600" cy="37179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C9F442C-D2F0-4EFD-A728-2331FF508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93700"/>
            <a:ext cx="7772400" cy="1828800"/>
          </a:xfrm>
        </p:spPr>
        <p:txBody>
          <a:bodyPr/>
          <a:lstStyle/>
          <a:p>
            <a:r>
              <a:rPr lang="es-ES_tradnl" altLang="en-US" sz="2800">
                <a:solidFill>
                  <a:srgbClr val="000000"/>
                </a:solidFill>
              </a:rPr>
              <a:t>Encuentre la resistencia equivalente y el valor del generador de tensión de la figura si la intensidad de corriente por  la resistencia de 10 ohm es de 1 A. ¿Qué potencia entrega la fuente?</a:t>
            </a:r>
            <a:endParaRPr lang="es-ES_tradnl" altLang="en-US" sz="2800" b="1">
              <a:solidFill>
                <a:srgbClr val="000000"/>
              </a:solidFill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0C995054-0412-4474-BE95-D481B2274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pic>
        <p:nvPicPr>
          <p:cNvPr id="27653" name="Picture 7">
            <a:extLst>
              <a:ext uri="{FF2B5EF4-FFF2-40B4-BE49-F238E27FC236}">
                <a16:creationId xmlns:a16="http://schemas.microsoft.com/office/drawing/2014/main" id="{DFBC0B48-7BD5-4BFB-A24D-486434EAE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559196"/>
            <a:ext cx="7188199" cy="3244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77A077B6-4B98-4341-8541-23A86A5900F3}"/>
              </a:ext>
            </a:extLst>
          </p:cNvPr>
          <p:cNvSpPr/>
          <p:nvPr/>
        </p:nvSpPr>
        <p:spPr>
          <a:xfrm>
            <a:off x="6602231" y="267732"/>
            <a:ext cx="254000" cy="203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15B96E-E42F-4FDA-AB35-DA8990BD3896}"/>
                  </a:ext>
                </a:extLst>
              </p:cNvPr>
              <p:cNvSpPr txBox="1"/>
              <p:nvPr/>
            </p:nvSpPr>
            <p:spPr>
              <a:xfrm>
                <a:off x="7166432" y="151368"/>
                <a:ext cx="17366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15B96E-E42F-4FDA-AB35-DA8990BD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432" y="151368"/>
                <a:ext cx="173669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37C8B989-8A74-4A8D-A680-E3CE530FE0A3}"/>
              </a:ext>
            </a:extLst>
          </p:cNvPr>
          <p:cNvSpPr/>
          <p:nvPr/>
        </p:nvSpPr>
        <p:spPr>
          <a:xfrm>
            <a:off x="6647666" y="889000"/>
            <a:ext cx="2540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0B4E4C-5B47-4DAE-8969-02DC8836E01B}"/>
                  </a:ext>
                </a:extLst>
              </p:cNvPr>
              <p:cNvSpPr txBox="1"/>
              <p:nvPr/>
            </p:nvSpPr>
            <p:spPr>
              <a:xfrm>
                <a:off x="7144570" y="769263"/>
                <a:ext cx="1827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0B4E4C-5B47-4DAE-8969-02DC8836E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570" y="769263"/>
                <a:ext cx="182716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3440E9-657D-4421-8048-BC86669C928D}"/>
                  </a:ext>
                </a:extLst>
              </p:cNvPr>
              <p:cNvSpPr txBox="1"/>
              <p:nvPr/>
            </p:nvSpPr>
            <p:spPr>
              <a:xfrm>
                <a:off x="6561153" y="1461413"/>
                <a:ext cx="45279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−15 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F3440E9-657D-4421-8048-BC86669C9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153" y="1461413"/>
                <a:ext cx="452797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DB8DF46-CCD5-4741-AB0D-5DEA768A6964}"/>
              </a:ext>
            </a:extLst>
          </p:cNvPr>
          <p:cNvSpPr/>
          <p:nvPr/>
        </p:nvSpPr>
        <p:spPr>
          <a:xfrm>
            <a:off x="9982200" y="1356673"/>
            <a:ext cx="1205943" cy="459427"/>
          </a:xfrm>
          <a:custGeom>
            <a:avLst/>
            <a:gdLst>
              <a:gd name="connsiteX0" fmla="*/ 0 w 1205943"/>
              <a:gd name="connsiteY0" fmla="*/ 40327 h 459427"/>
              <a:gd name="connsiteX1" fmla="*/ 1092200 w 1205943"/>
              <a:gd name="connsiteY1" fmla="*/ 40327 h 459427"/>
              <a:gd name="connsiteX2" fmla="*/ 1117600 w 1205943"/>
              <a:gd name="connsiteY2" fmla="*/ 459427 h 459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5943" h="459427">
                <a:moveTo>
                  <a:pt x="0" y="40327"/>
                </a:moveTo>
                <a:cubicBezTo>
                  <a:pt x="452966" y="5402"/>
                  <a:pt x="905933" y="-29523"/>
                  <a:pt x="1092200" y="40327"/>
                </a:cubicBezTo>
                <a:cubicBezTo>
                  <a:pt x="1278467" y="110177"/>
                  <a:pt x="1198033" y="284802"/>
                  <a:pt x="1117600" y="45942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B5E018-7A2B-48D7-9FA7-95136BDE1B18}"/>
                  </a:ext>
                </a:extLst>
              </p:cNvPr>
              <p:cNvSpPr txBox="1"/>
              <p:nvPr/>
            </p:nvSpPr>
            <p:spPr>
              <a:xfrm>
                <a:off x="6561153" y="2185313"/>
                <a:ext cx="45279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−15 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−10 .1−20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B5E018-7A2B-48D7-9FA7-95136BDE1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153" y="2185313"/>
                <a:ext cx="452797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C78A532-6A28-4FC4-A378-A1770261709B}"/>
              </a:ext>
            </a:extLst>
          </p:cNvPr>
          <p:cNvSpPr/>
          <p:nvPr/>
        </p:nvSpPr>
        <p:spPr>
          <a:xfrm>
            <a:off x="9740900" y="2079968"/>
            <a:ext cx="1533352" cy="536232"/>
          </a:xfrm>
          <a:custGeom>
            <a:avLst/>
            <a:gdLst>
              <a:gd name="connsiteX0" fmla="*/ 0 w 1533352"/>
              <a:gd name="connsiteY0" fmla="*/ 2832 h 536232"/>
              <a:gd name="connsiteX1" fmla="*/ 596900 w 1533352"/>
              <a:gd name="connsiteY1" fmla="*/ 15532 h 536232"/>
              <a:gd name="connsiteX2" fmla="*/ 1270000 w 1533352"/>
              <a:gd name="connsiteY2" fmla="*/ 15532 h 536232"/>
              <a:gd name="connsiteX3" fmla="*/ 1524000 w 1533352"/>
              <a:gd name="connsiteY3" fmla="*/ 231432 h 536232"/>
              <a:gd name="connsiteX4" fmla="*/ 1473200 w 1533352"/>
              <a:gd name="connsiteY4" fmla="*/ 460032 h 536232"/>
              <a:gd name="connsiteX5" fmla="*/ 1422400 w 1533352"/>
              <a:gd name="connsiteY5" fmla="*/ 536232 h 53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3352" h="536232">
                <a:moveTo>
                  <a:pt x="0" y="2832"/>
                </a:moveTo>
                <a:lnTo>
                  <a:pt x="596900" y="15532"/>
                </a:lnTo>
                <a:cubicBezTo>
                  <a:pt x="808567" y="17649"/>
                  <a:pt x="1115483" y="-20451"/>
                  <a:pt x="1270000" y="15532"/>
                </a:cubicBezTo>
                <a:cubicBezTo>
                  <a:pt x="1424517" y="51515"/>
                  <a:pt x="1490133" y="157349"/>
                  <a:pt x="1524000" y="231432"/>
                </a:cubicBezTo>
                <a:cubicBezTo>
                  <a:pt x="1557867" y="305515"/>
                  <a:pt x="1490133" y="409232"/>
                  <a:pt x="1473200" y="460032"/>
                </a:cubicBezTo>
                <a:cubicBezTo>
                  <a:pt x="1456267" y="510832"/>
                  <a:pt x="1439333" y="523532"/>
                  <a:pt x="1422400" y="536232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E3BD5C-2B5F-4155-AAC1-1445B8865DC3}"/>
              </a:ext>
            </a:extLst>
          </p:cNvPr>
          <p:cNvGrpSpPr/>
          <p:nvPr/>
        </p:nvGrpSpPr>
        <p:grpSpPr>
          <a:xfrm>
            <a:off x="-408278" y="-122617"/>
            <a:ext cx="6870410" cy="3307533"/>
            <a:chOff x="-408278" y="-122616"/>
            <a:chExt cx="6300295" cy="2661204"/>
          </a:xfrm>
        </p:grpSpPr>
        <p:pic>
          <p:nvPicPr>
            <p:cNvPr id="5" name="Picture 7">
              <a:extLst>
                <a:ext uri="{FF2B5EF4-FFF2-40B4-BE49-F238E27FC236}">
                  <a16:creationId xmlns:a16="http://schemas.microsoft.com/office/drawing/2014/main" id="{65E7CC2A-FE73-45EC-8DB4-3C953A8670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2" t="7463" r="4331" b="9453"/>
            <a:stretch/>
          </p:blipFill>
          <p:spPr bwMode="auto">
            <a:xfrm>
              <a:off x="152399" y="139700"/>
              <a:ext cx="5156201" cy="2120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E32BC5D-ED40-4F5E-9641-FB2476A85383}"/>
                </a:ext>
              </a:extLst>
            </p:cNvPr>
            <p:cNvSpPr/>
            <p:nvPr/>
          </p:nvSpPr>
          <p:spPr>
            <a:xfrm>
              <a:off x="3149600" y="1714500"/>
              <a:ext cx="254000" cy="2032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6795898-94CF-4B84-B3E8-7A7AFF95C8E1}"/>
                </a:ext>
              </a:extLst>
            </p:cNvPr>
            <p:cNvSpPr/>
            <p:nvPr/>
          </p:nvSpPr>
          <p:spPr>
            <a:xfrm>
              <a:off x="1866900" y="1714500"/>
              <a:ext cx="254000" cy="2032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1E3194-0C77-4322-B253-75B7D35FB148}"/>
                </a:ext>
              </a:extLst>
            </p:cNvPr>
            <p:cNvSpPr/>
            <p:nvPr/>
          </p:nvSpPr>
          <p:spPr>
            <a:xfrm>
              <a:off x="3124200" y="495300"/>
              <a:ext cx="254000" cy="2032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F82FA1-FF76-4EE9-8542-59A7B8691517}"/>
                </a:ext>
              </a:extLst>
            </p:cNvPr>
            <p:cNvSpPr/>
            <p:nvPr/>
          </p:nvSpPr>
          <p:spPr>
            <a:xfrm>
              <a:off x="1866900" y="495300"/>
              <a:ext cx="254000" cy="2032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7653024-7A84-42C3-ACBF-72051F6E9F02}"/>
                </a:ext>
              </a:extLst>
            </p:cNvPr>
            <p:cNvSpPr/>
            <p:nvPr/>
          </p:nvSpPr>
          <p:spPr>
            <a:xfrm>
              <a:off x="419100" y="431800"/>
              <a:ext cx="495300" cy="457200"/>
            </a:xfrm>
            <a:custGeom>
              <a:avLst/>
              <a:gdLst>
                <a:gd name="connsiteX0" fmla="*/ 0 w 495300"/>
                <a:gd name="connsiteY0" fmla="*/ 457200 h 457200"/>
                <a:gd name="connsiteX1" fmla="*/ 12700 w 495300"/>
                <a:gd name="connsiteY1" fmla="*/ 63500 h 457200"/>
                <a:gd name="connsiteX2" fmla="*/ 203200 w 495300"/>
                <a:gd name="connsiteY2" fmla="*/ 38100 h 457200"/>
                <a:gd name="connsiteX3" fmla="*/ 495300 w 495300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300" h="457200">
                  <a:moveTo>
                    <a:pt x="0" y="457200"/>
                  </a:moveTo>
                  <a:lnTo>
                    <a:pt x="12700" y="63500"/>
                  </a:lnTo>
                  <a:lnTo>
                    <a:pt x="203200" y="38100"/>
                  </a:lnTo>
                  <a:lnTo>
                    <a:pt x="495300" y="0"/>
                  </a:lnTo>
                </a:path>
              </a:pathLst>
            </a:cu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F89B29D-742B-43F8-9F31-66A50D0EDA8A}"/>
                </a:ext>
              </a:extLst>
            </p:cNvPr>
            <p:cNvCxnSpPr/>
            <p:nvPr/>
          </p:nvCxnSpPr>
          <p:spPr>
            <a:xfrm>
              <a:off x="2311400" y="431800"/>
              <a:ext cx="72390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0A9F-DD86-4099-8D13-332147D5D115}"/>
                </a:ext>
              </a:extLst>
            </p:cNvPr>
            <p:cNvCxnSpPr/>
            <p:nvPr/>
          </p:nvCxnSpPr>
          <p:spPr>
            <a:xfrm>
              <a:off x="3543300" y="406400"/>
              <a:ext cx="723900" cy="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491DE90-6007-4630-8BBD-E1F4CA5B2AEF}"/>
                </a:ext>
              </a:extLst>
            </p:cNvPr>
            <p:cNvCxnSpPr>
              <a:cxnSpLocks/>
            </p:cNvCxnSpPr>
            <p:nvPr/>
          </p:nvCxnSpPr>
          <p:spPr>
            <a:xfrm>
              <a:off x="3035300" y="889000"/>
              <a:ext cx="0" cy="685800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21AA889-DDB0-46BA-B12F-BB7E0EB3EEED}"/>
                    </a:ext>
                  </a:extLst>
                </p:cNvPr>
                <p:cNvSpPr txBox="1"/>
                <p:nvPr/>
              </p:nvSpPr>
              <p:spPr>
                <a:xfrm>
                  <a:off x="511643" y="0"/>
                  <a:ext cx="31021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21AA889-DDB0-46BA-B12F-BB7E0EB3E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43" y="0"/>
                  <a:ext cx="31021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6364" r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BD11721-9180-4167-951C-723C87EA4BEF}"/>
                    </a:ext>
                  </a:extLst>
                </p:cNvPr>
                <p:cNvSpPr txBox="1"/>
                <p:nvPr/>
              </p:nvSpPr>
              <p:spPr>
                <a:xfrm>
                  <a:off x="2363360" y="25401"/>
                  <a:ext cx="31733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BD11721-9180-4167-951C-723C87EA4B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3360" y="25401"/>
                  <a:ext cx="31733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5789" r="-1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915021B-0FDD-4B04-99F8-EFC801F28908}"/>
                    </a:ext>
                  </a:extLst>
                </p:cNvPr>
                <p:cNvSpPr txBox="1"/>
                <p:nvPr/>
              </p:nvSpPr>
              <p:spPr>
                <a:xfrm>
                  <a:off x="2749720" y="1403866"/>
                  <a:ext cx="31733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915021B-0FDD-4B04-99F8-EFC801F28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9720" y="1403866"/>
                  <a:ext cx="31733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5789" r="-1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BFC06D3-6919-4807-93A2-F630F6103C1D}"/>
                    </a:ext>
                  </a:extLst>
                </p:cNvPr>
                <p:cNvSpPr txBox="1"/>
                <p:nvPr/>
              </p:nvSpPr>
              <p:spPr>
                <a:xfrm>
                  <a:off x="4263662" y="125968"/>
                  <a:ext cx="31733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BFC06D3-6919-4807-93A2-F630F6103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3662" y="125968"/>
                  <a:ext cx="31733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5789" r="-1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90F5BD2-942F-4B84-B90F-018F5C5F1EBF}"/>
                </a:ext>
              </a:extLst>
            </p:cNvPr>
            <p:cNvSpPr/>
            <p:nvPr/>
          </p:nvSpPr>
          <p:spPr>
            <a:xfrm>
              <a:off x="-408278" y="-122616"/>
              <a:ext cx="6300295" cy="2661204"/>
            </a:xfrm>
            <a:custGeom>
              <a:avLst/>
              <a:gdLst>
                <a:gd name="connsiteX0" fmla="*/ 535278 w 6300295"/>
                <a:gd name="connsiteY0" fmla="*/ 1075116 h 2661204"/>
                <a:gd name="connsiteX1" fmla="*/ 522578 w 6300295"/>
                <a:gd name="connsiteY1" fmla="*/ 198816 h 2661204"/>
                <a:gd name="connsiteX2" fmla="*/ 5996278 w 6300295"/>
                <a:gd name="connsiteY2" fmla="*/ 211516 h 2661204"/>
                <a:gd name="connsiteX3" fmla="*/ 5081878 w 6300295"/>
                <a:gd name="connsiteY3" fmla="*/ 2497516 h 2661204"/>
                <a:gd name="connsiteX4" fmla="*/ 751178 w 6300295"/>
                <a:gd name="connsiteY4" fmla="*/ 2345116 h 2661204"/>
                <a:gd name="connsiteX5" fmla="*/ 509878 w 6300295"/>
                <a:gd name="connsiteY5" fmla="*/ 1278316 h 2661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00295" h="2661204">
                  <a:moveTo>
                    <a:pt x="535278" y="1075116"/>
                  </a:moveTo>
                  <a:cubicBezTo>
                    <a:pt x="73844" y="708932"/>
                    <a:pt x="-387589" y="342749"/>
                    <a:pt x="522578" y="198816"/>
                  </a:cubicBezTo>
                  <a:cubicBezTo>
                    <a:pt x="1432745" y="54883"/>
                    <a:pt x="5236395" y="-171601"/>
                    <a:pt x="5996278" y="211516"/>
                  </a:cubicBezTo>
                  <a:cubicBezTo>
                    <a:pt x="6756161" y="594633"/>
                    <a:pt x="5956061" y="2141916"/>
                    <a:pt x="5081878" y="2497516"/>
                  </a:cubicBezTo>
                  <a:cubicBezTo>
                    <a:pt x="4207695" y="2853116"/>
                    <a:pt x="1513178" y="2548316"/>
                    <a:pt x="751178" y="2345116"/>
                  </a:cubicBezTo>
                  <a:cubicBezTo>
                    <a:pt x="-10822" y="2141916"/>
                    <a:pt x="249528" y="1710116"/>
                    <a:pt x="509878" y="12783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013A14B-A856-449A-B91A-B185712C95C4}"/>
                </a:ext>
              </a:extLst>
            </p:cNvPr>
            <p:cNvSpPr/>
            <p:nvPr/>
          </p:nvSpPr>
          <p:spPr>
            <a:xfrm>
              <a:off x="873220" y="784401"/>
              <a:ext cx="1024190" cy="841421"/>
            </a:xfrm>
            <a:custGeom>
              <a:avLst/>
              <a:gdLst>
                <a:gd name="connsiteX0" fmla="*/ 3080 w 1024190"/>
                <a:gd name="connsiteY0" fmla="*/ 129999 h 841421"/>
                <a:gd name="connsiteX1" fmla="*/ 91980 w 1024190"/>
                <a:gd name="connsiteY1" fmla="*/ 2999 h 841421"/>
                <a:gd name="connsiteX2" fmla="*/ 612680 w 1024190"/>
                <a:gd name="connsiteY2" fmla="*/ 41099 h 841421"/>
                <a:gd name="connsiteX3" fmla="*/ 993680 w 1024190"/>
                <a:gd name="connsiteY3" fmla="*/ 53799 h 841421"/>
                <a:gd name="connsiteX4" fmla="*/ 930180 w 1024190"/>
                <a:gd name="connsiteY4" fmla="*/ 701499 h 841421"/>
                <a:gd name="connsiteX5" fmla="*/ 371380 w 1024190"/>
                <a:gd name="connsiteY5" fmla="*/ 841199 h 841421"/>
                <a:gd name="connsiteX6" fmla="*/ 66580 w 1024190"/>
                <a:gd name="connsiteY6" fmla="*/ 688799 h 841421"/>
                <a:gd name="connsiteX7" fmla="*/ 53880 w 1024190"/>
                <a:gd name="connsiteY7" fmla="*/ 307799 h 841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4190" h="841421">
                  <a:moveTo>
                    <a:pt x="3080" y="129999"/>
                  </a:moveTo>
                  <a:cubicBezTo>
                    <a:pt x="-3270" y="73907"/>
                    <a:pt x="-9620" y="17816"/>
                    <a:pt x="91980" y="2999"/>
                  </a:cubicBezTo>
                  <a:cubicBezTo>
                    <a:pt x="193580" y="-11818"/>
                    <a:pt x="462397" y="32632"/>
                    <a:pt x="612680" y="41099"/>
                  </a:cubicBezTo>
                  <a:cubicBezTo>
                    <a:pt x="762963" y="49566"/>
                    <a:pt x="940763" y="-56268"/>
                    <a:pt x="993680" y="53799"/>
                  </a:cubicBezTo>
                  <a:cubicBezTo>
                    <a:pt x="1046597" y="163866"/>
                    <a:pt x="1033897" y="570266"/>
                    <a:pt x="930180" y="701499"/>
                  </a:cubicBezTo>
                  <a:cubicBezTo>
                    <a:pt x="826463" y="832732"/>
                    <a:pt x="515313" y="843316"/>
                    <a:pt x="371380" y="841199"/>
                  </a:cubicBezTo>
                  <a:cubicBezTo>
                    <a:pt x="227447" y="839082"/>
                    <a:pt x="119497" y="777699"/>
                    <a:pt x="66580" y="688799"/>
                  </a:cubicBezTo>
                  <a:cubicBezTo>
                    <a:pt x="13663" y="599899"/>
                    <a:pt x="33771" y="453849"/>
                    <a:pt x="53880" y="307799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CE88119-2B4B-4CBB-943F-580056FCFAFC}"/>
                </a:ext>
              </a:extLst>
            </p:cNvPr>
            <p:cNvSpPr/>
            <p:nvPr/>
          </p:nvSpPr>
          <p:spPr>
            <a:xfrm>
              <a:off x="697436" y="699754"/>
              <a:ext cx="2643729" cy="1160121"/>
            </a:xfrm>
            <a:custGeom>
              <a:avLst/>
              <a:gdLst>
                <a:gd name="connsiteX0" fmla="*/ 140548 w 2643729"/>
                <a:gd name="connsiteY0" fmla="*/ 0 h 1160121"/>
                <a:gd name="connsiteX1" fmla="*/ 1601048 w 2643729"/>
                <a:gd name="connsiteY1" fmla="*/ 38100 h 1160121"/>
                <a:gd name="connsiteX2" fmla="*/ 2477348 w 2643729"/>
                <a:gd name="connsiteY2" fmla="*/ 101600 h 1160121"/>
                <a:gd name="connsiteX3" fmla="*/ 2426548 w 2643729"/>
                <a:gd name="connsiteY3" fmla="*/ 1066800 h 1160121"/>
                <a:gd name="connsiteX4" fmla="*/ 280248 w 2643729"/>
                <a:gd name="connsiteY4" fmla="*/ 1016000 h 1160121"/>
                <a:gd name="connsiteX5" fmla="*/ 89748 w 2643729"/>
                <a:gd name="connsiteY5" fmla="*/ 127000 h 116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3729" h="1160121">
                  <a:moveTo>
                    <a:pt x="140548" y="0"/>
                  </a:moveTo>
                  <a:lnTo>
                    <a:pt x="1601048" y="38100"/>
                  </a:lnTo>
                  <a:cubicBezTo>
                    <a:pt x="1990515" y="55033"/>
                    <a:pt x="2339765" y="-69850"/>
                    <a:pt x="2477348" y="101600"/>
                  </a:cubicBezTo>
                  <a:cubicBezTo>
                    <a:pt x="2614931" y="273050"/>
                    <a:pt x="2792731" y="914400"/>
                    <a:pt x="2426548" y="1066800"/>
                  </a:cubicBezTo>
                  <a:cubicBezTo>
                    <a:pt x="2060365" y="1219200"/>
                    <a:pt x="669715" y="1172633"/>
                    <a:pt x="280248" y="1016000"/>
                  </a:cubicBezTo>
                  <a:cubicBezTo>
                    <a:pt x="-109219" y="859367"/>
                    <a:pt x="-9736" y="493183"/>
                    <a:pt x="89748" y="127000"/>
                  </a:cubicBez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C21664B-9627-4F10-849E-7B97720FFBE6}"/>
                  </a:ext>
                </a:extLst>
              </p:cNvPr>
              <p:cNvSpPr txBox="1"/>
              <p:nvPr/>
            </p:nvSpPr>
            <p:spPr>
              <a:xfrm>
                <a:off x="6561152" y="2880068"/>
                <a:ext cx="48376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−15 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−30 .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−20 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C21664B-9627-4F10-849E-7B97720FF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152" y="2880068"/>
                <a:ext cx="483760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322B88F-9976-40D7-B70F-B538AA261DB6}"/>
              </a:ext>
            </a:extLst>
          </p:cNvPr>
          <p:cNvSpPr/>
          <p:nvPr/>
        </p:nvSpPr>
        <p:spPr>
          <a:xfrm>
            <a:off x="9398000" y="2755900"/>
            <a:ext cx="2203494" cy="520700"/>
          </a:xfrm>
          <a:custGeom>
            <a:avLst/>
            <a:gdLst>
              <a:gd name="connsiteX0" fmla="*/ 0 w 2203494"/>
              <a:gd name="connsiteY0" fmla="*/ 0 h 520700"/>
              <a:gd name="connsiteX1" fmla="*/ 990600 w 2203494"/>
              <a:gd name="connsiteY1" fmla="*/ 50800 h 520700"/>
              <a:gd name="connsiteX2" fmla="*/ 2133600 w 2203494"/>
              <a:gd name="connsiteY2" fmla="*/ 38100 h 520700"/>
              <a:gd name="connsiteX3" fmla="*/ 1981200 w 2203494"/>
              <a:gd name="connsiteY3" fmla="*/ 5207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3494" h="520700">
                <a:moveTo>
                  <a:pt x="0" y="0"/>
                </a:moveTo>
                <a:cubicBezTo>
                  <a:pt x="317500" y="22225"/>
                  <a:pt x="990600" y="50800"/>
                  <a:pt x="990600" y="50800"/>
                </a:cubicBezTo>
                <a:cubicBezTo>
                  <a:pt x="1346200" y="57150"/>
                  <a:pt x="1968500" y="-40217"/>
                  <a:pt x="2133600" y="38100"/>
                </a:cubicBezTo>
                <a:cubicBezTo>
                  <a:pt x="2298700" y="116417"/>
                  <a:pt x="2139950" y="318558"/>
                  <a:pt x="1981200" y="520700"/>
                </a:cubicBezTo>
              </a:path>
            </a:pathLst>
          </a:cu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FE0B54-5FF0-4B13-BC53-02849E706DAC}"/>
                  </a:ext>
                </a:extLst>
              </p:cNvPr>
              <p:cNvSpPr txBox="1"/>
              <p:nvPr/>
            </p:nvSpPr>
            <p:spPr>
              <a:xfrm>
                <a:off x="193226" y="3673083"/>
                <a:ext cx="9392699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205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𝑣𝑜𝑙𝑡𝑠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FE0B54-5FF0-4B13-BC53-02849E706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26" y="3673083"/>
                <a:ext cx="9392699" cy="8182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02D097-C420-4202-80A2-528D3694E931}"/>
                  </a:ext>
                </a:extLst>
              </p:cNvPr>
              <p:cNvSpPr txBox="1"/>
              <p:nvPr/>
            </p:nvSpPr>
            <p:spPr>
              <a:xfrm>
                <a:off x="312555" y="5096104"/>
                <a:ext cx="6589111" cy="1174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𝑅𝑒𝑞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𝑜h𝑚𝑠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802D097-C420-4202-80A2-528D3694E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55" y="5096104"/>
                <a:ext cx="6589111" cy="1174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32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6">
            <a:extLst>
              <a:ext uri="{FF2B5EF4-FFF2-40B4-BE49-F238E27FC236}">
                <a16:creationId xmlns:a16="http://schemas.microsoft.com/office/drawing/2014/main" id="{633DDE32-6946-443F-A02F-948B00FD6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1892300"/>
            <a:ext cx="7594600" cy="4165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8674" name="1 Título">
            <a:extLst>
              <a:ext uri="{FF2B5EF4-FFF2-40B4-BE49-F238E27FC236}">
                <a16:creationId xmlns:a16="http://schemas.microsoft.com/office/drawing/2014/main" id="{A8C24585-3193-4B86-A622-67A7AD66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68300"/>
            <a:ext cx="7772400" cy="1384300"/>
          </a:xfrm>
        </p:spPr>
        <p:txBody>
          <a:bodyPr/>
          <a:lstStyle/>
          <a:p>
            <a:r>
              <a:rPr lang="es-ES_tradnl" altLang="en-US" sz="2800">
                <a:solidFill>
                  <a:srgbClr val="000000"/>
                </a:solidFill>
              </a:rPr>
              <a:t>Encuentre la resistencia equivalente y la potencia que se disipa en la resistencia de 30 ohm, si la alimentación es de 10 V.</a:t>
            </a:r>
            <a:endParaRPr lang="es-CL" altLang="en-US" sz="2800"/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659A8225-94B0-4393-B06F-61043E6F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2124075"/>
            <a:ext cx="50101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2F14922E-F5B0-4BDD-9D59-FEBA3F0FA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105400" cy="3857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D944032-F8F1-4385-B3E2-2F2DD1C2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104775"/>
            <a:ext cx="4791075" cy="344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8DD42E-B03F-4798-B395-CAE785F5CF17}"/>
                  </a:ext>
                </a:extLst>
              </p:cNvPr>
              <p:cNvSpPr txBox="1"/>
              <p:nvPr/>
            </p:nvSpPr>
            <p:spPr>
              <a:xfrm>
                <a:off x="267794" y="4150068"/>
                <a:ext cx="365548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10−40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−50 .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8DD42E-B03F-4798-B395-CAE785F5C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94" y="4150068"/>
                <a:ext cx="365548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5144A59B-B9AD-438A-AF44-AFC90AA13FCB}"/>
              </a:ext>
            </a:extLst>
          </p:cNvPr>
          <p:cNvGrpSpPr/>
          <p:nvPr/>
        </p:nvGrpSpPr>
        <p:grpSpPr>
          <a:xfrm>
            <a:off x="6412749" y="38100"/>
            <a:ext cx="5122026" cy="3694844"/>
            <a:chOff x="6463549" y="128587"/>
            <a:chExt cx="5122026" cy="369484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195C2AA-D0AF-4499-8B81-5F7E6F3F7993}"/>
                </a:ext>
              </a:extLst>
            </p:cNvPr>
            <p:cNvGrpSpPr/>
            <p:nvPr/>
          </p:nvGrpSpPr>
          <p:grpSpPr>
            <a:xfrm>
              <a:off x="6575425" y="128587"/>
              <a:ext cx="5010150" cy="3600450"/>
              <a:chOff x="5965825" y="257175"/>
              <a:chExt cx="5010150" cy="360045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C034157-D878-49AF-8E96-56DB7833045F}"/>
                  </a:ext>
                </a:extLst>
              </p:cNvPr>
              <p:cNvGrpSpPr/>
              <p:nvPr/>
            </p:nvGrpSpPr>
            <p:grpSpPr>
              <a:xfrm>
                <a:off x="5965825" y="257175"/>
                <a:ext cx="5010150" cy="3600450"/>
                <a:chOff x="5965825" y="257175"/>
                <a:chExt cx="5010150" cy="3600450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E107E154-9D38-4463-890E-895F38457107}"/>
                    </a:ext>
                  </a:extLst>
                </p:cNvPr>
                <p:cNvGrpSpPr/>
                <p:nvPr/>
              </p:nvGrpSpPr>
              <p:grpSpPr>
                <a:xfrm>
                  <a:off x="5965825" y="257175"/>
                  <a:ext cx="5010150" cy="3600450"/>
                  <a:chOff x="5965825" y="257175"/>
                  <a:chExt cx="5010150" cy="3600450"/>
                </a:xfrm>
              </p:grpSpPr>
              <p:pic>
                <p:nvPicPr>
                  <p:cNvPr id="6" name="Picture 2">
                    <a:extLst>
                      <a:ext uri="{FF2B5EF4-FFF2-40B4-BE49-F238E27FC236}">
                        <a16:creationId xmlns:a16="http://schemas.microsoft.com/office/drawing/2014/main" id="{B7AD3F9F-9820-48F4-BA94-2289CC8FDF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965825" y="257175"/>
                    <a:ext cx="5010150" cy="36004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7" name="Rectangle: Rounded Corners 6">
                    <a:extLst>
                      <a:ext uri="{FF2B5EF4-FFF2-40B4-BE49-F238E27FC236}">
                        <a16:creationId xmlns:a16="http://schemas.microsoft.com/office/drawing/2014/main" id="{64E18F82-20B8-4AD9-A2F3-D30DF021B6F1}"/>
                      </a:ext>
                    </a:extLst>
                  </p:cNvPr>
                  <p:cNvSpPr/>
                  <p:nvPr/>
                </p:nvSpPr>
                <p:spPr>
                  <a:xfrm>
                    <a:off x="9423400" y="406400"/>
                    <a:ext cx="863600" cy="635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9" name="Straight Connector 8">
                    <a:extLst>
                      <a:ext uri="{FF2B5EF4-FFF2-40B4-BE49-F238E27FC236}">
                        <a16:creationId xmlns:a16="http://schemas.microsoft.com/office/drawing/2014/main" id="{439909FE-E340-4D62-836C-F185E8FA16D5}"/>
                      </a:ext>
                    </a:extLst>
                  </p:cNvPr>
                  <p:cNvCxnSpPr/>
                  <p:nvPr/>
                </p:nvCxnSpPr>
                <p:spPr>
                  <a:xfrm>
                    <a:off x="9258300" y="838200"/>
                    <a:ext cx="10414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" name="Rectangle: Rounded Corners 10">
                    <a:extLst>
                      <a:ext uri="{FF2B5EF4-FFF2-40B4-BE49-F238E27FC236}">
                        <a16:creationId xmlns:a16="http://schemas.microsoft.com/office/drawing/2014/main" id="{6158F7D3-1924-4D7A-961C-6A82E9D7F1E0}"/>
                      </a:ext>
                    </a:extLst>
                  </p:cNvPr>
                  <p:cNvSpPr/>
                  <p:nvPr/>
                </p:nvSpPr>
                <p:spPr>
                  <a:xfrm>
                    <a:off x="9436100" y="3006725"/>
                    <a:ext cx="863600" cy="6350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D4CFE7BC-E9C5-407E-926A-AC9016E43AC0}"/>
                      </a:ext>
                    </a:extLst>
                  </p:cNvPr>
                  <p:cNvCxnSpPr/>
                  <p:nvPr/>
                </p:nvCxnSpPr>
                <p:spPr>
                  <a:xfrm>
                    <a:off x="9334500" y="3206750"/>
                    <a:ext cx="10414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20EAB7C-F57B-44A2-87EF-F17940EBFDE2}"/>
                    </a:ext>
                  </a:extLst>
                </p:cNvPr>
                <p:cNvSpPr txBox="1"/>
                <p:nvPr/>
              </p:nvSpPr>
              <p:spPr>
                <a:xfrm>
                  <a:off x="7380715" y="320675"/>
                  <a:ext cx="415498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40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6F6E290-FD7A-408A-AF53-E7C1562005AB}"/>
                    </a:ext>
                  </a:extLst>
                </p:cNvPr>
                <p:cNvSpPr txBox="1"/>
                <p:nvPr/>
              </p:nvSpPr>
              <p:spPr>
                <a:xfrm>
                  <a:off x="7461678" y="3285093"/>
                  <a:ext cx="415498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50</a:t>
                  </a:r>
                </a:p>
              </p:txBody>
            </p: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8D3970B-D2B6-4B3C-86B4-0F6061CE44A1}"/>
                  </a:ext>
                </a:extLst>
              </p:cNvPr>
              <p:cNvSpPr/>
              <p:nvPr/>
            </p:nvSpPr>
            <p:spPr>
              <a:xfrm>
                <a:off x="7207677" y="838200"/>
                <a:ext cx="90915" cy="5461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2F38C2C-56C9-4851-AA9D-7E5F628AB7B1}"/>
                  </a:ext>
                </a:extLst>
              </p:cNvPr>
              <p:cNvSpPr/>
              <p:nvPr/>
            </p:nvSpPr>
            <p:spPr>
              <a:xfrm>
                <a:off x="7238420" y="2660650"/>
                <a:ext cx="90915" cy="5461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8F346CA-92ED-4F13-B000-0B0C674072FC}"/>
                  </a:ext>
                </a:extLst>
              </p:cNvPr>
              <p:cNvSpPr/>
              <p:nvPr/>
            </p:nvSpPr>
            <p:spPr>
              <a:xfrm>
                <a:off x="8400042" y="1917700"/>
                <a:ext cx="185158" cy="1651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4BFDF62-0873-4515-B719-6810594F6207}"/>
                  </a:ext>
                </a:extLst>
              </p:cNvPr>
              <p:cNvSpPr/>
              <p:nvPr/>
            </p:nvSpPr>
            <p:spPr>
              <a:xfrm>
                <a:off x="10299700" y="1939925"/>
                <a:ext cx="185158" cy="165100"/>
              </a:xfrm>
              <a:prstGeom prst="ellipse">
                <a:avLst/>
              </a:prstGeom>
              <a:solidFill>
                <a:srgbClr val="002060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2BB6203-60D5-45A0-9785-215A8321678E}"/>
                </a:ext>
              </a:extLst>
            </p:cNvPr>
            <p:cNvCxnSpPr/>
            <p:nvPr/>
          </p:nvCxnSpPr>
          <p:spPr>
            <a:xfrm>
              <a:off x="6756400" y="1581149"/>
              <a:ext cx="6477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37066DF-BA18-4456-9FD9-CC41D19B7325}"/>
                </a:ext>
              </a:extLst>
            </p:cNvPr>
            <p:cNvCxnSpPr>
              <a:cxnSpLocks/>
            </p:cNvCxnSpPr>
            <p:nvPr/>
          </p:nvCxnSpPr>
          <p:spPr>
            <a:xfrm>
              <a:off x="6959600" y="1739898"/>
              <a:ext cx="3048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7B375CB-8425-4CD9-9FEF-7D28BB37ECE4}"/>
                </a:ext>
              </a:extLst>
            </p:cNvPr>
            <p:cNvCxnSpPr/>
            <p:nvPr/>
          </p:nvCxnSpPr>
          <p:spPr>
            <a:xfrm flipV="1">
              <a:off x="7099300" y="709612"/>
              <a:ext cx="0" cy="87153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12D22D-C05C-4F30-A0B7-9F6C92C2D7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9300" y="1714499"/>
              <a:ext cx="0" cy="14166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C1C2FA-1D6E-4A9B-AB56-31FA64614578}"/>
                </a:ext>
              </a:extLst>
            </p:cNvPr>
            <p:cNvSpPr txBox="1"/>
            <p:nvPr/>
          </p:nvSpPr>
          <p:spPr>
            <a:xfrm>
              <a:off x="6463549" y="1093826"/>
              <a:ext cx="635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 V</a:t>
              </a: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F2803BF-61CD-497E-A30F-8144CD4B48CF}"/>
                </a:ext>
              </a:extLst>
            </p:cNvPr>
            <p:cNvSpPr/>
            <p:nvPr/>
          </p:nvSpPr>
          <p:spPr>
            <a:xfrm>
              <a:off x="6544491" y="162228"/>
              <a:ext cx="4927396" cy="3661203"/>
            </a:xfrm>
            <a:custGeom>
              <a:avLst/>
              <a:gdLst>
                <a:gd name="connsiteX0" fmla="*/ 224609 w 4927396"/>
                <a:gd name="connsiteY0" fmla="*/ 879172 h 3661203"/>
                <a:gd name="connsiteX1" fmla="*/ 288109 w 4927396"/>
                <a:gd name="connsiteY1" fmla="*/ 294972 h 3661203"/>
                <a:gd name="connsiteX2" fmla="*/ 1139009 w 4927396"/>
                <a:gd name="connsiteY2" fmla="*/ 91772 h 3661203"/>
                <a:gd name="connsiteX3" fmla="*/ 4237809 w 4927396"/>
                <a:gd name="connsiteY3" fmla="*/ 155272 h 3661203"/>
                <a:gd name="connsiteX4" fmla="*/ 4923609 w 4927396"/>
                <a:gd name="connsiteY4" fmla="*/ 1844372 h 3661203"/>
                <a:gd name="connsiteX5" fmla="*/ 4250509 w 4927396"/>
                <a:gd name="connsiteY5" fmla="*/ 3482672 h 3661203"/>
                <a:gd name="connsiteX6" fmla="*/ 364309 w 4927396"/>
                <a:gd name="connsiteY6" fmla="*/ 3419172 h 3661203"/>
                <a:gd name="connsiteX7" fmla="*/ 148409 w 4927396"/>
                <a:gd name="connsiteY7" fmla="*/ 1717372 h 3661203"/>
                <a:gd name="connsiteX8" fmla="*/ 211909 w 4927396"/>
                <a:gd name="connsiteY8" fmla="*/ 1717372 h 366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396" h="3661203">
                  <a:moveTo>
                    <a:pt x="224609" y="879172"/>
                  </a:moveTo>
                  <a:cubicBezTo>
                    <a:pt x="180159" y="652688"/>
                    <a:pt x="135709" y="426205"/>
                    <a:pt x="288109" y="294972"/>
                  </a:cubicBezTo>
                  <a:cubicBezTo>
                    <a:pt x="440509" y="163739"/>
                    <a:pt x="480726" y="115055"/>
                    <a:pt x="1139009" y="91772"/>
                  </a:cubicBezTo>
                  <a:cubicBezTo>
                    <a:pt x="1797292" y="68489"/>
                    <a:pt x="3607042" y="-136828"/>
                    <a:pt x="4237809" y="155272"/>
                  </a:cubicBezTo>
                  <a:cubicBezTo>
                    <a:pt x="4868576" y="447372"/>
                    <a:pt x="4921492" y="1289805"/>
                    <a:pt x="4923609" y="1844372"/>
                  </a:cubicBezTo>
                  <a:cubicBezTo>
                    <a:pt x="4925726" y="2398939"/>
                    <a:pt x="5010392" y="3220205"/>
                    <a:pt x="4250509" y="3482672"/>
                  </a:cubicBezTo>
                  <a:cubicBezTo>
                    <a:pt x="3490626" y="3745139"/>
                    <a:pt x="1047992" y="3713389"/>
                    <a:pt x="364309" y="3419172"/>
                  </a:cubicBezTo>
                  <a:cubicBezTo>
                    <a:pt x="-319374" y="3124955"/>
                    <a:pt x="173809" y="2001005"/>
                    <a:pt x="148409" y="1717372"/>
                  </a:cubicBezTo>
                  <a:cubicBezTo>
                    <a:pt x="123009" y="1433739"/>
                    <a:pt x="167459" y="1575555"/>
                    <a:pt x="211909" y="171737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A649F30-9204-4D5C-8280-19D9B9BE7225}"/>
                </a:ext>
              </a:extLst>
            </p:cNvPr>
            <p:cNvSpPr/>
            <p:nvPr/>
          </p:nvSpPr>
          <p:spPr>
            <a:xfrm>
              <a:off x="7185233" y="744202"/>
              <a:ext cx="527868" cy="2164162"/>
            </a:xfrm>
            <a:custGeom>
              <a:avLst/>
              <a:gdLst>
                <a:gd name="connsiteX0" fmla="*/ 115764 w 527868"/>
                <a:gd name="connsiteY0" fmla="*/ 606825 h 2288027"/>
                <a:gd name="connsiteX1" fmla="*/ 141164 w 527868"/>
                <a:gd name="connsiteY1" fmla="*/ 175025 h 2288027"/>
                <a:gd name="connsiteX2" fmla="*/ 496764 w 527868"/>
                <a:gd name="connsiteY2" fmla="*/ 124225 h 2288027"/>
                <a:gd name="connsiteX3" fmla="*/ 496764 w 527868"/>
                <a:gd name="connsiteY3" fmla="*/ 1787925 h 2288027"/>
                <a:gd name="connsiteX4" fmla="*/ 382464 w 527868"/>
                <a:gd name="connsiteY4" fmla="*/ 2283225 h 2288027"/>
                <a:gd name="connsiteX5" fmla="*/ 26864 w 527868"/>
                <a:gd name="connsiteY5" fmla="*/ 1991125 h 2288027"/>
                <a:gd name="connsiteX6" fmla="*/ 52264 w 527868"/>
                <a:gd name="connsiteY6" fmla="*/ 1229125 h 2288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7868" h="2288027">
                  <a:moveTo>
                    <a:pt x="115764" y="606825"/>
                  </a:moveTo>
                  <a:cubicBezTo>
                    <a:pt x="96714" y="431141"/>
                    <a:pt x="77664" y="255458"/>
                    <a:pt x="141164" y="175025"/>
                  </a:cubicBezTo>
                  <a:cubicBezTo>
                    <a:pt x="204664" y="94592"/>
                    <a:pt x="437497" y="-144592"/>
                    <a:pt x="496764" y="124225"/>
                  </a:cubicBezTo>
                  <a:cubicBezTo>
                    <a:pt x="556031" y="393042"/>
                    <a:pt x="515814" y="1428092"/>
                    <a:pt x="496764" y="1787925"/>
                  </a:cubicBezTo>
                  <a:cubicBezTo>
                    <a:pt x="477714" y="2147758"/>
                    <a:pt x="460781" y="2249358"/>
                    <a:pt x="382464" y="2283225"/>
                  </a:cubicBezTo>
                  <a:cubicBezTo>
                    <a:pt x="304147" y="2317092"/>
                    <a:pt x="81897" y="2166808"/>
                    <a:pt x="26864" y="1991125"/>
                  </a:cubicBezTo>
                  <a:cubicBezTo>
                    <a:pt x="-28169" y="1815442"/>
                    <a:pt x="12047" y="1522283"/>
                    <a:pt x="52264" y="122912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E56EB67-5F1D-403B-A1A0-062458355AAF}"/>
                </a:ext>
              </a:extLst>
            </p:cNvPr>
            <p:cNvSpPr/>
            <p:nvPr/>
          </p:nvSpPr>
          <p:spPr>
            <a:xfrm>
              <a:off x="6921500" y="580049"/>
              <a:ext cx="647700" cy="410551"/>
            </a:xfrm>
            <a:custGeom>
              <a:avLst/>
              <a:gdLst>
                <a:gd name="connsiteX0" fmla="*/ 0 w 647700"/>
                <a:gd name="connsiteY0" fmla="*/ 410551 h 410551"/>
                <a:gd name="connsiteX1" fmla="*/ 50800 w 647700"/>
                <a:gd name="connsiteY1" fmla="*/ 80351 h 410551"/>
                <a:gd name="connsiteX2" fmla="*/ 266700 w 647700"/>
                <a:gd name="connsiteY2" fmla="*/ 4151 h 410551"/>
                <a:gd name="connsiteX3" fmla="*/ 647700 w 647700"/>
                <a:gd name="connsiteY3" fmla="*/ 16851 h 410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700" h="410551">
                  <a:moveTo>
                    <a:pt x="0" y="410551"/>
                  </a:moveTo>
                  <a:cubicBezTo>
                    <a:pt x="3175" y="279317"/>
                    <a:pt x="6350" y="148084"/>
                    <a:pt x="50800" y="80351"/>
                  </a:cubicBezTo>
                  <a:cubicBezTo>
                    <a:pt x="95250" y="12618"/>
                    <a:pt x="167217" y="14734"/>
                    <a:pt x="266700" y="4151"/>
                  </a:cubicBezTo>
                  <a:cubicBezTo>
                    <a:pt x="366183" y="-6432"/>
                    <a:pt x="506941" y="5209"/>
                    <a:pt x="647700" y="16851"/>
                  </a:cubicBezTo>
                </a:path>
              </a:pathLst>
            </a:cu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CA585A4-86C3-4A65-BF8F-24BF47782E2D}"/>
                </a:ext>
              </a:extLst>
            </p:cNvPr>
            <p:cNvCxnSpPr/>
            <p:nvPr/>
          </p:nvCxnSpPr>
          <p:spPr>
            <a:xfrm>
              <a:off x="8859302" y="509117"/>
              <a:ext cx="7656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C8A8E71-1059-470C-B78E-E9CCAB06309D}"/>
                </a:ext>
              </a:extLst>
            </p:cNvPr>
            <p:cNvCxnSpPr/>
            <p:nvPr/>
          </p:nvCxnSpPr>
          <p:spPr>
            <a:xfrm>
              <a:off x="9662860" y="2123519"/>
              <a:ext cx="7656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7F4F6CF-13DF-4791-8C14-048EC26DB552}"/>
                </a:ext>
              </a:extLst>
            </p:cNvPr>
            <p:cNvCxnSpPr/>
            <p:nvPr/>
          </p:nvCxnSpPr>
          <p:spPr>
            <a:xfrm>
              <a:off x="8022973" y="1465777"/>
              <a:ext cx="7656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0ECA615-DF3F-4C57-B8F8-9A5C3E316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060" y="3341171"/>
              <a:ext cx="558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3F73291-1CD6-4C4C-A496-11402D07EC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9252" y="2642671"/>
              <a:ext cx="5588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61D2DBE-7C73-4D6C-B1B8-C64C67D76F07}"/>
                </a:ext>
              </a:extLst>
            </p:cNvPr>
            <p:cNvCxnSpPr>
              <a:cxnSpLocks/>
            </p:cNvCxnSpPr>
            <p:nvPr/>
          </p:nvCxnSpPr>
          <p:spPr>
            <a:xfrm>
              <a:off x="8071278" y="1707220"/>
              <a:ext cx="0" cy="3937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644690F-871C-494D-9D68-7C967E95285B}"/>
                    </a:ext>
                  </a:extLst>
                </p:cNvPr>
                <p:cNvSpPr txBox="1"/>
                <p:nvPr/>
              </p:nvSpPr>
              <p:spPr>
                <a:xfrm>
                  <a:off x="7492339" y="259020"/>
                  <a:ext cx="23346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644690F-871C-494D-9D68-7C967E952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2339" y="259020"/>
                  <a:ext cx="233462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684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CDC1C2D-BBBC-40FF-9182-8873C17151E8}"/>
                    </a:ext>
                  </a:extLst>
                </p:cNvPr>
                <p:cNvSpPr txBox="1"/>
                <p:nvPr/>
              </p:nvSpPr>
              <p:spPr>
                <a:xfrm>
                  <a:off x="9536113" y="158099"/>
                  <a:ext cx="238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CDC1C2D-BBBC-40FF-9182-8873C1715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6113" y="158099"/>
                  <a:ext cx="23878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5897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4C55E21-256C-4799-B27D-17250FCDAAEF}"/>
                    </a:ext>
                  </a:extLst>
                </p:cNvPr>
                <p:cNvSpPr txBox="1"/>
                <p:nvPr/>
              </p:nvSpPr>
              <p:spPr>
                <a:xfrm>
                  <a:off x="10004577" y="2188775"/>
                  <a:ext cx="238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74C55E21-256C-4799-B27D-17250FCDA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4577" y="2188775"/>
                  <a:ext cx="23878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5897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59201A9-0BD2-486E-B66C-32EC9A840198}"/>
                    </a:ext>
                  </a:extLst>
                </p:cNvPr>
                <p:cNvSpPr txBox="1"/>
                <p:nvPr/>
              </p:nvSpPr>
              <p:spPr>
                <a:xfrm>
                  <a:off x="9486242" y="3360736"/>
                  <a:ext cx="238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59201A9-0BD2-486E-B66C-32EC9A840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6242" y="3360736"/>
                  <a:ext cx="2387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5897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21457FC-B65E-4BF1-A748-23836E534F76}"/>
                    </a:ext>
                  </a:extLst>
                </p:cNvPr>
                <p:cNvSpPr txBox="1"/>
                <p:nvPr/>
              </p:nvSpPr>
              <p:spPr>
                <a:xfrm>
                  <a:off x="9121402" y="2510048"/>
                  <a:ext cx="238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21457FC-B65E-4BF1-A748-23836E534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1402" y="2510048"/>
                  <a:ext cx="23878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5897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82E2601-3302-457E-B72F-9EAF317CDD7C}"/>
                    </a:ext>
                  </a:extLst>
                </p:cNvPr>
                <p:cNvSpPr txBox="1"/>
                <p:nvPr/>
              </p:nvSpPr>
              <p:spPr>
                <a:xfrm>
                  <a:off x="8620519" y="1512113"/>
                  <a:ext cx="238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82E2601-3302-457E-B72F-9EAF317CD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519" y="1512113"/>
                  <a:ext cx="23878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5897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8ACB9EE-58B5-4D71-8545-6AB14C291527}"/>
                    </a:ext>
                  </a:extLst>
                </p:cNvPr>
                <p:cNvSpPr txBox="1"/>
                <p:nvPr/>
              </p:nvSpPr>
              <p:spPr>
                <a:xfrm>
                  <a:off x="8156789" y="1699136"/>
                  <a:ext cx="238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8ACB9EE-58B5-4D71-8545-6AB14C291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789" y="1699136"/>
                  <a:ext cx="23878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35897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C2318B4-6ED4-4DB6-8687-889FA32D6594}"/>
                </a:ext>
              </a:extLst>
            </p:cNvPr>
            <p:cNvSpPr/>
            <p:nvPr/>
          </p:nvSpPr>
          <p:spPr>
            <a:xfrm>
              <a:off x="8902700" y="771388"/>
              <a:ext cx="1975134" cy="866653"/>
            </a:xfrm>
            <a:custGeom>
              <a:avLst/>
              <a:gdLst>
                <a:gd name="connsiteX0" fmla="*/ 0 w 1975134"/>
                <a:gd name="connsiteY0" fmla="*/ 143012 h 866653"/>
                <a:gd name="connsiteX1" fmla="*/ 419100 w 1975134"/>
                <a:gd name="connsiteY1" fmla="*/ 3312 h 866653"/>
                <a:gd name="connsiteX2" fmla="*/ 1003300 w 1975134"/>
                <a:gd name="connsiteY2" fmla="*/ 54112 h 866653"/>
                <a:gd name="connsiteX3" fmla="*/ 1816100 w 1975134"/>
                <a:gd name="connsiteY3" fmla="*/ 168412 h 866653"/>
                <a:gd name="connsiteX4" fmla="*/ 1905000 w 1975134"/>
                <a:gd name="connsiteY4" fmla="*/ 816112 h 866653"/>
                <a:gd name="connsiteX5" fmla="*/ 1016000 w 1975134"/>
                <a:gd name="connsiteY5" fmla="*/ 778012 h 866653"/>
                <a:gd name="connsiteX6" fmla="*/ 152400 w 1975134"/>
                <a:gd name="connsiteY6" fmla="*/ 409712 h 866653"/>
                <a:gd name="connsiteX7" fmla="*/ 127000 w 1975134"/>
                <a:gd name="connsiteY7" fmla="*/ 257312 h 86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5134" h="866653">
                  <a:moveTo>
                    <a:pt x="0" y="143012"/>
                  </a:moveTo>
                  <a:cubicBezTo>
                    <a:pt x="125941" y="80570"/>
                    <a:pt x="251883" y="18129"/>
                    <a:pt x="419100" y="3312"/>
                  </a:cubicBezTo>
                  <a:cubicBezTo>
                    <a:pt x="586317" y="-11505"/>
                    <a:pt x="770467" y="26595"/>
                    <a:pt x="1003300" y="54112"/>
                  </a:cubicBezTo>
                  <a:cubicBezTo>
                    <a:pt x="1236133" y="81629"/>
                    <a:pt x="1665817" y="41412"/>
                    <a:pt x="1816100" y="168412"/>
                  </a:cubicBezTo>
                  <a:cubicBezTo>
                    <a:pt x="1966383" y="295412"/>
                    <a:pt x="2038350" y="714512"/>
                    <a:pt x="1905000" y="816112"/>
                  </a:cubicBezTo>
                  <a:cubicBezTo>
                    <a:pt x="1771650" y="917712"/>
                    <a:pt x="1308100" y="845745"/>
                    <a:pt x="1016000" y="778012"/>
                  </a:cubicBezTo>
                  <a:cubicBezTo>
                    <a:pt x="723900" y="710279"/>
                    <a:pt x="300567" y="496495"/>
                    <a:pt x="152400" y="409712"/>
                  </a:cubicBezTo>
                  <a:cubicBezTo>
                    <a:pt x="4233" y="322929"/>
                    <a:pt x="65616" y="290120"/>
                    <a:pt x="127000" y="257312"/>
                  </a:cubicBez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EB88F49-9445-4CB3-8E61-06E43BC344AD}"/>
                </a:ext>
              </a:extLst>
            </p:cNvPr>
            <p:cNvSpPr/>
            <p:nvPr/>
          </p:nvSpPr>
          <p:spPr>
            <a:xfrm>
              <a:off x="8673272" y="2214149"/>
              <a:ext cx="2184908" cy="822235"/>
            </a:xfrm>
            <a:custGeom>
              <a:avLst/>
              <a:gdLst>
                <a:gd name="connsiteX0" fmla="*/ 902528 w 2184908"/>
                <a:gd name="connsiteY0" fmla="*/ 554451 h 822235"/>
                <a:gd name="connsiteX1" fmla="*/ 661228 w 2184908"/>
                <a:gd name="connsiteY1" fmla="*/ 186151 h 822235"/>
                <a:gd name="connsiteX2" fmla="*/ 889828 w 2184908"/>
                <a:gd name="connsiteY2" fmla="*/ 33751 h 822235"/>
                <a:gd name="connsiteX3" fmla="*/ 2109028 w 2184908"/>
                <a:gd name="connsiteY3" fmla="*/ 71851 h 822235"/>
                <a:gd name="connsiteX4" fmla="*/ 1842328 w 2184908"/>
                <a:gd name="connsiteY4" fmla="*/ 757651 h 822235"/>
                <a:gd name="connsiteX5" fmla="*/ 102428 w 2184908"/>
                <a:gd name="connsiteY5" fmla="*/ 770351 h 822235"/>
                <a:gd name="connsiteX6" fmla="*/ 267528 w 2184908"/>
                <a:gd name="connsiteY6" fmla="*/ 554451 h 822235"/>
                <a:gd name="connsiteX7" fmla="*/ 800928 w 2184908"/>
                <a:gd name="connsiteY7" fmla="*/ 643351 h 822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4908" h="822235">
                  <a:moveTo>
                    <a:pt x="902528" y="554451"/>
                  </a:moveTo>
                  <a:cubicBezTo>
                    <a:pt x="782936" y="413692"/>
                    <a:pt x="663345" y="272934"/>
                    <a:pt x="661228" y="186151"/>
                  </a:cubicBezTo>
                  <a:cubicBezTo>
                    <a:pt x="659111" y="99368"/>
                    <a:pt x="648528" y="52801"/>
                    <a:pt x="889828" y="33751"/>
                  </a:cubicBezTo>
                  <a:cubicBezTo>
                    <a:pt x="1131128" y="14701"/>
                    <a:pt x="1950278" y="-48799"/>
                    <a:pt x="2109028" y="71851"/>
                  </a:cubicBezTo>
                  <a:cubicBezTo>
                    <a:pt x="2267778" y="192501"/>
                    <a:pt x="2176761" y="641234"/>
                    <a:pt x="1842328" y="757651"/>
                  </a:cubicBezTo>
                  <a:cubicBezTo>
                    <a:pt x="1507895" y="874068"/>
                    <a:pt x="364895" y="804218"/>
                    <a:pt x="102428" y="770351"/>
                  </a:cubicBezTo>
                  <a:cubicBezTo>
                    <a:pt x="-160039" y="736484"/>
                    <a:pt x="151111" y="575618"/>
                    <a:pt x="267528" y="554451"/>
                  </a:cubicBezTo>
                  <a:cubicBezTo>
                    <a:pt x="383945" y="533284"/>
                    <a:pt x="592436" y="588317"/>
                    <a:pt x="800928" y="643351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C7A698E-ADD9-434C-B486-1653BFF18537}"/>
              </a:ext>
            </a:extLst>
          </p:cNvPr>
          <p:cNvSpPr/>
          <p:nvPr/>
        </p:nvSpPr>
        <p:spPr>
          <a:xfrm>
            <a:off x="2915790" y="4081863"/>
            <a:ext cx="1007492" cy="231432"/>
          </a:xfrm>
          <a:custGeom>
            <a:avLst/>
            <a:gdLst>
              <a:gd name="connsiteX0" fmla="*/ 0 w 1007492"/>
              <a:gd name="connsiteY0" fmla="*/ 2832 h 231432"/>
              <a:gd name="connsiteX1" fmla="*/ 381000 w 1007492"/>
              <a:gd name="connsiteY1" fmla="*/ 15532 h 231432"/>
              <a:gd name="connsiteX2" fmla="*/ 952500 w 1007492"/>
              <a:gd name="connsiteY2" fmla="*/ 15532 h 231432"/>
              <a:gd name="connsiteX3" fmla="*/ 952500 w 1007492"/>
              <a:gd name="connsiteY3" fmla="*/ 231432 h 231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492" h="231432">
                <a:moveTo>
                  <a:pt x="0" y="2832"/>
                </a:moveTo>
                <a:cubicBezTo>
                  <a:pt x="111125" y="8123"/>
                  <a:pt x="222250" y="13415"/>
                  <a:pt x="381000" y="15532"/>
                </a:cubicBezTo>
                <a:cubicBezTo>
                  <a:pt x="539750" y="17649"/>
                  <a:pt x="857250" y="-20451"/>
                  <a:pt x="952500" y="15532"/>
                </a:cubicBezTo>
                <a:cubicBezTo>
                  <a:pt x="1047750" y="51515"/>
                  <a:pt x="1000125" y="141473"/>
                  <a:pt x="952500" y="23143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997248-7B25-464E-84A1-A7A54986B1A7}"/>
                  </a:ext>
                </a:extLst>
              </p:cNvPr>
              <p:cNvSpPr txBox="1"/>
              <p:nvPr/>
            </p:nvSpPr>
            <p:spPr>
              <a:xfrm>
                <a:off x="267794" y="4649160"/>
                <a:ext cx="21388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10−5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997248-7B25-464E-84A1-A7A54986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94" y="4649160"/>
                <a:ext cx="213885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F3289D-60CA-4E7A-BCBA-F9FA0B350993}"/>
                  </a:ext>
                </a:extLst>
              </p:cNvPr>
              <p:cNvSpPr txBox="1"/>
              <p:nvPr/>
            </p:nvSpPr>
            <p:spPr>
              <a:xfrm>
                <a:off x="265293" y="5148252"/>
                <a:ext cx="42827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−40 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+30 .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F3289D-60CA-4E7A-BCBA-F9FA0B350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93" y="5148252"/>
                <a:ext cx="4282711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EA41E7A-87AD-417D-8E1B-D1FA4BA18FE9}"/>
                  </a:ext>
                </a:extLst>
              </p:cNvPr>
              <p:cNvSpPr txBox="1"/>
              <p:nvPr/>
            </p:nvSpPr>
            <p:spPr>
              <a:xfrm>
                <a:off x="265292" y="5699560"/>
                <a:ext cx="42827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−30 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−50 .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+15 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EA41E7A-87AD-417D-8E1B-D1FA4BA18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92" y="5699560"/>
                <a:ext cx="4282711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B0BA400-FA54-450E-9918-EEE8D172A693}"/>
              </a:ext>
            </a:extLst>
          </p:cNvPr>
          <p:cNvSpPr/>
          <p:nvPr/>
        </p:nvSpPr>
        <p:spPr>
          <a:xfrm>
            <a:off x="1689100" y="4644437"/>
            <a:ext cx="965269" cy="257763"/>
          </a:xfrm>
          <a:custGeom>
            <a:avLst/>
            <a:gdLst>
              <a:gd name="connsiteX0" fmla="*/ 0 w 965269"/>
              <a:gd name="connsiteY0" fmla="*/ 3763 h 257763"/>
              <a:gd name="connsiteX1" fmla="*/ 635000 w 965269"/>
              <a:gd name="connsiteY1" fmla="*/ 3763 h 257763"/>
              <a:gd name="connsiteX2" fmla="*/ 939800 w 965269"/>
              <a:gd name="connsiteY2" fmla="*/ 54563 h 257763"/>
              <a:gd name="connsiteX3" fmla="*/ 927100 w 965269"/>
              <a:gd name="connsiteY3" fmla="*/ 257763 h 25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5269" h="257763">
                <a:moveTo>
                  <a:pt x="0" y="3763"/>
                </a:moveTo>
                <a:cubicBezTo>
                  <a:pt x="211667" y="3763"/>
                  <a:pt x="478367" y="-4704"/>
                  <a:pt x="635000" y="3763"/>
                </a:cubicBezTo>
                <a:cubicBezTo>
                  <a:pt x="791633" y="12230"/>
                  <a:pt x="891117" y="12230"/>
                  <a:pt x="939800" y="54563"/>
                </a:cubicBezTo>
                <a:cubicBezTo>
                  <a:pt x="988483" y="96896"/>
                  <a:pt x="957791" y="177329"/>
                  <a:pt x="927100" y="25776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5244FC9-AD13-490E-8600-C74860FDD60B}"/>
              </a:ext>
            </a:extLst>
          </p:cNvPr>
          <p:cNvSpPr/>
          <p:nvPr/>
        </p:nvSpPr>
        <p:spPr>
          <a:xfrm>
            <a:off x="3582734" y="5080047"/>
            <a:ext cx="965269" cy="257763"/>
          </a:xfrm>
          <a:custGeom>
            <a:avLst/>
            <a:gdLst>
              <a:gd name="connsiteX0" fmla="*/ 0 w 965269"/>
              <a:gd name="connsiteY0" fmla="*/ 3763 h 257763"/>
              <a:gd name="connsiteX1" fmla="*/ 635000 w 965269"/>
              <a:gd name="connsiteY1" fmla="*/ 3763 h 257763"/>
              <a:gd name="connsiteX2" fmla="*/ 939800 w 965269"/>
              <a:gd name="connsiteY2" fmla="*/ 54563 h 257763"/>
              <a:gd name="connsiteX3" fmla="*/ 927100 w 965269"/>
              <a:gd name="connsiteY3" fmla="*/ 257763 h 25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5269" h="257763">
                <a:moveTo>
                  <a:pt x="0" y="3763"/>
                </a:moveTo>
                <a:cubicBezTo>
                  <a:pt x="211667" y="3763"/>
                  <a:pt x="478367" y="-4704"/>
                  <a:pt x="635000" y="3763"/>
                </a:cubicBezTo>
                <a:cubicBezTo>
                  <a:pt x="791633" y="12230"/>
                  <a:pt x="891117" y="12230"/>
                  <a:pt x="939800" y="54563"/>
                </a:cubicBezTo>
                <a:cubicBezTo>
                  <a:pt x="988483" y="96896"/>
                  <a:pt x="957791" y="177329"/>
                  <a:pt x="927100" y="257763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B42219A-696E-4B00-BB88-B2CAAD9666CC}"/>
              </a:ext>
            </a:extLst>
          </p:cNvPr>
          <p:cNvSpPr/>
          <p:nvPr/>
        </p:nvSpPr>
        <p:spPr>
          <a:xfrm>
            <a:off x="3721100" y="5645462"/>
            <a:ext cx="965269" cy="257763"/>
          </a:xfrm>
          <a:custGeom>
            <a:avLst/>
            <a:gdLst>
              <a:gd name="connsiteX0" fmla="*/ 0 w 965269"/>
              <a:gd name="connsiteY0" fmla="*/ 3763 h 257763"/>
              <a:gd name="connsiteX1" fmla="*/ 635000 w 965269"/>
              <a:gd name="connsiteY1" fmla="*/ 3763 h 257763"/>
              <a:gd name="connsiteX2" fmla="*/ 939800 w 965269"/>
              <a:gd name="connsiteY2" fmla="*/ 54563 h 257763"/>
              <a:gd name="connsiteX3" fmla="*/ 927100 w 965269"/>
              <a:gd name="connsiteY3" fmla="*/ 257763 h 257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5269" h="257763">
                <a:moveTo>
                  <a:pt x="0" y="3763"/>
                </a:moveTo>
                <a:cubicBezTo>
                  <a:pt x="211667" y="3763"/>
                  <a:pt x="478367" y="-4704"/>
                  <a:pt x="635000" y="3763"/>
                </a:cubicBezTo>
                <a:cubicBezTo>
                  <a:pt x="791633" y="12230"/>
                  <a:pt x="891117" y="12230"/>
                  <a:pt x="939800" y="54563"/>
                </a:cubicBezTo>
                <a:cubicBezTo>
                  <a:pt x="988483" y="96896"/>
                  <a:pt x="957791" y="177329"/>
                  <a:pt x="927100" y="257763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61B38E0-899C-40BE-A5E6-620069D8D7B4}"/>
                  </a:ext>
                </a:extLst>
              </p:cNvPr>
              <p:cNvSpPr txBox="1"/>
              <p:nvPr/>
            </p:nvSpPr>
            <p:spPr>
              <a:xfrm>
                <a:off x="5570623" y="3985439"/>
                <a:ext cx="26056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61B38E0-899C-40BE-A5E6-620069D8D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623" y="3985439"/>
                <a:ext cx="2605649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>
            <a:extLst>
              <a:ext uri="{FF2B5EF4-FFF2-40B4-BE49-F238E27FC236}">
                <a16:creationId xmlns:a16="http://schemas.microsoft.com/office/drawing/2014/main" id="{29291DF3-F0AF-4653-B0B7-9314A3D27C4B}"/>
              </a:ext>
            </a:extLst>
          </p:cNvPr>
          <p:cNvSpPr/>
          <p:nvPr/>
        </p:nvSpPr>
        <p:spPr>
          <a:xfrm>
            <a:off x="5628095" y="3767299"/>
            <a:ext cx="114300" cy="252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3F97EDA-74BA-4E77-83BB-6801D6C2361E}"/>
                  </a:ext>
                </a:extLst>
              </p:cNvPr>
              <p:cNvSpPr txBox="1"/>
              <p:nvPr/>
            </p:nvSpPr>
            <p:spPr>
              <a:xfrm>
                <a:off x="5535824" y="4503045"/>
                <a:ext cx="190571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3F97EDA-74BA-4E77-83BB-6801D6C23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824" y="4503045"/>
                <a:ext cx="1905715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D230231-7036-47F4-ABEE-BF3BD5F46B70}"/>
                  </a:ext>
                </a:extLst>
              </p:cNvPr>
              <p:cNvSpPr txBox="1"/>
              <p:nvPr/>
            </p:nvSpPr>
            <p:spPr>
              <a:xfrm>
                <a:off x="5500340" y="5017763"/>
                <a:ext cx="190571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D230231-7036-47F4-ABEE-BF3BD5F46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340" y="5017763"/>
                <a:ext cx="1905715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67">
            <a:extLst>
              <a:ext uri="{FF2B5EF4-FFF2-40B4-BE49-F238E27FC236}">
                <a16:creationId xmlns:a16="http://schemas.microsoft.com/office/drawing/2014/main" id="{94F10D96-8591-4826-84E4-B58B35555D91}"/>
              </a:ext>
            </a:extLst>
          </p:cNvPr>
          <p:cNvSpPr/>
          <p:nvPr/>
        </p:nvSpPr>
        <p:spPr>
          <a:xfrm>
            <a:off x="5359400" y="5017763"/>
            <a:ext cx="176424" cy="13048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BAB5898-004E-4E12-8085-10BF5BFA8B4C}"/>
              </a:ext>
            </a:extLst>
          </p:cNvPr>
          <p:cNvSpPr/>
          <p:nvPr/>
        </p:nvSpPr>
        <p:spPr>
          <a:xfrm>
            <a:off x="5451672" y="4503045"/>
            <a:ext cx="176423" cy="213679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C7C691F-5967-49D2-A690-ADCA49D6BC3F}"/>
                  </a:ext>
                </a:extLst>
              </p:cNvPr>
              <p:cNvSpPr txBox="1"/>
              <p:nvPr/>
            </p:nvSpPr>
            <p:spPr>
              <a:xfrm>
                <a:off x="8458452" y="3837583"/>
                <a:ext cx="33782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=2.51;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0.107; </a:t>
                </a: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C7C691F-5967-49D2-A690-ADCA49D6B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452" y="3837583"/>
                <a:ext cx="3378232" cy="430887"/>
              </a:xfrm>
              <a:prstGeom prst="rect">
                <a:avLst/>
              </a:prstGeom>
              <a:blipFill>
                <a:blip r:embed="rId17"/>
                <a:stretch>
                  <a:fillRect t="-25714" r="-541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0DBFBEF-5A1D-4175-B514-5A742E05EA5B}"/>
                  </a:ext>
                </a:extLst>
              </p:cNvPr>
              <p:cNvSpPr txBox="1"/>
              <p:nvPr/>
            </p:nvSpPr>
            <p:spPr>
              <a:xfrm>
                <a:off x="8461032" y="4305052"/>
                <a:ext cx="377071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=0.0076;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0.114; 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0DBFBEF-5A1D-4175-B514-5A742E05E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032" y="4305052"/>
                <a:ext cx="3770712" cy="430887"/>
              </a:xfrm>
              <a:prstGeom prst="rect">
                <a:avLst/>
              </a:prstGeom>
              <a:blipFill>
                <a:blip r:embed="rId18"/>
                <a:stretch>
                  <a:fillRect t="-25352" r="-4523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69EF3B-1047-45E5-81E6-5D6960D2EBEA}"/>
                  </a:ext>
                </a:extLst>
              </p:cNvPr>
              <p:cNvSpPr txBox="1"/>
              <p:nvPr/>
            </p:nvSpPr>
            <p:spPr>
              <a:xfrm>
                <a:off x="8446353" y="4721735"/>
                <a:ext cx="358527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=0.397;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0.404; 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969EF3B-1047-45E5-81E6-5D6960D2E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353" y="4721735"/>
                <a:ext cx="3585277" cy="430887"/>
              </a:xfrm>
              <a:prstGeom prst="rect">
                <a:avLst/>
              </a:prstGeom>
              <a:blipFill>
                <a:blip r:embed="rId19"/>
                <a:stretch>
                  <a:fillRect t="-25714" r="-510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C9AC9DD-54A5-43F8-A929-20A1F9E92843}"/>
                  </a:ext>
                </a:extLst>
              </p:cNvPr>
              <p:cNvSpPr txBox="1"/>
              <p:nvPr/>
            </p:nvSpPr>
            <p:spPr>
              <a:xfrm>
                <a:off x="8410869" y="5129985"/>
                <a:ext cx="12146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800" dirty="0"/>
                  <a:t>; 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C9AC9DD-54A5-43F8-A929-20A1F9E92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869" y="5129985"/>
                <a:ext cx="1214692" cy="430887"/>
              </a:xfrm>
              <a:prstGeom prst="rect">
                <a:avLst/>
              </a:prstGeom>
              <a:blipFill>
                <a:blip r:embed="rId20"/>
                <a:stretch>
                  <a:fillRect t="-25714" r="-1708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401AAA2-9A53-4D62-9FB3-684E334A3392}"/>
                  </a:ext>
                </a:extLst>
              </p:cNvPr>
              <p:cNvSpPr txBox="1"/>
              <p:nvPr/>
            </p:nvSpPr>
            <p:spPr>
              <a:xfrm>
                <a:off x="5519540" y="5915003"/>
                <a:ext cx="670606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𝑅𝑒𝑞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2.51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=3.98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𝑜h𝑚𝑠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401AAA2-9A53-4D62-9FB3-684E334A3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540" y="5915003"/>
                <a:ext cx="6706067" cy="80945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659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>
            <a:extLst>
              <a:ext uri="{FF2B5EF4-FFF2-40B4-BE49-F238E27FC236}">
                <a16:creationId xmlns:a16="http://schemas.microsoft.com/office/drawing/2014/main" id="{1FF40316-2BF7-4E67-BD70-80FFF3C02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7.</a:t>
            </a:r>
            <a:r>
              <a:rPr lang="es-ES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3 </a:t>
            </a: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ENERGÍA EN LOS CIRCUITOS ELÉCTRICOS</a:t>
            </a:r>
            <a:endParaRPr lang="es-ES" sz="2000" b="1">
              <a:solidFill>
                <a:srgbClr val="CC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5127" name="Rectangle 3">
            <a:extLst>
              <a:ext uri="{FF2B5EF4-FFF2-40B4-BE49-F238E27FC236}">
                <a16:creationId xmlns:a16="http://schemas.microsoft.com/office/drawing/2014/main" id="{5F495B5D-7574-4E4A-AFE2-7262C85DA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663575"/>
            <a:ext cx="8548687" cy="444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28" name="Text Box 4">
            <a:extLst>
              <a:ext uri="{FF2B5EF4-FFF2-40B4-BE49-F238E27FC236}">
                <a16:creationId xmlns:a16="http://schemas.microsoft.com/office/drawing/2014/main" id="{FB981B88-4258-4965-83A9-B0A65E277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9" y="1001714"/>
            <a:ext cx="8359775" cy="1616075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En un conductor, el flujo de carga positiva se hace de potenciales altos a potenciales bajos, mientras que los electrones lo hacen en sentido contrario. Esto se traduce en que la carga pierde energía potencial y gana energía cinética que se transforma de inmediato en energía térmica.</a:t>
            </a:r>
          </a:p>
        </p:txBody>
      </p:sp>
      <p:sp>
        <p:nvSpPr>
          <p:cNvPr id="5129" name="Text Box 5">
            <a:extLst>
              <a:ext uri="{FF2B5EF4-FFF2-40B4-BE49-F238E27FC236}">
                <a16:creationId xmlns:a16="http://schemas.microsoft.com/office/drawing/2014/main" id="{5EED0C12-3CEA-4EB8-98EC-2763DEAD2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2824164"/>
            <a:ext cx="354806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33CC"/>
                </a:solidFill>
              </a:rPr>
              <a:t>En A</a:t>
            </a:r>
            <a:r>
              <a:rPr lang="es-ES" altLang="en-US" sz="2000" baseline="-25000">
                <a:solidFill>
                  <a:srgbClr val="3333CC"/>
                </a:solidFill>
              </a:rPr>
              <a:t>1</a:t>
            </a:r>
            <a:r>
              <a:rPr lang="es-ES" altLang="en-US" sz="2000">
                <a:solidFill>
                  <a:srgbClr val="3333CC"/>
                </a:solidFill>
              </a:rPr>
              <a:t>	U</a:t>
            </a:r>
            <a:r>
              <a:rPr lang="es-ES" altLang="en-US" sz="2000" baseline="-25000">
                <a:solidFill>
                  <a:srgbClr val="3333CC"/>
                </a:solidFill>
              </a:rPr>
              <a:t>1</a:t>
            </a:r>
            <a:r>
              <a:rPr lang="es-ES" altLang="en-US" sz="2000">
                <a:solidFill>
                  <a:srgbClr val="3333CC"/>
                </a:solidFill>
              </a:rPr>
              <a:t> = V</a:t>
            </a:r>
            <a:r>
              <a:rPr lang="es-ES" altLang="en-US" sz="2000" baseline="-25000">
                <a:solidFill>
                  <a:srgbClr val="3333CC"/>
                </a:solidFill>
              </a:rPr>
              <a:t>1</a:t>
            </a:r>
            <a:r>
              <a:rPr lang="es-ES" altLang="en-US" sz="2000">
                <a:solidFill>
                  <a:srgbClr val="3333CC"/>
                </a:solidFill>
              </a:rPr>
              <a:t> </a:t>
            </a:r>
            <a:r>
              <a:rPr lang="es-ES" altLang="en-US" sz="2000">
                <a:solidFill>
                  <a:srgbClr val="3333CC"/>
                </a:solidFill>
                <a:latin typeface="Symbol" panose="05050102010706020507" pitchFamily="18" charset="2"/>
              </a:rPr>
              <a:t>D</a:t>
            </a:r>
            <a:r>
              <a:rPr lang="es-ES" altLang="en-US" sz="2000">
                <a:solidFill>
                  <a:srgbClr val="3333CC"/>
                </a:solidFill>
              </a:rPr>
              <a:t>Q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33CC"/>
                </a:solidFill>
              </a:rPr>
              <a:t>En A</a:t>
            </a:r>
            <a:r>
              <a:rPr lang="es-ES" altLang="en-US" sz="2000" baseline="-25000">
                <a:solidFill>
                  <a:srgbClr val="3333CC"/>
                </a:solidFill>
              </a:rPr>
              <a:t>2</a:t>
            </a:r>
            <a:r>
              <a:rPr lang="es-ES" altLang="en-US" sz="2000">
                <a:solidFill>
                  <a:srgbClr val="3333CC"/>
                </a:solidFill>
              </a:rPr>
              <a:t>	 U</a:t>
            </a:r>
            <a:r>
              <a:rPr lang="es-ES" altLang="en-US" sz="2000" baseline="-25000">
                <a:solidFill>
                  <a:srgbClr val="3333CC"/>
                </a:solidFill>
              </a:rPr>
              <a:t>2</a:t>
            </a:r>
            <a:r>
              <a:rPr lang="es-ES" altLang="en-US" sz="2000">
                <a:solidFill>
                  <a:srgbClr val="3333CC"/>
                </a:solidFill>
              </a:rPr>
              <a:t> = V</a:t>
            </a:r>
            <a:r>
              <a:rPr lang="es-ES" altLang="en-US" sz="2000" baseline="-25000">
                <a:solidFill>
                  <a:srgbClr val="3333CC"/>
                </a:solidFill>
              </a:rPr>
              <a:t>2</a:t>
            </a:r>
            <a:r>
              <a:rPr lang="es-ES" altLang="en-US" sz="2000">
                <a:solidFill>
                  <a:srgbClr val="3333CC"/>
                </a:solidFill>
              </a:rPr>
              <a:t> </a:t>
            </a:r>
            <a:r>
              <a:rPr lang="es-ES" altLang="en-US" sz="2000">
                <a:solidFill>
                  <a:srgbClr val="3333CC"/>
                </a:solidFill>
                <a:latin typeface="Symbol" panose="05050102010706020507" pitchFamily="18" charset="2"/>
              </a:rPr>
              <a:t>D</a:t>
            </a:r>
            <a:r>
              <a:rPr lang="es-ES" altLang="en-US" sz="2000">
                <a:solidFill>
                  <a:srgbClr val="3333CC"/>
                </a:solidFill>
              </a:rPr>
              <a:t>Q</a:t>
            </a:r>
          </a:p>
        </p:txBody>
      </p:sp>
      <p:graphicFrame>
        <p:nvGraphicFramePr>
          <p:cNvPr id="5122" name="Object 6">
            <a:extLst>
              <a:ext uri="{FF2B5EF4-FFF2-40B4-BE49-F238E27FC236}">
                <a16:creationId xmlns:a16="http://schemas.microsoft.com/office/drawing/2014/main" id="{6FA9C80B-CE8D-471C-A8DC-D8D9B8244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6688" y="4046538"/>
          <a:ext cx="2978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2" name="Ecuación" r:id="rId3" imgW="1701720" imgH="203040" progId="Equation.3">
                  <p:embed/>
                </p:oleObj>
              </mc:Choice>
              <mc:Fallback>
                <p:oleObj name="Ecuación" r:id="rId3" imgW="1701720" imgH="203040" progId="Equation.3">
                  <p:embed/>
                  <p:pic>
                    <p:nvPicPr>
                      <p:cNvPr id="5122" name="Object 6">
                        <a:extLst>
                          <a:ext uri="{FF2B5EF4-FFF2-40B4-BE49-F238E27FC236}">
                            <a16:creationId xmlns:a16="http://schemas.microsoft.com/office/drawing/2014/main" id="{6FA9C80B-CE8D-471C-A8DC-D8D9B8244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4046538"/>
                        <a:ext cx="29781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>
            <a:extLst>
              <a:ext uri="{FF2B5EF4-FFF2-40B4-BE49-F238E27FC236}">
                <a16:creationId xmlns:a16="http://schemas.microsoft.com/office/drawing/2014/main" id="{433D43A8-54B3-46AC-9C99-A5FBC3AA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2201" y="4037014"/>
          <a:ext cx="1400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" name="Ecuación" r:id="rId5" imgW="799920" imgH="190440" progId="Equation.3">
                  <p:embed/>
                </p:oleObj>
              </mc:Choice>
              <mc:Fallback>
                <p:oleObj name="Ecuación" r:id="rId5" imgW="799920" imgH="190440" progId="Equation.3">
                  <p:embed/>
                  <p:pic>
                    <p:nvPicPr>
                      <p:cNvPr id="5123" name="Object 7">
                        <a:extLst>
                          <a:ext uri="{FF2B5EF4-FFF2-40B4-BE49-F238E27FC236}">
                            <a16:creationId xmlns:a16="http://schemas.microsoft.com/office/drawing/2014/main" id="{433D43A8-54B3-46AC-9C99-A5FBC3AA07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2201" y="4037014"/>
                        <a:ext cx="14001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8">
            <a:extLst>
              <a:ext uri="{FF2B5EF4-FFF2-40B4-BE49-F238E27FC236}">
                <a16:creationId xmlns:a16="http://schemas.microsoft.com/office/drawing/2014/main" id="{F8C4C7D2-9E2C-4124-AF56-D4B74F04A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1813" y="5443539"/>
            <a:ext cx="2546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3300"/>
                </a:solidFill>
              </a:rPr>
              <a:t>Energía perdida por unidad de tiempo</a:t>
            </a:r>
          </a:p>
        </p:txBody>
      </p:sp>
      <p:graphicFrame>
        <p:nvGraphicFramePr>
          <p:cNvPr id="5124" name="Object 9">
            <a:extLst>
              <a:ext uri="{FF2B5EF4-FFF2-40B4-BE49-F238E27FC236}">
                <a16:creationId xmlns:a16="http://schemas.microsoft.com/office/drawing/2014/main" id="{5CB87049-411D-4F8B-8BCC-3ADE49A0A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3563" y="5470526"/>
          <a:ext cx="20447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" name="Ecuación" r:id="rId7" imgW="1168200" imgH="368280" progId="Equation.3">
                  <p:embed/>
                </p:oleObj>
              </mc:Choice>
              <mc:Fallback>
                <p:oleObj name="Ecuación" r:id="rId7" imgW="1168200" imgH="368280" progId="Equation.3">
                  <p:embed/>
                  <p:pic>
                    <p:nvPicPr>
                      <p:cNvPr id="5124" name="Object 9">
                        <a:extLst>
                          <a:ext uri="{FF2B5EF4-FFF2-40B4-BE49-F238E27FC236}">
                            <a16:creationId xmlns:a16="http://schemas.microsoft.com/office/drawing/2014/main" id="{5CB87049-411D-4F8B-8BCC-3ADE49A0A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5470526"/>
                        <a:ext cx="20447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0">
            <a:extLst>
              <a:ext uri="{FF2B5EF4-FFF2-40B4-BE49-F238E27FC236}">
                <a16:creationId xmlns:a16="http://schemas.microsoft.com/office/drawing/2014/main" id="{C92518E7-9DE5-4C34-A9FE-6872BE1D8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138" y="4854576"/>
            <a:ext cx="2393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 b="1">
                <a:solidFill>
                  <a:srgbClr val="FF3300"/>
                </a:solidFill>
              </a:rPr>
              <a:t>Potencia disipada</a:t>
            </a:r>
          </a:p>
        </p:txBody>
      </p:sp>
      <p:graphicFrame>
        <p:nvGraphicFramePr>
          <p:cNvPr id="5125" name="Object 11">
            <a:extLst>
              <a:ext uri="{FF2B5EF4-FFF2-40B4-BE49-F238E27FC236}">
                <a16:creationId xmlns:a16="http://schemas.microsoft.com/office/drawing/2014/main" id="{D15864F4-46CF-41DC-9FE5-087848BB3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5926" y="5473700"/>
          <a:ext cx="12477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" name="Ecuación" r:id="rId9" imgW="444240" imgH="164880" progId="Equation.3">
                  <p:embed/>
                </p:oleObj>
              </mc:Choice>
              <mc:Fallback>
                <p:oleObj name="Ecuación" r:id="rId9" imgW="444240" imgH="164880" progId="Equation.3">
                  <p:embed/>
                  <p:pic>
                    <p:nvPicPr>
                      <p:cNvPr id="5125" name="Object 11">
                        <a:extLst>
                          <a:ext uri="{FF2B5EF4-FFF2-40B4-BE49-F238E27FC236}">
                            <a16:creationId xmlns:a16="http://schemas.microsoft.com/office/drawing/2014/main" id="{D15864F4-46CF-41DC-9FE5-087848BB3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926" y="5473700"/>
                        <a:ext cx="12477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32" name="AutoShape 12">
            <a:extLst>
              <a:ext uri="{FF2B5EF4-FFF2-40B4-BE49-F238E27FC236}">
                <a16:creationId xmlns:a16="http://schemas.microsoft.com/office/drawing/2014/main" id="{C6731378-C1F4-49F7-B55F-297F9FFD75D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661151" y="5072063"/>
            <a:ext cx="784225" cy="696912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33" name="Text Box 13">
            <a:extLst>
              <a:ext uri="{FF2B5EF4-FFF2-40B4-BE49-F238E27FC236}">
                <a16:creationId xmlns:a16="http://schemas.microsoft.com/office/drawing/2014/main" id="{DE39F6B1-F3B4-4DAD-BA5D-93B768E65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563" y="6183314"/>
            <a:ext cx="280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66CC"/>
                </a:solidFill>
              </a:rPr>
              <a:t>Se mide en vatios (W)</a:t>
            </a:r>
          </a:p>
        </p:txBody>
      </p:sp>
      <p:pic>
        <p:nvPicPr>
          <p:cNvPr id="5134" name="Picture 14">
            <a:extLst>
              <a:ext uri="{FF2B5EF4-FFF2-40B4-BE49-F238E27FC236}">
                <a16:creationId xmlns:a16="http://schemas.microsoft.com/office/drawing/2014/main" id="{DC09975C-398F-4EA4-969B-DAA0C9149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9" y="2549525"/>
            <a:ext cx="4067175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5" name="Rectangle 15">
            <a:extLst>
              <a:ext uri="{FF2B5EF4-FFF2-40B4-BE49-F238E27FC236}">
                <a16:creationId xmlns:a16="http://schemas.microsoft.com/office/drawing/2014/main" id="{743DE6C5-630C-4056-92B4-53BEE384F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5337176"/>
            <a:ext cx="1446212" cy="7016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1FD5DF58-6445-4AA1-92D5-625A40DCC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4" y="304800"/>
            <a:ext cx="422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3333CC"/>
                </a:solidFill>
                <a:latin typeface="Arial Narrow" panose="020B0606020202030204" pitchFamily="34" charset="0"/>
              </a:rPr>
              <a:t>Fuerza electromotriz y baterías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4C74A5D7-C2DA-46F0-8388-700771403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966789"/>
            <a:ext cx="6311900" cy="1616075"/>
          </a:xfrm>
          <a:prstGeom prst="rect">
            <a:avLst/>
          </a:prstGeom>
          <a:solidFill>
            <a:srgbClr val="FF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000000"/>
                </a:solidFill>
              </a:rPr>
              <a:t>El dispositivo que suministra la energía eléctrica suficiente para que se produzca una corriente estacionaria en un conductor se llama fuente de fuerza electromotriz (fem). Convierte la energía química o mecánica en energía eléctrica</a:t>
            </a:r>
          </a:p>
        </p:txBody>
      </p:sp>
      <p:pic>
        <p:nvPicPr>
          <p:cNvPr id="20484" name="Picture 4" descr="F26-07">
            <a:extLst>
              <a:ext uri="{FF2B5EF4-FFF2-40B4-BE49-F238E27FC236}">
                <a16:creationId xmlns:a16="http://schemas.microsoft.com/office/drawing/2014/main" id="{FB4A3097-928A-4957-BC20-B02DE0533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50" y="3319464"/>
            <a:ext cx="304165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5">
            <a:extLst>
              <a:ext uri="{FF2B5EF4-FFF2-40B4-BE49-F238E27FC236}">
                <a16:creationId xmlns:a16="http://schemas.microsoft.com/office/drawing/2014/main" id="{DFE6845C-555F-41BA-9461-756468155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1" y="3584576"/>
            <a:ext cx="4811713" cy="1311275"/>
          </a:xfrm>
          <a:prstGeom prst="rect">
            <a:avLst/>
          </a:pr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La fuente de fem realiza trabajo sobre la carga que la atraviesa, elevando su energía potencial en </a:t>
            </a:r>
            <a:r>
              <a:rPr lang="es-ES" altLang="en-US" sz="2000">
                <a:solidFill>
                  <a:srgbClr val="FFFFFF"/>
                </a:solidFill>
                <a:latin typeface="Symbol" panose="05050102010706020507" pitchFamily="18" charset="2"/>
              </a:rPr>
              <a:t>D</a:t>
            </a:r>
            <a:r>
              <a:rPr lang="es-ES" altLang="en-US" sz="2000">
                <a:solidFill>
                  <a:srgbClr val="FFFFFF"/>
                </a:solidFill>
              </a:rPr>
              <a:t>q</a:t>
            </a:r>
            <a:r>
              <a:rPr lang="es-ES" altLang="en-US" sz="2000">
                <a:solidFill>
                  <a:srgbClr val="FFFFFF"/>
                </a:solidFill>
                <a:latin typeface="Symbol" panose="05050102010706020507" pitchFamily="18" charset="2"/>
              </a:rPr>
              <a:t>e</a:t>
            </a:r>
            <a:r>
              <a:rPr lang="es-ES" altLang="en-US" sz="2000">
                <a:solidFill>
                  <a:srgbClr val="FFFFFF"/>
                </a:solidFill>
              </a:rPr>
              <a:t>. Este trabajo por unidad de carga es la fem (</a:t>
            </a:r>
            <a:r>
              <a:rPr lang="es-ES" altLang="en-US" sz="2000">
                <a:solidFill>
                  <a:srgbClr val="FFFFFF"/>
                </a:solidFill>
                <a:latin typeface="Symbol" panose="05050102010706020507" pitchFamily="18" charset="2"/>
              </a:rPr>
              <a:t>e</a:t>
            </a:r>
            <a:r>
              <a:rPr lang="es-ES" altLang="en-US" sz="2000">
                <a:solidFill>
                  <a:srgbClr val="FFFFFF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>
            <a:extLst>
              <a:ext uri="{FF2B5EF4-FFF2-40B4-BE49-F238E27FC236}">
                <a16:creationId xmlns:a16="http://schemas.microsoft.com/office/drawing/2014/main" id="{EC188866-4A8D-4443-8BBB-2E006B099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7.</a:t>
            </a:r>
            <a:r>
              <a:rPr lang="es-ES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5 </a:t>
            </a: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CIRCUITOS DE UNA SOLA MALLA</a:t>
            </a:r>
            <a:endParaRPr lang="es-ES" sz="2000" b="1">
              <a:solidFill>
                <a:srgbClr val="CC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6F46EF6-FD22-4189-B7D0-E789CAEBB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663575"/>
            <a:ext cx="8548687" cy="444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C2BD4CFC-3999-4526-AFD3-2A51E48D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9" y="1290639"/>
            <a:ext cx="8251825" cy="1006475"/>
          </a:xfrm>
          <a:prstGeom prst="rect">
            <a:avLst/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 b="1" i="1">
                <a:solidFill>
                  <a:srgbClr val="FFFFFF"/>
                </a:solidFill>
              </a:rPr>
              <a:t>Leyes de Kirchhoff:</a:t>
            </a:r>
            <a:r>
              <a:rPr lang="es-ES" altLang="en-US" sz="2000">
                <a:solidFill>
                  <a:srgbClr val="FFFFFF"/>
                </a:solidFill>
              </a:rPr>
              <a:t> Son útiles para encontrar las corrientes que circulan por las diferentes partes de un circuito o las caídas de potencial que existen entre dos puntos determinados de dicho circuito.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54F5A045-C806-4A9D-B6BB-58523C999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0" y="3341689"/>
            <a:ext cx="2501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 b="1" i="1">
                <a:solidFill>
                  <a:srgbClr val="FF3300"/>
                </a:solidFill>
              </a:rPr>
              <a:t>Conceptos previos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56BB6B94-B644-4CA5-95A6-4AEA28B2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4168776"/>
            <a:ext cx="840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altLang="en-US" sz="2000">
                <a:solidFill>
                  <a:srgbClr val="006600"/>
                </a:solidFill>
              </a:rPr>
              <a:t>Nudo: Intersección de tres o más conductores.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58322C8D-8C1F-4ADA-9887-7581D96C2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4719639"/>
            <a:ext cx="840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altLang="en-US" sz="2000">
                <a:solidFill>
                  <a:srgbClr val="006600"/>
                </a:solidFill>
              </a:rPr>
              <a:t>Malla: Todo recorrido cerrado en un circuito.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2">
            <a:extLst>
              <a:ext uri="{FF2B5EF4-FFF2-40B4-BE49-F238E27FC236}">
                <a16:creationId xmlns:a16="http://schemas.microsoft.com/office/drawing/2014/main" id="{2DCD6586-DB8F-46CD-95D2-DFB300F94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4" y="347663"/>
            <a:ext cx="8491537" cy="1066800"/>
          </a:xfrm>
          <a:prstGeom prst="rect">
            <a:avLst/>
          </a:prstGeom>
          <a:solidFill>
            <a:srgbClr val="FFCCCC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000000"/>
                </a:solidFill>
                <a:latin typeface="Arial Narrow" panose="020B0606020202030204" pitchFamily="34" charset="0"/>
              </a:rPr>
              <a:t>Ley de Kirchhoff de las corrientes (LKC):</a:t>
            </a:r>
            <a:r>
              <a:rPr lang="es-ES" altLang="en-US" sz="2000">
                <a:solidFill>
                  <a:srgbClr val="000000"/>
                </a:solidFill>
              </a:rPr>
              <a:t> En cualquier instante, la suma algebraica de todas las corrientes que concurren en un nudo es cero.</a:t>
            </a:r>
          </a:p>
        </p:txBody>
      </p:sp>
      <p:sp>
        <p:nvSpPr>
          <p:cNvPr id="7173" name="Line 3">
            <a:extLst>
              <a:ext uri="{FF2B5EF4-FFF2-40B4-BE49-F238E27FC236}">
                <a16:creationId xmlns:a16="http://schemas.microsoft.com/office/drawing/2014/main" id="{B97CAFB5-6268-4FE9-B65B-90ABCF664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4038" y="2503488"/>
            <a:ext cx="1016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Line 4">
            <a:extLst>
              <a:ext uri="{FF2B5EF4-FFF2-40B4-BE49-F238E27FC236}">
                <a16:creationId xmlns:a16="http://schemas.microsoft.com/office/drawing/2014/main" id="{F022C296-E23B-4AB8-92EB-D904C3E2A2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2100" y="1727201"/>
            <a:ext cx="465138" cy="804863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Line 5">
            <a:extLst>
              <a:ext uri="{FF2B5EF4-FFF2-40B4-BE49-F238E27FC236}">
                <a16:creationId xmlns:a16="http://schemas.microsoft.com/office/drawing/2014/main" id="{594F67EF-3517-4376-8E79-42A17C8D5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6388" y="2503488"/>
            <a:ext cx="627062" cy="361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Text Box 6">
            <a:extLst>
              <a:ext uri="{FF2B5EF4-FFF2-40B4-BE49-F238E27FC236}">
                <a16:creationId xmlns:a16="http://schemas.microsoft.com/office/drawing/2014/main" id="{D19AFD7A-F115-4CD0-A567-B8BF5E2A7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464" y="2481263"/>
            <a:ext cx="593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3333CC"/>
                </a:solidFill>
                <a:latin typeface="Times New Roman" panose="02020603050405020304" pitchFamily="18" charset="0"/>
              </a:rPr>
              <a:t>I</a:t>
            </a:r>
            <a:r>
              <a:rPr lang="es-ES" altLang="en-US" sz="1800" baseline="-2500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7177" name="Text Box 7">
            <a:extLst>
              <a:ext uri="{FF2B5EF4-FFF2-40B4-BE49-F238E27FC236}">
                <a16:creationId xmlns:a16="http://schemas.microsoft.com/office/drawing/2014/main" id="{8A875BAC-1198-472A-B00C-0B3E0D0F6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2590801"/>
            <a:ext cx="596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s-ES" altLang="en-US" sz="1800" baseline="-2500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7178" name="Text Box 8">
            <a:extLst>
              <a:ext uri="{FF2B5EF4-FFF2-40B4-BE49-F238E27FC236}">
                <a16:creationId xmlns:a16="http://schemas.microsoft.com/office/drawing/2014/main" id="{41208063-D3E0-4B1C-93F1-A4A75A2CA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4" y="1928813"/>
            <a:ext cx="593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6600"/>
                </a:solidFill>
                <a:latin typeface="Times New Roman" panose="02020603050405020304" pitchFamily="18" charset="0"/>
              </a:rPr>
              <a:t>I</a:t>
            </a:r>
            <a:r>
              <a:rPr lang="es-ES" altLang="en-US" sz="1800" baseline="-25000">
                <a:solidFill>
                  <a:srgbClr val="006600"/>
                </a:solidFill>
              </a:rPr>
              <a:t>2</a:t>
            </a:r>
          </a:p>
        </p:txBody>
      </p:sp>
      <p:graphicFrame>
        <p:nvGraphicFramePr>
          <p:cNvPr id="7170" name="Object 9">
            <a:extLst>
              <a:ext uri="{FF2B5EF4-FFF2-40B4-BE49-F238E27FC236}">
                <a16:creationId xmlns:a16="http://schemas.microsoft.com/office/drawing/2014/main" id="{6B1A5DC4-6DC5-4852-B683-30C5886D1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8939" y="2195514"/>
          <a:ext cx="18954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Ecuación" r:id="rId3" imgW="863280" imgH="203040" progId="Equation.3">
                  <p:embed/>
                </p:oleObj>
              </mc:Choice>
              <mc:Fallback>
                <p:oleObj name="Ecuación" r:id="rId3" imgW="863280" imgH="203040" progId="Equation.3">
                  <p:embed/>
                  <p:pic>
                    <p:nvPicPr>
                      <p:cNvPr id="7170" name="Object 9">
                        <a:extLst>
                          <a:ext uri="{FF2B5EF4-FFF2-40B4-BE49-F238E27FC236}">
                            <a16:creationId xmlns:a16="http://schemas.microsoft.com/office/drawing/2014/main" id="{6B1A5DC4-6DC5-4852-B683-30C5886D1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9" y="2195514"/>
                        <a:ext cx="1895475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0">
            <a:extLst>
              <a:ext uri="{FF2B5EF4-FFF2-40B4-BE49-F238E27FC236}">
                <a16:creationId xmlns:a16="http://schemas.microsoft.com/office/drawing/2014/main" id="{49F7809F-7627-4226-86F0-4255AFA99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564" y="3429001"/>
            <a:ext cx="4689475" cy="854075"/>
          </a:xfrm>
          <a:prstGeom prst="rect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CCCCFF"/>
                </a:solidFill>
              </a:rPr>
              <a:t>Corrientes que salen del nudo (+)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CCCCFF"/>
                </a:solidFill>
              </a:rPr>
              <a:t>Corrientes que entran en el nudo (-)</a:t>
            </a:r>
          </a:p>
        </p:txBody>
      </p:sp>
      <p:sp>
        <p:nvSpPr>
          <p:cNvPr id="7180" name="Text Box 11">
            <a:extLst>
              <a:ext uri="{FF2B5EF4-FFF2-40B4-BE49-F238E27FC236}">
                <a16:creationId xmlns:a16="http://schemas.microsoft.com/office/drawing/2014/main" id="{87954CB4-5B67-4B68-B891-D12AD77F9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0" y="2778125"/>
            <a:ext cx="179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FF3300"/>
                </a:solidFill>
              </a:rPr>
              <a:t>Convenio</a:t>
            </a:r>
          </a:p>
        </p:txBody>
      </p:sp>
      <p:sp>
        <p:nvSpPr>
          <p:cNvPr id="7181" name="AutoShape 12">
            <a:extLst>
              <a:ext uri="{FF2B5EF4-FFF2-40B4-BE49-F238E27FC236}">
                <a16:creationId xmlns:a16="http://schemas.microsoft.com/office/drawing/2014/main" id="{CD19BE3B-0E44-463A-B902-11867D667FBD}"/>
              </a:ext>
            </a:extLst>
          </p:cNvPr>
          <p:cNvSpPr>
            <a:spLocks noChangeArrowheads="1"/>
          </p:cNvSpPr>
          <p:nvPr/>
        </p:nvSpPr>
        <p:spPr bwMode="auto">
          <a:xfrm rot="4500000">
            <a:off x="8563770" y="3023395"/>
            <a:ext cx="477837" cy="333375"/>
          </a:xfrm>
          <a:prstGeom prst="curvedDownArrow">
            <a:avLst>
              <a:gd name="adj1" fmla="val 28667"/>
              <a:gd name="adj2" fmla="val 57333"/>
              <a:gd name="adj3" fmla="val 33333"/>
            </a:avLst>
          </a:prstGeom>
          <a:solidFill>
            <a:srgbClr val="993366"/>
          </a:solidFill>
          <a:ln w="9525">
            <a:solidFill>
              <a:srgbClr val="CC99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aphicFrame>
        <p:nvGraphicFramePr>
          <p:cNvPr id="7171" name="Object 13">
            <a:extLst>
              <a:ext uri="{FF2B5EF4-FFF2-40B4-BE49-F238E27FC236}">
                <a16:creationId xmlns:a16="http://schemas.microsoft.com/office/drawing/2014/main" id="{BF96E008-F215-4B92-B51A-142A4B8CD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8563" y="4843464"/>
          <a:ext cx="13001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Ecuación" r:id="rId5" imgW="583920" imgH="380880" progId="Equation.3">
                  <p:embed/>
                </p:oleObj>
              </mc:Choice>
              <mc:Fallback>
                <p:oleObj name="Ecuación" r:id="rId5" imgW="583920" imgH="380880" progId="Equation.3">
                  <p:embed/>
                  <p:pic>
                    <p:nvPicPr>
                      <p:cNvPr id="7171" name="Object 13">
                        <a:extLst>
                          <a:ext uri="{FF2B5EF4-FFF2-40B4-BE49-F238E27FC236}">
                            <a16:creationId xmlns:a16="http://schemas.microsoft.com/office/drawing/2014/main" id="{BF96E008-F215-4B92-B51A-142A4B8CD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3" y="4843464"/>
                        <a:ext cx="13001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4">
            <a:extLst>
              <a:ext uri="{FF2B5EF4-FFF2-40B4-BE49-F238E27FC236}">
                <a16:creationId xmlns:a16="http://schemas.microsoft.com/office/drawing/2014/main" id="{3A0AA876-17E4-46F7-86D0-1E0E06F7B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639" y="4675189"/>
            <a:ext cx="1838325" cy="1228725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>
            <a:extLst>
              <a:ext uri="{FF2B5EF4-FFF2-40B4-BE49-F238E27FC236}">
                <a16:creationId xmlns:a16="http://schemas.microsoft.com/office/drawing/2014/main" id="{631CC824-EA01-41D2-88E4-6470FFAA8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439" y="617538"/>
            <a:ext cx="8493125" cy="1066800"/>
          </a:xfrm>
          <a:prstGeom prst="rect">
            <a:avLst/>
          </a:pr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000000"/>
                </a:solidFill>
                <a:latin typeface="Arial Narrow" panose="020B0606020202030204" pitchFamily="34" charset="0"/>
              </a:rPr>
              <a:t>Ley de Kirchhoff de los voltajes (LKV):</a:t>
            </a:r>
            <a:r>
              <a:rPr lang="es-ES" altLang="en-US" sz="2000">
                <a:solidFill>
                  <a:srgbClr val="000000"/>
                </a:solidFill>
              </a:rPr>
              <a:t> La suma algebraica de todas las caídas de tensión a lo largo de una malla debe ser nula en cualquier instante.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67387B9D-502A-42C8-A753-68A733B8E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013" y="1963738"/>
            <a:ext cx="30607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808000"/>
                </a:solidFill>
              </a:rPr>
              <a:t>Caída de tensión V</a:t>
            </a:r>
            <a:r>
              <a:rPr lang="es-ES" altLang="en-US" sz="1800" baseline="-25000">
                <a:solidFill>
                  <a:srgbClr val="808000"/>
                </a:solidFill>
              </a:rPr>
              <a:t>12</a:t>
            </a:r>
            <a:r>
              <a:rPr lang="es-ES" altLang="en-US" sz="1800">
                <a:solidFill>
                  <a:srgbClr val="808000"/>
                </a:solidFill>
              </a:rPr>
              <a:t>=V</a:t>
            </a:r>
            <a:r>
              <a:rPr lang="es-ES" altLang="en-US" sz="1800" baseline="-25000">
                <a:solidFill>
                  <a:srgbClr val="808000"/>
                </a:solidFill>
              </a:rPr>
              <a:t>1</a:t>
            </a:r>
            <a:r>
              <a:rPr lang="es-ES" altLang="en-US" sz="1800">
                <a:solidFill>
                  <a:srgbClr val="808000"/>
                </a:solidFill>
              </a:rPr>
              <a:t>-V</a:t>
            </a:r>
            <a:r>
              <a:rPr lang="es-ES" altLang="en-US" sz="1800" baseline="-25000">
                <a:solidFill>
                  <a:srgbClr val="808000"/>
                </a:solidFill>
              </a:rPr>
              <a:t>2</a:t>
            </a:r>
            <a:r>
              <a:rPr lang="es-ES" altLang="en-US" sz="1800">
                <a:solidFill>
                  <a:srgbClr val="808000"/>
                </a:solidFill>
              </a:rPr>
              <a:t>: Energía en julios eliminada del circuito cuando una carga de +1 C pasa del punto 1 al punto 2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384B6771-63A5-411E-AC86-4B0700F61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487045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b="1">
                <a:solidFill>
                  <a:srgbClr val="990099"/>
                </a:solidFill>
              </a:rPr>
              <a:t>Convenio</a:t>
            </a:r>
          </a:p>
        </p:txBody>
      </p:sp>
      <p:sp>
        <p:nvSpPr>
          <p:cNvPr id="8198" name="AutoShape 5">
            <a:extLst>
              <a:ext uri="{FF2B5EF4-FFF2-40B4-BE49-F238E27FC236}">
                <a16:creationId xmlns:a16="http://schemas.microsoft.com/office/drawing/2014/main" id="{9824CE92-C679-4E59-82FC-CDC39D15A6E8}"/>
              </a:ext>
            </a:extLst>
          </p:cNvPr>
          <p:cNvSpPr>
            <a:spLocks/>
          </p:cNvSpPr>
          <p:nvPr/>
        </p:nvSpPr>
        <p:spPr bwMode="auto">
          <a:xfrm>
            <a:off x="3625851" y="4065588"/>
            <a:ext cx="193675" cy="2393950"/>
          </a:xfrm>
          <a:prstGeom prst="leftBrace">
            <a:avLst>
              <a:gd name="adj1" fmla="val 103005"/>
              <a:gd name="adj2" fmla="val 50000"/>
            </a:avLst>
          </a:prstGeom>
          <a:noFill/>
          <a:ln w="28575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8199" name="Group 6">
            <a:extLst>
              <a:ext uri="{FF2B5EF4-FFF2-40B4-BE49-F238E27FC236}">
                <a16:creationId xmlns:a16="http://schemas.microsoft.com/office/drawing/2014/main" id="{B9065C12-1B0F-4C9B-83A6-07FC89D22E98}"/>
              </a:ext>
            </a:extLst>
          </p:cNvPr>
          <p:cNvGrpSpPr>
            <a:grpSpLocks/>
          </p:cNvGrpSpPr>
          <p:nvPr/>
        </p:nvGrpSpPr>
        <p:grpSpPr bwMode="auto">
          <a:xfrm>
            <a:off x="4138614" y="4229100"/>
            <a:ext cx="1366837" cy="234950"/>
            <a:chOff x="2868" y="2919"/>
            <a:chExt cx="1326" cy="219"/>
          </a:xfrm>
        </p:grpSpPr>
        <p:sp>
          <p:nvSpPr>
            <p:cNvPr id="8218" name="Line 7">
              <a:extLst>
                <a:ext uri="{FF2B5EF4-FFF2-40B4-BE49-F238E27FC236}">
                  <a16:creationId xmlns:a16="http://schemas.microsoft.com/office/drawing/2014/main" id="{B3876BB3-6075-40E4-8E8B-92CAE54D1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3135"/>
              <a:ext cx="2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9" name="Line 8">
              <a:extLst>
                <a:ext uri="{FF2B5EF4-FFF2-40B4-BE49-F238E27FC236}">
                  <a16:creationId xmlns:a16="http://schemas.microsoft.com/office/drawing/2014/main" id="{438ED37D-7521-40ED-9931-848560CF7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99" y="2925"/>
              <a:ext cx="138" cy="2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0" name="Line 9">
              <a:extLst>
                <a:ext uri="{FF2B5EF4-FFF2-40B4-BE49-F238E27FC236}">
                  <a16:creationId xmlns:a16="http://schemas.microsoft.com/office/drawing/2014/main" id="{3CDD478E-F58A-49EB-9D2E-C49B266D9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0" y="2931"/>
              <a:ext cx="138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1" name="Line 10">
              <a:extLst>
                <a:ext uri="{FF2B5EF4-FFF2-40B4-BE49-F238E27FC236}">
                  <a16:creationId xmlns:a16="http://schemas.microsoft.com/office/drawing/2014/main" id="{0415AA6E-DE9E-4682-BFBB-E7CDB3648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3138"/>
              <a:ext cx="2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2" name="Line 11">
              <a:extLst>
                <a:ext uri="{FF2B5EF4-FFF2-40B4-BE49-F238E27FC236}">
                  <a16:creationId xmlns:a16="http://schemas.microsoft.com/office/drawing/2014/main" id="{9EDC9F1B-7CBC-43F3-A183-B1D99636B4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1" y="2925"/>
              <a:ext cx="144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3" name="Line 12">
              <a:extLst>
                <a:ext uri="{FF2B5EF4-FFF2-40B4-BE49-F238E27FC236}">
                  <a16:creationId xmlns:a16="http://schemas.microsoft.com/office/drawing/2014/main" id="{96962164-F859-475E-8C58-26C64900A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9" y="2919"/>
              <a:ext cx="14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4" name="Line 13">
              <a:extLst>
                <a:ext uri="{FF2B5EF4-FFF2-40B4-BE49-F238E27FC236}">
                  <a16:creationId xmlns:a16="http://schemas.microsoft.com/office/drawing/2014/main" id="{A6ACDFB2-85DB-49EB-BA84-97A0AFC44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5" y="2928"/>
              <a:ext cx="138" cy="2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25" name="Line 14">
              <a:extLst>
                <a:ext uri="{FF2B5EF4-FFF2-40B4-BE49-F238E27FC236}">
                  <a16:creationId xmlns:a16="http://schemas.microsoft.com/office/drawing/2014/main" id="{CAF3EC44-4E7A-4D7F-8D4F-A89B654C7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" y="2919"/>
              <a:ext cx="150" cy="2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200" name="Group 15">
            <a:extLst>
              <a:ext uri="{FF2B5EF4-FFF2-40B4-BE49-F238E27FC236}">
                <a16:creationId xmlns:a16="http://schemas.microsoft.com/office/drawing/2014/main" id="{A2D337A7-4915-4FA8-A4F5-321EABE452D2}"/>
              </a:ext>
            </a:extLst>
          </p:cNvPr>
          <p:cNvGrpSpPr>
            <a:grpSpLocks/>
          </p:cNvGrpSpPr>
          <p:nvPr/>
        </p:nvGrpSpPr>
        <p:grpSpPr bwMode="auto">
          <a:xfrm>
            <a:off x="4138613" y="5678489"/>
            <a:ext cx="1141412" cy="479425"/>
            <a:chOff x="8541" y="4256"/>
            <a:chExt cx="909" cy="571"/>
          </a:xfrm>
        </p:grpSpPr>
        <p:sp>
          <p:nvSpPr>
            <p:cNvPr id="8214" name="Line 16">
              <a:extLst>
                <a:ext uri="{FF2B5EF4-FFF2-40B4-BE49-F238E27FC236}">
                  <a16:creationId xmlns:a16="http://schemas.microsoft.com/office/drawing/2014/main" id="{04C8D72D-0937-4D02-BFEC-BA4C87D44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4" y="4256"/>
              <a:ext cx="0" cy="5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5" name="Line 17">
              <a:extLst>
                <a:ext uri="{FF2B5EF4-FFF2-40B4-BE49-F238E27FC236}">
                  <a16:creationId xmlns:a16="http://schemas.microsoft.com/office/drawing/2014/main" id="{B87123CA-B93E-4D88-B07D-05C3BDF7B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3" y="4437"/>
              <a:ext cx="0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6" name="Line 18">
              <a:extLst>
                <a:ext uri="{FF2B5EF4-FFF2-40B4-BE49-F238E27FC236}">
                  <a16:creationId xmlns:a16="http://schemas.microsoft.com/office/drawing/2014/main" id="{F5CE1038-D590-4689-A2AC-A4FAE512CD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41" y="4560"/>
              <a:ext cx="3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17" name="Line 19">
              <a:extLst>
                <a:ext uri="{FF2B5EF4-FFF2-40B4-BE49-F238E27FC236}">
                  <a16:creationId xmlns:a16="http://schemas.microsoft.com/office/drawing/2014/main" id="{F25D0DBD-B022-4F48-9809-3DB07F3DBB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57" y="4560"/>
              <a:ext cx="39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201" name="Line 20">
            <a:extLst>
              <a:ext uri="{FF2B5EF4-FFF2-40B4-BE49-F238E27FC236}">
                <a16:creationId xmlns:a16="http://schemas.microsoft.com/office/drawing/2014/main" id="{4DA6E251-B5BE-4273-8443-2533BF872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2139" y="4043363"/>
            <a:ext cx="739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202" name="Text Box 21">
            <a:extLst>
              <a:ext uri="{FF2B5EF4-FFF2-40B4-BE49-F238E27FC236}">
                <a16:creationId xmlns:a16="http://schemas.microsoft.com/office/drawing/2014/main" id="{A8EC5AEB-94C9-4435-907C-44003C202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913" y="3733801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8203" name="Oval 22">
            <a:extLst>
              <a:ext uri="{FF2B5EF4-FFF2-40B4-BE49-F238E27FC236}">
                <a16:creationId xmlns:a16="http://schemas.microsoft.com/office/drawing/2014/main" id="{17E2EA9E-FF56-46E9-B196-50BE2C68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4432300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4" name="Oval 23">
            <a:extLst>
              <a:ext uri="{FF2B5EF4-FFF2-40B4-BE49-F238E27FC236}">
                <a16:creationId xmlns:a16="http://schemas.microsoft.com/office/drawing/2014/main" id="{ABAFB651-400D-4596-A351-D3F7AC5FB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5" y="4435475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5" name="Oval 24">
            <a:extLst>
              <a:ext uri="{FF2B5EF4-FFF2-40B4-BE49-F238E27FC236}">
                <a16:creationId xmlns:a16="http://schemas.microsoft.com/office/drawing/2014/main" id="{16CB99A9-0F7B-40FB-9A7B-3CB4BDE0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925" y="5902325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6" name="Oval 25">
            <a:extLst>
              <a:ext uri="{FF2B5EF4-FFF2-40B4-BE49-F238E27FC236}">
                <a16:creationId xmlns:a16="http://schemas.microsoft.com/office/drawing/2014/main" id="{8DD6AC18-4ACC-433B-AD84-A2211BF99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5902325"/>
            <a:ext cx="57150" cy="571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8207" name="Text Box 26">
            <a:extLst>
              <a:ext uri="{FF2B5EF4-FFF2-40B4-BE49-F238E27FC236}">
                <a16:creationId xmlns:a16="http://schemas.microsoft.com/office/drawing/2014/main" id="{A88C4E0C-BC7D-4EA4-B843-80BF018D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6" y="4098926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208" name="Text Box 27">
            <a:extLst>
              <a:ext uri="{FF2B5EF4-FFF2-40B4-BE49-F238E27FC236}">
                <a16:creationId xmlns:a16="http://schemas.microsoft.com/office/drawing/2014/main" id="{1A231303-274E-4833-9C0A-D77ED6CD7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5101" y="4137026"/>
            <a:ext cx="301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209" name="Text Box 28">
            <a:extLst>
              <a:ext uri="{FF2B5EF4-FFF2-40B4-BE49-F238E27FC236}">
                <a16:creationId xmlns:a16="http://schemas.microsoft.com/office/drawing/2014/main" id="{C5416B66-C02A-48B1-B750-B81D50FC8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6225" y="56007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210" name="Text Box 29">
            <a:extLst>
              <a:ext uri="{FF2B5EF4-FFF2-40B4-BE49-F238E27FC236}">
                <a16:creationId xmlns:a16="http://schemas.microsoft.com/office/drawing/2014/main" id="{D6C45D57-1190-4ACB-BE12-26234F5D5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175" y="56134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211" name="Text Box 30">
            <a:extLst>
              <a:ext uri="{FF2B5EF4-FFF2-40B4-BE49-F238E27FC236}">
                <a16:creationId xmlns:a16="http://schemas.microsoft.com/office/drawing/2014/main" id="{70634281-4DC8-462A-BE9C-7BCF6E70D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9" y="3992564"/>
            <a:ext cx="448468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CC6600"/>
                </a:solidFill>
              </a:rPr>
              <a:t>En una resistencia hay una caída de tensión positiva en el sentido de la corriente (V</a:t>
            </a:r>
            <a:r>
              <a:rPr lang="es-ES" altLang="en-US" sz="1800" baseline="-25000">
                <a:solidFill>
                  <a:srgbClr val="CC6600"/>
                </a:solidFill>
              </a:rPr>
              <a:t>12</a:t>
            </a:r>
            <a:r>
              <a:rPr lang="es-ES" altLang="en-US" sz="1800">
                <a:solidFill>
                  <a:srgbClr val="CC6600"/>
                </a:solidFill>
              </a:rPr>
              <a:t>&gt;0)</a:t>
            </a:r>
          </a:p>
        </p:txBody>
      </p:sp>
      <p:sp>
        <p:nvSpPr>
          <p:cNvPr id="8212" name="Text Box 31">
            <a:extLst>
              <a:ext uri="{FF2B5EF4-FFF2-40B4-BE49-F238E27FC236}">
                <a16:creationId xmlns:a16="http://schemas.microsoft.com/office/drawing/2014/main" id="{0A61E5D3-6EA1-4EFF-8DF4-DB2EC25E4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9" y="5364164"/>
            <a:ext cx="448468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996633"/>
                </a:solidFill>
              </a:rPr>
              <a:t>En una batería hay una caída de tensión positiva en el sentido del terminal positivo al negativo, </a:t>
            </a:r>
            <a:r>
              <a:rPr lang="es-ES" altLang="en-US" sz="1800" b="1">
                <a:solidFill>
                  <a:srgbClr val="996633"/>
                </a:solidFill>
              </a:rPr>
              <a:t>independientemente del sentido de la corriente </a:t>
            </a:r>
            <a:r>
              <a:rPr lang="es-ES" altLang="en-US" sz="1800">
                <a:solidFill>
                  <a:srgbClr val="996633"/>
                </a:solidFill>
              </a:rPr>
              <a:t>(V</a:t>
            </a:r>
            <a:r>
              <a:rPr lang="es-ES" altLang="en-US" sz="1800" baseline="-25000">
                <a:solidFill>
                  <a:srgbClr val="996633"/>
                </a:solidFill>
              </a:rPr>
              <a:t>12</a:t>
            </a:r>
            <a:r>
              <a:rPr lang="es-ES" altLang="en-US" sz="1800">
                <a:solidFill>
                  <a:srgbClr val="996633"/>
                </a:solidFill>
              </a:rPr>
              <a:t>&gt;0)</a:t>
            </a:r>
            <a:endParaRPr lang="es-ES" altLang="en-US" sz="1800" b="1">
              <a:solidFill>
                <a:srgbClr val="996633"/>
              </a:solidFill>
            </a:endParaRPr>
          </a:p>
        </p:txBody>
      </p:sp>
      <p:graphicFrame>
        <p:nvGraphicFramePr>
          <p:cNvPr id="8194" name="Object 32">
            <a:extLst>
              <a:ext uri="{FF2B5EF4-FFF2-40B4-BE49-F238E27FC236}">
                <a16:creationId xmlns:a16="http://schemas.microsoft.com/office/drawing/2014/main" id="{B24FDFE6-7986-4CBD-B312-C3925D326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6" y="2197101"/>
          <a:ext cx="14128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cuación" r:id="rId3" imgW="634680" imgH="380880" progId="Equation.3">
                  <p:embed/>
                </p:oleObj>
              </mc:Choice>
              <mc:Fallback>
                <p:oleObj name="Ecuación" r:id="rId3" imgW="634680" imgH="380880" progId="Equation.3">
                  <p:embed/>
                  <p:pic>
                    <p:nvPicPr>
                      <p:cNvPr id="8194" name="Object 32">
                        <a:extLst>
                          <a:ext uri="{FF2B5EF4-FFF2-40B4-BE49-F238E27FC236}">
                            <a16:creationId xmlns:a16="http://schemas.microsoft.com/office/drawing/2014/main" id="{B24FDFE6-7986-4CBD-B312-C3925D326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6" y="2197101"/>
                        <a:ext cx="14128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Rectangle 33">
            <a:extLst>
              <a:ext uri="{FF2B5EF4-FFF2-40B4-BE49-F238E27FC236}">
                <a16:creationId xmlns:a16="http://schemas.microsoft.com/office/drawing/2014/main" id="{E01B8545-B70B-4D2C-B761-CD4941609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813" y="1895476"/>
            <a:ext cx="1998662" cy="1450975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455357C3-0A8E-4281-A4AE-47D6C678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26" y="191743"/>
            <a:ext cx="8346147" cy="64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63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FED773-E7B6-44F0-A617-5CF178F3B277}"/>
              </a:ext>
            </a:extLst>
          </p:cNvPr>
          <p:cNvSpPr txBox="1">
            <a:spLocks noChangeArrowheads="1"/>
          </p:cNvSpPr>
          <p:nvPr/>
        </p:nvSpPr>
        <p:spPr>
          <a:xfrm>
            <a:off x="1150938" y="214313"/>
            <a:ext cx="7793037" cy="1270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s-ES" altLang="en-US" sz="4000" kern="0" dirty="0"/>
              <a:t>Equivalentes de fuentes de tensión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D9AC8-E760-4506-AF48-3C7107ED2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39" t="-2896" r="-3781" b="27128"/>
          <a:stretch/>
        </p:blipFill>
        <p:spPr>
          <a:xfrm>
            <a:off x="1306513" y="849313"/>
            <a:ext cx="8726487" cy="56477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9DDBB0-8CA6-4DCA-B9E6-8660F9B4DE2F}"/>
              </a:ext>
            </a:extLst>
          </p:cNvPr>
          <p:cNvSpPr/>
          <p:nvPr/>
        </p:nvSpPr>
        <p:spPr>
          <a:xfrm>
            <a:off x="5839326" y="4507832"/>
            <a:ext cx="3785937" cy="179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8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5 Marcador de número de diapositiva">
            <a:extLst>
              <a:ext uri="{FF2B5EF4-FFF2-40B4-BE49-F238E27FC236}">
                <a16:creationId xmlns:a16="http://schemas.microsoft.com/office/drawing/2014/main" id="{7CB523C9-C487-4E9F-BD32-4B90C6D6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DF2C73-6EC2-400D-802C-FB0A67539438}" type="slidenum">
              <a:rPr lang="es-ES" altLang="en-US" sz="1400">
                <a:latin typeface="Times New Roman" panose="02020603050405020304" pitchFamily="18" charset="0"/>
              </a:rPr>
              <a:pPr/>
              <a:t>17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49E9FBA6-57C0-403A-AF51-E5752AA4B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5200" y="469900"/>
            <a:ext cx="7772400" cy="1143000"/>
          </a:xfrm>
        </p:spPr>
        <p:txBody>
          <a:bodyPr/>
          <a:lstStyle/>
          <a:p>
            <a:r>
              <a:rPr lang="es-MX" altLang="en-US">
                <a:solidFill>
                  <a:srgbClr val="000000"/>
                </a:solidFill>
              </a:rPr>
              <a:t>Potencia eléctrica</a:t>
            </a:r>
          </a:p>
        </p:txBody>
      </p:sp>
      <p:sp>
        <p:nvSpPr>
          <p:cNvPr id="369667" name="Text Box 3">
            <a:extLst>
              <a:ext uri="{FF2B5EF4-FFF2-40B4-BE49-F238E27FC236}">
                <a16:creationId xmlns:a16="http://schemas.microsoft.com/office/drawing/2014/main" id="{FC105839-6FC6-4618-A723-26289AAFD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371601"/>
            <a:ext cx="7467600" cy="830997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s-MX" altLang="en-US"/>
              <a:t>La potencia eléctrica </a:t>
            </a:r>
            <a:r>
              <a:rPr kumimoji="1" lang="es-MX" altLang="en-US" i="1"/>
              <a:t>P  </a:t>
            </a:r>
            <a:r>
              <a:rPr kumimoji="1" lang="es-MX" altLang="en-US"/>
              <a:t>es la tasa a la que se gasta la energía eléctrica, o trabajo por unidad de tiempo.</a:t>
            </a:r>
          </a:p>
        </p:txBody>
      </p:sp>
      <p:sp>
        <p:nvSpPr>
          <p:cNvPr id="369683" name="Text Box 19">
            <a:extLst>
              <a:ext uri="{FF2B5EF4-FFF2-40B4-BE49-F238E27FC236}">
                <a16:creationId xmlns:a16="http://schemas.microsoft.com/office/drawing/2014/main" id="{9E5E26D3-5CB9-423F-A55F-49E7B4A78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14601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s-MX" altLang="en-US"/>
              <a:t>Para cargar C:  Trabajo = qV</a:t>
            </a:r>
          </a:p>
        </p:txBody>
      </p:sp>
      <p:sp>
        <p:nvSpPr>
          <p:cNvPr id="369684" name="Text Box 20">
            <a:extLst>
              <a:ext uri="{FF2B5EF4-FFF2-40B4-BE49-F238E27FC236}">
                <a16:creationId xmlns:a16="http://schemas.microsoft.com/office/drawing/2014/main" id="{015191E4-5EA8-4CF9-8DA2-739C9687B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343401"/>
            <a:ext cx="5256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s-MX" altLang="en-US"/>
              <a:t>Sustituimos </a:t>
            </a:r>
            <a:r>
              <a:rPr kumimoji="1" lang="es-MX" altLang="en-US" i="1"/>
              <a:t>q = I.t ,  </a:t>
            </a:r>
            <a:r>
              <a:rPr kumimoji="1" lang="es-MX" altLang="en-US"/>
              <a:t>entonces:</a:t>
            </a:r>
          </a:p>
        </p:txBody>
      </p:sp>
      <p:sp>
        <p:nvSpPr>
          <p:cNvPr id="369687" name="Text Box 23">
            <a:extLst>
              <a:ext uri="{FF2B5EF4-FFF2-40B4-BE49-F238E27FC236}">
                <a16:creationId xmlns:a16="http://schemas.microsoft.com/office/drawing/2014/main" id="{ED1BC345-20AA-43EA-83B7-FC01D8E3E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945064"/>
            <a:ext cx="1600200" cy="646331"/>
          </a:xfrm>
          <a:prstGeom prst="rect">
            <a:avLst/>
          </a:prstGeom>
          <a:solidFill>
            <a:srgbClr val="FFFFCC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tIns="137160" bIns="13716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s-MX" altLang="en-US" i="1"/>
              <a:t>P = VI</a:t>
            </a:r>
          </a:p>
        </p:txBody>
      </p:sp>
      <p:graphicFrame>
        <p:nvGraphicFramePr>
          <p:cNvPr id="369694" name="Object 3">
            <a:extLst>
              <a:ext uri="{FF2B5EF4-FFF2-40B4-BE49-F238E27FC236}">
                <a16:creationId xmlns:a16="http://schemas.microsoft.com/office/drawing/2014/main" id="{AB7CC54A-8EBF-4A08-A38E-774550E61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276600"/>
          <a:ext cx="487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cuación" r:id="rId6" imgW="1942920" imgH="393480" progId="Equation.3">
                  <p:embed/>
                </p:oleObj>
              </mc:Choice>
              <mc:Fallback>
                <p:oleObj name="Ecuación" r:id="rId6" imgW="1942920" imgH="393480" progId="Equation.3">
                  <p:embed/>
                  <p:pic>
                    <p:nvPicPr>
                      <p:cNvPr id="369694" name="Object 3">
                        <a:extLst>
                          <a:ext uri="{FF2B5EF4-FFF2-40B4-BE49-F238E27FC236}">
                            <a16:creationId xmlns:a16="http://schemas.microsoft.com/office/drawing/2014/main" id="{AB7CC54A-8EBF-4A08-A38E-774550E61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76600"/>
                        <a:ext cx="4876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95" name="Object 4">
            <a:extLst>
              <a:ext uri="{FF2B5EF4-FFF2-40B4-BE49-F238E27FC236}">
                <a16:creationId xmlns:a16="http://schemas.microsoft.com/office/drawing/2014/main" id="{5038C50C-E6B9-4323-902F-23FA4F24F5D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79651" y="5892800"/>
          <a:ext cx="3744913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8" imgW="1790640" imgH="419040" progId="">
                  <p:embed/>
                </p:oleObj>
              </mc:Choice>
              <mc:Fallback>
                <p:oleObj name="Equation" r:id="rId8" imgW="1790640" imgH="419040" progId="">
                  <p:embed/>
                  <p:pic>
                    <p:nvPicPr>
                      <p:cNvPr id="369695" name="Object 4">
                        <a:extLst>
                          <a:ext uri="{FF2B5EF4-FFF2-40B4-BE49-F238E27FC236}">
                            <a16:creationId xmlns:a16="http://schemas.microsoft.com/office/drawing/2014/main" id="{5038C50C-E6B9-4323-902F-23FA4F24F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5892800"/>
                        <a:ext cx="3744913" cy="8778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4">
            <a:extLst>
              <a:ext uri="{FF2B5EF4-FFF2-40B4-BE49-F238E27FC236}">
                <a16:creationId xmlns:a16="http://schemas.microsoft.com/office/drawing/2014/main" id="{A35F8E0D-9247-46BB-99CE-A7E8A1E97D8F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2478940"/>
            <a:ext cx="2465388" cy="3179762"/>
            <a:chOff x="3696" y="1837"/>
            <a:chExt cx="1553" cy="2003"/>
          </a:xfrm>
        </p:grpSpPr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id="{BABAECC2-17BE-4666-9413-F96A84349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837"/>
              <a:ext cx="1553" cy="2003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tIns="91440" bIns="91440" anchor="ctr">
              <a:spAutoFit/>
            </a:bodyPr>
            <a:lstStyle/>
            <a:p>
              <a:pPr>
                <a:defRPr/>
              </a:pPr>
              <a:endParaRPr lang="es-CL"/>
            </a:p>
          </p:txBody>
        </p:sp>
        <p:sp>
          <p:nvSpPr>
            <p:cNvPr id="30" name="Rectangle 6">
              <a:extLst>
                <a:ext uri="{FF2B5EF4-FFF2-40B4-BE49-F238E27FC236}">
                  <a16:creationId xmlns:a16="http://schemas.microsoft.com/office/drawing/2014/main" id="{20791E01-7F07-41A8-8DC0-4B309C69F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125"/>
              <a:ext cx="57" cy="857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tIns="91440" bIns="91440" anchor="ctr">
              <a:spAutoFit/>
              <a:flatTx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B61E0CD5-9C2F-495F-95F4-3531BD652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2125"/>
              <a:ext cx="47" cy="862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</p:spPr>
          <p:txBody>
            <a:bodyPr tIns="91440" bIns="91440" anchor="ctr">
              <a:spAutoFit/>
              <a:flatTx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89051C53-F22E-4BB3-9944-77E15E44B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73"/>
              <a:ext cx="0" cy="2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0B487624-7644-48EB-ADAB-509C4E52D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444"/>
              <a:ext cx="48" cy="96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s-CL" altLang="en-US"/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1E5613F3-6697-4C88-A718-3F376D764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509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ADB8CE17-8DA2-4770-A126-6B4709D6A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2509"/>
              <a:ext cx="0" cy="10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4742FA00-63B7-4722-96B6-10C22D8A1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509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1EA62655-05DD-4373-84AF-6F1EA664F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8" y="2509"/>
              <a:ext cx="2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9" name="Line 14">
              <a:extLst>
                <a:ext uri="{FF2B5EF4-FFF2-40B4-BE49-F238E27FC236}">
                  <a16:creationId xmlns:a16="http://schemas.microsoft.com/office/drawing/2014/main" id="{0A59F70D-16F9-448F-A487-8A3D9956D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492"/>
              <a:ext cx="3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EF0551AB-29A1-438B-8EB4-6BDCBEAFF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1" y="3482"/>
              <a:ext cx="445" cy="1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759FAA20-175E-4830-AACE-FAC9915EB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029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V</a:t>
              </a:r>
            </a:p>
          </p:txBody>
        </p:sp>
        <p:sp>
          <p:nvSpPr>
            <p:cNvPr id="42" name="Text Box 17">
              <a:extLst>
                <a:ext uri="{FF2B5EF4-FFF2-40B4-BE49-F238E27FC236}">
                  <a16:creationId xmlns:a16="http://schemas.microsoft.com/office/drawing/2014/main" id="{8CE169D6-B9CA-4A05-8099-BF44A59C1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029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q</a:t>
              </a:r>
            </a:p>
          </p:txBody>
        </p:sp>
        <p:sp>
          <p:nvSpPr>
            <p:cNvPr id="43" name="Text Box 18">
              <a:extLst>
                <a:ext uri="{FF2B5EF4-FFF2-40B4-BE49-F238E27FC236}">
                  <a16:creationId xmlns:a16="http://schemas.microsoft.com/office/drawing/2014/main" id="{FBF99B3E-5C17-4781-A90C-3E4A85C57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309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V</a:t>
              </a:r>
            </a:p>
          </p:txBody>
        </p:sp>
      </p:grpSp>
      <p:grpSp>
        <p:nvGrpSpPr>
          <p:cNvPr id="44" name="Group 27">
            <a:extLst>
              <a:ext uri="{FF2B5EF4-FFF2-40B4-BE49-F238E27FC236}">
                <a16:creationId xmlns:a16="http://schemas.microsoft.com/office/drawing/2014/main" id="{76808135-9FBE-414D-ADA6-00982ADADAB4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4210902"/>
            <a:ext cx="533400" cy="533400"/>
            <a:chOff x="3840" y="2928"/>
            <a:chExt cx="336" cy="336"/>
          </a:xfrm>
        </p:grpSpPr>
        <p:sp>
          <p:nvSpPr>
            <p:cNvPr id="45" name="Line 28">
              <a:extLst>
                <a:ext uri="{FF2B5EF4-FFF2-40B4-BE49-F238E27FC236}">
                  <a16:creationId xmlns:a16="http://schemas.microsoft.com/office/drawing/2014/main" id="{9B5CAEB5-9CF9-4138-90F7-1BF98859D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928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6" name="Text Box 29">
              <a:extLst>
                <a:ext uri="{FF2B5EF4-FFF2-40B4-BE49-F238E27FC236}">
                  <a16:creationId xmlns:a16="http://schemas.microsoft.com/office/drawing/2014/main" id="{908120F6-E87E-4C6D-B4BF-CAB43D80B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928"/>
              <a:ext cx="1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s-MX" altLang="en-US" i="1"/>
                <a:t>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69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ungle Menu Comma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 autoUpdateAnimBg="0"/>
      <p:bldP spid="369667" grpId="0" animBg="1" autoUpdateAnimBg="0"/>
      <p:bldP spid="369683" grpId="0" autoUpdateAnimBg="0"/>
      <p:bldP spid="369684" grpId="0" autoUpdateAnimBg="0"/>
      <p:bldP spid="369687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2">
            <a:extLst>
              <a:ext uri="{FF2B5EF4-FFF2-40B4-BE49-F238E27FC236}">
                <a16:creationId xmlns:a16="http://schemas.microsoft.com/office/drawing/2014/main" id="{61D6C18A-BAB0-47BC-BB95-D75D1AE64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 sz="4000"/>
              <a:t>Transferencia máxima de potencia</a:t>
            </a:r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09195053-6578-41F9-9C15-9D98A0A1D166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875214" y="2108201"/>
          <a:ext cx="24415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Ecuación" r:id="rId4" imgW="1422360" imgH="457200" progId="Equation.3">
                  <p:embed/>
                </p:oleObj>
              </mc:Choice>
              <mc:Fallback>
                <p:oleObj name="Ecuación" r:id="rId4" imgW="1422360" imgH="457200" progId="Equation.3">
                  <p:embed/>
                  <p:pic>
                    <p:nvPicPr>
                      <p:cNvPr id="14338" name="Object 2">
                        <a:extLst>
                          <a:ext uri="{FF2B5EF4-FFF2-40B4-BE49-F238E27FC236}">
                            <a16:creationId xmlns:a16="http://schemas.microsoft.com/office/drawing/2014/main" id="{09195053-6578-41F9-9C15-9D98A0A1D1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5214" y="2108201"/>
                        <a:ext cx="2441575" cy="81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4">
            <a:extLst>
              <a:ext uri="{FF2B5EF4-FFF2-40B4-BE49-F238E27FC236}">
                <a16:creationId xmlns:a16="http://schemas.microsoft.com/office/drawing/2014/main" id="{B164A02B-7088-418E-BD1E-E88875623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1844676"/>
            <a:ext cx="6119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000">
                <a:latin typeface="Times New Roman" panose="02020603050405020304" pitchFamily="18" charset="0"/>
              </a:rPr>
              <a:t>La potencia transferida a la carga </a:t>
            </a:r>
            <a:r>
              <a:rPr lang="es-MX" altLang="en-US" sz="2000" i="1">
                <a:latin typeface="Times New Roman" panose="02020603050405020304" pitchFamily="18" charset="0"/>
              </a:rPr>
              <a:t>R</a:t>
            </a:r>
            <a:r>
              <a:rPr lang="es-MX" altLang="en-US" sz="2000" i="1" baseline="-25000">
                <a:latin typeface="Times New Roman" panose="02020603050405020304" pitchFamily="18" charset="0"/>
              </a:rPr>
              <a:t>L</a:t>
            </a:r>
            <a:r>
              <a:rPr lang="es-MX" altLang="en-US" sz="2000">
                <a:latin typeface="Times New Roman" panose="02020603050405020304" pitchFamily="18" charset="0"/>
              </a:rPr>
              <a:t> del circuito es:</a:t>
            </a:r>
          </a:p>
        </p:txBody>
      </p:sp>
      <p:sp>
        <p:nvSpPr>
          <p:cNvPr id="14343" name="Text Box 5">
            <a:extLst>
              <a:ext uri="{FF2B5EF4-FFF2-40B4-BE49-F238E27FC236}">
                <a16:creationId xmlns:a16="http://schemas.microsoft.com/office/drawing/2014/main" id="{ED1FED74-773B-4B53-ACF5-097BBB5E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997201"/>
            <a:ext cx="6119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000">
                <a:latin typeface="Times New Roman" panose="02020603050405020304" pitchFamily="18" charset="0"/>
              </a:rPr>
              <a:t>Derivando respecto a </a:t>
            </a:r>
            <a:r>
              <a:rPr lang="es-MX" altLang="en-US" sz="2000" i="1">
                <a:latin typeface="Times New Roman" panose="02020603050405020304" pitchFamily="18" charset="0"/>
              </a:rPr>
              <a:t>R</a:t>
            </a:r>
            <a:r>
              <a:rPr lang="es-MX" altLang="en-US" sz="2000" i="1" baseline="-25000">
                <a:latin typeface="Times New Roman" panose="02020603050405020304" pitchFamily="18" charset="0"/>
              </a:rPr>
              <a:t>L</a:t>
            </a:r>
          </a:p>
        </p:txBody>
      </p:sp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7826CCB7-843F-4CD2-80E5-077F60FB1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9" y="3644901"/>
          <a:ext cx="39909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Ecuación" r:id="rId6" imgW="2286000" imgH="457200" progId="Equation.3">
                  <p:embed/>
                </p:oleObj>
              </mc:Choice>
              <mc:Fallback>
                <p:oleObj name="Ecuación" r:id="rId6" imgW="2286000" imgH="457200" progId="Equation.3">
                  <p:embed/>
                  <p:pic>
                    <p:nvPicPr>
                      <p:cNvPr id="14339" name="Object 3">
                        <a:extLst>
                          <a:ext uri="{FF2B5EF4-FFF2-40B4-BE49-F238E27FC236}">
                            <a16:creationId xmlns:a16="http://schemas.microsoft.com/office/drawing/2014/main" id="{7826CCB7-843F-4CD2-80E5-077F60FB1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3644901"/>
                        <a:ext cx="3990975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7">
            <a:extLst>
              <a:ext uri="{FF2B5EF4-FFF2-40B4-BE49-F238E27FC236}">
                <a16:creationId xmlns:a16="http://schemas.microsoft.com/office/drawing/2014/main" id="{0E86B7C7-3A3E-44F5-8643-28B9C8F2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24401"/>
            <a:ext cx="611981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200">
                <a:latin typeface="Times New Roman" panose="02020603050405020304" pitchFamily="18" charset="0"/>
              </a:rPr>
              <a:t>Igualando a cero se obtiene</a:t>
            </a:r>
          </a:p>
          <a:p>
            <a:pPr>
              <a:spcBef>
                <a:spcPct val="50000"/>
              </a:spcBef>
            </a:pPr>
            <a:r>
              <a:rPr lang="es-MX" altLang="en-US" sz="2200">
                <a:latin typeface="Times New Roman" panose="02020603050405020304" pitchFamily="18" charset="0"/>
              </a:rPr>
              <a:t>			 </a:t>
            </a:r>
            <a:r>
              <a:rPr lang="es-MX" altLang="en-US" sz="2200" i="1">
                <a:latin typeface="Times New Roman" panose="02020603050405020304" pitchFamily="18" charset="0"/>
              </a:rPr>
              <a:t>R</a:t>
            </a:r>
            <a:r>
              <a:rPr lang="es-MX" altLang="en-US" sz="2200" i="1" baseline="-25000">
                <a:latin typeface="Times New Roman" panose="02020603050405020304" pitchFamily="18" charset="0"/>
              </a:rPr>
              <a:t>L</a:t>
            </a:r>
            <a:r>
              <a:rPr lang="es-MX" altLang="en-US" sz="2200" i="1">
                <a:latin typeface="Times New Roman" panose="02020603050405020304" pitchFamily="18" charset="0"/>
              </a:rPr>
              <a:t> = R</a:t>
            </a:r>
            <a:r>
              <a:rPr lang="es-MX" altLang="en-US" sz="2200" i="1" baseline="-25000">
                <a:latin typeface="Times New Roman" panose="02020603050405020304" pitchFamily="18" charset="0"/>
              </a:rPr>
              <a:t>s</a:t>
            </a:r>
          </a:p>
        </p:txBody>
      </p:sp>
      <p:pic>
        <p:nvPicPr>
          <p:cNvPr id="14345" name="Picture 8">
            <a:extLst>
              <a:ext uri="{FF2B5EF4-FFF2-40B4-BE49-F238E27FC236}">
                <a16:creationId xmlns:a16="http://schemas.microsoft.com/office/drawing/2014/main" id="{06A1D139-9813-4992-AEAA-306F89D8A5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82211" y="3215483"/>
            <a:ext cx="3922713" cy="1906587"/>
          </a:xfrm>
        </p:spPr>
      </p:pic>
      <p:sp>
        <p:nvSpPr>
          <p:cNvPr id="14346" name="Oval 12">
            <a:extLst>
              <a:ext uri="{FF2B5EF4-FFF2-40B4-BE49-F238E27FC236}">
                <a16:creationId xmlns:a16="http://schemas.microsoft.com/office/drawing/2014/main" id="{63E4B446-2C58-48F9-A962-A81A3CB99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799" y="4269583"/>
            <a:ext cx="288925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  <p:sp>
        <p:nvSpPr>
          <p:cNvPr id="14347" name="Text Box 13">
            <a:extLst>
              <a:ext uri="{FF2B5EF4-FFF2-40B4-BE49-F238E27FC236}">
                <a16:creationId xmlns:a16="http://schemas.microsoft.com/office/drawing/2014/main" id="{13ED22CD-84CB-4526-AB48-A1304EB1A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736" y="4145757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60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4348" name="Text Box 14">
            <a:extLst>
              <a:ext uri="{FF2B5EF4-FFF2-40B4-BE49-F238E27FC236}">
                <a16:creationId xmlns:a16="http://schemas.microsoft.com/office/drawing/2014/main" id="{93726D46-649A-43F2-AD6F-860734BF3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386" y="4229894"/>
            <a:ext cx="576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600">
                <a:latin typeface="Times New Roman" panose="02020603050405020304" pitchFamily="18" charset="0"/>
              </a:rPr>
              <a:t>_</a:t>
            </a:r>
          </a:p>
        </p:txBody>
      </p:sp>
      <p:sp>
        <p:nvSpPr>
          <p:cNvPr id="14349" name="Text Box 15">
            <a:extLst>
              <a:ext uri="{FF2B5EF4-FFF2-40B4-BE49-F238E27FC236}">
                <a16:creationId xmlns:a16="http://schemas.microsoft.com/office/drawing/2014/main" id="{84E147A4-8FBB-43BE-A13D-5A4190321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273" y="4223544"/>
            <a:ext cx="5762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600" i="1">
                <a:latin typeface="Times New Roman" panose="02020603050405020304" pitchFamily="18" charset="0"/>
              </a:rPr>
              <a:t>v</a:t>
            </a:r>
            <a:r>
              <a:rPr lang="es-MX" altLang="en-US" sz="1600" i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4350" name="Text Box 16">
            <a:extLst>
              <a:ext uri="{FF2B5EF4-FFF2-40B4-BE49-F238E27FC236}">
                <a16:creationId xmlns:a16="http://schemas.microsoft.com/office/drawing/2014/main" id="{0B653141-4DF3-40A9-99C1-3AA29A79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8" y="3736182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800" i="1">
                <a:latin typeface="Times New Roman" panose="02020603050405020304" pitchFamily="18" charset="0"/>
              </a:rPr>
              <a:t>R</a:t>
            </a:r>
            <a:r>
              <a:rPr lang="es-MX" altLang="en-US" sz="1800" i="1" baseline="-25000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4351" name="Text Box 17">
            <a:extLst>
              <a:ext uri="{FF2B5EF4-FFF2-40B4-BE49-F238E27FC236}">
                <a16:creationId xmlns:a16="http://schemas.microsoft.com/office/drawing/2014/main" id="{27149B3B-9E04-441C-972C-E3CE641D9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9661" y="4223545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1800" i="1">
                <a:latin typeface="Times New Roman" panose="02020603050405020304" pitchFamily="18" charset="0"/>
              </a:rPr>
              <a:t>R</a:t>
            </a:r>
            <a:r>
              <a:rPr lang="es-MX" altLang="en-US" sz="1800" i="1" baseline="-250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4352" name="Rectangle 10">
            <a:extLst>
              <a:ext uri="{FF2B5EF4-FFF2-40B4-BE49-F238E27FC236}">
                <a16:creationId xmlns:a16="http://schemas.microsoft.com/office/drawing/2014/main" id="{3CEC1420-1090-42DC-B88C-E322896FB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7573" y="3263108"/>
            <a:ext cx="1295400" cy="287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  <p:sp>
        <p:nvSpPr>
          <p:cNvPr id="14353" name="Rectangle 10">
            <a:extLst>
              <a:ext uri="{FF2B5EF4-FFF2-40B4-BE49-F238E27FC236}">
                <a16:creationId xmlns:a16="http://schemas.microsoft.com/office/drawing/2014/main" id="{306C0A47-27C2-4B2C-9B85-01AA45B81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9273" y="4329908"/>
            <a:ext cx="1295400" cy="2873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  <p:sp>
        <p:nvSpPr>
          <p:cNvPr id="14354" name="Rectangle 10">
            <a:extLst>
              <a:ext uri="{FF2B5EF4-FFF2-40B4-BE49-F238E27FC236}">
                <a16:creationId xmlns:a16="http://schemas.microsoft.com/office/drawing/2014/main" id="{4E2C65AA-5A0B-4D64-B02B-0E28AC72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1174" y="4291808"/>
            <a:ext cx="642937" cy="312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78C1513D-24F6-4EE4-8FAD-FB888B28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BF7315-C20C-4B45-9FDD-8A8F01962CED}" type="slidenum">
              <a:rPr lang="es-ES" altLang="en-US" sz="1400">
                <a:latin typeface="Times New Roman" panose="02020603050405020304" pitchFamily="18" charset="0"/>
              </a:rPr>
              <a:pPr/>
              <a:t>19</a:t>
            </a:fld>
            <a:endParaRPr lang="es-ES" altLang="en-US" sz="1400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C7181216-C8A5-4E8C-97BF-A56130334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n-US"/>
              <a:t>Ejemplo</a:t>
            </a:r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772C4768-1A1D-4E4B-ABCA-8F69DB9D77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79875" y="3626766"/>
            <a:ext cx="4402388" cy="2897859"/>
          </a:xfrm>
        </p:spPr>
      </p:pic>
      <p:sp>
        <p:nvSpPr>
          <p:cNvPr id="58372" name="Text Box 4">
            <a:extLst>
              <a:ext uri="{FF2B5EF4-FFF2-40B4-BE49-F238E27FC236}">
                <a16:creationId xmlns:a16="http://schemas.microsoft.com/office/drawing/2014/main" id="{569F8007-0A35-4429-A5E9-FB1953594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628775"/>
            <a:ext cx="82073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>
                <a:latin typeface="Times New Roman" panose="02020603050405020304" pitchFamily="18" charset="0"/>
              </a:rPr>
              <a:t>a) </a:t>
            </a:r>
            <a:r>
              <a:rPr lang="es-MX" altLang="en-US" i="1">
                <a:latin typeface="Times New Roman" panose="02020603050405020304" pitchFamily="18" charset="0"/>
              </a:rPr>
              <a:t>R</a:t>
            </a:r>
            <a:r>
              <a:rPr lang="es-MX" altLang="en-US" baseline="-25000">
                <a:latin typeface="Times New Roman" panose="02020603050405020304" pitchFamily="18" charset="0"/>
              </a:rPr>
              <a:t>sal</a:t>
            </a:r>
            <a:r>
              <a:rPr lang="es-MX" altLang="en-US">
                <a:latin typeface="Times New Roman" panose="02020603050405020304" pitchFamily="18" charset="0"/>
              </a:rPr>
              <a:t> = 3kOhms, encuentre la potencia que recibe.</a:t>
            </a:r>
          </a:p>
          <a:p>
            <a:pPr>
              <a:spcBef>
                <a:spcPct val="50000"/>
              </a:spcBef>
            </a:pPr>
            <a:r>
              <a:rPr lang="es-MX" altLang="en-US">
                <a:latin typeface="Times New Roman" panose="02020603050405020304" pitchFamily="18" charset="0"/>
              </a:rPr>
              <a:t>b) ¿Cuál es la potencia máxima que se puede suministrar a cualquier </a:t>
            </a:r>
            <a:r>
              <a:rPr lang="es-MX" altLang="en-US" i="1">
                <a:latin typeface="Times New Roman" panose="02020603050405020304" pitchFamily="18" charset="0"/>
              </a:rPr>
              <a:t>R</a:t>
            </a:r>
            <a:r>
              <a:rPr lang="es-MX" altLang="en-US" baseline="-25000">
                <a:latin typeface="Times New Roman" panose="02020603050405020304" pitchFamily="18" charset="0"/>
              </a:rPr>
              <a:t>sal</a:t>
            </a:r>
            <a:r>
              <a:rPr lang="es-MX" altLang="en-US">
                <a:latin typeface="Times New Roman" panose="02020603050405020304" pitchFamily="18" charset="0"/>
              </a:rPr>
              <a:t>?</a:t>
            </a:r>
          </a:p>
          <a:p>
            <a:pPr>
              <a:spcBef>
                <a:spcPct val="50000"/>
              </a:spcBef>
            </a:pPr>
            <a:r>
              <a:rPr lang="es-MX" altLang="en-US">
                <a:latin typeface="Times New Roman" panose="02020603050405020304" pitchFamily="18" charset="0"/>
              </a:rPr>
              <a:t>c) Cuáles 2 valores de </a:t>
            </a:r>
            <a:r>
              <a:rPr lang="es-MX" altLang="en-US" i="1">
                <a:latin typeface="Times New Roman" panose="02020603050405020304" pitchFamily="18" charset="0"/>
              </a:rPr>
              <a:t>R</a:t>
            </a:r>
            <a:r>
              <a:rPr lang="es-MX" altLang="en-US" baseline="-25000">
                <a:latin typeface="Times New Roman" panose="02020603050405020304" pitchFamily="18" charset="0"/>
              </a:rPr>
              <a:t>sal</a:t>
            </a:r>
            <a:r>
              <a:rPr lang="es-MX" altLang="en-US">
                <a:latin typeface="Times New Roman" panose="02020603050405020304" pitchFamily="18" charset="0"/>
              </a:rPr>
              <a:t> reciben exactamente 20 mW?</a:t>
            </a:r>
          </a:p>
        </p:txBody>
      </p:sp>
      <p:sp>
        <p:nvSpPr>
          <p:cNvPr id="58373" name="Text Box 6">
            <a:extLst>
              <a:ext uri="{FF2B5EF4-FFF2-40B4-BE49-F238E27FC236}">
                <a16:creationId xmlns:a16="http://schemas.microsoft.com/office/drawing/2014/main" id="{FCC15356-AB5E-4D30-BD88-293211AED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1" y="5013326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MX" altLang="en-US" sz="2000" i="1">
                <a:latin typeface="Times New Roman" panose="02020603050405020304" pitchFamily="18" charset="0"/>
              </a:rPr>
              <a:t>R</a:t>
            </a:r>
            <a:r>
              <a:rPr lang="es-MX" altLang="en-US" sz="2000" baseline="-25000">
                <a:latin typeface="Times New Roman" panose="02020603050405020304" pitchFamily="18" charset="0"/>
              </a:rPr>
              <a:t>sal</a:t>
            </a:r>
            <a:endParaRPr lang="es-MX" altLang="en-US" sz="2000">
              <a:latin typeface="Times New Roman" panose="02020603050405020304" pitchFamily="18" charset="0"/>
            </a:endParaRPr>
          </a:p>
        </p:txBody>
      </p:sp>
      <p:sp>
        <p:nvSpPr>
          <p:cNvPr id="58374" name="Rectangle 10">
            <a:extLst>
              <a:ext uri="{FF2B5EF4-FFF2-40B4-BE49-F238E27FC236}">
                <a16:creationId xmlns:a16="http://schemas.microsoft.com/office/drawing/2014/main" id="{1FE49515-5A3F-46F7-9D4B-909761E32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501" y="4784726"/>
            <a:ext cx="626225" cy="596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s-CL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9CBAEC69-4008-479D-8FDE-67F2ACE6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601"/>
            <a:ext cx="822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7.</a:t>
            </a:r>
            <a:r>
              <a:rPr lang="es-ES" sz="2000" b="1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8 </a:t>
            </a:r>
            <a:r>
              <a:rPr lang="es-ES_tradnl" sz="2000" b="1">
                <a:solidFill>
                  <a:srgbClr val="CC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CIRCUITOS RC</a:t>
            </a:r>
            <a:endParaRPr lang="es-ES" sz="2000" b="1">
              <a:solidFill>
                <a:srgbClr val="CC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itchFamily="66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A391002-4F31-4D91-A6ED-FCD23E87A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4" y="663575"/>
            <a:ext cx="8548687" cy="44450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CC9900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ca-ES" altLang="en-US" sz="2000">
              <a:solidFill>
                <a:srgbClr val="000000"/>
              </a:solidFill>
            </a:endParaRP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DD3BBBC3-1DD9-4EEE-B714-31DC64DE8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951" y="1041401"/>
            <a:ext cx="8505825" cy="1006475"/>
          </a:xfrm>
          <a:prstGeom prst="rect">
            <a:avLst/>
          </a:prstGeom>
          <a:solidFill>
            <a:srgbClr val="FFCCCC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000000"/>
                </a:solidFill>
              </a:rPr>
              <a:t>Un circuito RC está compuesto por una resistencia y un condensador. En dichos circuitos la corriente fluye en una dirección, como en un circuito de cc, pero a diferencia de éstos, la corriente varía con el tiempo.</a:t>
            </a: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CACB9266-B95E-481D-8B98-92C9F34D4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538" y="2616201"/>
            <a:ext cx="7423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CASO 1:</a:t>
            </a:r>
            <a:r>
              <a:rPr lang="es-ES" sz="2000">
                <a:solidFill>
                  <a:srgbClr val="3333CC"/>
                </a:solidFill>
                <a:latin typeface="Arial" panose="020B0604020202020204" pitchFamily="34" charset="0"/>
              </a:rPr>
              <a:t> Proceso de carga del condensador, inicialmente descargado, cuando sus terminales se conectan en serie con un resistencia y una batería.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984128D5-7FCE-4958-973D-62EB5FC08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538" y="4130676"/>
            <a:ext cx="7423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>
                <a:solidFill>
                  <a:srgbClr val="33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CASO 2:</a:t>
            </a:r>
            <a:r>
              <a:rPr lang="es-ES" sz="2000">
                <a:solidFill>
                  <a:srgbClr val="3399FF"/>
                </a:solidFill>
                <a:latin typeface="Arial" panose="020B0604020202020204" pitchFamily="34" charset="0"/>
              </a:rPr>
              <a:t> Proceso de descarga del condensador, inicialmente cargado, cuando sus terminales se conectan en serie con un resistencia.</a:t>
            </a:r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EDEE55EA-B819-4C2F-8191-88FF82028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313" y="5613401"/>
            <a:ext cx="784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6600"/>
                </a:solidFill>
              </a:rPr>
              <a:t>Ambos procesos viene definidos por un tiempo característico</a:t>
            </a:r>
          </a:p>
        </p:txBody>
      </p:sp>
      <p:graphicFrame>
        <p:nvGraphicFramePr>
          <p:cNvPr id="10242" name="Object 1024">
            <a:extLst>
              <a:ext uri="{FF2B5EF4-FFF2-40B4-BE49-F238E27FC236}">
                <a16:creationId xmlns:a16="http://schemas.microsoft.com/office/drawing/2014/main" id="{031AD7EB-0AF4-41CB-935F-FD036D313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48788" y="5702300"/>
          <a:ext cx="812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cuación" r:id="rId4" imgW="812520" imgH="241200" progId="Equation.3">
                  <p:embed/>
                </p:oleObj>
              </mc:Choice>
              <mc:Fallback>
                <p:oleObj name="Ecuación" r:id="rId4" imgW="812520" imgH="241200" progId="Equation.3">
                  <p:embed/>
                  <p:pic>
                    <p:nvPicPr>
                      <p:cNvPr id="10242" name="Object 1024">
                        <a:extLst>
                          <a:ext uri="{FF2B5EF4-FFF2-40B4-BE49-F238E27FC236}">
                            <a16:creationId xmlns:a16="http://schemas.microsoft.com/office/drawing/2014/main" id="{031AD7EB-0AF4-41CB-935F-FD036D3138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8788" y="5702300"/>
                        <a:ext cx="8128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>
            <a:extLst>
              <a:ext uri="{FF2B5EF4-FFF2-40B4-BE49-F238E27FC236}">
                <a16:creationId xmlns:a16="http://schemas.microsoft.com/office/drawing/2014/main" id="{910FC7AC-F9F5-4B20-B121-4567CA46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6" y="319089"/>
            <a:ext cx="3890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CARGA DEL CONDENSADOR</a:t>
            </a:r>
          </a:p>
        </p:txBody>
      </p:sp>
      <p:sp>
        <p:nvSpPr>
          <p:cNvPr id="11269" name="Text Box 3">
            <a:extLst>
              <a:ext uri="{FF2B5EF4-FFF2-40B4-BE49-F238E27FC236}">
                <a16:creationId xmlns:a16="http://schemas.microsoft.com/office/drawing/2014/main" id="{EECC0161-52C1-43FB-B4A1-617586489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1" y="1165226"/>
            <a:ext cx="491172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6600"/>
                </a:solidFill>
              </a:rPr>
              <a:t>En t =0 el condensador está descargado. Al cerrar el interruptor, existe una caída de potencial entre los extremos de la resistencia y el condensador empieza a cargarse.</a:t>
            </a:r>
          </a:p>
        </p:txBody>
      </p:sp>
      <p:graphicFrame>
        <p:nvGraphicFramePr>
          <p:cNvPr id="11266" name="Object 4">
            <a:extLst>
              <a:ext uri="{FF2B5EF4-FFF2-40B4-BE49-F238E27FC236}">
                <a16:creationId xmlns:a16="http://schemas.microsoft.com/office/drawing/2014/main" id="{5C6424AD-5833-4ACE-8A0B-9295B64A98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1238" y="4170363"/>
          <a:ext cx="1828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Ecuación" r:id="rId3" imgW="1828800" imgH="787320" progId="Equation.3">
                  <p:embed/>
                </p:oleObj>
              </mc:Choice>
              <mc:Fallback>
                <p:oleObj name="Ecuación" r:id="rId3" imgW="1828800" imgH="787320" progId="Equation.3">
                  <p:embed/>
                  <p:pic>
                    <p:nvPicPr>
                      <p:cNvPr id="11266" name="Object 4">
                        <a:extLst>
                          <a:ext uri="{FF2B5EF4-FFF2-40B4-BE49-F238E27FC236}">
                            <a16:creationId xmlns:a16="http://schemas.microsoft.com/office/drawing/2014/main" id="{5C6424AD-5833-4ACE-8A0B-9295B64A98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4170363"/>
                        <a:ext cx="1828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>
            <a:extLst>
              <a:ext uri="{FF2B5EF4-FFF2-40B4-BE49-F238E27FC236}">
                <a16:creationId xmlns:a16="http://schemas.microsoft.com/office/drawing/2014/main" id="{5EBE377A-84D5-416A-A5C4-8785A9E02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7363" y="5584825"/>
          <a:ext cx="113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Ecuación" r:id="rId5" imgW="1130040" imgH="545760" progId="Equation.3">
                  <p:embed/>
                </p:oleObj>
              </mc:Choice>
              <mc:Fallback>
                <p:oleObj name="Ecuación" r:id="rId5" imgW="1130040" imgH="545760" progId="Equation.3">
                  <p:embed/>
                  <p:pic>
                    <p:nvPicPr>
                      <p:cNvPr id="11267" name="Object 5">
                        <a:extLst>
                          <a:ext uri="{FF2B5EF4-FFF2-40B4-BE49-F238E27FC236}">
                            <a16:creationId xmlns:a16="http://schemas.microsoft.com/office/drawing/2014/main" id="{5EBE377A-84D5-416A-A5C4-8785A9E02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3" y="5584825"/>
                        <a:ext cx="1130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0" name="Picture 6">
            <a:extLst>
              <a:ext uri="{FF2B5EF4-FFF2-40B4-BE49-F238E27FC236}">
                <a16:creationId xmlns:a16="http://schemas.microsoft.com/office/drawing/2014/main" id="{4DB7D84B-0937-4CE7-B06B-159CD83F1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8" y="3367089"/>
            <a:ext cx="308610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>
            <a:extLst>
              <a:ext uri="{FF2B5EF4-FFF2-40B4-BE49-F238E27FC236}">
                <a16:creationId xmlns:a16="http://schemas.microsoft.com/office/drawing/2014/main" id="{5CA6F269-264E-4249-823D-EB7799B6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89" y="3429001"/>
            <a:ext cx="2257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CE5D2A09-918C-49C7-962F-63500CF65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1019176"/>
            <a:ext cx="31432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3" name="Rectangle 9">
            <a:extLst>
              <a:ext uri="{FF2B5EF4-FFF2-40B4-BE49-F238E27FC236}">
                <a16:creationId xmlns:a16="http://schemas.microsoft.com/office/drawing/2014/main" id="{22F91BFD-1397-4999-AF45-04FF19033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014" y="4062413"/>
            <a:ext cx="2211387" cy="1041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7CF75072-71C3-4503-A68B-126AFCC1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938" y="5592764"/>
            <a:ext cx="1573212" cy="68103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D4DA8C2C-7691-4B6F-84A4-2DBC02B7D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5905501"/>
            <a:ext cx="4826000" cy="396875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Condensador cargado </a:t>
            </a:r>
            <a:r>
              <a:rPr lang="es-ES" altLang="en-US" sz="2000">
                <a:solidFill>
                  <a:srgbClr val="FFFFFF"/>
                </a:solidFill>
                <a:sym typeface="Symbol" panose="05050102010706020507" pitchFamily="18" charset="2"/>
              </a:rPr>
              <a:t> Circuito abierto</a:t>
            </a:r>
            <a:endParaRPr lang="es-ES" altLang="en-US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>
            <a:extLst>
              <a:ext uri="{FF2B5EF4-FFF2-40B4-BE49-F238E27FC236}">
                <a16:creationId xmlns:a16="http://schemas.microsoft.com/office/drawing/2014/main" id="{9E26CE45-05E1-4926-BD9F-82548D56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319089"/>
            <a:ext cx="440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DESCARGA DEL CONDENSADOR</a:t>
            </a:r>
          </a:p>
        </p:txBody>
      </p:sp>
      <p:sp>
        <p:nvSpPr>
          <p:cNvPr id="12293" name="Text Box 3">
            <a:extLst>
              <a:ext uri="{FF2B5EF4-FFF2-40B4-BE49-F238E27FC236}">
                <a16:creationId xmlns:a16="http://schemas.microsoft.com/office/drawing/2014/main" id="{7EBAE6A7-1B72-4CE9-9D26-A2575BE86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1" y="1165226"/>
            <a:ext cx="491172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336600"/>
                </a:solidFill>
              </a:rPr>
              <a:t>En t =0 el condensador está cargado. Al cerrar el interruptor, existe una caída de potencial entre los extremos de la resistencia debido a la corriente inicial y el condensador empieza a descargarse.</a:t>
            </a:r>
          </a:p>
        </p:txBody>
      </p:sp>
      <p:pic>
        <p:nvPicPr>
          <p:cNvPr id="12294" name="Picture 4" descr="F26-37B">
            <a:extLst>
              <a:ext uri="{FF2B5EF4-FFF2-40B4-BE49-F238E27FC236}">
                <a16:creationId xmlns:a16="http://schemas.microsoft.com/office/drawing/2014/main" id="{0F1346AA-E7FB-4040-9A17-32BB05191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6" y="950914"/>
            <a:ext cx="2601913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5" descr="fonsclar">
            <a:extLst>
              <a:ext uri="{FF2B5EF4-FFF2-40B4-BE49-F238E27FC236}">
                <a16:creationId xmlns:a16="http://schemas.microsoft.com/office/drawing/2014/main" id="{90FB1801-396B-4A39-BFC7-7DC65CCF4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300" y="2763839"/>
            <a:ext cx="558800" cy="384175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pic>
        <p:nvPicPr>
          <p:cNvPr id="12296" name="Picture 6">
            <a:extLst>
              <a:ext uri="{FF2B5EF4-FFF2-40B4-BE49-F238E27FC236}">
                <a16:creationId xmlns:a16="http://schemas.microsoft.com/office/drawing/2014/main" id="{7DB9CC97-F497-488B-9914-E4238E6D9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764" y="3367089"/>
            <a:ext cx="3019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7">
            <a:extLst>
              <a:ext uri="{FF2B5EF4-FFF2-40B4-BE49-F238E27FC236}">
                <a16:creationId xmlns:a16="http://schemas.microsoft.com/office/drawing/2014/main" id="{A6D0FF2D-BD59-4817-AD79-217FD49C6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1" y="3052764"/>
            <a:ext cx="30194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290" name="Object 8">
            <a:extLst>
              <a:ext uri="{FF2B5EF4-FFF2-40B4-BE49-F238E27FC236}">
                <a16:creationId xmlns:a16="http://schemas.microsoft.com/office/drawing/2014/main" id="{9362054D-F122-41C3-8307-C248453CAA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2238" y="3802063"/>
          <a:ext cx="128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cuación" r:id="rId7" imgW="1282680" imgH="545760" progId="Equation.3">
                  <p:embed/>
                </p:oleObj>
              </mc:Choice>
              <mc:Fallback>
                <p:oleObj name="Ecuación" r:id="rId7" imgW="1282680" imgH="545760" progId="Equation.3">
                  <p:embed/>
                  <p:pic>
                    <p:nvPicPr>
                      <p:cNvPr id="12290" name="Object 8">
                        <a:extLst>
                          <a:ext uri="{FF2B5EF4-FFF2-40B4-BE49-F238E27FC236}">
                            <a16:creationId xmlns:a16="http://schemas.microsoft.com/office/drawing/2014/main" id="{9362054D-F122-41C3-8307-C248453CAA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3802063"/>
                        <a:ext cx="12827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9">
            <a:extLst>
              <a:ext uri="{FF2B5EF4-FFF2-40B4-BE49-F238E27FC236}">
                <a16:creationId xmlns:a16="http://schemas.microsoft.com/office/drawing/2014/main" id="{9A0AD792-E036-48C1-8E4B-CF0A2EA74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2363" y="5372101"/>
          <a:ext cx="18589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cuación" r:id="rId9" imgW="812520" imgH="342720" progId="Equation.3">
                  <p:embed/>
                </p:oleObj>
              </mc:Choice>
              <mc:Fallback>
                <p:oleObj name="Ecuación" r:id="rId9" imgW="812520" imgH="342720" progId="Equation.3">
                  <p:embed/>
                  <p:pic>
                    <p:nvPicPr>
                      <p:cNvPr id="12291" name="Object 9">
                        <a:extLst>
                          <a:ext uri="{FF2B5EF4-FFF2-40B4-BE49-F238E27FC236}">
                            <a16:creationId xmlns:a16="http://schemas.microsoft.com/office/drawing/2014/main" id="{9A0AD792-E036-48C1-8E4B-CF0A2EA747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363" y="5372101"/>
                        <a:ext cx="18589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10">
            <a:extLst>
              <a:ext uri="{FF2B5EF4-FFF2-40B4-BE49-F238E27FC236}">
                <a16:creationId xmlns:a16="http://schemas.microsoft.com/office/drawing/2014/main" id="{834EE3CB-1257-4807-ABF1-BE45818C0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3594100"/>
            <a:ext cx="1722438" cy="97313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2991ACEA-155D-45D6-A388-CB1AA5474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5311775"/>
            <a:ext cx="1987550" cy="93503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2300" name="Text Box 12">
            <a:extLst>
              <a:ext uri="{FF2B5EF4-FFF2-40B4-BE49-F238E27FC236}">
                <a16:creationId xmlns:a16="http://schemas.microsoft.com/office/drawing/2014/main" id="{C7246BF0-D2ED-4FB3-8735-E9064349F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5905501"/>
            <a:ext cx="4826000" cy="396875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2000">
                <a:solidFill>
                  <a:srgbClr val="FFFFFF"/>
                </a:solidFill>
              </a:rPr>
              <a:t>Condensador descargado </a:t>
            </a:r>
            <a:r>
              <a:rPr lang="es-ES" altLang="en-US" sz="2000">
                <a:solidFill>
                  <a:srgbClr val="FFFFFF"/>
                </a:solidFill>
                <a:sym typeface="Symbol" panose="05050102010706020507" pitchFamily="18" charset="2"/>
              </a:rPr>
              <a:t> Cortocircuito</a:t>
            </a:r>
            <a:endParaRPr lang="es-ES" altLang="en-US" sz="2000">
              <a:solidFill>
                <a:srgbClr val="FFFFFF"/>
              </a:solidFill>
            </a:endParaRPr>
          </a:p>
        </p:txBody>
      </p:sp>
      <p:sp>
        <p:nvSpPr>
          <p:cNvPr id="12301" name="Text Box 13">
            <a:extLst>
              <a:ext uri="{FF2B5EF4-FFF2-40B4-BE49-F238E27FC236}">
                <a16:creationId xmlns:a16="http://schemas.microsoft.com/office/drawing/2014/main" id="{0FB92B37-FD18-41F8-A99F-25E074F22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8150" y="6165851"/>
            <a:ext cx="1062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s-ES" altLang="en-US" sz="1800">
                <a:solidFill>
                  <a:srgbClr val="000000"/>
                </a:solidFill>
                <a:hlinkClick r:id="rId11" action="ppaction://hlinkfile"/>
              </a:rPr>
              <a:t>Ejemplo</a:t>
            </a:r>
            <a:endParaRPr lang="es-ES" altLang="en-US" sz="1800">
              <a:solidFill>
                <a:srgbClr val="000000"/>
              </a:solidFill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153AEF03-1FEE-409B-8705-5C15324BA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176" y="3074989"/>
            <a:ext cx="2371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2000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Gráfica del </a:t>
            </a:r>
            <a:r>
              <a:rPr lang="es-ES" sz="2000" b="1" dirty="0" err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Tipler</a:t>
            </a:r>
            <a:endParaRPr lang="es-ES" sz="2000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E25D1FD1-EEC3-41F8-9751-FEAB0A7C8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6" y="630238"/>
            <a:ext cx="79089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Proceso de descarga ( Vo = E): gráficas</a:t>
            </a:r>
            <a:r>
              <a:rPr lang="es-ES" altLang="en-US" sz="2000" b="1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13317" name="Group 3">
            <a:extLst>
              <a:ext uri="{FF2B5EF4-FFF2-40B4-BE49-F238E27FC236}">
                <a16:creationId xmlns:a16="http://schemas.microsoft.com/office/drawing/2014/main" id="{C38D7DD8-12F2-42D2-8665-16DB5BC67C57}"/>
              </a:ext>
            </a:extLst>
          </p:cNvPr>
          <p:cNvGrpSpPr>
            <a:grpSpLocks/>
          </p:cNvGrpSpPr>
          <p:nvPr/>
        </p:nvGrpSpPr>
        <p:grpSpPr bwMode="auto">
          <a:xfrm>
            <a:off x="4557713" y="1470025"/>
            <a:ext cx="82550" cy="1752600"/>
            <a:chOff x="1911" y="926"/>
            <a:chExt cx="52" cy="1104"/>
          </a:xfrm>
        </p:grpSpPr>
        <p:sp>
          <p:nvSpPr>
            <p:cNvPr id="13424" name="Freeform 4">
              <a:extLst>
                <a:ext uri="{FF2B5EF4-FFF2-40B4-BE49-F238E27FC236}">
                  <a16:creationId xmlns:a16="http://schemas.microsoft.com/office/drawing/2014/main" id="{6299467A-427B-4457-8763-9C5CAF157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926"/>
              <a:ext cx="52" cy="102"/>
            </a:xfrm>
            <a:custGeom>
              <a:avLst/>
              <a:gdLst>
                <a:gd name="T0" fmla="*/ 26 w 52"/>
                <a:gd name="T1" fmla="*/ 0 h 102"/>
                <a:gd name="T2" fmla="*/ 52 w 52"/>
                <a:gd name="T3" fmla="*/ 102 h 102"/>
                <a:gd name="T4" fmla="*/ 26 w 52"/>
                <a:gd name="T5" fmla="*/ 102 h 102"/>
                <a:gd name="T6" fmla="*/ 0 w 52"/>
                <a:gd name="T7" fmla="*/ 102 h 102"/>
                <a:gd name="T8" fmla="*/ 26 w 52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02"/>
                <a:gd name="T17" fmla="*/ 52 w 52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02">
                  <a:moveTo>
                    <a:pt x="26" y="0"/>
                  </a:moveTo>
                  <a:lnTo>
                    <a:pt x="52" y="102"/>
                  </a:lnTo>
                  <a:lnTo>
                    <a:pt x="26" y="102"/>
                  </a:lnTo>
                  <a:lnTo>
                    <a:pt x="0" y="10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425" name="Line 5">
              <a:extLst>
                <a:ext uri="{FF2B5EF4-FFF2-40B4-BE49-F238E27FC236}">
                  <a16:creationId xmlns:a16="http://schemas.microsoft.com/office/drawing/2014/main" id="{6BDBDF05-C6AC-4628-90D6-C979590C1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7" y="1028"/>
              <a:ext cx="1" cy="100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18" name="Group 6">
            <a:extLst>
              <a:ext uri="{FF2B5EF4-FFF2-40B4-BE49-F238E27FC236}">
                <a16:creationId xmlns:a16="http://schemas.microsoft.com/office/drawing/2014/main" id="{79F6A4CE-55A9-4557-B50F-A30BE00D5A64}"/>
              </a:ext>
            </a:extLst>
          </p:cNvPr>
          <p:cNvGrpSpPr>
            <a:grpSpLocks/>
          </p:cNvGrpSpPr>
          <p:nvPr/>
        </p:nvGrpSpPr>
        <p:grpSpPr bwMode="auto">
          <a:xfrm>
            <a:off x="3495676" y="3100388"/>
            <a:ext cx="5940425" cy="101600"/>
            <a:chOff x="1242" y="1953"/>
            <a:chExt cx="3742" cy="64"/>
          </a:xfrm>
        </p:grpSpPr>
        <p:sp>
          <p:nvSpPr>
            <p:cNvPr id="13422" name="Freeform 7">
              <a:extLst>
                <a:ext uri="{FF2B5EF4-FFF2-40B4-BE49-F238E27FC236}">
                  <a16:creationId xmlns:a16="http://schemas.microsoft.com/office/drawing/2014/main" id="{05E13819-FBA2-4538-8E7E-B8916A5EA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1953"/>
              <a:ext cx="102" cy="64"/>
            </a:xfrm>
            <a:custGeom>
              <a:avLst/>
              <a:gdLst>
                <a:gd name="T0" fmla="*/ 102 w 102"/>
                <a:gd name="T1" fmla="*/ 38 h 64"/>
                <a:gd name="T2" fmla="*/ 0 w 102"/>
                <a:gd name="T3" fmla="*/ 64 h 64"/>
                <a:gd name="T4" fmla="*/ 0 w 102"/>
                <a:gd name="T5" fmla="*/ 38 h 64"/>
                <a:gd name="T6" fmla="*/ 0 w 102"/>
                <a:gd name="T7" fmla="*/ 0 h 64"/>
                <a:gd name="T8" fmla="*/ 102 w 102"/>
                <a:gd name="T9" fmla="*/ 38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"/>
                <a:gd name="T16" fmla="*/ 0 h 64"/>
                <a:gd name="T17" fmla="*/ 102 w 102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" h="64">
                  <a:moveTo>
                    <a:pt x="102" y="38"/>
                  </a:moveTo>
                  <a:lnTo>
                    <a:pt x="0" y="64"/>
                  </a:lnTo>
                  <a:lnTo>
                    <a:pt x="0" y="38"/>
                  </a:lnTo>
                  <a:lnTo>
                    <a:pt x="0" y="0"/>
                  </a:lnTo>
                  <a:lnTo>
                    <a:pt x="102" y="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423" name="Line 8">
              <a:extLst>
                <a:ext uri="{FF2B5EF4-FFF2-40B4-BE49-F238E27FC236}">
                  <a16:creationId xmlns:a16="http://schemas.microsoft.com/office/drawing/2014/main" id="{B2BC8694-1110-4A19-BA66-3C9043A6F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2" y="1991"/>
              <a:ext cx="364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19" name="Group 9">
            <a:extLst>
              <a:ext uri="{FF2B5EF4-FFF2-40B4-BE49-F238E27FC236}">
                <a16:creationId xmlns:a16="http://schemas.microsoft.com/office/drawing/2014/main" id="{83BB31EA-130B-4EAF-AC6D-30E02231F916}"/>
              </a:ext>
            </a:extLst>
          </p:cNvPr>
          <p:cNvGrpSpPr>
            <a:grpSpLocks/>
          </p:cNvGrpSpPr>
          <p:nvPr/>
        </p:nvGrpSpPr>
        <p:grpSpPr bwMode="auto">
          <a:xfrm>
            <a:off x="4619625" y="1938339"/>
            <a:ext cx="4673600" cy="1587"/>
            <a:chOff x="1950" y="1221"/>
            <a:chExt cx="2944" cy="1"/>
          </a:xfrm>
        </p:grpSpPr>
        <p:sp>
          <p:nvSpPr>
            <p:cNvPr id="13396" name="Line 10">
              <a:extLst>
                <a:ext uri="{FF2B5EF4-FFF2-40B4-BE49-F238E27FC236}">
                  <a16:creationId xmlns:a16="http://schemas.microsoft.com/office/drawing/2014/main" id="{4E3BB62C-2978-40FF-9BFE-2E5C9C929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7" name="Line 11">
              <a:extLst>
                <a:ext uri="{FF2B5EF4-FFF2-40B4-BE49-F238E27FC236}">
                  <a16:creationId xmlns:a16="http://schemas.microsoft.com/office/drawing/2014/main" id="{454B548E-C933-40D4-AA85-E129FCD5A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8" name="Line 12">
              <a:extLst>
                <a:ext uri="{FF2B5EF4-FFF2-40B4-BE49-F238E27FC236}">
                  <a16:creationId xmlns:a16="http://schemas.microsoft.com/office/drawing/2014/main" id="{410BC438-92C1-4E79-9E2D-1EEB56D96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99" name="Line 13">
              <a:extLst>
                <a:ext uri="{FF2B5EF4-FFF2-40B4-BE49-F238E27FC236}">
                  <a16:creationId xmlns:a16="http://schemas.microsoft.com/office/drawing/2014/main" id="{44C1E272-88FA-4FAD-AF0F-FF58721F0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7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0" name="Line 14">
              <a:extLst>
                <a:ext uri="{FF2B5EF4-FFF2-40B4-BE49-F238E27FC236}">
                  <a16:creationId xmlns:a16="http://schemas.microsoft.com/office/drawing/2014/main" id="{E924F3A0-B737-4FFF-BF97-3824A54F4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1" name="Line 15">
              <a:extLst>
                <a:ext uri="{FF2B5EF4-FFF2-40B4-BE49-F238E27FC236}">
                  <a16:creationId xmlns:a16="http://schemas.microsoft.com/office/drawing/2014/main" id="{FF046A21-54B3-4956-9FE4-018021861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2" name="Line 16">
              <a:extLst>
                <a:ext uri="{FF2B5EF4-FFF2-40B4-BE49-F238E27FC236}">
                  <a16:creationId xmlns:a16="http://schemas.microsoft.com/office/drawing/2014/main" id="{54F3B68C-B531-4F26-846E-E31A524B5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4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3" name="Line 17">
              <a:extLst>
                <a:ext uri="{FF2B5EF4-FFF2-40B4-BE49-F238E27FC236}">
                  <a16:creationId xmlns:a16="http://schemas.microsoft.com/office/drawing/2014/main" id="{6A4B1269-EBD5-411E-A646-A84CCE874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4" name="Line 18">
              <a:extLst>
                <a:ext uri="{FF2B5EF4-FFF2-40B4-BE49-F238E27FC236}">
                  <a16:creationId xmlns:a16="http://schemas.microsoft.com/office/drawing/2014/main" id="{5F871D86-7D49-4249-80E2-8B7B9643E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5" name="Line 19">
              <a:extLst>
                <a:ext uri="{FF2B5EF4-FFF2-40B4-BE49-F238E27FC236}">
                  <a16:creationId xmlns:a16="http://schemas.microsoft.com/office/drawing/2014/main" id="{D4ABE46A-456E-4CE1-BD16-C28152A82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6" name="Line 20">
              <a:extLst>
                <a:ext uri="{FF2B5EF4-FFF2-40B4-BE49-F238E27FC236}">
                  <a16:creationId xmlns:a16="http://schemas.microsoft.com/office/drawing/2014/main" id="{B24BBE76-D805-43B6-9377-588E4A269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7" name="Line 21">
              <a:extLst>
                <a:ext uri="{FF2B5EF4-FFF2-40B4-BE49-F238E27FC236}">
                  <a16:creationId xmlns:a16="http://schemas.microsoft.com/office/drawing/2014/main" id="{7611D918-8630-47E7-9F31-C10B344AA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8" name="Line 22">
              <a:extLst>
                <a:ext uri="{FF2B5EF4-FFF2-40B4-BE49-F238E27FC236}">
                  <a16:creationId xmlns:a16="http://schemas.microsoft.com/office/drawing/2014/main" id="{EA74A74A-484C-4095-B4B7-A1D49CE6C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09" name="Line 23">
              <a:extLst>
                <a:ext uri="{FF2B5EF4-FFF2-40B4-BE49-F238E27FC236}">
                  <a16:creationId xmlns:a16="http://schemas.microsoft.com/office/drawing/2014/main" id="{C712B0A9-342D-43AB-9ADA-7DA53C282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0" name="Line 24">
              <a:extLst>
                <a:ext uri="{FF2B5EF4-FFF2-40B4-BE49-F238E27FC236}">
                  <a16:creationId xmlns:a16="http://schemas.microsoft.com/office/drawing/2014/main" id="{8C05219C-5D94-4C2C-81E4-BA81FA37A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1" name="Line 25">
              <a:extLst>
                <a:ext uri="{FF2B5EF4-FFF2-40B4-BE49-F238E27FC236}">
                  <a16:creationId xmlns:a16="http://schemas.microsoft.com/office/drawing/2014/main" id="{C4ECA0EC-1EAB-4DA1-8D18-B454BFA0C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6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2" name="Line 26">
              <a:extLst>
                <a:ext uri="{FF2B5EF4-FFF2-40B4-BE49-F238E27FC236}">
                  <a16:creationId xmlns:a16="http://schemas.microsoft.com/office/drawing/2014/main" id="{85EFF009-7617-4681-9F70-EB2515ED1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3" name="Line 27">
              <a:extLst>
                <a:ext uri="{FF2B5EF4-FFF2-40B4-BE49-F238E27FC236}">
                  <a16:creationId xmlns:a16="http://schemas.microsoft.com/office/drawing/2014/main" id="{421EBD51-CF4A-4854-9F4C-72B3CFFC5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4" name="Line 28">
              <a:extLst>
                <a:ext uri="{FF2B5EF4-FFF2-40B4-BE49-F238E27FC236}">
                  <a16:creationId xmlns:a16="http://schemas.microsoft.com/office/drawing/2014/main" id="{D6863024-DBA6-4091-88D2-EBC980AB0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5" name="Line 29">
              <a:extLst>
                <a:ext uri="{FF2B5EF4-FFF2-40B4-BE49-F238E27FC236}">
                  <a16:creationId xmlns:a16="http://schemas.microsoft.com/office/drawing/2014/main" id="{C7BB3D05-1E4B-4499-9967-22A5D670F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9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6" name="Line 30">
              <a:extLst>
                <a:ext uri="{FF2B5EF4-FFF2-40B4-BE49-F238E27FC236}">
                  <a16:creationId xmlns:a16="http://schemas.microsoft.com/office/drawing/2014/main" id="{E7D1338C-06FA-4085-B25C-0BA97E200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7" name="Line 31">
              <a:extLst>
                <a:ext uri="{FF2B5EF4-FFF2-40B4-BE49-F238E27FC236}">
                  <a16:creationId xmlns:a16="http://schemas.microsoft.com/office/drawing/2014/main" id="{C69C0E96-C321-4D54-9DF1-1165C48AC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0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8" name="Line 32">
              <a:extLst>
                <a:ext uri="{FF2B5EF4-FFF2-40B4-BE49-F238E27FC236}">
                  <a16:creationId xmlns:a16="http://schemas.microsoft.com/office/drawing/2014/main" id="{52AAE98E-F99F-4E89-9B2E-BBDA6F97D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6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19" name="Line 33">
              <a:extLst>
                <a:ext uri="{FF2B5EF4-FFF2-40B4-BE49-F238E27FC236}">
                  <a16:creationId xmlns:a16="http://schemas.microsoft.com/office/drawing/2014/main" id="{94087C18-BBB5-4B67-AA75-C3AA6173F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1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20" name="Line 34">
              <a:extLst>
                <a:ext uri="{FF2B5EF4-FFF2-40B4-BE49-F238E27FC236}">
                  <a16:creationId xmlns:a16="http://schemas.microsoft.com/office/drawing/2014/main" id="{9E919B95-3A15-4BC3-A02D-B159C0A95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7" y="12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21" name="Line 35">
              <a:extLst>
                <a:ext uri="{FF2B5EF4-FFF2-40B4-BE49-F238E27FC236}">
                  <a16:creationId xmlns:a16="http://schemas.microsoft.com/office/drawing/2014/main" id="{0818D0AA-D073-422F-AC22-A0C5B8E73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3" y="1221"/>
              <a:ext cx="51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20" name="Line 36">
            <a:extLst>
              <a:ext uri="{FF2B5EF4-FFF2-40B4-BE49-F238E27FC236}">
                <a16:creationId xmlns:a16="http://schemas.microsoft.com/office/drawing/2014/main" id="{5DD69B35-ACF8-4CF1-8BB9-08DFC44814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55988" y="1947864"/>
            <a:ext cx="1122362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321" name="Group 37">
            <a:extLst>
              <a:ext uri="{FF2B5EF4-FFF2-40B4-BE49-F238E27FC236}">
                <a16:creationId xmlns:a16="http://schemas.microsoft.com/office/drawing/2014/main" id="{B57B9DB3-F4A9-4F25-88FD-26C93DF78543}"/>
              </a:ext>
            </a:extLst>
          </p:cNvPr>
          <p:cNvGrpSpPr>
            <a:grpSpLocks/>
          </p:cNvGrpSpPr>
          <p:nvPr/>
        </p:nvGrpSpPr>
        <p:grpSpPr bwMode="auto">
          <a:xfrm>
            <a:off x="4065589" y="1387474"/>
            <a:ext cx="481013" cy="333375"/>
            <a:chOff x="1601" y="874"/>
            <a:chExt cx="303" cy="210"/>
          </a:xfrm>
        </p:grpSpPr>
        <p:sp>
          <p:nvSpPr>
            <p:cNvPr id="13391" name="Rectangle 38">
              <a:extLst>
                <a:ext uri="{FF2B5EF4-FFF2-40B4-BE49-F238E27FC236}">
                  <a16:creationId xmlns:a16="http://schemas.microsoft.com/office/drawing/2014/main" id="{3334EBC3-4B24-47E2-BFDB-663D71A5B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874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2" name="Rectangle 39">
              <a:extLst>
                <a:ext uri="{FF2B5EF4-FFF2-40B4-BE49-F238E27FC236}">
                  <a16:creationId xmlns:a16="http://schemas.microsoft.com/office/drawing/2014/main" id="{67FDC1E8-769F-451A-80A0-9DBB636B8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" y="977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3" name="Rectangle 40">
              <a:extLst>
                <a:ext uri="{FF2B5EF4-FFF2-40B4-BE49-F238E27FC236}">
                  <a16:creationId xmlns:a16="http://schemas.microsoft.com/office/drawing/2014/main" id="{F1FD6562-2E58-4BB6-B7F1-B51608013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874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4" name="Rectangle 41">
              <a:extLst>
                <a:ext uri="{FF2B5EF4-FFF2-40B4-BE49-F238E27FC236}">
                  <a16:creationId xmlns:a16="http://schemas.microsoft.com/office/drawing/2014/main" id="{140E76AE-05BE-4F2D-BBAE-DEEA3CD77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874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5" name="Rectangle 42">
              <a:extLst>
                <a:ext uri="{FF2B5EF4-FFF2-40B4-BE49-F238E27FC236}">
                  <a16:creationId xmlns:a16="http://schemas.microsoft.com/office/drawing/2014/main" id="{73F455E1-3578-4139-B226-936A8DB57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" y="874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22" name="Rectangle 43">
            <a:extLst>
              <a:ext uri="{FF2B5EF4-FFF2-40B4-BE49-F238E27FC236}">
                <a16:creationId xmlns:a16="http://schemas.microsoft.com/office/drawing/2014/main" id="{385AD445-3708-4D52-A78B-79702E133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106" y="2957513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23" name="Group 44">
            <a:extLst>
              <a:ext uri="{FF2B5EF4-FFF2-40B4-BE49-F238E27FC236}">
                <a16:creationId xmlns:a16="http://schemas.microsoft.com/office/drawing/2014/main" id="{104C3450-1DD3-49F2-ABC4-7B2E7EE0458C}"/>
              </a:ext>
            </a:extLst>
          </p:cNvPr>
          <p:cNvGrpSpPr>
            <a:grpSpLocks/>
          </p:cNvGrpSpPr>
          <p:nvPr/>
        </p:nvGrpSpPr>
        <p:grpSpPr bwMode="auto">
          <a:xfrm>
            <a:off x="8474084" y="1592266"/>
            <a:ext cx="982663" cy="352425"/>
            <a:chOff x="4378" y="1003"/>
            <a:chExt cx="619" cy="222"/>
          </a:xfrm>
        </p:grpSpPr>
        <p:sp>
          <p:nvSpPr>
            <p:cNvPr id="13384" name="Rectangle 45">
              <a:extLst>
                <a:ext uri="{FF2B5EF4-FFF2-40B4-BE49-F238E27FC236}">
                  <a16:creationId xmlns:a16="http://schemas.microsoft.com/office/drawing/2014/main" id="{576C8E87-9EB7-4D11-A5CA-D7EF4FB60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" y="1003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5" name="Rectangle 46">
              <a:extLst>
                <a:ext uri="{FF2B5EF4-FFF2-40B4-BE49-F238E27FC236}">
                  <a16:creationId xmlns:a16="http://schemas.microsoft.com/office/drawing/2014/main" id="{32C4481A-2A69-4B0A-88CE-69155CEBB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1118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6" name="Rectangle 47">
              <a:extLst>
                <a:ext uri="{FF2B5EF4-FFF2-40B4-BE49-F238E27FC236}">
                  <a16:creationId xmlns:a16="http://schemas.microsoft.com/office/drawing/2014/main" id="{FB7712E5-EEC6-447D-8293-EED846AEF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" y="1003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7" name="Rectangle 48">
              <a:extLst>
                <a:ext uri="{FF2B5EF4-FFF2-40B4-BE49-F238E27FC236}">
                  <a16:creationId xmlns:a16="http://schemas.microsoft.com/office/drawing/2014/main" id="{FF5D81A0-B78F-4C60-ACF8-0C259F25C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1003"/>
              <a:ext cx="10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¥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8" name="Rectangle 49">
              <a:extLst>
                <a:ext uri="{FF2B5EF4-FFF2-40B4-BE49-F238E27FC236}">
                  <a16:creationId xmlns:a16="http://schemas.microsoft.com/office/drawing/2014/main" id="{56AE80E7-AF09-4D31-AE68-3682E09AC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1003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9" name="Rectangle 50">
              <a:extLst>
                <a:ext uri="{FF2B5EF4-FFF2-40B4-BE49-F238E27FC236}">
                  <a16:creationId xmlns:a16="http://schemas.microsoft.com/office/drawing/2014/main" id="{C268A5F2-4F16-4421-A527-B2AEBF3E5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1003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90" name="Rectangle 51">
              <a:extLst>
                <a:ext uri="{FF2B5EF4-FFF2-40B4-BE49-F238E27FC236}">
                  <a16:creationId xmlns:a16="http://schemas.microsoft.com/office/drawing/2014/main" id="{86EBF3D9-C1E8-48EE-91A1-89F54122F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" y="1003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24" name="Group 52">
            <a:extLst>
              <a:ext uri="{FF2B5EF4-FFF2-40B4-BE49-F238E27FC236}">
                <a16:creationId xmlns:a16="http://schemas.microsoft.com/office/drawing/2014/main" id="{4A445AC5-0C49-4517-A834-E81ABEC34255}"/>
              </a:ext>
            </a:extLst>
          </p:cNvPr>
          <p:cNvGrpSpPr>
            <a:grpSpLocks/>
          </p:cNvGrpSpPr>
          <p:nvPr/>
        </p:nvGrpSpPr>
        <p:grpSpPr bwMode="auto">
          <a:xfrm>
            <a:off x="3717925" y="3201993"/>
            <a:ext cx="1911350" cy="373063"/>
            <a:chOff x="1382" y="2017"/>
            <a:chExt cx="1204" cy="235"/>
          </a:xfrm>
        </p:grpSpPr>
        <p:sp>
          <p:nvSpPr>
            <p:cNvPr id="13369" name="Rectangle 53">
              <a:extLst>
                <a:ext uri="{FF2B5EF4-FFF2-40B4-BE49-F238E27FC236}">
                  <a16:creationId xmlns:a16="http://schemas.microsoft.com/office/drawing/2014/main" id="{ACEFE6ED-478C-4066-AC5C-181A09B2F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2030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0" name="Rectangle 54">
              <a:extLst>
                <a:ext uri="{FF2B5EF4-FFF2-40B4-BE49-F238E27FC236}">
                  <a16:creationId xmlns:a16="http://schemas.microsoft.com/office/drawing/2014/main" id="{163B82F5-4201-48F8-B8A2-5AE3E8E2C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2" y="2145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1" name="Rectangle 55">
              <a:extLst>
                <a:ext uri="{FF2B5EF4-FFF2-40B4-BE49-F238E27FC236}">
                  <a16:creationId xmlns:a16="http://schemas.microsoft.com/office/drawing/2014/main" id="{8B8CE387-8E80-4D7D-BBA1-041BB46B1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2" name="Rectangle 56">
              <a:extLst>
                <a:ext uri="{FF2B5EF4-FFF2-40B4-BE49-F238E27FC236}">
                  <a16:creationId xmlns:a16="http://schemas.microsoft.com/office/drawing/2014/main" id="{3E88FCA6-49EB-40DC-BC56-4D60AEEDB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3" y="2030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3" name="Rectangle 57">
              <a:extLst>
                <a:ext uri="{FF2B5EF4-FFF2-40B4-BE49-F238E27FC236}">
                  <a16:creationId xmlns:a16="http://schemas.microsoft.com/office/drawing/2014/main" id="{15C55D5B-170C-46CE-976C-3D7C60D1A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017"/>
              <a:ext cx="4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4" name="Rectangle 58">
              <a:extLst>
                <a:ext uri="{FF2B5EF4-FFF2-40B4-BE49-F238E27FC236}">
                  <a16:creationId xmlns:a16="http://schemas.microsoft.com/office/drawing/2014/main" id="{6CD34BDC-B9B2-4C93-910F-95284DD9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5" name="Rectangle 59">
              <a:extLst>
                <a:ext uri="{FF2B5EF4-FFF2-40B4-BE49-F238E27FC236}">
                  <a16:creationId xmlns:a16="http://schemas.microsoft.com/office/drawing/2014/main" id="{1B44C721-F0DB-4FA5-8477-0F9B1A0B9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2030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6" name="Rectangle 60">
              <a:extLst>
                <a:ext uri="{FF2B5EF4-FFF2-40B4-BE49-F238E27FC236}">
                  <a16:creationId xmlns:a16="http://schemas.microsoft.com/office/drawing/2014/main" id="{9D024587-639D-4B72-8F45-9429771DB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030"/>
              <a:ext cx="9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7" name="Rectangle 61">
              <a:extLst>
                <a:ext uri="{FF2B5EF4-FFF2-40B4-BE49-F238E27FC236}">
                  <a16:creationId xmlns:a16="http://schemas.microsoft.com/office/drawing/2014/main" id="{814ABC45-7338-461C-AD3F-585D4CCE7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5" y="2030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8" name="Rectangle 62">
              <a:extLst>
                <a:ext uri="{FF2B5EF4-FFF2-40B4-BE49-F238E27FC236}">
                  <a16:creationId xmlns:a16="http://schemas.microsoft.com/office/drawing/2014/main" id="{AADDCE5B-D35D-4D39-B8D8-5A2F4684C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2030"/>
              <a:ext cx="6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79" name="Rectangle 63">
              <a:extLst>
                <a:ext uri="{FF2B5EF4-FFF2-40B4-BE49-F238E27FC236}">
                  <a16:creationId xmlns:a16="http://schemas.microsoft.com/office/drawing/2014/main" id="{D422E36D-4C69-498B-8322-444C36FB1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2145"/>
              <a:ext cx="6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0" name="Rectangle 64">
              <a:extLst>
                <a:ext uri="{FF2B5EF4-FFF2-40B4-BE49-F238E27FC236}">
                  <a16:creationId xmlns:a16="http://schemas.microsoft.com/office/drawing/2014/main" id="{2F7120B3-1C6D-4673-8E53-CCAC1C8C8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1" name="Rectangle 65">
              <a:extLst>
                <a:ext uri="{FF2B5EF4-FFF2-40B4-BE49-F238E27FC236}">
                  <a16:creationId xmlns:a16="http://schemas.microsoft.com/office/drawing/2014/main" id="{73EABC8A-71EA-4D4A-8294-DB01EDF5B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2030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2" name="Rectangle 66">
              <a:extLst>
                <a:ext uri="{FF2B5EF4-FFF2-40B4-BE49-F238E27FC236}">
                  <a16:creationId xmlns:a16="http://schemas.microsoft.com/office/drawing/2014/main" id="{0866D0FA-A6EF-4F0F-86B9-A97192769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5" y="2017"/>
              <a:ext cx="4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+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83" name="Rectangle 67">
              <a:extLst>
                <a:ext uri="{FF2B5EF4-FFF2-40B4-BE49-F238E27FC236}">
                  <a16:creationId xmlns:a16="http://schemas.microsoft.com/office/drawing/2014/main" id="{FCDA8219-A3E9-4FE1-8EBB-0FC87F48F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" y="2030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25" name="Rectangle 68">
            <a:extLst>
              <a:ext uri="{FF2B5EF4-FFF2-40B4-BE49-F238E27FC236}">
                <a16:creationId xmlns:a16="http://schemas.microsoft.com/office/drawing/2014/main" id="{6082E6B5-CA7C-4B9F-BA75-66CD27DAC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492" y="1955800"/>
            <a:ext cx="14908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26" name="Group 69">
            <a:extLst>
              <a:ext uri="{FF2B5EF4-FFF2-40B4-BE49-F238E27FC236}">
                <a16:creationId xmlns:a16="http://schemas.microsoft.com/office/drawing/2014/main" id="{506E8ED2-7FF6-479D-8758-20E5CE8F191B}"/>
              </a:ext>
            </a:extLst>
          </p:cNvPr>
          <p:cNvGrpSpPr>
            <a:grpSpLocks/>
          </p:cNvGrpSpPr>
          <p:nvPr/>
        </p:nvGrpSpPr>
        <p:grpSpPr bwMode="auto">
          <a:xfrm>
            <a:off x="4586288" y="3952875"/>
            <a:ext cx="82550" cy="1695450"/>
            <a:chOff x="1929" y="2490"/>
            <a:chExt cx="52" cy="1068"/>
          </a:xfrm>
        </p:grpSpPr>
        <p:sp>
          <p:nvSpPr>
            <p:cNvPr id="13367" name="Freeform 70">
              <a:extLst>
                <a:ext uri="{FF2B5EF4-FFF2-40B4-BE49-F238E27FC236}">
                  <a16:creationId xmlns:a16="http://schemas.microsoft.com/office/drawing/2014/main" id="{CF2B22E4-F40D-4E04-B6D2-CA062BD62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2490"/>
              <a:ext cx="52" cy="103"/>
            </a:xfrm>
            <a:custGeom>
              <a:avLst/>
              <a:gdLst>
                <a:gd name="T0" fmla="*/ 26 w 52"/>
                <a:gd name="T1" fmla="*/ 0 h 103"/>
                <a:gd name="T2" fmla="*/ 52 w 52"/>
                <a:gd name="T3" fmla="*/ 103 h 103"/>
                <a:gd name="T4" fmla="*/ 26 w 52"/>
                <a:gd name="T5" fmla="*/ 103 h 103"/>
                <a:gd name="T6" fmla="*/ 0 w 52"/>
                <a:gd name="T7" fmla="*/ 103 h 103"/>
                <a:gd name="T8" fmla="*/ 26 w 52"/>
                <a:gd name="T9" fmla="*/ 0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03"/>
                <a:gd name="T17" fmla="*/ 52 w 52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03">
                  <a:moveTo>
                    <a:pt x="26" y="0"/>
                  </a:moveTo>
                  <a:lnTo>
                    <a:pt x="52" y="103"/>
                  </a:lnTo>
                  <a:lnTo>
                    <a:pt x="26" y="103"/>
                  </a:lnTo>
                  <a:lnTo>
                    <a:pt x="0" y="103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368" name="Line 71">
              <a:extLst>
                <a:ext uri="{FF2B5EF4-FFF2-40B4-BE49-F238E27FC236}">
                  <a16:creationId xmlns:a16="http://schemas.microsoft.com/office/drawing/2014/main" id="{DE5AC25E-9500-41AC-92DD-00872AD5E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2593"/>
              <a:ext cx="1" cy="96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27" name="Group 72">
            <a:extLst>
              <a:ext uri="{FF2B5EF4-FFF2-40B4-BE49-F238E27FC236}">
                <a16:creationId xmlns:a16="http://schemas.microsoft.com/office/drawing/2014/main" id="{BE4EC944-98A7-4004-A423-FA6011F6C387}"/>
              </a:ext>
            </a:extLst>
          </p:cNvPr>
          <p:cNvGrpSpPr>
            <a:grpSpLocks/>
          </p:cNvGrpSpPr>
          <p:nvPr/>
        </p:nvGrpSpPr>
        <p:grpSpPr bwMode="auto">
          <a:xfrm>
            <a:off x="3871914" y="4275138"/>
            <a:ext cx="5603875" cy="82550"/>
            <a:chOff x="1479" y="3468"/>
            <a:chExt cx="3530" cy="52"/>
          </a:xfrm>
        </p:grpSpPr>
        <p:sp>
          <p:nvSpPr>
            <p:cNvPr id="13365" name="Freeform 73">
              <a:extLst>
                <a:ext uri="{FF2B5EF4-FFF2-40B4-BE49-F238E27FC236}">
                  <a16:creationId xmlns:a16="http://schemas.microsoft.com/office/drawing/2014/main" id="{36F1416C-1E56-4706-8711-3BF2382C4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6" y="3468"/>
              <a:ext cx="103" cy="52"/>
            </a:xfrm>
            <a:custGeom>
              <a:avLst/>
              <a:gdLst>
                <a:gd name="T0" fmla="*/ 103 w 103"/>
                <a:gd name="T1" fmla="*/ 26 h 52"/>
                <a:gd name="T2" fmla="*/ 0 w 103"/>
                <a:gd name="T3" fmla="*/ 52 h 52"/>
                <a:gd name="T4" fmla="*/ 0 w 103"/>
                <a:gd name="T5" fmla="*/ 26 h 52"/>
                <a:gd name="T6" fmla="*/ 0 w 103"/>
                <a:gd name="T7" fmla="*/ 0 h 52"/>
                <a:gd name="T8" fmla="*/ 103 w 103"/>
                <a:gd name="T9" fmla="*/ 2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52"/>
                <a:gd name="T17" fmla="*/ 103 w 103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52">
                  <a:moveTo>
                    <a:pt x="103" y="26"/>
                  </a:moveTo>
                  <a:lnTo>
                    <a:pt x="0" y="5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03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3366" name="Line 74">
              <a:extLst>
                <a:ext uri="{FF2B5EF4-FFF2-40B4-BE49-F238E27FC236}">
                  <a16:creationId xmlns:a16="http://schemas.microsoft.com/office/drawing/2014/main" id="{BC1D2137-DCF1-4FC0-8547-20D3CD910B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9" y="3494"/>
              <a:ext cx="342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328" name="Group 75">
            <a:extLst>
              <a:ext uri="{FF2B5EF4-FFF2-40B4-BE49-F238E27FC236}">
                <a16:creationId xmlns:a16="http://schemas.microsoft.com/office/drawing/2014/main" id="{55A0BEAC-45E7-4794-ADE7-7B37C984902A}"/>
              </a:ext>
            </a:extLst>
          </p:cNvPr>
          <p:cNvGrpSpPr>
            <a:grpSpLocks/>
          </p:cNvGrpSpPr>
          <p:nvPr/>
        </p:nvGrpSpPr>
        <p:grpSpPr bwMode="auto">
          <a:xfrm>
            <a:off x="4606925" y="4319589"/>
            <a:ext cx="266700" cy="1587"/>
            <a:chOff x="1942" y="2721"/>
            <a:chExt cx="168" cy="1"/>
          </a:xfrm>
        </p:grpSpPr>
        <p:sp>
          <p:nvSpPr>
            <p:cNvPr id="13363" name="Line 76">
              <a:extLst>
                <a:ext uri="{FF2B5EF4-FFF2-40B4-BE49-F238E27FC236}">
                  <a16:creationId xmlns:a16="http://schemas.microsoft.com/office/drawing/2014/main" id="{83CBF62A-1377-434E-A59B-224BD4803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2" y="27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64" name="Line 77">
              <a:extLst>
                <a:ext uri="{FF2B5EF4-FFF2-40B4-BE49-F238E27FC236}">
                  <a16:creationId xmlns:a16="http://schemas.microsoft.com/office/drawing/2014/main" id="{F918FC69-1BF8-488F-ABFA-CDC12C74C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" y="2721"/>
              <a:ext cx="5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29" name="Line 78">
            <a:extLst>
              <a:ext uri="{FF2B5EF4-FFF2-40B4-BE49-F238E27FC236}">
                <a16:creationId xmlns:a16="http://schemas.microsoft.com/office/drawing/2014/main" id="{EE620C73-3CCB-42FC-A4EF-2C5B87AC20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2975" y="4316414"/>
            <a:ext cx="1123950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30" name="Rectangle 79">
            <a:extLst>
              <a:ext uri="{FF2B5EF4-FFF2-40B4-BE49-F238E27FC236}">
                <a16:creationId xmlns:a16="http://schemas.microsoft.com/office/drawing/2014/main" id="{E3860E4B-0CE0-42C1-87C9-D1A7B1470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050" y="4100513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331" name="Group 80">
            <a:extLst>
              <a:ext uri="{FF2B5EF4-FFF2-40B4-BE49-F238E27FC236}">
                <a16:creationId xmlns:a16="http://schemas.microsoft.com/office/drawing/2014/main" id="{BF0B89A8-E2A5-435B-B178-30D9BF11B1D7}"/>
              </a:ext>
            </a:extLst>
          </p:cNvPr>
          <p:cNvGrpSpPr>
            <a:grpSpLocks/>
          </p:cNvGrpSpPr>
          <p:nvPr/>
        </p:nvGrpSpPr>
        <p:grpSpPr bwMode="auto">
          <a:xfrm>
            <a:off x="4267205" y="3871913"/>
            <a:ext cx="328613" cy="292100"/>
            <a:chOff x="1728" y="2439"/>
            <a:chExt cx="207" cy="184"/>
          </a:xfrm>
        </p:grpSpPr>
        <p:sp>
          <p:nvSpPr>
            <p:cNvPr id="13359" name="Rectangle 81">
              <a:extLst>
                <a:ext uri="{FF2B5EF4-FFF2-40B4-BE49-F238E27FC236}">
                  <a16:creationId xmlns:a16="http://schemas.microsoft.com/office/drawing/2014/main" id="{598D2CEB-DE4C-40B0-A87D-62EF585F3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39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60" name="Rectangle 82">
              <a:extLst>
                <a:ext uri="{FF2B5EF4-FFF2-40B4-BE49-F238E27FC236}">
                  <a16:creationId xmlns:a16="http://schemas.microsoft.com/office/drawing/2014/main" id="{6B1D8AE2-F611-4B57-A64C-C05D7EF3D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2439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61" name="Rectangle 83">
              <a:extLst>
                <a:ext uri="{FF2B5EF4-FFF2-40B4-BE49-F238E27FC236}">
                  <a16:creationId xmlns:a16="http://schemas.microsoft.com/office/drawing/2014/main" id="{70F424B6-0528-4F64-A721-BA4636CF7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1" y="2439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62" name="Rectangle 84">
              <a:extLst>
                <a:ext uri="{FF2B5EF4-FFF2-40B4-BE49-F238E27FC236}">
                  <a16:creationId xmlns:a16="http://schemas.microsoft.com/office/drawing/2014/main" id="{FF65B5AA-2F55-4760-BC1D-33C50B15F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" y="2439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32" name="Group 85">
            <a:extLst>
              <a:ext uri="{FF2B5EF4-FFF2-40B4-BE49-F238E27FC236}">
                <a16:creationId xmlns:a16="http://schemas.microsoft.com/office/drawing/2014/main" id="{8B97DAC1-963F-42E7-AF31-8340F3BAEB44}"/>
              </a:ext>
            </a:extLst>
          </p:cNvPr>
          <p:cNvGrpSpPr>
            <a:grpSpLocks/>
          </p:cNvGrpSpPr>
          <p:nvPr/>
        </p:nvGrpSpPr>
        <p:grpSpPr bwMode="auto">
          <a:xfrm>
            <a:off x="3754438" y="4348164"/>
            <a:ext cx="863599" cy="314325"/>
            <a:chOff x="1405" y="3262"/>
            <a:chExt cx="544" cy="198"/>
          </a:xfrm>
        </p:grpSpPr>
        <p:sp>
          <p:nvSpPr>
            <p:cNvPr id="13352" name="Rectangle 86">
              <a:extLst>
                <a:ext uri="{FF2B5EF4-FFF2-40B4-BE49-F238E27FC236}">
                  <a16:creationId xmlns:a16="http://schemas.microsoft.com/office/drawing/2014/main" id="{6C0EF2FF-4DF9-4FC7-8AD2-0F8731594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3276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3" name="Rectangle 87">
              <a:extLst>
                <a:ext uri="{FF2B5EF4-FFF2-40B4-BE49-F238E27FC236}">
                  <a16:creationId xmlns:a16="http://schemas.microsoft.com/office/drawing/2014/main" id="{63AF215B-B923-4F17-82C9-913BC25CE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9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4" name="Rectangle 88">
              <a:extLst>
                <a:ext uri="{FF2B5EF4-FFF2-40B4-BE49-F238E27FC236}">
                  <a16:creationId xmlns:a16="http://schemas.microsoft.com/office/drawing/2014/main" id="{BB6E17B6-99A4-4A08-A22D-AAEB97D03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3276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5" name="Rectangle 89">
              <a:extLst>
                <a:ext uri="{FF2B5EF4-FFF2-40B4-BE49-F238E27FC236}">
                  <a16:creationId xmlns:a16="http://schemas.microsoft.com/office/drawing/2014/main" id="{B1E0398E-2CE2-4FA7-9200-7A91C228F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" y="3262"/>
              <a:ext cx="4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1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-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6" name="Rectangle 90">
              <a:extLst>
                <a:ext uri="{FF2B5EF4-FFF2-40B4-BE49-F238E27FC236}">
                  <a16:creationId xmlns:a16="http://schemas.microsoft.com/office/drawing/2014/main" id="{E19EA14C-9C74-400E-891F-6400AABFB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7" name="Rectangle 91">
              <a:extLst>
                <a:ext uri="{FF2B5EF4-FFF2-40B4-BE49-F238E27FC236}">
                  <a16:creationId xmlns:a16="http://schemas.microsoft.com/office/drawing/2014/main" id="{4972A237-A3C4-43E0-BFD9-1A8767DF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276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8" name="Rectangle 92">
              <a:extLst>
                <a:ext uri="{FF2B5EF4-FFF2-40B4-BE49-F238E27FC236}">
                  <a16:creationId xmlns:a16="http://schemas.microsoft.com/office/drawing/2014/main" id="{8A382F56-3AD7-4C33-80DE-DCCC0C35C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76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33" name="Rectangle 93">
            <a:extLst>
              <a:ext uri="{FF2B5EF4-FFF2-40B4-BE49-F238E27FC236}">
                <a16:creationId xmlns:a16="http://schemas.microsoft.com/office/drawing/2014/main" id="{89C79B19-5E5E-4BE4-9E16-DC02DDD7A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888" y="5357813"/>
            <a:ext cx="67326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4" name="Rectangle 94">
            <a:extLst>
              <a:ext uri="{FF2B5EF4-FFF2-40B4-BE49-F238E27FC236}">
                <a16:creationId xmlns:a16="http://schemas.microsoft.com/office/drawing/2014/main" id="{42A0A3F5-0646-4EF9-BD35-A4826DB60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542" y="5357813"/>
            <a:ext cx="8175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5" name="Rectangle 95">
            <a:extLst>
              <a:ext uri="{FF2B5EF4-FFF2-40B4-BE49-F238E27FC236}">
                <a16:creationId xmlns:a16="http://schemas.microsoft.com/office/drawing/2014/main" id="{B988DD3B-70B3-4A80-8BB6-D4C6839A4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899" y="5357813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6" name="Rectangle 96">
            <a:extLst>
              <a:ext uri="{FF2B5EF4-FFF2-40B4-BE49-F238E27FC236}">
                <a16:creationId xmlns:a16="http://schemas.microsoft.com/office/drawing/2014/main" id="{DB307E18-4739-42FA-B447-6D72245D7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5337176"/>
            <a:ext cx="762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10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+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7" name="Rectangle 97">
            <a:extLst>
              <a:ext uri="{FF2B5EF4-FFF2-40B4-BE49-F238E27FC236}">
                <a16:creationId xmlns:a16="http://schemas.microsoft.com/office/drawing/2014/main" id="{531FD65B-F05B-491D-8A46-DEF6343F9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567" y="5357813"/>
            <a:ext cx="8175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8" name="Rectangle 98">
            <a:extLst>
              <a:ext uri="{FF2B5EF4-FFF2-40B4-BE49-F238E27FC236}">
                <a16:creationId xmlns:a16="http://schemas.microsoft.com/office/drawing/2014/main" id="{FA843BC0-FA53-4057-AC34-6ABBCF91C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83" y="5357813"/>
            <a:ext cx="32701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>
                <a:solidFill>
                  <a:srgbClr val="00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= -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9" name="Rectangle 99">
            <a:extLst>
              <a:ext uri="{FF2B5EF4-FFF2-40B4-BE49-F238E27FC236}">
                <a16:creationId xmlns:a16="http://schemas.microsoft.com/office/drawing/2014/main" id="{FEA8B509-DCFF-4DC1-A593-00D94AF1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054" y="5194300"/>
            <a:ext cx="14908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40" name="Rectangle 100">
            <a:extLst>
              <a:ext uri="{FF2B5EF4-FFF2-40B4-BE49-F238E27FC236}">
                <a16:creationId xmlns:a16="http://schemas.microsoft.com/office/drawing/2014/main" id="{D15A7CBE-B1A3-41E0-B21E-266C7424F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054" y="5541963"/>
            <a:ext cx="14908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9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41" name="Line 101">
            <a:extLst>
              <a:ext uri="{FF2B5EF4-FFF2-40B4-BE49-F238E27FC236}">
                <a16:creationId xmlns:a16="http://schemas.microsoft.com/office/drawing/2014/main" id="{00172377-3ACE-490E-810F-2354B4E0E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7089" y="5519739"/>
            <a:ext cx="204787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342" name="Group 102">
            <a:extLst>
              <a:ext uri="{FF2B5EF4-FFF2-40B4-BE49-F238E27FC236}">
                <a16:creationId xmlns:a16="http://schemas.microsoft.com/office/drawing/2014/main" id="{27923646-1273-4CFF-A45D-BB33100FDA2E}"/>
              </a:ext>
            </a:extLst>
          </p:cNvPr>
          <p:cNvGrpSpPr>
            <a:grpSpLocks/>
          </p:cNvGrpSpPr>
          <p:nvPr/>
        </p:nvGrpSpPr>
        <p:grpSpPr bwMode="auto">
          <a:xfrm>
            <a:off x="8602667" y="3952875"/>
            <a:ext cx="801688" cy="292100"/>
            <a:chOff x="4459" y="3276"/>
            <a:chExt cx="505" cy="184"/>
          </a:xfrm>
        </p:grpSpPr>
        <p:sp>
          <p:nvSpPr>
            <p:cNvPr id="13346" name="Rectangle 103">
              <a:extLst>
                <a:ext uri="{FF2B5EF4-FFF2-40B4-BE49-F238E27FC236}">
                  <a16:creationId xmlns:a16="http://schemas.microsoft.com/office/drawing/2014/main" id="{EF223869-FC58-440D-8ABA-3FF23C316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3276"/>
              <a:ext cx="4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47" name="Rectangle 104">
              <a:extLst>
                <a:ext uri="{FF2B5EF4-FFF2-40B4-BE49-F238E27FC236}">
                  <a16:creationId xmlns:a16="http://schemas.microsoft.com/office/drawing/2014/main" id="{CC1C743D-BC4A-43DF-86A0-922131849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48" name="Rectangle 105">
              <a:extLst>
                <a:ext uri="{FF2B5EF4-FFF2-40B4-BE49-F238E27FC236}">
                  <a16:creationId xmlns:a16="http://schemas.microsoft.com/office/drawing/2014/main" id="{BEE8F17C-8156-4A5D-A948-DAD641E0D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276"/>
              <a:ext cx="10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¥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49" name="Rectangle 106">
              <a:extLst>
                <a:ext uri="{FF2B5EF4-FFF2-40B4-BE49-F238E27FC236}">
                  <a16:creationId xmlns:a16="http://schemas.microsoft.com/office/drawing/2014/main" id="{02C914AC-844D-4306-B34D-A08872157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276"/>
              <a:ext cx="51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0" name="Rectangle 107">
              <a:extLst>
                <a:ext uri="{FF2B5EF4-FFF2-40B4-BE49-F238E27FC236}">
                  <a16:creationId xmlns:a16="http://schemas.microsoft.com/office/drawing/2014/main" id="{0B48ADF5-7EFA-4224-9B5A-23E302FFB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3276"/>
              <a:ext cx="8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=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51" name="Rectangle 108">
              <a:extLst>
                <a:ext uri="{FF2B5EF4-FFF2-40B4-BE49-F238E27FC236}">
                  <a16:creationId xmlns:a16="http://schemas.microsoft.com/office/drawing/2014/main" id="{14726590-2D7A-4FAA-98F5-F92D17E70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3276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343" name="Freeform 109">
            <a:extLst>
              <a:ext uri="{FF2B5EF4-FFF2-40B4-BE49-F238E27FC236}">
                <a16:creationId xmlns:a16="http://schemas.microsoft.com/office/drawing/2014/main" id="{62F743A8-B107-4172-8284-2A7DBEDDE245}"/>
              </a:ext>
            </a:extLst>
          </p:cNvPr>
          <p:cNvSpPr>
            <a:spLocks/>
          </p:cNvSpPr>
          <p:nvPr/>
        </p:nvSpPr>
        <p:spPr bwMode="auto">
          <a:xfrm flipV="1">
            <a:off x="4589463" y="1952625"/>
            <a:ext cx="4278312" cy="1201738"/>
          </a:xfrm>
          <a:custGeom>
            <a:avLst/>
            <a:gdLst>
              <a:gd name="T0" fmla="*/ 0 w 2597"/>
              <a:gd name="T1" fmla="*/ 724 h 724"/>
              <a:gd name="T2" fmla="*/ 83 w 2597"/>
              <a:gd name="T3" fmla="*/ 580 h 724"/>
              <a:gd name="T4" fmla="*/ 171 w 2597"/>
              <a:gd name="T5" fmla="*/ 464 h 724"/>
              <a:gd name="T6" fmla="*/ 260 w 2597"/>
              <a:gd name="T7" fmla="*/ 371 h 724"/>
              <a:gd name="T8" fmla="*/ 343 w 2597"/>
              <a:gd name="T9" fmla="*/ 297 h 724"/>
              <a:gd name="T10" fmla="*/ 431 w 2597"/>
              <a:gd name="T11" fmla="*/ 237 h 724"/>
              <a:gd name="T12" fmla="*/ 519 w 2597"/>
              <a:gd name="T13" fmla="*/ 190 h 724"/>
              <a:gd name="T14" fmla="*/ 603 w 2597"/>
              <a:gd name="T15" fmla="*/ 151 h 724"/>
              <a:gd name="T16" fmla="*/ 691 w 2597"/>
              <a:gd name="T17" fmla="*/ 121 h 724"/>
              <a:gd name="T18" fmla="*/ 779 w 2597"/>
              <a:gd name="T19" fmla="*/ 96 h 724"/>
              <a:gd name="T20" fmla="*/ 867 w 2597"/>
              <a:gd name="T21" fmla="*/ 77 h 724"/>
              <a:gd name="T22" fmla="*/ 950 w 2597"/>
              <a:gd name="T23" fmla="*/ 60 h 724"/>
              <a:gd name="T24" fmla="*/ 1039 w 2597"/>
              <a:gd name="T25" fmla="*/ 49 h 724"/>
              <a:gd name="T26" fmla="*/ 1127 w 2597"/>
              <a:gd name="T27" fmla="*/ 39 h 724"/>
              <a:gd name="T28" fmla="*/ 1210 w 2597"/>
              <a:gd name="T29" fmla="*/ 30 h 724"/>
              <a:gd name="T30" fmla="*/ 1298 w 2597"/>
              <a:gd name="T31" fmla="*/ 23 h 724"/>
              <a:gd name="T32" fmla="*/ 1387 w 2597"/>
              <a:gd name="T33" fmla="*/ 18 h 724"/>
              <a:gd name="T34" fmla="*/ 1470 w 2597"/>
              <a:gd name="T35" fmla="*/ 15 h 724"/>
              <a:gd name="T36" fmla="*/ 1558 w 2597"/>
              <a:gd name="T37" fmla="*/ 12 h 724"/>
              <a:gd name="T38" fmla="*/ 1646 w 2597"/>
              <a:gd name="T39" fmla="*/ 8 h 724"/>
              <a:gd name="T40" fmla="*/ 1730 w 2597"/>
              <a:gd name="T41" fmla="*/ 7 h 724"/>
              <a:gd name="T42" fmla="*/ 1818 w 2597"/>
              <a:gd name="T43" fmla="*/ 5 h 724"/>
              <a:gd name="T44" fmla="*/ 1906 w 2597"/>
              <a:gd name="T45" fmla="*/ 3 h 724"/>
              <a:gd name="T46" fmla="*/ 1989 w 2597"/>
              <a:gd name="T47" fmla="*/ 3 h 724"/>
              <a:gd name="T48" fmla="*/ 2077 w 2597"/>
              <a:gd name="T49" fmla="*/ 2 h 724"/>
              <a:gd name="T50" fmla="*/ 2166 w 2597"/>
              <a:gd name="T51" fmla="*/ 2 h 724"/>
              <a:gd name="T52" fmla="*/ 2254 w 2597"/>
              <a:gd name="T53" fmla="*/ 0 h 724"/>
              <a:gd name="T54" fmla="*/ 2337 w 2597"/>
              <a:gd name="T55" fmla="*/ 0 h 724"/>
              <a:gd name="T56" fmla="*/ 2425 w 2597"/>
              <a:gd name="T57" fmla="*/ 0 h 724"/>
              <a:gd name="T58" fmla="*/ 2514 w 2597"/>
              <a:gd name="T59" fmla="*/ 0 h 724"/>
              <a:gd name="T60" fmla="*/ 2597 w 2597"/>
              <a:gd name="T61" fmla="*/ 0 h 72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597"/>
              <a:gd name="T94" fmla="*/ 0 h 724"/>
              <a:gd name="T95" fmla="*/ 2597 w 2597"/>
              <a:gd name="T96" fmla="*/ 724 h 724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597" h="724">
                <a:moveTo>
                  <a:pt x="0" y="724"/>
                </a:moveTo>
                <a:lnTo>
                  <a:pt x="83" y="580"/>
                </a:lnTo>
                <a:lnTo>
                  <a:pt x="171" y="464"/>
                </a:lnTo>
                <a:lnTo>
                  <a:pt x="260" y="371"/>
                </a:lnTo>
                <a:lnTo>
                  <a:pt x="343" y="297"/>
                </a:lnTo>
                <a:lnTo>
                  <a:pt x="431" y="237"/>
                </a:lnTo>
                <a:lnTo>
                  <a:pt x="519" y="190"/>
                </a:lnTo>
                <a:lnTo>
                  <a:pt x="603" y="151"/>
                </a:lnTo>
                <a:lnTo>
                  <a:pt x="691" y="121"/>
                </a:lnTo>
                <a:lnTo>
                  <a:pt x="779" y="96"/>
                </a:lnTo>
                <a:lnTo>
                  <a:pt x="867" y="77"/>
                </a:lnTo>
                <a:lnTo>
                  <a:pt x="950" y="60"/>
                </a:lnTo>
                <a:lnTo>
                  <a:pt x="1039" y="49"/>
                </a:lnTo>
                <a:lnTo>
                  <a:pt x="1127" y="39"/>
                </a:lnTo>
                <a:lnTo>
                  <a:pt x="1210" y="30"/>
                </a:lnTo>
                <a:lnTo>
                  <a:pt x="1298" y="23"/>
                </a:lnTo>
                <a:lnTo>
                  <a:pt x="1387" y="18"/>
                </a:lnTo>
                <a:lnTo>
                  <a:pt x="1470" y="15"/>
                </a:lnTo>
                <a:lnTo>
                  <a:pt x="1558" y="12"/>
                </a:lnTo>
                <a:lnTo>
                  <a:pt x="1646" y="8"/>
                </a:lnTo>
                <a:lnTo>
                  <a:pt x="1730" y="7"/>
                </a:lnTo>
                <a:lnTo>
                  <a:pt x="1818" y="5"/>
                </a:lnTo>
                <a:lnTo>
                  <a:pt x="1906" y="3"/>
                </a:lnTo>
                <a:lnTo>
                  <a:pt x="1989" y="3"/>
                </a:lnTo>
                <a:lnTo>
                  <a:pt x="2077" y="2"/>
                </a:lnTo>
                <a:lnTo>
                  <a:pt x="2166" y="2"/>
                </a:lnTo>
                <a:lnTo>
                  <a:pt x="2254" y="0"/>
                </a:lnTo>
                <a:lnTo>
                  <a:pt x="2337" y="0"/>
                </a:lnTo>
                <a:lnTo>
                  <a:pt x="2425" y="0"/>
                </a:lnTo>
                <a:lnTo>
                  <a:pt x="2514" y="0"/>
                </a:lnTo>
                <a:lnTo>
                  <a:pt x="2597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13344" name="Freeform 110">
            <a:extLst>
              <a:ext uri="{FF2B5EF4-FFF2-40B4-BE49-F238E27FC236}">
                <a16:creationId xmlns:a16="http://schemas.microsoft.com/office/drawing/2014/main" id="{13F3A016-E8A2-4408-B913-B94483BD40FC}"/>
              </a:ext>
            </a:extLst>
          </p:cNvPr>
          <p:cNvSpPr>
            <a:spLocks/>
          </p:cNvSpPr>
          <p:nvPr/>
        </p:nvSpPr>
        <p:spPr bwMode="auto">
          <a:xfrm>
            <a:off x="4624388" y="4335464"/>
            <a:ext cx="4278312" cy="1201737"/>
          </a:xfrm>
          <a:custGeom>
            <a:avLst/>
            <a:gdLst>
              <a:gd name="T0" fmla="*/ 0 w 2597"/>
              <a:gd name="T1" fmla="*/ 724 h 724"/>
              <a:gd name="T2" fmla="*/ 83 w 2597"/>
              <a:gd name="T3" fmla="*/ 580 h 724"/>
              <a:gd name="T4" fmla="*/ 171 w 2597"/>
              <a:gd name="T5" fmla="*/ 464 h 724"/>
              <a:gd name="T6" fmla="*/ 260 w 2597"/>
              <a:gd name="T7" fmla="*/ 371 h 724"/>
              <a:gd name="T8" fmla="*/ 343 w 2597"/>
              <a:gd name="T9" fmla="*/ 297 h 724"/>
              <a:gd name="T10" fmla="*/ 431 w 2597"/>
              <a:gd name="T11" fmla="*/ 237 h 724"/>
              <a:gd name="T12" fmla="*/ 519 w 2597"/>
              <a:gd name="T13" fmla="*/ 190 h 724"/>
              <a:gd name="T14" fmla="*/ 603 w 2597"/>
              <a:gd name="T15" fmla="*/ 151 h 724"/>
              <a:gd name="T16" fmla="*/ 691 w 2597"/>
              <a:gd name="T17" fmla="*/ 121 h 724"/>
              <a:gd name="T18" fmla="*/ 779 w 2597"/>
              <a:gd name="T19" fmla="*/ 96 h 724"/>
              <a:gd name="T20" fmla="*/ 867 w 2597"/>
              <a:gd name="T21" fmla="*/ 77 h 724"/>
              <a:gd name="T22" fmla="*/ 950 w 2597"/>
              <a:gd name="T23" fmla="*/ 60 h 724"/>
              <a:gd name="T24" fmla="*/ 1039 w 2597"/>
              <a:gd name="T25" fmla="*/ 49 h 724"/>
              <a:gd name="T26" fmla="*/ 1127 w 2597"/>
              <a:gd name="T27" fmla="*/ 39 h 724"/>
              <a:gd name="T28" fmla="*/ 1210 w 2597"/>
              <a:gd name="T29" fmla="*/ 30 h 724"/>
              <a:gd name="T30" fmla="*/ 1298 w 2597"/>
              <a:gd name="T31" fmla="*/ 23 h 724"/>
              <a:gd name="T32" fmla="*/ 1387 w 2597"/>
              <a:gd name="T33" fmla="*/ 18 h 724"/>
              <a:gd name="T34" fmla="*/ 1470 w 2597"/>
              <a:gd name="T35" fmla="*/ 15 h 724"/>
              <a:gd name="T36" fmla="*/ 1558 w 2597"/>
              <a:gd name="T37" fmla="*/ 12 h 724"/>
              <a:gd name="T38" fmla="*/ 1646 w 2597"/>
              <a:gd name="T39" fmla="*/ 8 h 724"/>
              <a:gd name="T40" fmla="*/ 1730 w 2597"/>
              <a:gd name="T41" fmla="*/ 7 h 724"/>
              <a:gd name="T42" fmla="*/ 1818 w 2597"/>
              <a:gd name="T43" fmla="*/ 5 h 724"/>
              <a:gd name="T44" fmla="*/ 1906 w 2597"/>
              <a:gd name="T45" fmla="*/ 3 h 724"/>
              <a:gd name="T46" fmla="*/ 1989 w 2597"/>
              <a:gd name="T47" fmla="*/ 3 h 724"/>
              <a:gd name="T48" fmla="*/ 2077 w 2597"/>
              <a:gd name="T49" fmla="*/ 2 h 724"/>
              <a:gd name="T50" fmla="*/ 2166 w 2597"/>
              <a:gd name="T51" fmla="*/ 2 h 724"/>
              <a:gd name="T52" fmla="*/ 2254 w 2597"/>
              <a:gd name="T53" fmla="*/ 0 h 724"/>
              <a:gd name="T54" fmla="*/ 2337 w 2597"/>
              <a:gd name="T55" fmla="*/ 0 h 724"/>
              <a:gd name="T56" fmla="*/ 2425 w 2597"/>
              <a:gd name="T57" fmla="*/ 0 h 724"/>
              <a:gd name="T58" fmla="*/ 2514 w 2597"/>
              <a:gd name="T59" fmla="*/ 0 h 724"/>
              <a:gd name="T60" fmla="*/ 2597 w 2597"/>
              <a:gd name="T61" fmla="*/ 0 h 724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2597"/>
              <a:gd name="T94" fmla="*/ 0 h 724"/>
              <a:gd name="T95" fmla="*/ 2597 w 2597"/>
              <a:gd name="T96" fmla="*/ 724 h 724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2597" h="724">
                <a:moveTo>
                  <a:pt x="0" y="724"/>
                </a:moveTo>
                <a:lnTo>
                  <a:pt x="83" y="580"/>
                </a:lnTo>
                <a:lnTo>
                  <a:pt x="171" y="464"/>
                </a:lnTo>
                <a:lnTo>
                  <a:pt x="260" y="371"/>
                </a:lnTo>
                <a:lnTo>
                  <a:pt x="343" y="297"/>
                </a:lnTo>
                <a:lnTo>
                  <a:pt x="431" y="237"/>
                </a:lnTo>
                <a:lnTo>
                  <a:pt x="519" y="190"/>
                </a:lnTo>
                <a:lnTo>
                  <a:pt x="603" y="151"/>
                </a:lnTo>
                <a:lnTo>
                  <a:pt x="691" y="121"/>
                </a:lnTo>
                <a:lnTo>
                  <a:pt x="779" y="96"/>
                </a:lnTo>
                <a:lnTo>
                  <a:pt x="867" y="77"/>
                </a:lnTo>
                <a:lnTo>
                  <a:pt x="950" y="60"/>
                </a:lnTo>
                <a:lnTo>
                  <a:pt x="1039" y="49"/>
                </a:lnTo>
                <a:lnTo>
                  <a:pt x="1127" y="39"/>
                </a:lnTo>
                <a:lnTo>
                  <a:pt x="1210" y="30"/>
                </a:lnTo>
                <a:lnTo>
                  <a:pt x="1298" y="23"/>
                </a:lnTo>
                <a:lnTo>
                  <a:pt x="1387" y="18"/>
                </a:lnTo>
                <a:lnTo>
                  <a:pt x="1470" y="15"/>
                </a:lnTo>
                <a:lnTo>
                  <a:pt x="1558" y="12"/>
                </a:lnTo>
                <a:lnTo>
                  <a:pt x="1646" y="8"/>
                </a:lnTo>
                <a:lnTo>
                  <a:pt x="1730" y="7"/>
                </a:lnTo>
                <a:lnTo>
                  <a:pt x="1818" y="5"/>
                </a:lnTo>
                <a:lnTo>
                  <a:pt x="1906" y="3"/>
                </a:lnTo>
                <a:lnTo>
                  <a:pt x="1989" y="3"/>
                </a:lnTo>
                <a:lnTo>
                  <a:pt x="2077" y="2"/>
                </a:lnTo>
                <a:lnTo>
                  <a:pt x="2166" y="2"/>
                </a:lnTo>
                <a:lnTo>
                  <a:pt x="2254" y="0"/>
                </a:lnTo>
                <a:lnTo>
                  <a:pt x="2337" y="0"/>
                </a:lnTo>
                <a:lnTo>
                  <a:pt x="2425" y="0"/>
                </a:lnTo>
                <a:lnTo>
                  <a:pt x="2514" y="0"/>
                </a:lnTo>
                <a:lnTo>
                  <a:pt x="2597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aphicFrame>
        <p:nvGraphicFramePr>
          <p:cNvPr id="13314" name="Object 111">
            <a:extLst>
              <a:ext uri="{FF2B5EF4-FFF2-40B4-BE49-F238E27FC236}">
                <a16:creationId xmlns:a16="http://schemas.microsoft.com/office/drawing/2014/main" id="{899A27CA-4DE5-4D8D-B979-690883866B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3114" y="2133600"/>
          <a:ext cx="15954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cuación" r:id="rId3" imgW="774360" imgH="330120" progId="Equation.3">
                  <p:embed/>
                </p:oleObj>
              </mc:Choice>
              <mc:Fallback>
                <p:oleObj name="Ecuación" r:id="rId3" imgW="774360" imgH="330120" progId="Equation.3">
                  <p:embed/>
                  <p:pic>
                    <p:nvPicPr>
                      <p:cNvPr id="13314" name="Object 111">
                        <a:extLst>
                          <a:ext uri="{FF2B5EF4-FFF2-40B4-BE49-F238E27FC236}">
                            <a16:creationId xmlns:a16="http://schemas.microsoft.com/office/drawing/2014/main" id="{899A27CA-4DE5-4D8D-B979-690883866B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4" y="2133600"/>
                        <a:ext cx="1595437" cy="685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12">
            <a:extLst>
              <a:ext uri="{FF2B5EF4-FFF2-40B4-BE49-F238E27FC236}">
                <a16:creationId xmlns:a16="http://schemas.microsoft.com/office/drawing/2014/main" id="{3566EDE4-D49B-492F-AE36-7778F486C3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0425" y="4556125"/>
          <a:ext cx="14414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name="Ecuación" r:id="rId5" imgW="914400" imgH="419040" progId="Equation.3">
                  <p:embed/>
                </p:oleObj>
              </mc:Choice>
              <mc:Fallback>
                <p:oleObj name="Ecuación" r:id="rId5" imgW="914400" imgH="419040" progId="Equation.3">
                  <p:embed/>
                  <p:pic>
                    <p:nvPicPr>
                      <p:cNvPr id="13315" name="Object 112">
                        <a:extLst>
                          <a:ext uri="{FF2B5EF4-FFF2-40B4-BE49-F238E27FC236}">
                            <a16:creationId xmlns:a16="http://schemas.microsoft.com/office/drawing/2014/main" id="{3566EDE4-D49B-492F-AE36-7778F486C3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4556125"/>
                        <a:ext cx="1441450" cy="6667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5" name="Rectangle 39">
            <a:extLst>
              <a:ext uri="{FF2B5EF4-FFF2-40B4-BE49-F238E27FC236}">
                <a16:creationId xmlns:a16="http://schemas.microsoft.com/office/drawing/2014/main" id="{22674B58-4A5B-4902-BC55-F6ABB47DE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0" y="2617788"/>
            <a:ext cx="904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" altLang="en-US" sz="14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s-ES" altLang="en-US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Rectangle 2">
            <a:extLst>
              <a:ext uri="{FF2B5EF4-FFF2-40B4-BE49-F238E27FC236}">
                <a16:creationId xmlns:a16="http://schemas.microsoft.com/office/drawing/2014/main" id="{CF536752-F063-46BC-88D9-54E04CF45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88" y="1181101"/>
            <a:ext cx="77724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350" indent="-63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endParaRPr lang="es-CL" altLang="en-US" sz="160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346" name="Rectangle 3">
            <a:extLst>
              <a:ext uri="{FF2B5EF4-FFF2-40B4-BE49-F238E27FC236}">
                <a16:creationId xmlns:a16="http://schemas.microsoft.com/office/drawing/2014/main" id="{2422B119-C494-412F-B09C-D75D7914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6" y="630239"/>
            <a:ext cx="79089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Proceso de descarga: constante de tiempo</a:t>
            </a:r>
            <a:r>
              <a:rPr lang="es-ES" altLang="en-US" sz="2000" b="1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14347" name="Group 4">
            <a:extLst>
              <a:ext uri="{FF2B5EF4-FFF2-40B4-BE49-F238E27FC236}">
                <a16:creationId xmlns:a16="http://schemas.microsoft.com/office/drawing/2014/main" id="{AE700B86-3BB9-472C-B0DC-BA87D2CF6598}"/>
              </a:ext>
            </a:extLst>
          </p:cNvPr>
          <p:cNvGrpSpPr>
            <a:grpSpLocks/>
          </p:cNvGrpSpPr>
          <p:nvPr/>
        </p:nvGrpSpPr>
        <p:grpSpPr bwMode="auto">
          <a:xfrm>
            <a:off x="2389189" y="1387476"/>
            <a:ext cx="6670783" cy="2671763"/>
            <a:chOff x="560" y="1153"/>
            <a:chExt cx="3933" cy="1564"/>
          </a:xfrm>
        </p:grpSpPr>
        <p:grpSp>
          <p:nvGrpSpPr>
            <p:cNvPr id="14348" name="Group 5">
              <a:extLst>
                <a:ext uri="{FF2B5EF4-FFF2-40B4-BE49-F238E27FC236}">
                  <a16:creationId xmlns:a16="http://schemas.microsoft.com/office/drawing/2014/main" id="{C06FABA4-0923-4A8F-A05A-7AA3B7BB9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8" y="1185"/>
              <a:ext cx="54" cy="1400"/>
              <a:chOff x="1911" y="926"/>
              <a:chExt cx="52" cy="1104"/>
            </a:xfrm>
          </p:grpSpPr>
          <p:sp>
            <p:nvSpPr>
              <p:cNvPr id="14393" name="Freeform 6">
                <a:extLst>
                  <a:ext uri="{FF2B5EF4-FFF2-40B4-BE49-F238E27FC236}">
                    <a16:creationId xmlns:a16="http://schemas.microsoft.com/office/drawing/2014/main" id="{E9ABAFD9-5D6F-402E-8509-72214EF76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926"/>
                <a:ext cx="52" cy="102"/>
              </a:xfrm>
              <a:custGeom>
                <a:avLst/>
                <a:gdLst>
                  <a:gd name="T0" fmla="*/ 26 w 52"/>
                  <a:gd name="T1" fmla="*/ 0 h 102"/>
                  <a:gd name="T2" fmla="*/ 52 w 52"/>
                  <a:gd name="T3" fmla="*/ 102 h 102"/>
                  <a:gd name="T4" fmla="*/ 26 w 52"/>
                  <a:gd name="T5" fmla="*/ 102 h 102"/>
                  <a:gd name="T6" fmla="*/ 0 w 52"/>
                  <a:gd name="T7" fmla="*/ 102 h 102"/>
                  <a:gd name="T8" fmla="*/ 26 w 52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"/>
                  <a:gd name="T16" fmla="*/ 0 h 102"/>
                  <a:gd name="T17" fmla="*/ 52 w 52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" h="102">
                    <a:moveTo>
                      <a:pt x="26" y="0"/>
                    </a:moveTo>
                    <a:lnTo>
                      <a:pt x="52" y="102"/>
                    </a:lnTo>
                    <a:lnTo>
                      <a:pt x="26" y="102"/>
                    </a:lnTo>
                    <a:lnTo>
                      <a:pt x="0" y="10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94" name="Line 7">
                <a:extLst>
                  <a:ext uri="{FF2B5EF4-FFF2-40B4-BE49-F238E27FC236}">
                    <a16:creationId xmlns:a16="http://schemas.microsoft.com/office/drawing/2014/main" id="{21387BBB-98D7-4734-83A3-81A32D62A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7" y="1028"/>
                <a:ext cx="1" cy="1002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49" name="Group 8">
              <a:extLst>
                <a:ext uri="{FF2B5EF4-FFF2-40B4-BE49-F238E27FC236}">
                  <a16:creationId xmlns:a16="http://schemas.microsoft.com/office/drawing/2014/main" id="{C7BA66F3-E9F0-4656-84C2-51F13D38C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1" y="2475"/>
              <a:ext cx="3419" cy="71"/>
              <a:chOff x="1242" y="1953"/>
              <a:chExt cx="3742" cy="64"/>
            </a:xfrm>
          </p:grpSpPr>
          <p:sp>
            <p:nvSpPr>
              <p:cNvPr id="14391" name="Freeform 9">
                <a:extLst>
                  <a:ext uri="{FF2B5EF4-FFF2-40B4-BE49-F238E27FC236}">
                    <a16:creationId xmlns:a16="http://schemas.microsoft.com/office/drawing/2014/main" id="{59819261-900F-478A-AB52-D1225663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2" y="1953"/>
                <a:ext cx="102" cy="64"/>
              </a:xfrm>
              <a:custGeom>
                <a:avLst/>
                <a:gdLst>
                  <a:gd name="T0" fmla="*/ 102 w 102"/>
                  <a:gd name="T1" fmla="*/ 38 h 64"/>
                  <a:gd name="T2" fmla="*/ 0 w 102"/>
                  <a:gd name="T3" fmla="*/ 64 h 64"/>
                  <a:gd name="T4" fmla="*/ 0 w 102"/>
                  <a:gd name="T5" fmla="*/ 38 h 64"/>
                  <a:gd name="T6" fmla="*/ 0 w 102"/>
                  <a:gd name="T7" fmla="*/ 0 h 64"/>
                  <a:gd name="T8" fmla="*/ 102 w 102"/>
                  <a:gd name="T9" fmla="*/ 38 h 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"/>
                  <a:gd name="T16" fmla="*/ 0 h 64"/>
                  <a:gd name="T17" fmla="*/ 102 w 102"/>
                  <a:gd name="T18" fmla="*/ 64 h 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" h="64">
                    <a:moveTo>
                      <a:pt x="102" y="38"/>
                    </a:moveTo>
                    <a:lnTo>
                      <a:pt x="0" y="64"/>
                    </a:lnTo>
                    <a:lnTo>
                      <a:pt x="0" y="38"/>
                    </a:lnTo>
                    <a:lnTo>
                      <a:pt x="0" y="0"/>
                    </a:lnTo>
                    <a:lnTo>
                      <a:pt x="102" y="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92" name="Line 10">
                <a:extLst>
                  <a:ext uri="{FF2B5EF4-FFF2-40B4-BE49-F238E27FC236}">
                    <a16:creationId xmlns:a16="http://schemas.microsoft.com/office/drawing/2014/main" id="{C3855AAE-F96E-4742-877A-1B1D7D790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2" y="1991"/>
                <a:ext cx="3640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50" name="Group 11">
              <a:extLst>
                <a:ext uri="{FF2B5EF4-FFF2-40B4-BE49-F238E27FC236}">
                  <a16:creationId xmlns:a16="http://schemas.microsoft.com/office/drawing/2014/main" id="{367DDA33-F2D6-40B0-B38B-FF638B22F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6" y="1559"/>
              <a:ext cx="3070" cy="2"/>
              <a:chOff x="1950" y="1221"/>
              <a:chExt cx="2944" cy="1"/>
            </a:xfrm>
          </p:grpSpPr>
          <p:sp>
            <p:nvSpPr>
              <p:cNvPr id="14365" name="Line 12">
                <a:extLst>
                  <a:ext uri="{FF2B5EF4-FFF2-40B4-BE49-F238E27FC236}">
                    <a16:creationId xmlns:a16="http://schemas.microsoft.com/office/drawing/2014/main" id="{72701B28-ABFD-444D-924D-7088D78E8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6" name="Line 13">
                <a:extLst>
                  <a:ext uri="{FF2B5EF4-FFF2-40B4-BE49-F238E27FC236}">
                    <a16:creationId xmlns:a16="http://schemas.microsoft.com/office/drawing/2014/main" id="{CE415FBF-DA83-4A70-AFD5-A953AAF8D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5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7" name="Line 14">
                <a:extLst>
                  <a:ext uri="{FF2B5EF4-FFF2-40B4-BE49-F238E27FC236}">
                    <a16:creationId xmlns:a16="http://schemas.microsoft.com/office/drawing/2014/main" id="{7E2E7332-CD65-47AD-8A8B-145B0502A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8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8" name="Line 15">
                <a:extLst>
                  <a:ext uri="{FF2B5EF4-FFF2-40B4-BE49-F238E27FC236}">
                    <a16:creationId xmlns:a16="http://schemas.microsoft.com/office/drawing/2014/main" id="{B2506D7E-E9F2-41EC-9AB4-DD27349A2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7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9" name="Line 16">
                <a:extLst>
                  <a:ext uri="{FF2B5EF4-FFF2-40B4-BE49-F238E27FC236}">
                    <a16:creationId xmlns:a16="http://schemas.microsoft.com/office/drawing/2014/main" id="{0CEE4AAE-512A-4733-A3D5-FB4E3667B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0" name="Line 17">
                <a:extLst>
                  <a:ext uri="{FF2B5EF4-FFF2-40B4-BE49-F238E27FC236}">
                    <a16:creationId xmlns:a16="http://schemas.microsoft.com/office/drawing/2014/main" id="{62CEEFA4-B285-4C3E-8206-259AE9D71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8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1" name="Line 18">
                <a:extLst>
                  <a:ext uri="{FF2B5EF4-FFF2-40B4-BE49-F238E27FC236}">
                    <a16:creationId xmlns:a16="http://schemas.microsoft.com/office/drawing/2014/main" id="{D5AF18D8-00F6-4F52-9A85-42E20555C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2" name="Line 19">
                <a:extLst>
                  <a:ext uri="{FF2B5EF4-FFF2-40B4-BE49-F238E27FC236}">
                    <a16:creationId xmlns:a16="http://schemas.microsoft.com/office/drawing/2014/main" id="{167DE766-6B83-40D5-BD68-B271C2D686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3" name="Line 20">
                <a:extLst>
                  <a:ext uri="{FF2B5EF4-FFF2-40B4-BE49-F238E27FC236}">
                    <a16:creationId xmlns:a16="http://schemas.microsoft.com/office/drawing/2014/main" id="{6B9797D7-ABA0-46A6-958F-60AA2FA4C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6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4" name="Line 21">
                <a:extLst>
                  <a:ext uri="{FF2B5EF4-FFF2-40B4-BE49-F238E27FC236}">
                    <a16:creationId xmlns:a16="http://schemas.microsoft.com/office/drawing/2014/main" id="{E5555142-F006-43C0-9619-6A20EBB4B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5" name="Line 22">
                <a:extLst>
                  <a:ext uri="{FF2B5EF4-FFF2-40B4-BE49-F238E27FC236}">
                    <a16:creationId xmlns:a16="http://schemas.microsoft.com/office/drawing/2014/main" id="{8492C8AD-0545-44F3-9D5E-C2937947A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6" name="Line 23">
                <a:extLst>
                  <a:ext uri="{FF2B5EF4-FFF2-40B4-BE49-F238E27FC236}">
                    <a16:creationId xmlns:a16="http://schemas.microsoft.com/office/drawing/2014/main" id="{2719CB2F-9384-480B-B0CC-D9823006E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7" name="Line 24">
                <a:extLst>
                  <a:ext uri="{FF2B5EF4-FFF2-40B4-BE49-F238E27FC236}">
                    <a16:creationId xmlns:a16="http://schemas.microsoft.com/office/drawing/2014/main" id="{0650D598-AE83-4C87-A7ED-F35B1ECAF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8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8" name="Line 25">
                <a:extLst>
                  <a:ext uri="{FF2B5EF4-FFF2-40B4-BE49-F238E27FC236}">
                    <a16:creationId xmlns:a16="http://schemas.microsoft.com/office/drawing/2014/main" id="{7F60B5C2-CE4F-4720-B4D5-44DCD2C46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79" name="Line 26">
                <a:extLst>
                  <a:ext uri="{FF2B5EF4-FFF2-40B4-BE49-F238E27FC236}">
                    <a16:creationId xmlns:a16="http://schemas.microsoft.com/office/drawing/2014/main" id="{5997A9A1-AA28-411D-8691-E4B6E6B36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0" name="Line 27">
                <a:extLst>
                  <a:ext uri="{FF2B5EF4-FFF2-40B4-BE49-F238E27FC236}">
                    <a16:creationId xmlns:a16="http://schemas.microsoft.com/office/drawing/2014/main" id="{0C0EE43A-7583-4897-891A-5D17DDEBA9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6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1" name="Line 28">
                <a:extLst>
                  <a:ext uri="{FF2B5EF4-FFF2-40B4-BE49-F238E27FC236}">
                    <a16:creationId xmlns:a16="http://schemas.microsoft.com/office/drawing/2014/main" id="{01483044-6FC3-4B82-AE8E-1F3258DAC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2" name="Line 29">
                <a:extLst>
                  <a:ext uri="{FF2B5EF4-FFF2-40B4-BE49-F238E27FC236}">
                    <a16:creationId xmlns:a16="http://schemas.microsoft.com/office/drawing/2014/main" id="{08D8CEF2-1B44-418F-BFE2-76E5FB6DAD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7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3" name="Line 30">
                <a:extLst>
                  <a:ext uri="{FF2B5EF4-FFF2-40B4-BE49-F238E27FC236}">
                    <a16:creationId xmlns:a16="http://schemas.microsoft.com/office/drawing/2014/main" id="{CE098C3A-C8AA-48A7-B559-A9DBAFBDB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4" name="Line 31">
                <a:extLst>
                  <a:ext uri="{FF2B5EF4-FFF2-40B4-BE49-F238E27FC236}">
                    <a16:creationId xmlns:a16="http://schemas.microsoft.com/office/drawing/2014/main" id="{AD3E2EDC-F26B-4971-8BD4-89EA7AB44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9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5" name="Line 32">
                <a:extLst>
                  <a:ext uri="{FF2B5EF4-FFF2-40B4-BE49-F238E27FC236}">
                    <a16:creationId xmlns:a16="http://schemas.microsoft.com/office/drawing/2014/main" id="{BD71A739-B288-45C1-ABEA-5F99371E7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4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6" name="Line 33">
                <a:extLst>
                  <a:ext uri="{FF2B5EF4-FFF2-40B4-BE49-F238E27FC236}">
                    <a16:creationId xmlns:a16="http://schemas.microsoft.com/office/drawing/2014/main" id="{7B13A205-2BA3-406B-89B5-A8B9630966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0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7" name="Line 34">
                <a:extLst>
                  <a:ext uri="{FF2B5EF4-FFF2-40B4-BE49-F238E27FC236}">
                    <a16:creationId xmlns:a16="http://schemas.microsoft.com/office/drawing/2014/main" id="{D674C717-421F-487C-BCCE-FC394C41D3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6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8" name="Line 35">
                <a:extLst>
                  <a:ext uri="{FF2B5EF4-FFF2-40B4-BE49-F238E27FC236}">
                    <a16:creationId xmlns:a16="http://schemas.microsoft.com/office/drawing/2014/main" id="{E962F54C-D7AB-41B7-867B-45226456D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1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89" name="Line 36">
                <a:extLst>
                  <a:ext uri="{FF2B5EF4-FFF2-40B4-BE49-F238E27FC236}">
                    <a16:creationId xmlns:a16="http://schemas.microsoft.com/office/drawing/2014/main" id="{AF33D213-B9D6-4219-8619-6E4AB7D8B2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7" y="1221"/>
                <a:ext cx="5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90" name="Line 37">
                <a:extLst>
                  <a:ext uri="{FF2B5EF4-FFF2-40B4-BE49-F238E27FC236}">
                    <a16:creationId xmlns:a16="http://schemas.microsoft.com/office/drawing/2014/main" id="{C2486EAD-CB41-4116-81CB-9F8CEF35A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3" y="1221"/>
                <a:ext cx="5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351" name="Rectangle 38">
              <a:extLst>
                <a:ext uri="{FF2B5EF4-FFF2-40B4-BE49-F238E27FC236}">
                  <a16:creationId xmlns:a16="http://schemas.microsoft.com/office/drawing/2014/main" id="{1749489D-10D7-44D1-8FA5-3DF63EF8D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2373"/>
              <a:ext cx="40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52" name="Rectangle 39">
              <a:extLst>
                <a:ext uri="{FF2B5EF4-FFF2-40B4-BE49-F238E27FC236}">
                  <a16:creationId xmlns:a16="http://schemas.microsoft.com/office/drawing/2014/main" id="{D2E0DF70-79D2-4B48-B796-810298059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1384"/>
              <a:ext cx="603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" altLang="en-US" sz="19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(unidad)</a:t>
              </a:r>
              <a:endParaRPr lang="es-ES" altLang="en-US" sz="1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339" name="Object 40">
              <a:extLst>
                <a:ext uri="{FF2B5EF4-FFF2-40B4-BE49-F238E27FC236}">
                  <a16:creationId xmlns:a16="http://schemas.microsoft.com/office/drawing/2014/main" id="{2568993B-DE26-40EB-8865-C6632F9404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3" y="1153"/>
            <a:ext cx="405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8" name="Ecuación" r:id="rId3" imgW="482400" imgH="177480" progId="Equation.3">
                    <p:embed/>
                  </p:oleObj>
                </mc:Choice>
                <mc:Fallback>
                  <p:oleObj name="Ecuación" r:id="rId3" imgW="482400" imgH="177480" progId="Equation.3">
                    <p:embed/>
                    <p:pic>
                      <p:nvPicPr>
                        <p:cNvPr id="14339" name="Object 40">
                          <a:extLst>
                            <a:ext uri="{FF2B5EF4-FFF2-40B4-BE49-F238E27FC236}">
                              <a16:creationId xmlns:a16="http://schemas.microsoft.com/office/drawing/2014/main" id="{2568993B-DE26-40EB-8865-C6632F9404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3" y="1153"/>
                          <a:ext cx="405" cy="15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Line 41">
              <a:extLst>
                <a:ext uri="{FF2B5EF4-FFF2-40B4-BE49-F238E27FC236}">
                  <a16:creationId xmlns:a16="http://schemas.microsoft.com/office/drawing/2014/main" id="{D9236495-DE85-4C16-888D-108A832A2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7" y="2392"/>
              <a:ext cx="0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54" name="Line 42">
              <a:extLst>
                <a:ext uri="{FF2B5EF4-FFF2-40B4-BE49-F238E27FC236}">
                  <a16:creationId xmlns:a16="http://schemas.microsoft.com/office/drawing/2014/main" id="{5C5C05E8-152F-4091-88C8-9776C0581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2449"/>
              <a:ext cx="0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4340" name="Object 43">
              <a:extLst>
                <a:ext uri="{FF2B5EF4-FFF2-40B4-BE49-F238E27FC236}">
                  <a16:creationId xmlns:a16="http://schemas.microsoft.com/office/drawing/2014/main" id="{2F5FE95E-0822-41E5-A706-A11C02C861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20" y="2548"/>
            <a:ext cx="111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9" name="Ecuación" r:id="rId5" imgW="126720" imgH="139680" progId="Equation.3">
                    <p:embed/>
                  </p:oleObj>
                </mc:Choice>
                <mc:Fallback>
                  <p:oleObj name="Ecuación" r:id="rId5" imgW="126720" imgH="139680" progId="Equation.3">
                    <p:embed/>
                    <p:pic>
                      <p:nvPicPr>
                        <p:cNvPr id="14340" name="Object 43">
                          <a:extLst>
                            <a:ext uri="{FF2B5EF4-FFF2-40B4-BE49-F238E27FC236}">
                              <a16:creationId xmlns:a16="http://schemas.microsoft.com/office/drawing/2014/main" id="{2F5FE95E-0822-41E5-A706-A11C02C861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0" y="2548"/>
                          <a:ext cx="111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44">
              <a:extLst>
                <a:ext uri="{FF2B5EF4-FFF2-40B4-BE49-F238E27FC236}">
                  <a16:creationId xmlns:a16="http://schemas.microsoft.com/office/drawing/2014/main" id="{BDB754B2-C05C-415E-B2A2-0C724C091B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1" y="2528"/>
            <a:ext cx="177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0" name="Ecuación" r:id="rId7" imgW="203040" imgH="177480" progId="Equation.3">
                    <p:embed/>
                  </p:oleObj>
                </mc:Choice>
                <mc:Fallback>
                  <p:oleObj name="Ecuación" r:id="rId7" imgW="203040" imgH="177480" progId="Equation.3">
                    <p:embed/>
                    <p:pic>
                      <p:nvPicPr>
                        <p:cNvPr id="14341" name="Object 44">
                          <a:extLst>
                            <a:ext uri="{FF2B5EF4-FFF2-40B4-BE49-F238E27FC236}">
                              <a16:creationId xmlns:a16="http://schemas.microsoft.com/office/drawing/2014/main" id="{BDB754B2-C05C-415E-B2A2-0C724C091B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1" y="2528"/>
                          <a:ext cx="177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2" name="Object 45">
              <a:extLst>
                <a:ext uri="{FF2B5EF4-FFF2-40B4-BE49-F238E27FC236}">
                  <a16:creationId xmlns:a16="http://schemas.microsoft.com/office/drawing/2014/main" id="{C3BF54EA-6795-4637-B78F-C07D095A2B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1" y="2528"/>
            <a:ext cx="16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1" name="Ecuación" r:id="rId9" imgW="190440" imgH="177480" progId="Equation.3">
                    <p:embed/>
                  </p:oleObj>
                </mc:Choice>
                <mc:Fallback>
                  <p:oleObj name="Ecuación" r:id="rId9" imgW="190440" imgH="177480" progId="Equation.3">
                    <p:embed/>
                    <p:pic>
                      <p:nvPicPr>
                        <p:cNvPr id="14342" name="Object 45">
                          <a:extLst>
                            <a:ext uri="{FF2B5EF4-FFF2-40B4-BE49-F238E27FC236}">
                              <a16:creationId xmlns:a16="http://schemas.microsoft.com/office/drawing/2014/main" id="{C3BF54EA-6795-4637-B78F-C07D095A2B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" y="2528"/>
                          <a:ext cx="16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46">
              <a:extLst>
                <a:ext uri="{FF2B5EF4-FFF2-40B4-BE49-F238E27FC236}">
                  <a16:creationId xmlns:a16="http://schemas.microsoft.com/office/drawing/2014/main" id="{61CAC6BB-F301-42DB-BCB9-BEEBEAD92A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2528"/>
            <a:ext cx="17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2" name="Ecuación" r:id="rId11" imgW="203040" imgH="177480" progId="Equation.3">
                    <p:embed/>
                  </p:oleObj>
                </mc:Choice>
                <mc:Fallback>
                  <p:oleObj name="Ecuación" r:id="rId11" imgW="203040" imgH="177480" progId="Equation.3">
                    <p:embed/>
                    <p:pic>
                      <p:nvPicPr>
                        <p:cNvPr id="14343" name="Object 46">
                          <a:extLst>
                            <a:ext uri="{FF2B5EF4-FFF2-40B4-BE49-F238E27FC236}">
                              <a16:creationId xmlns:a16="http://schemas.microsoft.com/office/drawing/2014/main" id="{61CAC6BB-F301-42DB-BCB9-BEEBEAD92A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2528"/>
                          <a:ext cx="178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55" name="Group 47">
              <a:extLst>
                <a:ext uri="{FF2B5EF4-FFF2-40B4-BE49-F238E27FC236}">
                  <a16:creationId xmlns:a16="http://schemas.microsoft.com/office/drawing/2014/main" id="{F364043A-7F2B-4B74-B91D-C349E627F2A3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153" y="1551"/>
              <a:ext cx="2983" cy="994"/>
              <a:chOff x="640" y="1813"/>
              <a:chExt cx="2983" cy="994"/>
            </a:xfrm>
          </p:grpSpPr>
          <p:sp>
            <p:nvSpPr>
              <p:cNvPr id="14357" name="Freeform 48">
                <a:extLst>
                  <a:ext uri="{FF2B5EF4-FFF2-40B4-BE49-F238E27FC236}">
                    <a16:creationId xmlns:a16="http://schemas.microsoft.com/office/drawing/2014/main" id="{5D2992BD-C381-4F0E-9239-287503D32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1838"/>
                <a:ext cx="2948" cy="936"/>
              </a:xfrm>
              <a:custGeom>
                <a:avLst/>
                <a:gdLst>
                  <a:gd name="T0" fmla="*/ 0 w 2588"/>
                  <a:gd name="T1" fmla="*/ 720 h 720"/>
                  <a:gd name="T2" fmla="*/ 84 w 2588"/>
                  <a:gd name="T3" fmla="*/ 611 h 720"/>
                  <a:gd name="T4" fmla="*/ 174 w 2588"/>
                  <a:gd name="T5" fmla="*/ 514 h 720"/>
                  <a:gd name="T6" fmla="*/ 257 w 2588"/>
                  <a:gd name="T7" fmla="*/ 436 h 720"/>
                  <a:gd name="T8" fmla="*/ 347 w 2588"/>
                  <a:gd name="T9" fmla="*/ 369 h 720"/>
                  <a:gd name="T10" fmla="*/ 431 w 2588"/>
                  <a:gd name="T11" fmla="*/ 308 h 720"/>
                  <a:gd name="T12" fmla="*/ 520 w 2588"/>
                  <a:gd name="T13" fmla="*/ 260 h 720"/>
                  <a:gd name="T14" fmla="*/ 604 w 2588"/>
                  <a:gd name="T15" fmla="*/ 218 h 720"/>
                  <a:gd name="T16" fmla="*/ 688 w 2588"/>
                  <a:gd name="T17" fmla="*/ 187 h 720"/>
                  <a:gd name="T18" fmla="*/ 777 w 2588"/>
                  <a:gd name="T19" fmla="*/ 157 h 720"/>
                  <a:gd name="T20" fmla="*/ 861 w 2588"/>
                  <a:gd name="T21" fmla="*/ 133 h 720"/>
                  <a:gd name="T22" fmla="*/ 951 w 2588"/>
                  <a:gd name="T23" fmla="*/ 109 h 720"/>
                  <a:gd name="T24" fmla="*/ 1034 w 2588"/>
                  <a:gd name="T25" fmla="*/ 90 h 720"/>
                  <a:gd name="T26" fmla="*/ 1124 w 2588"/>
                  <a:gd name="T27" fmla="*/ 78 h 720"/>
                  <a:gd name="T28" fmla="*/ 1208 w 2588"/>
                  <a:gd name="T29" fmla="*/ 66 h 720"/>
                  <a:gd name="T30" fmla="*/ 1297 w 2588"/>
                  <a:gd name="T31" fmla="*/ 54 h 720"/>
                  <a:gd name="T32" fmla="*/ 1381 w 2588"/>
                  <a:gd name="T33" fmla="*/ 42 h 720"/>
                  <a:gd name="T34" fmla="*/ 1465 w 2588"/>
                  <a:gd name="T35" fmla="*/ 36 h 720"/>
                  <a:gd name="T36" fmla="*/ 1554 w 2588"/>
                  <a:gd name="T37" fmla="*/ 30 h 720"/>
                  <a:gd name="T38" fmla="*/ 1638 w 2588"/>
                  <a:gd name="T39" fmla="*/ 24 h 720"/>
                  <a:gd name="T40" fmla="*/ 1728 w 2588"/>
                  <a:gd name="T41" fmla="*/ 18 h 720"/>
                  <a:gd name="T42" fmla="*/ 1811 w 2588"/>
                  <a:gd name="T43" fmla="*/ 18 h 720"/>
                  <a:gd name="T44" fmla="*/ 1901 w 2588"/>
                  <a:gd name="T45" fmla="*/ 12 h 720"/>
                  <a:gd name="T46" fmla="*/ 1985 w 2588"/>
                  <a:gd name="T47" fmla="*/ 12 h 720"/>
                  <a:gd name="T48" fmla="*/ 2068 w 2588"/>
                  <a:gd name="T49" fmla="*/ 6 h 720"/>
                  <a:gd name="T50" fmla="*/ 2158 w 2588"/>
                  <a:gd name="T51" fmla="*/ 6 h 720"/>
                  <a:gd name="T52" fmla="*/ 2242 w 2588"/>
                  <a:gd name="T53" fmla="*/ 6 h 720"/>
                  <a:gd name="T54" fmla="*/ 2331 w 2588"/>
                  <a:gd name="T55" fmla="*/ 0 h 720"/>
                  <a:gd name="T56" fmla="*/ 2415 w 2588"/>
                  <a:gd name="T57" fmla="*/ 0 h 720"/>
                  <a:gd name="T58" fmla="*/ 2505 w 2588"/>
                  <a:gd name="T59" fmla="*/ 0 h 720"/>
                  <a:gd name="T60" fmla="*/ 2588 w 2588"/>
                  <a:gd name="T61" fmla="*/ 0 h 72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2588"/>
                  <a:gd name="T94" fmla="*/ 0 h 720"/>
                  <a:gd name="T95" fmla="*/ 2588 w 2588"/>
                  <a:gd name="T96" fmla="*/ 720 h 720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2588" h="720">
                    <a:moveTo>
                      <a:pt x="0" y="720"/>
                    </a:moveTo>
                    <a:lnTo>
                      <a:pt x="84" y="611"/>
                    </a:lnTo>
                    <a:lnTo>
                      <a:pt x="174" y="514"/>
                    </a:lnTo>
                    <a:lnTo>
                      <a:pt x="257" y="436"/>
                    </a:lnTo>
                    <a:lnTo>
                      <a:pt x="347" y="369"/>
                    </a:lnTo>
                    <a:lnTo>
                      <a:pt x="431" y="308"/>
                    </a:lnTo>
                    <a:lnTo>
                      <a:pt x="520" y="260"/>
                    </a:lnTo>
                    <a:lnTo>
                      <a:pt x="604" y="218"/>
                    </a:lnTo>
                    <a:lnTo>
                      <a:pt x="688" y="187"/>
                    </a:lnTo>
                    <a:lnTo>
                      <a:pt x="777" y="157"/>
                    </a:lnTo>
                    <a:lnTo>
                      <a:pt x="861" y="133"/>
                    </a:lnTo>
                    <a:lnTo>
                      <a:pt x="951" y="109"/>
                    </a:lnTo>
                    <a:lnTo>
                      <a:pt x="1034" y="90"/>
                    </a:lnTo>
                    <a:lnTo>
                      <a:pt x="1124" y="78"/>
                    </a:lnTo>
                    <a:lnTo>
                      <a:pt x="1208" y="66"/>
                    </a:lnTo>
                    <a:lnTo>
                      <a:pt x="1297" y="54"/>
                    </a:lnTo>
                    <a:lnTo>
                      <a:pt x="1381" y="42"/>
                    </a:lnTo>
                    <a:lnTo>
                      <a:pt x="1465" y="36"/>
                    </a:lnTo>
                    <a:lnTo>
                      <a:pt x="1554" y="30"/>
                    </a:lnTo>
                    <a:lnTo>
                      <a:pt x="1638" y="24"/>
                    </a:lnTo>
                    <a:lnTo>
                      <a:pt x="1728" y="18"/>
                    </a:lnTo>
                    <a:lnTo>
                      <a:pt x="1811" y="18"/>
                    </a:lnTo>
                    <a:lnTo>
                      <a:pt x="1901" y="12"/>
                    </a:lnTo>
                    <a:lnTo>
                      <a:pt x="1985" y="12"/>
                    </a:lnTo>
                    <a:lnTo>
                      <a:pt x="2068" y="6"/>
                    </a:lnTo>
                    <a:lnTo>
                      <a:pt x="2158" y="6"/>
                    </a:lnTo>
                    <a:lnTo>
                      <a:pt x="2242" y="6"/>
                    </a:lnTo>
                    <a:lnTo>
                      <a:pt x="2331" y="0"/>
                    </a:lnTo>
                    <a:lnTo>
                      <a:pt x="2415" y="0"/>
                    </a:lnTo>
                    <a:lnTo>
                      <a:pt x="2505" y="0"/>
                    </a:lnTo>
                    <a:lnTo>
                      <a:pt x="2588" y="0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8" name="Oval 49">
                <a:extLst>
                  <a:ext uri="{FF2B5EF4-FFF2-40B4-BE49-F238E27FC236}">
                    <a16:creationId xmlns:a16="http://schemas.microsoft.com/office/drawing/2014/main" id="{4B257F64-9CF0-45FF-AF33-8E5BE48F1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" y="2145"/>
                <a:ext cx="62" cy="7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59" name="Oval 50">
                <a:extLst>
                  <a:ext uri="{FF2B5EF4-FFF2-40B4-BE49-F238E27FC236}">
                    <a16:creationId xmlns:a16="http://schemas.microsoft.com/office/drawing/2014/main" id="{184B55E5-39B6-4239-8333-2C10804DA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5" y="1922"/>
                <a:ext cx="62" cy="7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0" name="Oval 51">
                <a:extLst>
                  <a:ext uri="{FF2B5EF4-FFF2-40B4-BE49-F238E27FC236}">
                    <a16:creationId xmlns:a16="http://schemas.microsoft.com/office/drawing/2014/main" id="{CE8F1C58-155E-445F-B6BC-A61A3BF89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1" y="1846"/>
                <a:ext cx="61" cy="7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1" name="Oval 52">
                <a:extLst>
                  <a:ext uri="{FF2B5EF4-FFF2-40B4-BE49-F238E27FC236}">
                    <a16:creationId xmlns:a16="http://schemas.microsoft.com/office/drawing/2014/main" id="{FCB2DE96-DCB5-4EB6-8630-23E536E69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3" y="1813"/>
                <a:ext cx="62" cy="7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62" name="Line 53">
                <a:extLst>
                  <a:ext uri="{FF2B5EF4-FFF2-40B4-BE49-F238E27FC236}">
                    <a16:creationId xmlns:a16="http://schemas.microsoft.com/office/drawing/2014/main" id="{70D8C1DB-A51A-4A7F-BA84-9BD267F8C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2" y="1823"/>
                <a:ext cx="0" cy="9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3" name="Line 54">
                <a:extLst>
                  <a:ext uri="{FF2B5EF4-FFF2-40B4-BE49-F238E27FC236}">
                    <a16:creationId xmlns:a16="http://schemas.microsoft.com/office/drawing/2014/main" id="{DE848975-5430-4A5B-8B71-CE8769D4B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9" y="1820"/>
                <a:ext cx="600" cy="9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364" name="Line 55">
                <a:extLst>
                  <a:ext uri="{FF2B5EF4-FFF2-40B4-BE49-F238E27FC236}">
                    <a16:creationId xmlns:a16="http://schemas.microsoft.com/office/drawing/2014/main" id="{909D877C-3C01-4A70-996E-E208466EE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956" y="1859"/>
                <a:ext cx="0" cy="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4344" name="Object 56">
              <a:extLst>
                <a:ext uri="{FF2B5EF4-FFF2-40B4-BE49-F238E27FC236}">
                  <a16:creationId xmlns:a16="http://schemas.microsoft.com/office/drawing/2014/main" id="{D19F5C09-E019-41A4-BB22-9FBD976A2D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6" y="1837"/>
            <a:ext cx="219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53" name="Ecuación" r:id="rId13" imgW="355320" imgH="203040" progId="Equation.3">
                    <p:embed/>
                  </p:oleObj>
                </mc:Choice>
                <mc:Fallback>
                  <p:oleObj name="Ecuación" r:id="rId13" imgW="355320" imgH="203040" progId="Equation.3">
                    <p:embed/>
                    <p:pic>
                      <p:nvPicPr>
                        <p:cNvPr id="14344" name="Object 56">
                          <a:extLst>
                            <a:ext uri="{FF2B5EF4-FFF2-40B4-BE49-F238E27FC236}">
                              <a16:creationId xmlns:a16="http://schemas.microsoft.com/office/drawing/2014/main" id="{D19F5C09-E019-41A4-BB22-9FBD976A2D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1837"/>
                          <a:ext cx="219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Line 57">
              <a:extLst>
                <a:ext uri="{FF2B5EF4-FFF2-40B4-BE49-F238E27FC236}">
                  <a16:creationId xmlns:a16="http://schemas.microsoft.com/office/drawing/2014/main" id="{1FF68D65-6047-4AF0-9B6E-B93875817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" y="1550"/>
              <a:ext cx="0" cy="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4338" name="Object 58">
            <a:extLst>
              <a:ext uri="{FF2B5EF4-FFF2-40B4-BE49-F238E27FC236}">
                <a16:creationId xmlns:a16="http://schemas.microsoft.com/office/drawing/2014/main" id="{0979C6C7-D292-4304-B01D-DA90D36E5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3264" y="4186238"/>
          <a:ext cx="2700337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" name="Ecuación" r:id="rId15" imgW="1409400" imgH="774360" progId="Equation.3">
                  <p:embed/>
                </p:oleObj>
              </mc:Choice>
              <mc:Fallback>
                <p:oleObj name="Ecuación" r:id="rId15" imgW="1409400" imgH="774360" progId="Equation.3">
                  <p:embed/>
                  <p:pic>
                    <p:nvPicPr>
                      <p:cNvPr id="14338" name="Object 58">
                        <a:extLst>
                          <a:ext uri="{FF2B5EF4-FFF2-40B4-BE49-F238E27FC236}">
                            <a16:creationId xmlns:a16="http://schemas.microsoft.com/office/drawing/2014/main" id="{0979C6C7-D292-4304-B01D-DA90D36E50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4" y="4186238"/>
                        <a:ext cx="2700337" cy="180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Text Box 2">
            <a:extLst>
              <a:ext uri="{FF2B5EF4-FFF2-40B4-BE49-F238E27FC236}">
                <a16:creationId xmlns:a16="http://schemas.microsoft.com/office/drawing/2014/main" id="{20C10949-923B-475F-B219-6B889D3C7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52401"/>
            <a:ext cx="520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MX" altLang="en-US" sz="1800">
                <a:solidFill>
                  <a:srgbClr val="000000"/>
                </a:solidFill>
              </a:rPr>
              <a:t>Intensidad de corriente al descargar un capacitor:</a:t>
            </a:r>
            <a:endParaRPr lang="en-US" altLang="en-US" sz="1800">
              <a:solidFill>
                <a:srgbClr val="000000"/>
              </a:solidFill>
            </a:endParaRPr>
          </a:p>
        </p:txBody>
      </p:sp>
      <p:graphicFrame>
        <p:nvGraphicFramePr>
          <p:cNvPr id="15362" name="Object 3">
            <a:extLst>
              <a:ext uri="{FF2B5EF4-FFF2-40B4-BE49-F238E27FC236}">
                <a16:creationId xmlns:a16="http://schemas.microsoft.com/office/drawing/2014/main" id="{832278DC-4460-43D2-BB96-A173158551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0963" y="481014"/>
          <a:ext cx="6634162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2" name="Ecuación" r:id="rId3" imgW="2286000" imgH="787320" progId="Equation.3">
                  <p:embed/>
                </p:oleObj>
              </mc:Choice>
              <mc:Fallback>
                <p:oleObj name="Ecuación" r:id="rId3" imgW="2286000" imgH="787320" progId="Equation.3">
                  <p:embed/>
                  <p:pic>
                    <p:nvPicPr>
                      <p:cNvPr id="15362" name="Object 3">
                        <a:extLst>
                          <a:ext uri="{FF2B5EF4-FFF2-40B4-BE49-F238E27FC236}">
                            <a16:creationId xmlns:a16="http://schemas.microsoft.com/office/drawing/2014/main" id="{832278DC-4460-43D2-BB96-A173158551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481014"/>
                        <a:ext cx="6634162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Line 4">
            <a:extLst>
              <a:ext uri="{FF2B5EF4-FFF2-40B4-BE49-F238E27FC236}">
                <a16:creationId xmlns:a16="http://schemas.microsoft.com/office/drawing/2014/main" id="{460466E9-409F-404B-A426-557D16E534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31242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0" name="Line 5">
            <a:extLst>
              <a:ext uri="{FF2B5EF4-FFF2-40B4-BE49-F238E27FC236}">
                <a16:creationId xmlns:a16="http://schemas.microsoft.com/office/drawing/2014/main" id="{CF6A4315-64AF-4ED0-91F5-7FFA1E719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810000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3" name="Object 6">
            <a:extLst>
              <a:ext uri="{FF2B5EF4-FFF2-40B4-BE49-F238E27FC236}">
                <a16:creationId xmlns:a16="http://schemas.microsoft.com/office/drawing/2014/main" id="{5856CB38-F2A5-420C-AFB3-37F671054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0" y="388620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3" name="Ecuación" r:id="rId5" imgW="88560" imgH="152280" progId="Equation.3">
                  <p:embed/>
                </p:oleObj>
              </mc:Choice>
              <mc:Fallback>
                <p:oleObj name="Ecuación" r:id="rId5" imgW="88560" imgH="152280" progId="Equation.3">
                  <p:embed/>
                  <p:pic>
                    <p:nvPicPr>
                      <p:cNvPr id="15363" name="Object 6">
                        <a:extLst>
                          <a:ext uri="{FF2B5EF4-FFF2-40B4-BE49-F238E27FC236}">
                            <a16:creationId xmlns:a16="http://schemas.microsoft.com/office/drawing/2014/main" id="{5856CB38-F2A5-420C-AFB3-37F671054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388620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Freeform 7">
            <a:extLst>
              <a:ext uri="{FF2B5EF4-FFF2-40B4-BE49-F238E27FC236}">
                <a16:creationId xmlns:a16="http://schemas.microsoft.com/office/drawing/2014/main" id="{16290BEF-6020-4D4E-A50D-9377B1C48830}"/>
              </a:ext>
            </a:extLst>
          </p:cNvPr>
          <p:cNvSpPr>
            <a:spLocks/>
          </p:cNvSpPr>
          <p:nvPr/>
        </p:nvSpPr>
        <p:spPr bwMode="auto">
          <a:xfrm>
            <a:off x="2590800" y="3886200"/>
            <a:ext cx="5410200" cy="2209800"/>
          </a:xfrm>
          <a:custGeom>
            <a:avLst/>
            <a:gdLst>
              <a:gd name="T0" fmla="*/ 0 w 3408"/>
              <a:gd name="T1" fmla="*/ 1392 h 1392"/>
              <a:gd name="T2" fmla="*/ 96 w 3408"/>
              <a:gd name="T3" fmla="*/ 960 h 1392"/>
              <a:gd name="T4" fmla="*/ 528 w 3408"/>
              <a:gd name="T5" fmla="*/ 576 h 1392"/>
              <a:gd name="T6" fmla="*/ 1152 w 3408"/>
              <a:gd name="T7" fmla="*/ 288 h 1392"/>
              <a:gd name="T8" fmla="*/ 1824 w 3408"/>
              <a:gd name="T9" fmla="*/ 144 h 1392"/>
              <a:gd name="T10" fmla="*/ 2688 w 3408"/>
              <a:gd name="T11" fmla="*/ 48 h 1392"/>
              <a:gd name="T12" fmla="*/ 3408 w 3408"/>
              <a:gd name="T13" fmla="*/ 0 h 13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408"/>
              <a:gd name="T22" fmla="*/ 0 h 1392"/>
              <a:gd name="T23" fmla="*/ 3408 w 3408"/>
              <a:gd name="T24" fmla="*/ 1392 h 13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408" h="1392">
                <a:moveTo>
                  <a:pt x="0" y="1392"/>
                </a:moveTo>
                <a:cubicBezTo>
                  <a:pt x="4" y="1244"/>
                  <a:pt x="8" y="1096"/>
                  <a:pt x="96" y="960"/>
                </a:cubicBezTo>
                <a:cubicBezTo>
                  <a:pt x="184" y="824"/>
                  <a:pt x="352" y="688"/>
                  <a:pt x="528" y="576"/>
                </a:cubicBezTo>
                <a:cubicBezTo>
                  <a:pt x="704" y="464"/>
                  <a:pt x="936" y="360"/>
                  <a:pt x="1152" y="288"/>
                </a:cubicBezTo>
                <a:cubicBezTo>
                  <a:pt x="1368" y="216"/>
                  <a:pt x="1568" y="184"/>
                  <a:pt x="1824" y="144"/>
                </a:cubicBezTo>
                <a:cubicBezTo>
                  <a:pt x="2080" y="104"/>
                  <a:pt x="2424" y="72"/>
                  <a:pt x="2688" y="48"/>
                </a:cubicBezTo>
                <a:cubicBezTo>
                  <a:pt x="2952" y="24"/>
                  <a:pt x="3180" y="12"/>
                  <a:pt x="3408" y="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aphicFrame>
        <p:nvGraphicFramePr>
          <p:cNvPr id="15364" name="Object 8">
            <a:extLst>
              <a:ext uri="{FF2B5EF4-FFF2-40B4-BE49-F238E27FC236}">
                <a16:creationId xmlns:a16="http://schemas.microsoft.com/office/drawing/2014/main" id="{1DC9901E-D97A-477A-9F54-2FDBAF341E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124200"/>
          <a:ext cx="5969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4" name="Ecuación" r:id="rId7" imgW="279360" imgH="203040" progId="Equation.3">
                  <p:embed/>
                </p:oleObj>
              </mc:Choice>
              <mc:Fallback>
                <p:oleObj name="Ecuación" r:id="rId7" imgW="279360" imgH="203040" progId="Equation.3">
                  <p:embed/>
                  <p:pic>
                    <p:nvPicPr>
                      <p:cNvPr id="15364" name="Object 8">
                        <a:extLst>
                          <a:ext uri="{FF2B5EF4-FFF2-40B4-BE49-F238E27FC236}">
                            <a16:creationId xmlns:a16="http://schemas.microsoft.com/office/drawing/2014/main" id="{1DC9901E-D97A-477A-9F54-2FDBAF341E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124200"/>
                        <a:ext cx="5969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9">
            <a:extLst>
              <a:ext uri="{FF2B5EF4-FFF2-40B4-BE49-F238E27FC236}">
                <a16:creationId xmlns:a16="http://schemas.microsoft.com/office/drawing/2014/main" id="{BD26C275-B3A5-4916-971E-3FA7BAA43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867401"/>
          <a:ext cx="685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5" name="Ecuación" r:id="rId9" imgW="266400" imgH="228600" progId="Equation.3">
                  <p:embed/>
                </p:oleObj>
              </mc:Choice>
              <mc:Fallback>
                <p:oleObj name="Ecuación" r:id="rId9" imgW="266400" imgH="228600" progId="Equation.3">
                  <p:embed/>
                  <p:pic>
                    <p:nvPicPr>
                      <p:cNvPr id="15365" name="Object 9">
                        <a:extLst>
                          <a:ext uri="{FF2B5EF4-FFF2-40B4-BE49-F238E27FC236}">
                            <a16:creationId xmlns:a16="http://schemas.microsoft.com/office/drawing/2014/main" id="{BD26C275-B3A5-4916-971E-3FA7BAA43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867401"/>
                        <a:ext cx="685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Line 10">
            <a:extLst>
              <a:ext uri="{FF2B5EF4-FFF2-40B4-BE49-F238E27FC236}">
                <a16:creationId xmlns:a16="http://schemas.microsoft.com/office/drawing/2014/main" id="{AF9FC57B-B9DE-4A40-84DB-1DB624AA1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6096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6" name="Object 11">
            <a:extLst>
              <a:ext uri="{FF2B5EF4-FFF2-40B4-BE49-F238E27FC236}">
                <a16:creationId xmlns:a16="http://schemas.microsoft.com/office/drawing/2014/main" id="{0DE35828-5967-48FC-AE85-E0C1571335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4419600"/>
          <a:ext cx="9525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6" name="Ecuación" r:id="rId11" imgW="609480" imgH="228600" progId="Equation.3">
                  <p:embed/>
                </p:oleObj>
              </mc:Choice>
              <mc:Fallback>
                <p:oleObj name="Ecuación" r:id="rId11" imgW="609480" imgH="228600" progId="Equation.3">
                  <p:embed/>
                  <p:pic>
                    <p:nvPicPr>
                      <p:cNvPr id="15366" name="Object 11">
                        <a:extLst>
                          <a:ext uri="{FF2B5EF4-FFF2-40B4-BE49-F238E27FC236}">
                            <a16:creationId xmlns:a16="http://schemas.microsoft.com/office/drawing/2014/main" id="{0DE35828-5967-48FC-AE85-E0C157133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419600"/>
                        <a:ext cx="9525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Line 12">
            <a:extLst>
              <a:ext uri="{FF2B5EF4-FFF2-40B4-BE49-F238E27FC236}">
                <a16:creationId xmlns:a16="http://schemas.microsoft.com/office/drawing/2014/main" id="{1139D676-CE04-4CD1-AD9E-488E21571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572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74" name="Line 13">
            <a:extLst>
              <a:ext uri="{FF2B5EF4-FFF2-40B4-BE49-F238E27FC236}">
                <a16:creationId xmlns:a16="http://schemas.microsoft.com/office/drawing/2014/main" id="{C4776608-D753-4D60-B067-A82526284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3810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7" name="Object 14">
            <a:extLst>
              <a:ext uri="{FF2B5EF4-FFF2-40B4-BE49-F238E27FC236}">
                <a16:creationId xmlns:a16="http://schemas.microsoft.com/office/drawing/2014/main" id="{79E46256-BB37-418C-8971-8BEE4D7E1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1" y="3352800"/>
          <a:ext cx="4095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7" name="Ecuación" r:id="rId13" imgW="126720" imgH="139680" progId="Equation.3">
                  <p:embed/>
                </p:oleObj>
              </mc:Choice>
              <mc:Fallback>
                <p:oleObj name="Ecuación" r:id="rId13" imgW="126720" imgH="139680" progId="Equation.3">
                  <p:embed/>
                  <p:pic>
                    <p:nvPicPr>
                      <p:cNvPr id="15367" name="Object 14">
                        <a:extLst>
                          <a:ext uri="{FF2B5EF4-FFF2-40B4-BE49-F238E27FC236}">
                            <a16:creationId xmlns:a16="http://schemas.microsoft.com/office/drawing/2014/main" id="{79E46256-BB37-418C-8971-8BEE4D7E16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3352800"/>
                        <a:ext cx="4095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Text Box 15">
            <a:extLst>
              <a:ext uri="{FF2B5EF4-FFF2-40B4-BE49-F238E27FC236}">
                <a16:creationId xmlns:a16="http://schemas.microsoft.com/office/drawing/2014/main" id="{E6668056-E254-4BC0-ABA9-A6B64C1C7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4913313"/>
            <a:ext cx="3549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MX" altLang="en-US" sz="1800">
                <a:solidFill>
                  <a:srgbClr val="000000"/>
                </a:solidFill>
              </a:rPr>
              <a:t>La corriente tiene signo negativo: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MX" altLang="en-US" sz="1800">
                <a:solidFill>
                  <a:srgbClr val="000000"/>
                </a:solidFill>
              </a:rPr>
              <a:t>va en sentido contrario.</a:t>
            </a:r>
            <a:endParaRPr lang="en-US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1">
            <a:extLst>
              <a:ext uri="{FF2B5EF4-FFF2-40B4-BE49-F238E27FC236}">
                <a16:creationId xmlns:a16="http://schemas.microsoft.com/office/drawing/2014/main" id="{FBC01364-459F-487B-99D7-F317A452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1" y="6351"/>
            <a:ext cx="9129713" cy="6843713"/>
          </a:xfrm>
          <a:prstGeom prst="rect">
            <a:avLst/>
          </a:prstGeom>
          <a:solidFill>
            <a:srgbClr val="81818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5" name="Freeform 62">
            <a:extLst>
              <a:ext uri="{FF2B5EF4-FFF2-40B4-BE49-F238E27FC236}">
                <a16:creationId xmlns:a16="http://schemas.microsoft.com/office/drawing/2014/main" id="{096B8B30-9C19-482C-ADBF-C09E680E3085}"/>
              </a:ext>
            </a:extLst>
          </p:cNvPr>
          <p:cNvSpPr>
            <a:spLocks/>
          </p:cNvSpPr>
          <p:nvPr/>
        </p:nvSpPr>
        <p:spPr bwMode="auto">
          <a:xfrm>
            <a:off x="2036764" y="1328738"/>
            <a:ext cx="8212137" cy="5092700"/>
          </a:xfrm>
          <a:custGeom>
            <a:avLst/>
            <a:gdLst>
              <a:gd name="T0" fmla="*/ 8069262 w 5173"/>
              <a:gd name="T1" fmla="*/ 5091113 h 3208"/>
              <a:gd name="T2" fmla="*/ 8099425 w 5173"/>
              <a:gd name="T3" fmla="*/ 5087938 h 3208"/>
              <a:gd name="T4" fmla="*/ 8123237 w 5173"/>
              <a:gd name="T5" fmla="*/ 5080000 h 3208"/>
              <a:gd name="T6" fmla="*/ 8148637 w 5173"/>
              <a:gd name="T7" fmla="*/ 5068888 h 3208"/>
              <a:gd name="T8" fmla="*/ 8169275 w 5173"/>
              <a:gd name="T9" fmla="*/ 5053013 h 3208"/>
              <a:gd name="T10" fmla="*/ 8185150 w 5173"/>
              <a:gd name="T11" fmla="*/ 5035550 h 3208"/>
              <a:gd name="T12" fmla="*/ 8197850 w 5173"/>
              <a:gd name="T13" fmla="*/ 5011738 h 3208"/>
              <a:gd name="T14" fmla="*/ 8205787 w 5173"/>
              <a:gd name="T15" fmla="*/ 4986338 h 3208"/>
              <a:gd name="T16" fmla="*/ 8210550 w 5173"/>
              <a:gd name="T17" fmla="*/ 4962525 h 3208"/>
              <a:gd name="T18" fmla="*/ 8210550 w 5173"/>
              <a:gd name="T19" fmla="*/ 127000 h 3208"/>
              <a:gd name="T20" fmla="*/ 8205787 w 5173"/>
              <a:gd name="T21" fmla="*/ 101600 h 3208"/>
              <a:gd name="T22" fmla="*/ 8197850 w 5173"/>
              <a:gd name="T23" fmla="*/ 77788 h 3208"/>
              <a:gd name="T24" fmla="*/ 8185150 w 5173"/>
              <a:gd name="T25" fmla="*/ 55563 h 3208"/>
              <a:gd name="T26" fmla="*/ 8169275 w 5173"/>
              <a:gd name="T27" fmla="*/ 36513 h 3208"/>
              <a:gd name="T28" fmla="*/ 8148637 w 5173"/>
              <a:gd name="T29" fmla="*/ 17463 h 3208"/>
              <a:gd name="T30" fmla="*/ 8123237 w 5173"/>
              <a:gd name="T31" fmla="*/ 6350 h 3208"/>
              <a:gd name="T32" fmla="*/ 8099425 w 5173"/>
              <a:gd name="T33" fmla="*/ 0 h 3208"/>
              <a:gd name="T34" fmla="*/ 8069262 w 5173"/>
              <a:gd name="T35" fmla="*/ 0 h 3208"/>
              <a:gd name="T36" fmla="*/ 141287 w 5173"/>
              <a:gd name="T37" fmla="*/ 0 h 3208"/>
              <a:gd name="T38" fmla="*/ 111125 w 5173"/>
              <a:gd name="T39" fmla="*/ 0 h 3208"/>
              <a:gd name="T40" fmla="*/ 87312 w 5173"/>
              <a:gd name="T41" fmla="*/ 6350 h 3208"/>
              <a:gd name="T42" fmla="*/ 61912 w 5173"/>
              <a:gd name="T43" fmla="*/ 17463 h 3208"/>
              <a:gd name="T44" fmla="*/ 41275 w 5173"/>
              <a:gd name="T45" fmla="*/ 36513 h 3208"/>
              <a:gd name="T46" fmla="*/ 23812 w 5173"/>
              <a:gd name="T47" fmla="*/ 55563 h 3208"/>
              <a:gd name="T48" fmla="*/ 12700 w 5173"/>
              <a:gd name="T49" fmla="*/ 77788 h 3208"/>
              <a:gd name="T50" fmla="*/ 3175 w 5173"/>
              <a:gd name="T51" fmla="*/ 101600 h 3208"/>
              <a:gd name="T52" fmla="*/ 0 w 5173"/>
              <a:gd name="T53" fmla="*/ 127000 h 3208"/>
              <a:gd name="T54" fmla="*/ 0 w 5173"/>
              <a:gd name="T55" fmla="*/ 4962525 h 3208"/>
              <a:gd name="T56" fmla="*/ 3175 w 5173"/>
              <a:gd name="T57" fmla="*/ 4986338 h 3208"/>
              <a:gd name="T58" fmla="*/ 12700 w 5173"/>
              <a:gd name="T59" fmla="*/ 5011738 h 3208"/>
              <a:gd name="T60" fmla="*/ 23812 w 5173"/>
              <a:gd name="T61" fmla="*/ 5035550 h 3208"/>
              <a:gd name="T62" fmla="*/ 41275 w 5173"/>
              <a:gd name="T63" fmla="*/ 5053013 h 3208"/>
              <a:gd name="T64" fmla="*/ 61912 w 5173"/>
              <a:gd name="T65" fmla="*/ 5068888 h 3208"/>
              <a:gd name="T66" fmla="*/ 87312 w 5173"/>
              <a:gd name="T67" fmla="*/ 5080000 h 3208"/>
              <a:gd name="T68" fmla="*/ 111125 w 5173"/>
              <a:gd name="T69" fmla="*/ 5087938 h 3208"/>
              <a:gd name="T70" fmla="*/ 141287 w 5173"/>
              <a:gd name="T71" fmla="*/ 5091113 h 3208"/>
              <a:gd name="T72" fmla="*/ 8069262 w 5173"/>
              <a:gd name="T73" fmla="*/ 5091113 h 3208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5173"/>
              <a:gd name="T112" fmla="*/ 0 h 3208"/>
              <a:gd name="T113" fmla="*/ 5173 w 5173"/>
              <a:gd name="T114" fmla="*/ 3208 h 3208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5173" h="3208">
                <a:moveTo>
                  <a:pt x="5083" y="3207"/>
                </a:moveTo>
                <a:lnTo>
                  <a:pt x="5102" y="3205"/>
                </a:lnTo>
                <a:lnTo>
                  <a:pt x="5117" y="3200"/>
                </a:lnTo>
                <a:lnTo>
                  <a:pt x="5133" y="3193"/>
                </a:lnTo>
                <a:lnTo>
                  <a:pt x="5146" y="3183"/>
                </a:lnTo>
                <a:lnTo>
                  <a:pt x="5156" y="3172"/>
                </a:lnTo>
                <a:lnTo>
                  <a:pt x="5164" y="3157"/>
                </a:lnTo>
                <a:lnTo>
                  <a:pt x="5169" y="3141"/>
                </a:lnTo>
                <a:lnTo>
                  <a:pt x="5172" y="3126"/>
                </a:lnTo>
                <a:lnTo>
                  <a:pt x="5172" y="80"/>
                </a:lnTo>
                <a:lnTo>
                  <a:pt x="5169" y="64"/>
                </a:lnTo>
                <a:lnTo>
                  <a:pt x="5164" y="49"/>
                </a:lnTo>
                <a:lnTo>
                  <a:pt x="5156" y="35"/>
                </a:lnTo>
                <a:lnTo>
                  <a:pt x="5146" y="23"/>
                </a:lnTo>
                <a:lnTo>
                  <a:pt x="5133" y="11"/>
                </a:lnTo>
                <a:lnTo>
                  <a:pt x="5117" y="4"/>
                </a:lnTo>
                <a:lnTo>
                  <a:pt x="5102" y="0"/>
                </a:lnTo>
                <a:lnTo>
                  <a:pt x="5083" y="0"/>
                </a:lnTo>
                <a:lnTo>
                  <a:pt x="89" y="0"/>
                </a:lnTo>
                <a:lnTo>
                  <a:pt x="70" y="0"/>
                </a:lnTo>
                <a:lnTo>
                  <a:pt x="55" y="4"/>
                </a:lnTo>
                <a:lnTo>
                  <a:pt x="39" y="11"/>
                </a:lnTo>
                <a:lnTo>
                  <a:pt x="26" y="23"/>
                </a:lnTo>
                <a:lnTo>
                  <a:pt x="15" y="35"/>
                </a:lnTo>
                <a:lnTo>
                  <a:pt x="8" y="49"/>
                </a:lnTo>
                <a:lnTo>
                  <a:pt x="2" y="64"/>
                </a:lnTo>
                <a:lnTo>
                  <a:pt x="0" y="80"/>
                </a:lnTo>
                <a:lnTo>
                  <a:pt x="0" y="3126"/>
                </a:lnTo>
                <a:lnTo>
                  <a:pt x="2" y="3141"/>
                </a:lnTo>
                <a:lnTo>
                  <a:pt x="8" y="3157"/>
                </a:lnTo>
                <a:lnTo>
                  <a:pt x="15" y="3172"/>
                </a:lnTo>
                <a:lnTo>
                  <a:pt x="26" y="3183"/>
                </a:lnTo>
                <a:lnTo>
                  <a:pt x="39" y="3193"/>
                </a:lnTo>
                <a:lnTo>
                  <a:pt x="55" y="3200"/>
                </a:lnTo>
                <a:lnTo>
                  <a:pt x="70" y="3205"/>
                </a:lnTo>
                <a:lnTo>
                  <a:pt x="89" y="3207"/>
                </a:lnTo>
                <a:lnTo>
                  <a:pt x="5083" y="3207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6" name="Freeform 63">
            <a:extLst>
              <a:ext uri="{FF2B5EF4-FFF2-40B4-BE49-F238E27FC236}">
                <a16:creationId xmlns:a16="http://schemas.microsoft.com/office/drawing/2014/main" id="{EAADB167-FF6D-4AF0-8C0F-174ADCB46775}"/>
              </a:ext>
            </a:extLst>
          </p:cNvPr>
          <p:cNvSpPr>
            <a:spLocks/>
          </p:cNvSpPr>
          <p:nvPr/>
        </p:nvSpPr>
        <p:spPr bwMode="auto">
          <a:xfrm>
            <a:off x="2263775" y="1512889"/>
            <a:ext cx="7761288" cy="4719637"/>
          </a:xfrm>
          <a:custGeom>
            <a:avLst/>
            <a:gdLst>
              <a:gd name="T0" fmla="*/ 7626351 w 4889"/>
              <a:gd name="T1" fmla="*/ 4718050 h 2973"/>
              <a:gd name="T2" fmla="*/ 7651751 w 4889"/>
              <a:gd name="T3" fmla="*/ 4714875 h 2973"/>
              <a:gd name="T4" fmla="*/ 7677151 w 4889"/>
              <a:gd name="T5" fmla="*/ 4711700 h 2973"/>
              <a:gd name="T6" fmla="*/ 7718426 w 4889"/>
              <a:gd name="T7" fmla="*/ 4684712 h 2973"/>
              <a:gd name="T8" fmla="*/ 7734301 w 4889"/>
              <a:gd name="T9" fmla="*/ 4665662 h 2973"/>
              <a:gd name="T10" fmla="*/ 7747001 w 4889"/>
              <a:gd name="T11" fmla="*/ 4646612 h 2973"/>
              <a:gd name="T12" fmla="*/ 7754938 w 4889"/>
              <a:gd name="T13" fmla="*/ 4624387 h 2973"/>
              <a:gd name="T14" fmla="*/ 7759701 w 4889"/>
              <a:gd name="T15" fmla="*/ 4597400 h 2973"/>
              <a:gd name="T16" fmla="*/ 7759701 w 4889"/>
              <a:gd name="T17" fmla="*/ 120650 h 2973"/>
              <a:gd name="T18" fmla="*/ 7754938 w 4889"/>
              <a:gd name="T19" fmla="*/ 98425 h 2973"/>
              <a:gd name="T20" fmla="*/ 7747001 w 4889"/>
              <a:gd name="T21" fmla="*/ 76200 h 2973"/>
              <a:gd name="T22" fmla="*/ 7734301 w 4889"/>
              <a:gd name="T23" fmla="*/ 52388 h 2973"/>
              <a:gd name="T24" fmla="*/ 7718426 w 4889"/>
              <a:gd name="T25" fmla="*/ 38100 h 2973"/>
              <a:gd name="T26" fmla="*/ 7677151 w 4889"/>
              <a:gd name="T27" fmla="*/ 11112 h 2973"/>
              <a:gd name="T28" fmla="*/ 7651751 w 4889"/>
              <a:gd name="T29" fmla="*/ 3175 h 2973"/>
              <a:gd name="T30" fmla="*/ 7626351 w 4889"/>
              <a:gd name="T31" fmla="*/ 0 h 2973"/>
              <a:gd name="T32" fmla="*/ 133350 w 4889"/>
              <a:gd name="T33" fmla="*/ 0 h 2973"/>
              <a:gd name="T34" fmla="*/ 104775 w 4889"/>
              <a:gd name="T35" fmla="*/ 3175 h 2973"/>
              <a:gd name="T36" fmla="*/ 79375 w 4889"/>
              <a:gd name="T37" fmla="*/ 11112 h 2973"/>
              <a:gd name="T38" fmla="*/ 38100 w 4889"/>
              <a:gd name="T39" fmla="*/ 38100 h 2973"/>
              <a:gd name="T40" fmla="*/ 9525 w 4889"/>
              <a:gd name="T41" fmla="*/ 76200 h 2973"/>
              <a:gd name="T42" fmla="*/ 0 w 4889"/>
              <a:gd name="T43" fmla="*/ 98425 h 2973"/>
              <a:gd name="T44" fmla="*/ 0 w 4889"/>
              <a:gd name="T45" fmla="*/ 120650 h 2973"/>
              <a:gd name="T46" fmla="*/ 0 w 4889"/>
              <a:gd name="T47" fmla="*/ 4597400 h 2973"/>
              <a:gd name="T48" fmla="*/ 0 w 4889"/>
              <a:gd name="T49" fmla="*/ 4624387 h 2973"/>
              <a:gd name="T50" fmla="*/ 9525 w 4889"/>
              <a:gd name="T51" fmla="*/ 4646612 h 2973"/>
              <a:gd name="T52" fmla="*/ 38100 w 4889"/>
              <a:gd name="T53" fmla="*/ 4684712 h 2973"/>
              <a:gd name="T54" fmla="*/ 79375 w 4889"/>
              <a:gd name="T55" fmla="*/ 4711700 h 2973"/>
              <a:gd name="T56" fmla="*/ 104775 w 4889"/>
              <a:gd name="T57" fmla="*/ 4714875 h 2973"/>
              <a:gd name="T58" fmla="*/ 133350 w 4889"/>
              <a:gd name="T59" fmla="*/ 4718050 h 2973"/>
              <a:gd name="T60" fmla="*/ 7626351 w 4889"/>
              <a:gd name="T61" fmla="*/ 4718050 h 2973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4889"/>
              <a:gd name="T94" fmla="*/ 0 h 2973"/>
              <a:gd name="T95" fmla="*/ 4889 w 4889"/>
              <a:gd name="T96" fmla="*/ 2973 h 2973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4889" h="2973">
                <a:moveTo>
                  <a:pt x="4804" y="2972"/>
                </a:moveTo>
                <a:lnTo>
                  <a:pt x="4820" y="2970"/>
                </a:lnTo>
                <a:lnTo>
                  <a:pt x="4836" y="2968"/>
                </a:lnTo>
                <a:lnTo>
                  <a:pt x="4862" y="2951"/>
                </a:lnTo>
                <a:lnTo>
                  <a:pt x="4872" y="2939"/>
                </a:lnTo>
                <a:lnTo>
                  <a:pt x="4880" y="2927"/>
                </a:lnTo>
                <a:lnTo>
                  <a:pt x="4885" y="2913"/>
                </a:lnTo>
                <a:lnTo>
                  <a:pt x="4888" y="2896"/>
                </a:lnTo>
                <a:lnTo>
                  <a:pt x="4888" y="76"/>
                </a:lnTo>
                <a:lnTo>
                  <a:pt x="4885" y="62"/>
                </a:lnTo>
                <a:lnTo>
                  <a:pt x="4880" y="48"/>
                </a:lnTo>
                <a:lnTo>
                  <a:pt x="4872" y="33"/>
                </a:lnTo>
                <a:lnTo>
                  <a:pt x="4862" y="24"/>
                </a:lnTo>
                <a:lnTo>
                  <a:pt x="4836" y="7"/>
                </a:lnTo>
                <a:lnTo>
                  <a:pt x="4820" y="2"/>
                </a:lnTo>
                <a:lnTo>
                  <a:pt x="4804" y="0"/>
                </a:lnTo>
                <a:lnTo>
                  <a:pt x="84" y="0"/>
                </a:lnTo>
                <a:lnTo>
                  <a:pt x="66" y="2"/>
                </a:lnTo>
                <a:lnTo>
                  <a:pt x="50" y="7"/>
                </a:lnTo>
                <a:lnTo>
                  <a:pt x="24" y="24"/>
                </a:lnTo>
                <a:lnTo>
                  <a:pt x="6" y="48"/>
                </a:lnTo>
                <a:lnTo>
                  <a:pt x="0" y="62"/>
                </a:lnTo>
                <a:lnTo>
                  <a:pt x="0" y="76"/>
                </a:lnTo>
                <a:lnTo>
                  <a:pt x="0" y="2896"/>
                </a:lnTo>
                <a:lnTo>
                  <a:pt x="0" y="2913"/>
                </a:lnTo>
                <a:lnTo>
                  <a:pt x="6" y="2927"/>
                </a:lnTo>
                <a:lnTo>
                  <a:pt x="24" y="2951"/>
                </a:lnTo>
                <a:lnTo>
                  <a:pt x="50" y="2968"/>
                </a:lnTo>
                <a:lnTo>
                  <a:pt x="66" y="2970"/>
                </a:lnTo>
                <a:lnTo>
                  <a:pt x="84" y="2972"/>
                </a:lnTo>
                <a:lnTo>
                  <a:pt x="4804" y="2972"/>
                </a:lnTo>
              </a:path>
            </a:pathLst>
          </a:custGeom>
          <a:solidFill>
            <a:srgbClr val="60FF9F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7" name="Freeform 64">
            <a:extLst>
              <a:ext uri="{FF2B5EF4-FFF2-40B4-BE49-F238E27FC236}">
                <a16:creationId xmlns:a16="http://schemas.microsoft.com/office/drawing/2014/main" id="{1137BA09-0F5F-4EC6-AD2B-F468C62800D2}"/>
              </a:ext>
            </a:extLst>
          </p:cNvPr>
          <p:cNvSpPr>
            <a:spLocks/>
          </p:cNvSpPr>
          <p:nvPr/>
        </p:nvSpPr>
        <p:spPr bwMode="auto">
          <a:xfrm>
            <a:off x="3487739" y="6291263"/>
            <a:ext cx="1201737" cy="201612"/>
          </a:xfrm>
          <a:custGeom>
            <a:avLst/>
            <a:gdLst>
              <a:gd name="T0" fmla="*/ 66675 w 757"/>
              <a:gd name="T1" fmla="*/ 200025 h 127"/>
              <a:gd name="T2" fmla="*/ 46037 w 757"/>
              <a:gd name="T3" fmla="*/ 196850 h 127"/>
              <a:gd name="T4" fmla="*/ 33337 w 757"/>
              <a:gd name="T5" fmla="*/ 188912 h 127"/>
              <a:gd name="T6" fmla="*/ 22225 w 757"/>
              <a:gd name="T7" fmla="*/ 177800 h 127"/>
              <a:gd name="T8" fmla="*/ 12700 w 757"/>
              <a:gd name="T9" fmla="*/ 163512 h 127"/>
              <a:gd name="T10" fmla="*/ 4762 w 757"/>
              <a:gd name="T11" fmla="*/ 144462 h 127"/>
              <a:gd name="T12" fmla="*/ 0 w 757"/>
              <a:gd name="T13" fmla="*/ 117475 h 127"/>
              <a:gd name="T14" fmla="*/ 0 w 757"/>
              <a:gd name="T15" fmla="*/ 84137 h 127"/>
              <a:gd name="T16" fmla="*/ 0 w 757"/>
              <a:gd name="T17" fmla="*/ 49212 h 127"/>
              <a:gd name="T18" fmla="*/ 4762 w 757"/>
              <a:gd name="T19" fmla="*/ 26987 h 127"/>
              <a:gd name="T20" fmla="*/ 9525 w 757"/>
              <a:gd name="T21" fmla="*/ 12700 h 127"/>
              <a:gd name="T22" fmla="*/ 17462 w 757"/>
              <a:gd name="T23" fmla="*/ 4762 h 127"/>
              <a:gd name="T24" fmla="*/ 33337 w 757"/>
              <a:gd name="T25" fmla="*/ 0 h 127"/>
              <a:gd name="T26" fmla="*/ 50800 w 757"/>
              <a:gd name="T27" fmla="*/ 4762 h 127"/>
              <a:gd name="T28" fmla="*/ 601662 w 757"/>
              <a:gd name="T29" fmla="*/ 4762 h 127"/>
              <a:gd name="T30" fmla="*/ 1149350 w 757"/>
              <a:gd name="T31" fmla="*/ 4762 h 127"/>
              <a:gd name="T32" fmla="*/ 1171575 w 757"/>
              <a:gd name="T33" fmla="*/ 0 h 127"/>
              <a:gd name="T34" fmla="*/ 1187450 w 757"/>
              <a:gd name="T35" fmla="*/ 4762 h 127"/>
              <a:gd name="T36" fmla="*/ 1192212 w 757"/>
              <a:gd name="T37" fmla="*/ 12700 h 127"/>
              <a:gd name="T38" fmla="*/ 1195387 w 757"/>
              <a:gd name="T39" fmla="*/ 26987 h 127"/>
              <a:gd name="T40" fmla="*/ 1200150 w 757"/>
              <a:gd name="T41" fmla="*/ 49212 h 127"/>
              <a:gd name="T42" fmla="*/ 1200150 w 757"/>
              <a:gd name="T43" fmla="*/ 84137 h 127"/>
              <a:gd name="T44" fmla="*/ 1200150 w 757"/>
              <a:gd name="T45" fmla="*/ 117475 h 127"/>
              <a:gd name="T46" fmla="*/ 1200150 w 757"/>
              <a:gd name="T47" fmla="*/ 144462 h 127"/>
              <a:gd name="T48" fmla="*/ 1195387 w 757"/>
              <a:gd name="T49" fmla="*/ 163512 h 127"/>
              <a:gd name="T50" fmla="*/ 1195387 w 757"/>
              <a:gd name="T51" fmla="*/ 177800 h 127"/>
              <a:gd name="T52" fmla="*/ 1187450 w 757"/>
              <a:gd name="T53" fmla="*/ 188912 h 127"/>
              <a:gd name="T54" fmla="*/ 1182687 w 757"/>
              <a:gd name="T55" fmla="*/ 196850 h 127"/>
              <a:gd name="T56" fmla="*/ 1166812 w 757"/>
              <a:gd name="T57" fmla="*/ 200025 h 127"/>
              <a:gd name="T58" fmla="*/ 66675 w 757"/>
              <a:gd name="T59" fmla="*/ 200025 h 12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757"/>
              <a:gd name="T91" fmla="*/ 0 h 127"/>
              <a:gd name="T92" fmla="*/ 757 w 757"/>
              <a:gd name="T93" fmla="*/ 127 h 12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757" h="127">
                <a:moveTo>
                  <a:pt x="42" y="126"/>
                </a:moveTo>
                <a:lnTo>
                  <a:pt x="29" y="124"/>
                </a:lnTo>
                <a:lnTo>
                  <a:pt x="21" y="119"/>
                </a:lnTo>
                <a:lnTo>
                  <a:pt x="14" y="112"/>
                </a:lnTo>
                <a:lnTo>
                  <a:pt x="8" y="103"/>
                </a:lnTo>
                <a:lnTo>
                  <a:pt x="3" y="91"/>
                </a:lnTo>
                <a:lnTo>
                  <a:pt x="0" y="74"/>
                </a:lnTo>
                <a:lnTo>
                  <a:pt x="0" y="53"/>
                </a:lnTo>
                <a:lnTo>
                  <a:pt x="0" y="31"/>
                </a:lnTo>
                <a:lnTo>
                  <a:pt x="3" y="17"/>
                </a:lnTo>
                <a:lnTo>
                  <a:pt x="6" y="8"/>
                </a:lnTo>
                <a:lnTo>
                  <a:pt x="11" y="3"/>
                </a:lnTo>
                <a:lnTo>
                  <a:pt x="21" y="0"/>
                </a:lnTo>
                <a:lnTo>
                  <a:pt x="32" y="3"/>
                </a:lnTo>
                <a:lnTo>
                  <a:pt x="379" y="3"/>
                </a:lnTo>
                <a:lnTo>
                  <a:pt x="724" y="3"/>
                </a:lnTo>
                <a:lnTo>
                  <a:pt x="738" y="0"/>
                </a:lnTo>
                <a:lnTo>
                  <a:pt x="748" y="3"/>
                </a:lnTo>
                <a:lnTo>
                  <a:pt x="751" y="8"/>
                </a:lnTo>
                <a:lnTo>
                  <a:pt x="753" y="17"/>
                </a:lnTo>
                <a:lnTo>
                  <a:pt x="756" y="31"/>
                </a:lnTo>
                <a:lnTo>
                  <a:pt x="756" y="53"/>
                </a:lnTo>
                <a:lnTo>
                  <a:pt x="756" y="74"/>
                </a:lnTo>
                <a:lnTo>
                  <a:pt x="756" y="91"/>
                </a:lnTo>
                <a:lnTo>
                  <a:pt x="753" y="103"/>
                </a:lnTo>
                <a:lnTo>
                  <a:pt x="753" y="112"/>
                </a:lnTo>
                <a:lnTo>
                  <a:pt x="748" y="119"/>
                </a:lnTo>
                <a:lnTo>
                  <a:pt x="745" y="124"/>
                </a:lnTo>
                <a:lnTo>
                  <a:pt x="735" y="126"/>
                </a:lnTo>
                <a:lnTo>
                  <a:pt x="42" y="126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8" name="Freeform 65">
            <a:extLst>
              <a:ext uri="{FF2B5EF4-FFF2-40B4-BE49-F238E27FC236}">
                <a16:creationId xmlns:a16="http://schemas.microsoft.com/office/drawing/2014/main" id="{FC488D89-BAD4-4BEE-8B35-7BCFF97B6882}"/>
              </a:ext>
            </a:extLst>
          </p:cNvPr>
          <p:cNvSpPr>
            <a:spLocks/>
          </p:cNvSpPr>
          <p:nvPr/>
        </p:nvSpPr>
        <p:spPr bwMode="auto">
          <a:xfrm>
            <a:off x="3487739" y="6291263"/>
            <a:ext cx="1201737" cy="201612"/>
          </a:xfrm>
          <a:custGeom>
            <a:avLst/>
            <a:gdLst>
              <a:gd name="T0" fmla="*/ 66675 w 757"/>
              <a:gd name="T1" fmla="*/ 200025 h 127"/>
              <a:gd name="T2" fmla="*/ 46037 w 757"/>
              <a:gd name="T3" fmla="*/ 196850 h 127"/>
              <a:gd name="T4" fmla="*/ 33337 w 757"/>
              <a:gd name="T5" fmla="*/ 188912 h 127"/>
              <a:gd name="T6" fmla="*/ 22225 w 757"/>
              <a:gd name="T7" fmla="*/ 177800 h 127"/>
              <a:gd name="T8" fmla="*/ 12700 w 757"/>
              <a:gd name="T9" fmla="*/ 163512 h 127"/>
              <a:gd name="T10" fmla="*/ 4762 w 757"/>
              <a:gd name="T11" fmla="*/ 144462 h 127"/>
              <a:gd name="T12" fmla="*/ 0 w 757"/>
              <a:gd name="T13" fmla="*/ 117475 h 127"/>
              <a:gd name="T14" fmla="*/ 0 w 757"/>
              <a:gd name="T15" fmla="*/ 84137 h 127"/>
              <a:gd name="T16" fmla="*/ 0 w 757"/>
              <a:gd name="T17" fmla="*/ 49212 h 127"/>
              <a:gd name="T18" fmla="*/ 4762 w 757"/>
              <a:gd name="T19" fmla="*/ 26987 h 127"/>
              <a:gd name="T20" fmla="*/ 9525 w 757"/>
              <a:gd name="T21" fmla="*/ 12700 h 127"/>
              <a:gd name="T22" fmla="*/ 17462 w 757"/>
              <a:gd name="T23" fmla="*/ 4762 h 127"/>
              <a:gd name="T24" fmla="*/ 33337 w 757"/>
              <a:gd name="T25" fmla="*/ 0 h 127"/>
              <a:gd name="T26" fmla="*/ 50800 w 757"/>
              <a:gd name="T27" fmla="*/ 4762 h 127"/>
              <a:gd name="T28" fmla="*/ 601662 w 757"/>
              <a:gd name="T29" fmla="*/ 4762 h 127"/>
              <a:gd name="T30" fmla="*/ 1149350 w 757"/>
              <a:gd name="T31" fmla="*/ 4762 h 127"/>
              <a:gd name="T32" fmla="*/ 1171575 w 757"/>
              <a:gd name="T33" fmla="*/ 0 h 127"/>
              <a:gd name="T34" fmla="*/ 1187450 w 757"/>
              <a:gd name="T35" fmla="*/ 4762 h 127"/>
              <a:gd name="T36" fmla="*/ 1192212 w 757"/>
              <a:gd name="T37" fmla="*/ 12700 h 127"/>
              <a:gd name="T38" fmla="*/ 1195387 w 757"/>
              <a:gd name="T39" fmla="*/ 26987 h 127"/>
              <a:gd name="T40" fmla="*/ 1200150 w 757"/>
              <a:gd name="T41" fmla="*/ 49212 h 127"/>
              <a:gd name="T42" fmla="*/ 1200150 w 757"/>
              <a:gd name="T43" fmla="*/ 84137 h 127"/>
              <a:gd name="T44" fmla="*/ 1200150 w 757"/>
              <a:gd name="T45" fmla="*/ 117475 h 127"/>
              <a:gd name="T46" fmla="*/ 1200150 w 757"/>
              <a:gd name="T47" fmla="*/ 144462 h 127"/>
              <a:gd name="T48" fmla="*/ 1195387 w 757"/>
              <a:gd name="T49" fmla="*/ 163512 h 127"/>
              <a:gd name="T50" fmla="*/ 1195387 w 757"/>
              <a:gd name="T51" fmla="*/ 177800 h 127"/>
              <a:gd name="T52" fmla="*/ 1187450 w 757"/>
              <a:gd name="T53" fmla="*/ 188912 h 127"/>
              <a:gd name="T54" fmla="*/ 1182687 w 757"/>
              <a:gd name="T55" fmla="*/ 196850 h 127"/>
              <a:gd name="T56" fmla="*/ 1166812 w 757"/>
              <a:gd name="T57" fmla="*/ 200025 h 127"/>
              <a:gd name="T58" fmla="*/ 66675 w 757"/>
              <a:gd name="T59" fmla="*/ 200025 h 127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757"/>
              <a:gd name="T91" fmla="*/ 0 h 127"/>
              <a:gd name="T92" fmla="*/ 757 w 757"/>
              <a:gd name="T93" fmla="*/ 127 h 127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757" h="127">
                <a:moveTo>
                  <a:pt x="42" y="126"/>
                </a:moveTo>
                <a:lnTo>
                  <a:pt x="29" y="124"/>
                </a:lnTo>
                <a:lnTo>
                  <a:pt x="21" y="119"/>
                </a:lnTo>
                <a:lnTo>
                  <a:pt x="14" y="112"/>
                </a:lnTo>
                <a:lnTo>
                  <a:pt x="8" y="103"/>
                </a:lnTo>
                <a:lnTo>
                  <a:pt x="3" y="91"/>
                </a:lnTo>
                <a:lnTo>
                  <a:pt x="0" y="74"/>
                </a:lnTo>
                <a:lnTo>
                  <a:pt x="0" y="53"/>
                </a:lnTo>
                <a:lnTo>
                  <a:pt x="0" y="31"/>
                </a:lnTo>
                <a:lnTo>
                  <a:pt x="3" y="17"/>
                </a:lnTo>
                <a:lnTo>
                  <a:pt x="6" y="8"/>
                </a:lnTo>
                <a:lnTo>
                  <a:pt x="11" y="3"/>
                </a:lnTo>
                <a:lnTo>
                  <a:pt x="21" y="0"/>
                </a:lnTo>
                <a:lnTo>
                  <a:pt x="32" y="3"/>
                </a:lnTo>
                <a:lnTo>
                  <a:pt x="379" y="3"/>
                </a:lnTo>
                <a:lnTo>
                  <a:pt x="724" y="3"/>
                </a:lnTo>
                <a:lnTo>
                  <a:pt x="738" y="0"/>
                </a:lnTo>
                <a:lnTo>
                  <a:pt x="748" y="3"/>
                </a:lnTo>
                <a:lnTo>
                  <a:pt x="751" y="8"/>
                </a:lnTo>
                <a:lnTo>
                  <a:pt x="753" y="17"/>
                </a:lnTo>
                <a:lnTo>
                  <a:pt x="756" y="31"/>
                </a:lnTo>
                <a:lnTo>
                  <a:pt x="756" y="53"/>
                </a:lnTo>
                <a:lnTo>
                  <a:pt x="756" y="74"/>
                </a:lnTo>
                <a:lnTo>
                  <a:pt x="756" y="91"/>
                </a:lnTo>
                <a:lnTo>
                  <a:pt x="753" y="103"/>
                </a:lnTo>
                <a:lnTo>
                  <a:pt x="753" y="112"/>
                </a:lnTo>
                <a:lnTo>
                  <a:pt x="748" y="119"/>
                </a:lnTo>
                <a:lnTo>
                  <a:pt x="745" y="124"/>
                </a:lnTo>
                <a:lnTo>
                  <a:pt x="735" y="126"/>
                </a:lnTo>
                <a:lnTo>
                  <a:pt x="42" y="126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59" name="Freeform 66">
            <a:extLst>
              <a:ext uri="{FF2B5EF4-FFF2-40B4-BE49-F238E27FC236}">
                <a16:creationId xmlns:a16="http://schemas.microsoft.com/office/drawing/2014/main" id="{908E5401-C22B-4182-B580-79B432B3E02A}"/>
              </a:ext>
            </a:extLst>
          </p:cNvPr>
          <p:cNvSpPr>
            <a:spLocks/>
          </p:cNvSpPr>
          <p:nvPr/>
        </p:nvSpPr>
        <p:spPr bwMode="auto">
          <a:xfrm>
            <a:off x="3487739" y="6303964"/>
            <a:ext cx="1196975" cy="185737"/>
          </a:xfrm>
          <a:custGeom>
            <a:avLst/>
            <a:gdLst>
              <a:gd name="T0" fmla="*/ 598488 w 754"/>
              <a:gd name="T1" fmla="*/ 0 h 117"/>
              <a:gd name="T2" fmla="*/ 1149350 w 754"/>
              <a:gd name="T3" fmla="*/ 0 h 117"/>
              <a:gd name="T4" fmla="*/ 1171575 w 754"/>
              <a:gd name="T5" fmla="*/ 0 h 117"/>
              <a:gd name="T6" fmla="*/ 1182688 w 754"/>
              <a:gd name="T7" fmla="*/ 3175 h 117"/>
              <a:gd name="T8" fmla="*/ 1192213 w 754"/>
              <a:gd name="T9" fmla="*/ 11112 h 117"/>
              <a:gd name="T10" fmla="*/ 1195388 w 754"/>
              <a:gd name="T11" fmla="*/ 25400 h 117"/>
              <a:gd name="T12" fmla="*/ 1195388 w 754"/>
              <a:gd name="T13" fmla="*/ 44450 h 117"/>
              <a:gd name="T14" fmla="*/ 1195388 w 754"/>
              <a:gd name="T15" fmla="*/ 74612 h 117"/>
              <a:gd name="T16" fmla="*/ 1195388 w 754"/>
              <a:gd name="T17" fmla="*/ 107950 h 117"/>
              <a:gd name="T18" fmla="*/ 1195388 w 754"/>
              <a:gd name="T19" fmla="*/ 131762 h 117"/>
              <a:gd name="T20" fmla="*/ 1195388 w 754"/>
              <a:gd name="T21" fmla="*/ 150812 h 117"/>
              <a:gd name="T22" fmla="*/ 1192213 w 754"/>
              <a:gd name="T23" fmla="*/ 165100 h 117"/>
              <a:gd name="T24" fmla="*/ 1182688 w 754"/>
              <a:gd name="T25" fmla="*/ 180975 h 117"/>
              <a:gd name="T26" fmla="*/ 1166813 w 754"/>
              <a:gd name="T27" fmla="*/ 184150 h 117"/>
              <a:gd name="T28" fmla="*/ 66675 w 754"/>
              <a:gd name="T29" fmla="*/ 184150 h 117"/>
              <a:gd name="T30" fmla="*/ 46037 w 754"/>
              <a:gd name="T31" fmla="*/ 180975 h 117"/>
              <a:gd name="T32" fmla="*/ 22225 w 754"/>
              <a:gd name="T33" fmla="*/ 165100 h 117"/>
              <a:gd name="T34" fmla="*/ 12700 w 754"/>
              <a:gd name="T35" fmla="*/ 150812 h 117"/>
              <a:gd name="T36" fmla="*/ 4762 w 754"/>
              <a:gd name="T37" fmla="*/ 131762 h 117"/>
              <a:gd name="T38" fmla="*/ 0 w 754"/>
              <a:gd name="T39" fmla="*/ 104775 h 117"/>
              <a:gd name="T40" fmla="*/ 0 w 754"/>
              <a:gd name="T41" fmla="*/ 74612 h 117"/>
              <a:gd name="T42" fmla="*/ 0 w 754"/>
              <a:gd name="T43" fmla="*/ 44450 h 117"/>
              <a:gd name="T44" fmla="*/ 4762 w 754"/>
              <a:gd name="T45" fmla="*/ 22225 h 117"/>
              <a:gd name="T46" fmla="*/ 9525 w 754"/>
              <a:gd name="T47" fmla="*/ 11112 h 117"/>
              <a:gd name="T48" fmla="*/ 17463 w 754"/>
              <a:gd name="T49" fmla="*/ 3175 h 117"/>
              <a:gd name="T50" fmla="*/ 33338 w 754"/>
              <a:gd name="T51" fmla="*/ 0 h 117"/>
              <a:gd name="T52" fmla="*/ 50800 w 754"/>
              <a:gd name="T53" fmla="*/ 0 h 117"/>
              <a:gd name="T54" fmla="*/ 598488 w 754"/>
              <a:gd name="T55" fmla="*/ 0 h 117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4"/>
              <a:gd name="T85" fmla="*/ 0 h 117"/>
              <a:gd name="T86" fmla="*/ 754 w 754"/>
              <a:gd name="T87" fmla="*/ 117 h 117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4" h="117">
                <a:moveTo>
                  <a:pt x="377" y="0"/>
                </a:moveTo>
                <a:lnTo>
                  <a:pt x="724" y="0"/>
                </a:lnTo>
                <a:lnTo>
                  <a:pt x="738" y="0"/>
                </a:lnTo>
                <a:lnTo>
                  <a:pt x="745" y="2"/>
                </a:lnTo>
                <a:lnTo>
                  <a:pt x="751" y="7"/>
                </a:lnTo>
                <a:lnTo>
                  <a:pt x="753" y="16"/>
                </a:lnTo>
                <a:lnTo>
                  <a:pt x="753" y="28"/>
                </a:lnTo>
                <a:lnTo>
                  <a:pt x="753" y="47"/>
                </a:lnTo>
                <a:lnTo>
                  <a:pt x="753" y="68"/>
                </a:lnTo>
                <a:lnTo>
                  <a:pt x="753" y="83"/>
                </a:lnTo>
                <a:lnTo>
                  <a:pt x="753" y="95"/>
                </a:lnTo>
                <a:lnTo>
                  <a:pt x="751" y="104"/>
                </a:lnTo>
                <a:lnTo>
                  <a:pt x="745" y="114"/>
                </a:lnTo>
                <a:lnTo>
                  <a:pt x="735" y="116"/>
                </a:lnTo>
                <a:lnTo>
                  <a:pt x="42" y="116"/>
                </a:lnTo>
                <a:lnTo>
                  <a:pt x="29" y="114"/>
                </a:lnTo>
                <a:lnTo>
                  <a:pt x="14" y="104"/>
                </a:lnTo>
                <a:lnTo>
                  <a:pt x="8" y="95"/>
                </a:lnTo>
                <a:lnTo>
                  <a:pt x="3" y="83"/>
                </a:lnTo>
                <a:lnTo>
                  <a:pt x="0" y="66"/>
                </a:lnTo>
                <a:lnTo>
                  <a:pt x="0" y="47"/>
                </a:lnTo>
                <a:lnTo>
                  <a:pt x="0" y="28"/>
                </a:lnTo>
                <a:lnTo>
                  <a:pt x="3" y="14"/>
                </a:lnTo>
                <a:lnTo>
                  <a:pt x="6" y="7"/>
                </a:lnTo>
                <a:lnTo>
                  <a:pt x="11" y="2"/>
                </a:lnTo>
                <a:lnTo>
                  <a:pt x="21" y="0"/>
                </a:lnTo>
                <a:lnTo>
                  <a:pt x="32" y="0"/>
                </a:lnTo>
                <a:lnTo>
                  <a:pt x="377" y="0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0" name="Freeform 67">
            <a:extLst>
              <a:ext uri="{FF2B5EF4-FFF2-40B4-BE49-F238E27FC236}">
                <a16:creationId xmlns:a16="http://schemas.microsoft.com/office/drawing/2014/main" id="{816884CF-8A3B-4CB6-AA2B-6139C5D3308D}"/>
              </a:ext>
            </a:extLst>
          </p:cNvPr>
          <p:cNvSpPr>
            <a:spLocks/>
          </p:cNvSpPr>
          <p:nvPr/>
        </p:nvSpPr>
        <p:spPr bwMode="auto">
          <a:xfrm>
            <a:off x="3487739" y="6315075"/>
            <a:ext cx="1196975" cy="171450"/>
          </a:xfrm>
          <a:custGeom>
            <a:avLst/>
            <a:gdLst>
              <a:gd name="T0" fmla="*/ 593725 w 754"/>
              <a:gd name="T1" fmla="*/ 0 h 108"/>
              <a:gd name="T2" fmla="*/ 1149350 w 754"/>
              <a:gd name="T3" fmla="*/ 0 h 108"/>
              <a:gd name="T4" fmla="*/ 1171575 w 754"/>
              <a:gd name="T5" fmla="*/ 0 h 108"/>
              <a:gd name="T6" fmla="*/ 1182688 w 754"/>
              <a:gd name="T7" fmla="*/ 3175 h 108"/>
              <a:gd name="T8" fmla="*/ 1192213 w 754"/>
              <a:gd name="T9" fmla="*/ 11112 h 108"/>
              <a:gd name="T10" fmla="*/ 1195388 w 754"/>
              <a:gd name="T11" fmla="*/ 22225 h 108"/>
              <a:gd name="T12" fmla="*/ 1195388 w 754"/>
              <a:gd name="T13" fmla="*/ 41275 h 108"/>
              <a:gd name="T14" fmla="*/ 1195388 w 754"/>
              <a:gd name="T15" fmla="*/ 71438 h 108"/>
              <a:gd name="T16" fmla="*/ 1195388 w 754"/>
              <a:gd name="T17" fmla="*/ 96837 h 108"/>
              <a:gd name="T18" fmla="*/ 1195388 w 754"/>
              <a:gd name="T19" fmla="*/ 123825 h 108"/>
              <a:gd name="T20" fmla="*/ 1195388 w 754"/>
              <a:gd name="T21" fmla="*/ 139700 h 108"/>
              <a:gd name="T22" fmla="*/ 1192213 w 754"/>
              <a:gd name="T23" fmla="*/ 153988 h 108"/>
              <a:gd name="T24" fmla="*/ 1182688 w 754"/>
              <a:gd name="T25" fmla="*/ 165100 h 108"/>
              <a:gd name="T26" fmla="*/ 1166813 w 754"/>
              <a:gd name="T27" fmla="*/ 169863 h 108"/>
              <a:gd name="T28" fmla="*/ 66675 w 754"/>
              <a:gd name="T29" fmla="*/ 169863 h 108"/>
              <a:gd name="T30" fmla="*/ 46037 w 754"/>
              <a:gd name="T31" fmla="*/ 165100 h 108"/>
              <a:gd name="T32" fmla="*/ 25400 w 754"/>
              <a:gd name="T33" fmla="*/ 150813 h 108"/>
              <a:gd name="T34" fmla="*/ 17463 w 754"/>
              <a:gd name="T35" fmla="*/ 139700 h 108"/>
              <a:gd name="T36" fmla="*/ 9525 w 754"/>
              <a:gd name="T37" fmla="*/ 120650 h 108"/>
              <a:gd name="T38" fmla="*/ 4762 w 754"/>
              <a:gd name="T39" fmla="*/ 96837 h 108"/>
              <a:gd name="T40" fmla="*/ 0 w 754"/>
              <a:gd name="T41" fmla="*/ 66675 h 108"/>
              <a:gd name="T42" fmla="*/ 4762 w 754"/>
              <a:gd name="T43" fmla="*/ 41275 h 108"/>
              <a:gd name="T44" fmla="*/ 4762 w 754"/>
              <a:gd name="T45" fmla="*/ 22225 h 108"/>
              <a:gd name="T46" fmla="*/ 9525 w 754"/>
              <a:gd name="T47" fmla="*/ 6350 h 108"/>
              <a:gd name="T48" fmla="*/ 17463 w 754"/>
              <a:gd name="T49" fmla="*/ 3175 h 108"/>
              <a:gd name="T50" fmla="*/ 33338 w 754"/>
              <a:gd name="T51" fmla="*/ 0 h 108"/>
              <a:gd name="T52" fmla="*/ 50800 w 754"/>
              <a:gd name="T53" fmla="*/ 0 h 108"/>
              <a:gd name="T54" fmla="*/ 593725 w 754"/>
              <a:gd name="T55" fmla="*/ 0 h 10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4"/>
              <a:gd name="T85" fmla="*/ 0 h 108"/>
              <a:gd name="T86" fmla="*/ 754 w 754"/>
              <a:gd name="T87" fmla="*/ 108 h 10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4" h="108">
                <a:moveTo>
                  <a:pt x="374" y="0"/>
                </a:moveTo>
                <a:lnTo>
                  <a:pt x="724" y="0"/>
                </a:lnTo>
                <a:lnTo>
                  <a:pt x="738" y="0"/>
                </a:lnTo>
                <a:lnTo>
                  <a:pt x="745" y="2"/>
                </a:lnTo>
                <a:lnTo>
                  <a:pt x="751" y="7"/>
                </a:lnTo>
                <a:lnTo>
                  <a:pt x="753" y="14"/>
                </a:lnTo>
                <a:lnTo>
                  <a:pt x="753" y="26"/>
                </a:lnTo>
                <a:lnTo>
                  <a:pt x="753" y="45"/>
                </a:lnTo>
                <a:lnTo>
                  <a:pt x="753" y="61"/>
                </a:lnTo>
                <a:lnTo>
                  <a:pt x="753" y="78"/>
                </a:lnTo>
                <a:lnTo>
                  <a:pt x="753" y="88"/>
                </a:lnTo>
                <a:lnTo>
                  <a:pt x="751" y="97"/>
                </a:lnTo>
                <a:lnTo>
                  <a:pt x="745" y="104"/>
                </a:lnTo>
                <a:lnTo>
                  <a:pt x="735" y="107"/>
                </a:lnTo>
                <a:lnTo>
                  <a:pt x="42" y="107"/>
                </a:lnTo>
                <a:lnTo>
                  <a:pt x="29" y="104"/>
                </a:lnTo>
                <a:lnTo>
                  <a:pt x="16" y="95"/>
                </a:lnTo>
                <a:lnTo>
                  <a:pt x="11" y="88"/>
                </a:lnTo>
                <a:lnTo>
                  <a:pt x="6" y="76"/>
                </a:lnTo>
                <a:lnTo>
                  <a:pt x="3" y="61"/>
                </a:lnTo>
                <a:lnTo>
                  <a:pt x="0" y="42"/>
                </a:lnTo>
                <a:lnTo>
                  <a:pt x="3" y="26"/>
                </a:lnTo>
                <a:lnTo>
                  <a:pt x="3" y="14"/>
                </a:lnTo>
                <a:lnTo>
                  <a:pt x="6" y="4"/>
                </a:lnTo>
                <a:lnTo>
                  <a:pt x="11" y="2"/>
                </a:lnTo>
                <a:lnTo>
                  <a:pt x="21" y="0"/>
                </a:lnTo>
                <a:lnTo>
                  <a:pt x="32" y="0"/>
                </a:lnTo>
                <a:lnTo>
                  <a:pt x="374" y="0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1" name="Freeform 68">
            <a:extLst>
              <a:ext uri="{FF2B5EF4-FFF2-40B4-BE49-F238E27FC236}">
                <a16:creationId xmlns:a16="http://schemas.microsoft.com/office/drawing/2014/main" id="{7530028B-0655-4A6B-BE5C-638C05644BE2}"/>
              </a:ext>
            </a:extLst>
          </p:cNvPr>
          <p:cNvSpPr>
            <a:spLocks/>
          </p:cNvSpPr>
          <p:nvPr/>
        </p:nvSpPr>
        <p:spPr bwMode="auto">
          <a:xfrm>
            <a:off x="3487739" y="6321425"/>
            <a:ext cx="1196975" cy="165100"/>
          </a:xfrm>
          <a:custGeom>
            <a:avLst/>
            <a:gdLst>
              <a:gd name="T0" fmla="*/ 593725 w 754"/>
              <a:gd name="T1" fmla="*/ 4763 h 104"/>
              <a:gd name="T2" fmla="*/ 1149350 w 754"/>
              <a:gd name="T3" fmla="*/ 4763 h 104"/>
              <a:gd name="T4" fmla="*/ 1171575 w 754"/>
              <a:gd name="T5" fmla="*/ 4763 h 104"/>
              <a:gd name="T6" fmla="*/ 1182688 w 754"/>
              <a:gd name="T7" fmla="*/ 7938 h 104"/>
              <a:gd name="T8" fmla="*/ 1187450 w 754"/>
              <a:gd name="T9" fmla="*/ 12700 h 104"/>
              <a:gd name="T10" fmla="*/ 1192213 w 754"/>
              <a:gd name="T11" fmla="*/ 26988 h 104"/>
              <a:gd name="T12" fmla="*/ 1195388 w 754"/>
              <a:gd name="T13" fmla="*/ 42862 h 104"/>
              <a:gd name="T14" fmla="*/ 1195388 w 754"/>
              <a:gd name="T15" fmla="*/ 68263 h 104"/>
              <a:gd name="T16" fmla="*/ 1195388 w 754"/>
              <a:gd name="T17" fmla="*/ 95250 h 104"/>
              <a:gd name="T18" fmla="*/ 1195388 w 754"/>
              <a:gd name="T19" fmla="*/ 117475 h 104"/>
              <a:gd name="T20" fmla="*/ 1192213 w 754"/>
              <a:gd name="T21" fmla="*/ 133350 h 104"/>
              <a:gd name="T22" fmla="*/ 1192213 w 754"/>
              <a:gd name="T23" fmla="*/ 144463 h 104"/>
              <a:gd name="T24" fmla="*/ 1182688 w 754"/>
              <a:gd name="T25" fmla="*/ 158750 h 104"/>
              <a:gd name="T26" fmla="*/ 1166813 w 754"/>
              <a:gd name="T27" fmla="*/ 163513 h 104"/>
              <a:gd name="T28" fmla="*/ 66675 w 754"/>
              <a:gd name="T29" fmla="*/ 163513 h 104"/>
              <a:gd name="T30" fmla="*/ 46037 w 754"/>
              <a:gd name="T31" fmla="*/ 158750 h 104"/>
              <a:gd name="T32" fmla="*/ 25400 w 754"/>
              <a:gd name="T33" fmla="*/ 144463 h 104"/>
              <a:gd name="T34" fmla="*/ 12700 w 754"/>
              <a:gd name="T35" fmla="*/ 133350 h 104"/>
              <a:gd name="T36" fmla="*/ 9525 w 754"/>
              <a:gd name="T37" fmla="*/ 114300 h 104"/>
              <a:gd name="T38" fmla="*/ 4762 w 754"/>
              <a:gd name="T39" fmla="*/ 95250 h 104"/>
              <a:gd name="T40" fmla="*/ 0 w 754"/>
              <a:gd name="T41" fmla="*/ 65088 h 104"/>
              <a:gd name="T42" fmla="*/ 4762 w 754"/>
              <a:gd name="T43" fmla="*/ 42862 h 104"/>
              <a:gd name="T44" fmla="*/ 4762 w 754"/>
              <a:gd name="T45" fmla="*/ 23812 h 104"/>
              <a:gd name="T46" fmla="*/ 9525 w 754"/>
              <a:gd name="T47" fmla="*/ 12700 h 104"/>
              <a:gd name="T48" fmla="*/ 17463 w 754"/>
              <a:gd name="T49" fmla="*/ 4763 h 104"/>
              <a:gd name="T50" fmla="*/ 33338 w 754"/>
              <a:gd name="T51" fmla="*/ 0 h 104"/>
              <a:gd name="T52" fmla="*/ 50800 w 754"/>
              <a:gd name="T53" fmla="*/ 4763 h 104"/>
              <a:gd name="T54" fmla="*/ 593725 w 754"/>
              <a:gd name="T55" fmla="*/ 4763 h 10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4"/>
              <a:gd name="T85" fmla="*/ 0 h 104"/>
              <a:gd name="T86" fmla="*/ 754 w 754"/>
              <a:gd name="T87" fmla="*/ 104 h 10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4" h="104">
                <a:moveTo>
                  <a:pt x="374" y="3"/>
                </a:moveTo>
                <a:lnTo>
                  <a:pt x="724" y="3"/>
                </a:lnTo>
                <a:lnTo>
                  <a:pt x="738" y="3"/>
                </a:lnTo>
                <a:lnTo>
                  <a:pt x="745" y="5"/>
                </a:lnTo>
                <a:lnTo>
                  <a:pt x="748" y="8"/>
                </a:lnTo>
                <a:lnTo>
                  <a:pt x="751" y="17"/>
                </a:lnTo>
                <a:lnTo>
                  <a:pt x="753" y="27"/>
                </a:lnTo>
                <a:lnTo>
                  <a:pt x="753" y="43"/>
                </a:lnTo>
                <a:lnTo>
                  <a:pt x="753" y="60"/>
                </a:lnTo>
                <a:lnTo>
                  <a:pt x="753" y="74"/>
                </a:lnTo>
                <a:lnTo>
                  <a:pt x="751" y="84"/>
                </a:lnTo>
                <a:lnTo>
                  <a:pt x="751" y="91"/>
                </a:lnTo>
                <a:lnTo>
                  <a:pt x="745" y="100"/>
                </a:lnTo>
                <a:lnTo>
                  <a:pt x="735" y="103"/>
                </a:lnTo>
                <a:lnTo>
                  <a:pt x="42" y="103"/>
                </a:lnTo>
                <a:lnTo>
                  <a:pt x="29" y="100"/>
                </a:lnTo>
                <a:lnTo>
                  <a:pt x="16" y="91"/>
                </a:lnTo>
                <a:lnTo>
                  <a:pt x="8" y="84"/>
                </a:lnTo>
                <a:lnTo>
                  <a:pt x="6" y="72"/>
                </a:lnTo>
                <a:lnTo>
                  <a:pt x="3" y="60"/>
                </a:lnTo>
                <a:lnTo>
                  <a:pt x="0" y="41"/>
                </a:lnTo>
                <a:lnTo>
                  <a:pt x="3" y="27"/>
                </a:lnTo>
                <a:lnTo>
                  <a:pt x="3" y="15"/>
                </a:lnTo>
                <a:lnTo>
                  <a:pt x="6" y="8"/>
                </a:lnTo>
                <a:lnTo>
                  <a:pt x="11" y="3"/>
                </a:lnTo>
                <a:lnTo>
                  <a:pt x="21" y="0"/>
                </a:lnTo>
                <a:lnTo>
                  <a:pt x="32" y="3"/>
                </a:lnTo>
                <a:lnTo>
                  <a:pt x="374" y="3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2" name="Freeform 69">
            <a:extLst>
              <a:ext uri="{FF2B5EF4-FFF2-40B4-BE49-F238E27FC236}">
                <a16:creationId xmlns:a16="http://schemas.microsoft.com/office/drawing/2014/main" id="{5EAAD8DB-8F1E-4175-A851-9AF7268334F5}"/>
              </a:ext>
            </a:extLst>
          </p:cNvPr>
          <p:cNvSpPr>
            <a:spLocks/>
          </p:cNvSpPr>
          <p:nvPr/>
        </p:nvSpPr>
        <p:spPr bwMode="auto">
          <a:xfrm>
            <a:off x="3487738" y="6337301"/>
            <a:ext cx="1193800" cy="144463"/>
          </a:xfrm>
          <a:custGeom>
            <a:avLst/>
            <a:gdLst>
              <a:gd name="T0" fmla="*/ 590550 w 752"/>
              <a:gd name="T1" fmla="*/ 0 h 91"/>
              <a:gd name="T2" fmla="*/ 1149350 w 752"/>
              <a:gd name="T3" fmla="*/ 0 h 91"/>
              <a:gd name="T4" fmla="*/ 1171575 w 752"/>
              <a:gd name="T5" fmla="*/ 0 h 91"/>
              <a:gd name="T6" fmla="*/ 1182688 w 752"/>
              <a:gd name="T7" fmla="*/ 3175 h 91"/>
              <a:gd name="T8" fmla="*/ 1187450 w 752"/>
              <a:gd name="T9" fmla="*/ 7938 h 91"/>
              <a:gd name="T10" fmla="*/ 1192213 w 752"/>
              <a:gd name="T11" fmla="*/ 19050 h 91"/>
              <a:gd name="T12" fmla="*/ 1192213 w 752"/>
              <a:gd name="T13" fmla="*/ 38100 h 91"/>
              <a:gd name="T14" fmla="*/ 1192213 w 752"/>
              <a:gd name="T15" fmla="*/ 60325 h 91"/>
              <a:gd name="T16" fmla="*/ 1192213 w 752"/>
              <a:gd name="T17" fmla="*/ 82550 h 91"/>
              <a:gd name="T18" fmla="*/ 1192213 w 752"/>
              <a:gd name="T19" fmla="*/ 101600 h 91"/>
              <a:gd name="T20" fmla="*/ 1192213 w 752"/>
              <a:gd name="T21" fmla="*/ 117475 h 91"/>
              <a:gd name="T22" fmla="*/ 1192213 w 752"/>
              <a:gd name="T23" fmla="*/ 128588 h 91"/>
              <a:gd name="T24" fmla="*/ 1182688 w 752"/>
              <a:gd name="T25" fmla="*/ 139700 h 91"/>
              <a:gd name="T26" fmla="*/ 1166813 w 752"/>
              <a:gd name="T27" fmla="*/ 142875 h 91"/>
              <a:gd name="T28" fmla="*/ 63500 w 752"/>
              <a:gd name="T29" fmla="*/ 142875 h 91"/>
              <a:gd name="T30" fmla="*/ 42862 w 752"/>
              <a:gd name="T31" fmla="*/ 139700 h 91"/>
              <a:gd name="T32" fmla="*/ 22225 w 752"/>
              <a:gd name="T33" fmla="*/ 128588 h 91"/>
              <a:gd name="T34" fmla="*/ 12700 w 752"/>
              <a:gd name="T35" fmla="*/ 117475 h 91"/>
              <a:gd name="T36" fmla="*/ 9525 w 752"/>
              <a:gd name="T37" fmla="*/ 98425 h 91"/>
              <a:gd name="T38" fmla="*/ 4762 w 752"/>
              <a:gd name="T39" fmla="*/ 79375 h 91"/>
              <a:gd name="T40" fmla="*/ 0 w 752"/>
              <a:gd name="T41" fmla="*/ 57150 h 91"/>
              <a:gd name="T42" fmla="*/ 4762 w 752"/>
              <a:gd name="T43" fmla="*/ 30163 h 91"/>
              <a:gd name="T44" fmla="*/ 4762 w 752"/>
              <a:gd name="T45" fmla="*/ 14288 h 91"/>
              <a:gd name="T46" fmla="*/ 9525 w 752"/>
              <a:gd name="T47" fmla="*/ 3175 h 91"/>
              <a:gd name="T48" fmla="*/ 17463 w 752"/>
              <a:gd name="T49" fmla="*/ 0 h 91"/>
              <a:gd name="T50" fmla="*/ 50800 w 752"/>
              <a:gd name="T51" fmla="*/ 0 h 91"/>
              <a:gd name="T52" fmla="*/ 590550 w 752"/>
              <a:gd name="T53" fmla="*/ 0 h 91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752"/>
              <a:gd name="T82" fmla="*/ 0 h 91"/>
              <a:gd name="T83" fmla="*/ 752 w 752"/>
              <a:gd name="T84" fmla="*/ 91 h 91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752" h="91">
                <a:moveTo>
                  <a:pt x="372" y="0"/>
                </a:moveTo>
                <a:lnTo>
                  <a:pt x="724" y="0"/>
                </a:lnTo>
                <a:lnTo>
                  <a:pt x="738" y="0"/>
                </a:lnTo>
                <a:lnTo>
                  <a:pt x="745" y="2"/>
                </a:lnTo>
                <a:lnTo>
                  <a:pt x="748" y="5"/>
                </a:lnTo>
                <a:lnTo>
                  <a:pt x="751" y="12"/>
                </a:lnTo>
                <a:lnTo>
                  <a:pt x="751" y="24"/>
                </a:lnTo>
                <a:lnTo>
                  <a:pt x="751" y="38"/>
                </a:lnTo>
                <a:lnTo>
                  <a:pt x="751" y="52"/>
                </a:lnTo>
                <a:lnTo>
                  <a:pt x="751" y="64"/>
                </a:lnTo>
                <a:lnTo>
                  <a:pt x="751" y="74"/>
                </a:lnTo>
                <a:lnTo>
                  <a:pt x="751" y="81"/>
                </a:lnTo>
                <a:lnTo>
                  <a:pt x="745" y="88"/>
                </a:lnTo>
                <a:lnTo>
                  <a:pt x="735" y="90"/>
                </a:lnTo>
                <a:lnTo>
                  <a:pt x="40" y="90"/>
                </a:lnTo>
                <a:lnTo>
                  <a:pt x="27" y="88"/>
                </a:lnTo>
                <a:lnTo>
                  <a:pt x="14" y="81"/>
                </a:lnTo>
                <a:lnTo>
                  <a:pt x="8" y="74"/>
                </a:lnTo>
                <a:lnTo>
                  <a:pt x="6" y="62"/>
                </a:lnTo>
                <a:lnTo>
                  <a:pt x="3" y="50"/>
                </a:lnTo>
                <a:lnTo>
                  <a:pt x="0" y="36"/>
                </a:lnTo>
                <a:lnTo>
                  <a:pt x="3" y="19"/>
                </a:lnTo>
                <a:lnTo>
                  <a:pt x="3" y="9"/>
                </a:lnTo>
                <a:lnTo>
                  <a:pt x="6" y="2"/>
                </a:lnTo>
                <a:lnTo>
                  <a:pt x="11" y="0"/>
                </a:lnTo>
                <a:lnTo>
                  <a:pt x="32" y="0"/>
                </a:lnTo>
                <a:lnTo>
                  <a:pt x="372" y="0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3" name="Freeform 70">
            <a:extLst>
              <a:ext uri="{FF2B5EF4-FFF2-40B4-BE49-F238E27FC236}">
                <a16:creationId xmlns:a16="http://schemas.microsoft.com/office/drawing/2014/main" id="{1BBD4B5C-C6DF-4C0C-86AB-A06D085B779D}"/>
              </a:ext>
            </a:extLst>
          </p:cNvPr>
          <p:cNvSpPr>
            <a:spLocks/>
          </p:cNvSpPr>
          <p:nvPr/>
        </p:nvSpPr>
        <p:spPr bwMode="auto">
          <a:xfrm>
            <a:off x="3492500" y="6345238"/>
            <a:ext cx="1189038" cy="133350"/>
          </a:xfrm>
          <a:custGeom>
            <a:avLst/>
            <a:gdLst>
              <a:gd name="T0" fmla="*/ 581025 w 749"/>
              <a:gd name="T1" fmla="*/ 3175 h 84"/>
              <a:gd name="T2" fmla="*/ 1144588 w 749"/>
              <a:gd name="T3" fmla="*/ 3175 h 84"/>
              <a:gd name="T4" fmla="*/ 1166813 w 749"/>
              <a:gd name="T5" fmla="*/ 0 h 84"/>
              <a:gd name="T6" fmla="*/ 1177925 w 749"/>
              <a:gd name="T7" fmla="*/ 3175 h 84"/>
              <a:gd name="T8" fmla="*/ 1182688 w 749"/>
              <a:gd name="T9" fmla="*/ 11112 h 84"/>
              <a:gd name="T10" fmla="*/ 1187450 w 749"/>
              <a:gd name="T11" fmla="*/ 19050 h 84"/>
              <a:gd name="T12" fmla="*/ 1187450 w 749"/>
              <a:gd name="T13" fmla="*/ 33338 h 84"/>
              <a:gd name="T14" fmla="*/ 1187450 w 749"/>
              <a:gd name="T15" fmla="*/ 55563 h 84"/>
              <a:gd name="T16" fmla="*/ 1187450 w 749"/>
              <a:gd name="T17" fmla="*/ 79375 h 84"/>
              <a:gd name="T18" fmla="*/ 1187450 w 749"/>
              <a:gd name="T19" fmla="*/ 96837 h 84"/>
              <a:gd name="T20" fmla="*/ 1187450 w 749"/>
              <a:gd name="T21" fmla="*/ 120650 h 84"/>
              <a:gd name="T22" fmla="*/ 1177925 w 749"/>
              <a:gd name="T23" fmla="*/ 128588 h 84"/>
              <a:gd name="T24" fmla="*/ 1162050 w 749"/>
              <a:gd name="T25" fmla="*/ 131763 h 84"/>
              <a:gd name="T26" fmla="*/ 58738 w 749"/>
              <a:gd name="T27" fmla="*/ 131763 h 84"/>
              <a:gd name="T28" fmla="*/ 38100 w 749"/>
              <a:gd name="T29" fmla="*/ 128588 h 84"/>
              <a:gd name="T30" fmla="*/ 20638 w 749"/>
              <a:gd name="T31" fmla="*/ 115888 h 84"/>
              <a:gd name="T32" fmla="*/ 4763 w 749"/>
              <a:gd name="T33" fmla="*/ 90487 h 84"/>
              <a:gd name="T34" fmla="*/ 0 w 749"/>
              <a:gd name="T35" fmla="*/ 74612 h 84"/>
              <a:gd name="T36" fmla="*/ 0 w 749"/>
              <a:gd name="T37" fmla="*/ 52388 h 84"/>
              <a:gd name="T38" fmla="*/ 0 w 749"/>
              <a:gd name="T39" fmla="*/ 30163 h 84"/>
              <a:gd name="T40" fmla="*/ 4763 w 749"/>
              <a:gd name="T41" fmla="*/ 14288 h 84"/>
              <a:gd name="T42" fmla="*/ 7938 w 749"/>
              <a:gd name="T43" fmla="*/ 6350 h 84"/>
              <a:gd name="T44" fmla="*/ 12700 w 749"/>
              <a:gd name="T45" fmla="*/ 3175 h 84"/>
              <a:gd name="T46" fmla="*/ 25400 w 749"/>
              <a:gd name="T47" fmla="*/ 0 h 84"/>
              <a:gd name="T48" fmla="*/ 46038 w 749"/>
              <a:gd name="T49" fmla="*/ 3175 h 84"/>
              <a:gd name="T50" fmla="*/ 581025 w 749"/>
              <a:gd name="T51" fmla="*/ 3175 h 84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749"/>
              <a:gd name="T79" fmla="*/ 0 h 84"/>
              <a:gd name="T80" fmla="*/ 749 w 749"/>
              <a:gd name="T81" fmla="*/ 84 h 84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749" h="84">
                <a:moveTo>
                  <a:pt x="366" y="2"/>
                </a:moveTo>
                <a:lnTo>
                  <a:pt x="721" y="2"/>
                </a:lnTo>
                <a:lnTo>
                  <a:pt x="735" y="0"/>
                </a:lnTo>
                <a:lnTo>
                  <a:pt x="742" y="2"/>
                </a:lnTo>
                <a:lnTo>
                  <a:pt x="745" y="7"/>
                </a:lnTo>
                <a:lnTo>
                  <a:pt x="748" y="12"/>
                </a:lnTo>
                <a:lnTo>
                  <a:pt x="748" y="21"/>
                </a:lnTo>
                <a:lnTo>
                  <a:pt x="748" y="35"/>
                </a:lnTo>
                <a:lnTo>
                  <a:pt x="748" y="50"/>
                </a:lnTo>
                <a:lnTo>
                  <a:pt x="748" y="61"/>
                </a:lnTo>
                <a:lnTo>
                  <a:pt x="748" y="76"/>
                </a:lnTo>
                <a:lnTo>
                  <a:pt x="742" y="81"/>
                </a:lnTo>
                <a:lnTo>
                  <a:pt x="732" y="83"/>
                </a:lnTo>
                <a:lnTo>
                  <a:pt x="37" y="83"/>
                </a:lnTo>
                <a:lnTo>
                  <a:pt x="24" y="81"/>
                </a:lnTo>
                <a:lnTo>
                  <a:pt x="13" y="73"/>
                </a:lnTo>
                <a:lnTo>
                  <a:pt x="3" y="57"/>
                </a:lnTo>
                <a:lnTo>
                  <a:pt x="0" y="47"/>
                </a:lnTo>
                <a:lnTo>
                  <a:pt x="0" y="33"/>
                </a:lnTo>
                <a:lnTo>
                  <a:pt x="0" y="19"/>
                </a:lnTo>
                <a:lnTo>
                  <a:pt x="3" y="9"/>
                </a:lnTo>
                <a:lnTo>
                  <a:pt x="5" y="4"/>
                </a:lnTo>
                <a:lnTo>
                  <a:pt x="8" y="2"/>
                </a:lnTo>
                <a:lnTo>
                  <a:pt x="16" y="0"/>
                </a:lnTo>
                <a:lnTo>
                  <a:pt x="29" y="2"/>
                </a:lnTo>
                <a:lnTo>
                  <a:pt x="366" y="2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4" name="Freeform 71">
            <a:extLst>
              <a:ext uri="{FF2B5EF4-FFF2-40B4-BE49-F238E27FC236}">
                <a16:creationId xmlns:a16="http://schemas.microsoft.com/office/drawing/2014/main" id="{0DF24835-FE7C-4479-8C32-3453CD5F5C02}"/>
              </a:ext>
            </a:extLst>
          </p:cNvPr>
          <p:cNvSpPr>
            <a:spLocks/>
          </p:cNvSpPr>
          <p:nvPr/>
        </p:nvSpPr>
        <p:spPr bwMode="auto">
          <a:xfrm>
            <a:off x="3492500" y="6356351"/>
            <a:ext cx="1189038" cy="119063"/>
          </a:xfrm>
          <a:custGeom>
            <a:avLst/>
            <a:gdLst>
              <a:gd name="T0" fmla="*/ 581025 w 749"/>
              <a:gd name="T1" fmla="*/ 0 h 75"/>
              <a:gd name="T2" fmla="*/ 1144588 w 749"/>
              <a:gd name="T3" fmla="*/ 0 h 75"/>
              <a:gd name="T4" fmla="*/ 1162050 w 749"/>
              <a:gd name="T5" fmla="*/ 0 h 75"/>
              <a:gd name="T6" fmla="*/ 1174750 w 749"/>
              <a:gd name="T7" fmla="*/ 3175 h 75"/>
              <a:gd name="T8" fmla="*/ 1182688 w 749"/>
              <a:gd name="T9" fmla="*/ 19050 h 75"/>
              <a:gd name="T10" fmla="*/ 1187450 w 749"/>
              <a:gd name="T11" fmla="*/ 33338 h 75"/>
              <a:gd name="T12" fmla="*/ 1187450 w 749"/>
              <a:gd name="T13" fmla="*/ 52388 h 75"/>
              <a:gd name="T14" fmla="*/ 1187450 w 749"/>
              <a:gd name="T15" fmla="*/ 71438 h 75"/>
              <a:gd name="T16" fmla="*/ 1187450 w 749"/>
              <a:gd name="T17" fmla="*/ 85725 h 75"/>
              <a:gd name="T18" fmla="*/ 1182688 w 749"/>
              <a:gd name="T19" fmla="*/ 104775 h 75"/>
              <a:gd name="T20" fmla="*/ 1174750 w 749"/>
              <a:gd name="T21" fmla="*/ 117475 h 75"/>
              <a:gd name="T22" fmla="*/ 1157288 w 749"/>
              <a:gd name="T23" fmla="*/ 117475 h 75"/>
              <a:gd name="T24" fmla="*/ 58738 w 749"/>
              <a:gd name="T25" fmla="*/ 117475 h 75"/>
              <a:gd name="T26" fmla="*/ 38100 w 749"/>
              <a:gd name="T27" fmla="*/ 117475 h 75"/>
              <a:gd name="T28" fmla="*/ 20638 w 749"/>
              <a:gd name="T29" fmla="*/ 104775 h 75"/>
              <a:gd name="T30" fmla="*/ 4763 w 749"/>
              <a:gd name="T31" fmla="*/ 82550 h 75"/>
              <a:gd name="T32" fmla="*/ 0 w 749"/>
              <a:gd name="T33" fmla="*/ 63500 h 75"/>
              <a:gd name="T34" fmla="*/ 0 w 749"/>
              <a:gd name="T35" fmla="*/ 44450 h 75"/>
              <a:gd name="T36" fmla="*/ 0 w 749"/>
              <a:gd name="T37" fmla="*/ 25400 h 75"/>
              <a:gd name="T38" fmla="*/ 4763 w 749"/>
              <a:gd name="T39" fmla="*/ 14288 h 75"/>
              <a:gd name="T40" fmla="*/ 7938 w 749"/>
              <a:gd name="T41" fmla="*/ 3175 h 75"/>
              <a:gd name="T42" fmla="*/ 12700 w 749"/>
              <a:gd name="T43" fmla="*/ 0 h 75"/>
              <a:gd name="T44" fmla="*/ 25400 w 749"/>
              <a:gd name="T45" fmla="*/ 0 h 75"/>
              <a:gd name="T46" fmla="*/ 46038 w 749"/>
              <a:gd name="T47" fmla="*/ 0 h 75"/>
              <a:gd name="T48" fmla="*/ 581025 w 749"/>
              <a:gd name="T49" fmla="*/ 0 h 7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749"/>
              <a:gd name="T76" fmla="*/ 0 h 75"/>
              <a:gd name="T77" fmla="*/ 749 w 749"/>
              <a:gd name="T78" fmla="*/ 75 h 75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749" h="75">
                <a:moveTo>
                  <a:pt x="366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2"/>
                </a:lnTo>
                <a:lnTo>
                  <a:pt x="745" y="12"/>
                </a:lnTo>
                <a:lnTo>
                  <a:pt x="748" y="21"/>
                </a:lnTo>
                <a:lnTo>
                  <a:pt x="748" y="33"/>
                </a:lnTo>
                <a:lnTo>
                  <a:pt x="748" y="45"/>
                </a:lnTo>
                <a:lnTo>
                  <a:pt x="748" y="54"/>
                </a:lnTo>
                <a:lnTo>
                  <a:pt x="745" y="66"/>
                </a:lnTo>
                <a:lnTo>
                  <a:pt x="740" y="74"/>
                </a:lnTo>
                <a:lnTo>
                  <a:pt x="729" y="74"/>
                </a:lnTo>
                <a:lnTo>
                  <a:pt x="37" y="74"/>
                </a:lnTo>
                <a:lnTo>
                  <a:pt x="24" y="74"/>
                </a:lnTo>
                <a:lnTo>
                  <a:pt x="13" y="66"/>
                </a:lnTo>
                <a:lnTo>
                  <a:pt x="3" y="52"/>
                </a:lnTo>
                <a:lnTo>
                  <a:pt x="0" y="40"/>
                </a:lnTo>
                <a:lnTo>
                  <a:pt x="0" y="28"/>
                </a:lnTo>
                <a:lnTo>
                  <a:pt x="0" y="16"/>
                </a:lnTo>
                <a:lnTo>
                  <a:pt x="3" y="9"/>
                </a:lnTo>
                <a:lnTo>
                  <a:pt x="5" y="2"/>
                </a:lnTo>
                <a:lnTo>
                  <a:pt x="8" y="0"/>
                </a:lnTo>
                <a:lnTo>
                  <a:pt x="16" y="0"/>
                </a:lnTo>
                <a:lnTo>
                  <a:pt x="29" y="0"/>
                </a:lnTo>
                <a:lnTo>
                  <a:pt x="366" y="0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5" name="Freeform 72">
            <a:extLst>
              <a:ext uri="{FF2B5EF4-FFF2-40B4-BE49-F238E27FC236}">
                <a16:creationId xmlns:a16="http://schemas.microsoft.com/office/drawing/2014/main" id="{46D8B486-9AC7-4C26-B8F1-6FBB8AFDE7CD}"/>
              </a:ext>
            </a:extLst>
          </p:cNvPr>
          <p:cNvSpPr>
            <a:spLocks/>
          </p:cNvSpPr>
          <p:nvPr/>
        </p:nvSpPr>
        <p:spPr bwMode="auto">
          <a:xfrm>
            <a:off x="3492501" y="6367463"/>
            <a:ext cx="1184275" cy="107950"/>
          </a:xfrm>
          <a:custGeom>
            <a:avLst/>
            <a:gdLst>
              <a:gd name="T0" fmla="*/ 576263 w 746"/>
              <a:gd name="T1" fmla="*/ 0 h 68"/>
              <a:gd name="T2" fmla="*/ 1144588 w 746"/>
              <a:gd name="T3" fmla="*/ 0 h 68"/>
              <a:gd name="T4" fmla="*/ 1162050 w 746"/>
              <a:gd name="T5" fmla="*/ 0 h 68"/>
              <a:gd name="T6" fmla="*/ 1174750 w 746"/>
              <a:gd name="T7" fmla="*/ 3175 h 68"/>
              <a:gd name="T8" fmla="*/ 1182688 w 746"/>
              <a:gd name="T9" fmla="*/ 19050 h 68"/>
              <a:gd name="T10" fmla="*/ 1182688 w 746"/>
              <a:gd name="T11" fmla="*/ 30162 h 68"/>
              <a:gd name="T12" fmla="*/ 1182688 w 746"/>
              <a:gd name="T13" fmla="*/ 44450 h 68"/>
              <a:gd name="T14" fmla="*/ 1182688 w 746"/>
              <a:gd name="T15" fmla="*/ 63500 h 68"/>
              <a:gd name="T16" fmla="*/ 1182688 w 746"/>
              <a:gd name="T17" fmla="*/ 79375 h 68"/>
              <a:gd name="T18" fmla="*/ 1182688 w 746"/>
              <a:gd name="T19" fmla="*/ 93662 h 68"/>
              <a:gd name="T20" fmla="*/ 1174750 w 746"/>
              <a:gd name="T21" fmla="*/ 101600 h 68"/>
              <a:gd name="T22" fmla="*/ 1157288 w 746"/>
              <a:gd name="T23" fmla="*/ 106363 h 68"/>
              <a:gd name="T24" fmla="*/ 58738 w 746"/>
              <a:gd name="T25" fmla="*/ 106363 h 68"/>
              <a:gd name="T26" fmla="*/ 38100 w 746"/>
              <a:gd name="T27" fmla="*/ 101600 h 68"/>
              <a:gd name="T28" fmla="*/ 20637 w 746"/>
              <a:gd name="T29" fmla="*/ 90487 h 68"/>
              <a:gd name="T30" fmla="*/ 7938 w 746"/>
              <a:gd name="T31" fmla="*/ 71437 h 68"/>
              <a:gd name="T32" fmla="*/ 0 w 746"/>
              <a:gd name="T33" fmla="*/ 38100 h 68"/>
              <a:gd name="T34" fmla="*/ 4762 w 746"/>
              <a:gd name="T35" fmla="*/ 22225 h 68"/>
              <a:gd name="T36" fmla="*/ 4762 w 746"/>
              <a:gd name="T37" fmla="*/ 11112 h 68"/>
              <a:gd name="T38" fmla="*/ 12700 w 746"/>
              <a:gd name="T39" fmla="*/ 0 h 68"/>
              <a:gd name="T40" fmla="*/ 28575 w 746"/>
              <a:gd name="T41" fmla="*/ 0 h 68"/>
              <a:gd name="T42" fmla="*/ 46037 w 746"/>
              <a:gd name="T43" fmla="*/ 0 h 68"/>
              <a:gd name="T44" fmla="*/ 576263 w 746"/>
              <a:gd name="T45" fmla="*/ 0 h 6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746"/>
              <a:gd name="T70" fmla="*/ 0 h 68"/>
              <a:gd name="T71" fmla="*/ 746 w 746"/>
              <a:gd name="T72" fmla="*/ 68 h 68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746" h="68">
                <a:moveTo>
                  <a:pt x="363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2"/>
                </a:lnTo>
                <a:lnTo>
                  <a:pt x="745" y="12"/>
                </a:lnTo>
                <a:lnTo>
                  <a:pt x="745" y="19"/>
                </a:lnTo>
                <a:lnTo>
                  <a:pt x="745" y="28"/>
                </a:lnTo>
                <a:lnTo>
                  <a:pt x="745" y="40"/>
                </a:lnTo>
                <a:lnTo>
                  <a:pt x="745" y="50"/>
                </a:lnTo>
                <a:lnTo>
                  <a:pt x="745" y="59"/>
                </a:lnTo>
                <a:lnTo>
                  <a:pt x="740" y="64"/>
                </a:lnTo>
                <a:lnTo>
                  <a:pt x="729" y="67"/>
                </a:lnTo>
                <a:lnTo>
                  <a:pt x="37" y="67"/>
                </a:lnTo>
                <a:lnTo>
                  <a:pt x="24" y="64"/>
                </a:lnTo>
                <a:lnTo>
                  <a:pt x="13" y="57"/>
                </a:lnTo>
                <a:lnTo>
                  <a:pt x="5" y="45"/>
                </a:lnTo>
                <a:lnTo>
                  <a:pt x="0" y="24"/>
                </a:lnTo>
                <a:lnTo>
                  <a:pt x="3" y="14"/>
                </a:lnTo>
                <a:lnTo>
                  <a:pt x="3" y="7"/>
                </a:lnTo>
                <a:lnTo>
                  <a:pt x="8" y="0"/>
                </a:lnTo>
                <a:lnTo>
                  <a:pt x="18" y="0"/>
                </a:lnTo>
                <a:lnTo>
                  <a:pt x="29" y="0"/>
                </a:lnTo>
                <a:lnTo>
                  <a:pt x="363" y="0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6" name="Freeform 73">
            <a:extLst>
              <a:ext uri="{FF2B5EF4-FFF2-40B4-BE49-F238E27FC236}">
                <a16:creationId xmlns:a16="http://schemas.microsoft.com/office/drawing/2014/main" id="{76D73855-09FF-41AA-83E1-A13D71F10080}"/>
              </a:ext>
            </a:extLst>
          </p:cNvPr>
          <p:cNvSpPr>
            <a:spLocks/>
          </p:cNvSpPr>
          <p:nvPr/>
        </p:nvSpPr>
        <p:spPr bwMode="auto">
          <a:xfrm>
            <a:off x="3492501" y="6378576"/>
            <a:ext cx="1184275" cy="92075"/>
          </a:xfrm>
          <a:custGeom>
            <a:avLst/>
            <a:gdLst>
              <a:gd name="T0" fmla="*/ 573088 w 746"/>
              <a:gd name="T1" fmla="*/ 0 h 58"/>
              <a:gd name="T2" fmla="*/ 1144588 w 746"/>
              <a:gd name="T3" fmla="*/ 0 h 58"/>
              <a:gd name="T4" fmla="*/ 1162050 w 746"/>
              <a:gd name="T5" fmla="*/ 0 h 58"/>
              <a:gd name="T6" fmla="*/ 1174750 w 746"/>
              <a:gd name="T7" fmla="*/ 3175 h 58"/>
              <a:gd name="T8" fmla="*/ 1182688 w 746"/>
              <a:gd name="T9" fmla="*/ 15875 h 58"/>
              <a:gd name="T10" fmla="*/ 1182688 w 746"/>
              <a:gd name="T11" fmla="*/ 26988 h 58"/>
              <a:gd name="T12" fmla="*/ 1182688 w 746"/>
              <a:gd name="T13" fmla="*/ 41275 h 58"/>
              <a:gd name="T14" fmla="*/ 1182688 w 746"/>
              <a:gd name="T15" fmla="*/ 68263 h 58"/>
              <a:gd name="T16" fmla="*/ 1182688 w 746"/>
              <a:gd name="T17" fmla="*/ 82550 h 58"/>
              <a:gd name="T18" fmla="*/ 1174750 w 746"/>
              <a:gd name="T19" fmla="*/ 90488 h 58"/>
              <a:gd name="T20" fmla="*/ 1157288 w 746"/>
              <a:gd name="T21" fmla="*/ 90488 h 58"/>
              <a:gd name="T22" fmla="*/ 58738 w 746"/>
              <a:gd name="T23" fmla="*/ 90488 h 58"/>
              <a:gd name="T24" fmla="*/ 38100 w 746"/>
              <a:gd name="T25" fmla="*/ 87313 h 58"/>
              <a:gd name="T26" fmla="*/ 20637 w 746"/>
              <a:gd name="T27" fmla="*/ 79375 h 58"/>
              <a:gd name="T28" fmla="*/ 7938 w 746"/>
              <a:gd name="T29" fmla="*/ 60325 h 58"/>
              <a:gd name="T30" fmla="*/ 0 w 746"/>
              <a:gd name="T31" fmla="*/ 33338 h 58"/>
              <a:gd name="T32" fmla="*/ 0 w 746"/>
              <a:gd name="T33" fmla="*/ 19050 h 58"/>
              <a:gd name="T34" fmla="*/ 4762 w 746"/>
              <a:gd name="T35" fmla="*/ 7938 h 58"/>
              <a:gd name="T36" fmla="*/ 12700 w 746"/>
              <a:gd name="T37" fmla="*/ 0 h 58"/>
              <a:gd name="T38" fmla="*/ 25400 w 746"/>
              <a:gd name="T39" fmla="*/ 0 h 58"/>
              <a:gd name="T40" fmla="*/ 46037 w 746"/>
              <a:gd name="T41" fmla="*/ 0 h 58"/>
              <a:gd name="T42" fmla="*/ 573088 w 746"/>
              <a:gd name="T43" fmla="*/ 0 h 5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746"/>
              <a:gd name="T67" fmla="*/ 0 h 58"/>
              <a:gd name="T68" fmla="*/ 746 w 746"/>
              <a:gd name="T69" fmla="*/ 58 h 5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746" h="58">
                <a:moveTo>
                  <a:pt x="361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2"/>
                </a:lnTo>
                <a:lnTo>
                  <a:pt x="745" y="10"/>
                </a:lnTo>
                <a:lnTo>
                  <a:pt x="745" y="17"/>
                </a:lnTo>
                <a:lnTo>
                  <a:pt x="745" y="26"/>
                </a:lnTo>
                <a:lnTo>
                  <a:pt x="745" y="43"/>
                </a:lnTo>
                <a:lnTo>
                  <a:pt x="745" y="52"/>
                </a:lnTo>
                <a:lnTo>
                  <a:pt x="740" y="57"/>
                </a:lnTo>
                <a:lnTo>
                  <a:pt x="729" y="57"/>
                </a:lnTo>
                <a:lnTo>
                  <a:pt x="37" y="57"/>
                </a:lnTo>
                <a:lnTo>
                  <a:pt x="24" y="55"/>
                </a:lnTo>
                <a:lnTo>
                  <a:pt x="13" y="50"/>
                </a:lnTo>
                <a:lnTo>
                  <a:pt x="5" y="38"/>
                </a:lnTo>
                <a:lnTo>
                  <a:pt x="0" y="21"/>
                </a:lnTo>
                <a:lnTo>
                  <a:pt x="0" y="12"/>
                </a:lnTo>
                <a:lnTo>
                  <a:pt x="3" y="5"/>
                </a:lnTo>
                <a:lnTo>
                  <a:pt x="8" y="0"/>
                </a:lnTo>
                <a:lnTo>
                  <a:pt x="16" y="0"/>
                </a:lnTo>
                <a:lnTo>
                  <a:pt x="29" y="0"/>
                </a:lnTo>
                <a:lnTo>
                  <a:pt x="361" y="0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7" name="Freeform 74">
            <a:extLst>
              <a:ext uri="{FF2B5EF4-FFF2-40B4-BE49-F238E27FC236}">
                <a16:creationId xmlns:a16="http://schemas.microsoft.com/office/drawing/2014/main" id="{F6198516-4A5D-4C27-BC19-3FE82F04A81A}"/>
              </a:ext>
            </a:extLst>
          </p:cNvPr>
          <p:cNvSpPr>
            <a:spLocks/>
          </p:cNvSpPr>
          <p:nvPr/>
        </p:nvSpPr>
        <p:spPr bwMode="auto">
          <a:xfrm>
            <a:off x="3492501" y="6389689"/>
            <a:ext cx="1184275" cy="77787"/>
          </a:xfrm>
          <a:custGeom>
            <a:avLst/>
            <a:gdLst>
              <a:gd name="T0" fmla="*/ 573088 w 746"/>
              <a:gd name="T1" fmla="*/ 0 h 49"/>
              <a:gd name="T2" fmla="*/ 1144588 w 746"/>
              <a:gd name="T3" fmla="*/ 0 h 49"/>
              <a:gd name="T4" fmla="*/ 1162050 w 746"/>
              <a:gd name="T5" fmla="*/ 0 h 49"/>
              <a:gd name="T6" fmla="*/ 1174750 w 746"/>
              <a:gd name="T7" fmla="*/ 4762 h 49"/>
              <a:gd name="T8" fmla="*/ 1177925 w 746"/>
              <a:gd name="T9" fmla="*/ 11112 h 49"/>
              <a:gd name="T10" fmla="*/ 1182688 w 746"/>
              <a:gd name="T11" fmla="*/ 34925 h 49"/>
              <a:gd name="T12" fmla="*/ 1182688 w 746"/>
              <a:gd name="T13" fmla="*/ 57150 h 49"/>
              <a:gd name="T14" fmla="*/ 1182688 w 746"/>
              <a:gd name="T15" fmla="*/ 71437 h 49"/>
              <a:gd name="T16" fmla="*/ 1174750 w 746"/>
              <a:gd name="T17" fmla="*/ 76200 h 49"/>
              <a:gd name="T18" fmla="*/ 1157288 w 746"/>
              <a:gd name="T19" fmla="*/ 76200 h 49"/>
              <a:gd name="T20" fmla="*/ 58738 w 746"/>
              <a:gd name="T21" fmla="*/ 76200 h 49"/>
              <a:gd name="T22" fmla="*/ 38100 w 746"/>
              <a:gd name="T23" fmla="*/ 76200 h 49"/>
              <a:gd name="T24" fmla="*/ 20637 w 746"/>
              <a:gd name="T25" fmla="*/ 65087 h 49"/>
              <a:gd name="T26" fmla="*/ 7938 w 746"/>
              <a:gd name="T27" fmla="*/ 49212 h 49"/>
              <a:gd name="T28" fmla="*/ 0 w 746"/>
              <a:gd name="T29" fmla="*/ 26987 h 49"/>
              <a:gd name="T30" fmla="*/ 0 w 746"/>
              <a:gd name="T31" fmla="*/ 11112 h 49"/>
              <a:gd name="T32" fmla="*/ 4762 w 746"/>
              <a:gd name="T33" fmla="*/ 4762 h 49"/>
              <a:gd name="T34" fmla="*/ 12700 w 746"/>
              <a:gd name="T35" fmla="*/ 0 h 49"/>
              <a:gd name="T36" fmla="*/ 25400 w 746"/>
              <a:gd name="T37" fmla="*/ 0 h 49"/>
              <a:gd name="T38" fmla="*/ 41275 w 746"/>
              <a:gd name="T39" fmla="*/ 0 h 49"/>
              <a:gd name="T40" fmla="*/ 573088 w 746"/>
              <a:gd name="T41" fmla="*/ 0 h 4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746"/>
              <a:gd name="T64" fmla="*/ 0 h 49"/>
              <a:gd name="T65" fmla="*/ 746 w 746"/>
              <a:gd name="T66" fmla="*/ 49 h 49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746" h="49">
                <a:moveTo>
                  <a:pt x="361" y="0"/>
                </a:moveTo>
                <a:lnTo>
                  <a:pt x="721" y="0"/>
                </a:lnTo>
                <a:lnTo>
                  <a:pt x="732" y="0"/>
                </a:lnTo>
                <a:lnTo>
                  <a:pt x="740" y="3"/>
                </a:lnTo>
                <a:lnTo>
                  <a:pt x="742" y="7"/>
                </a:lnTo>
                <a:lnTo>
                  <a:pt x="745" y="22"/>
                </a:lnTo>
                <a:lnTo>
                  <a:pt x="745" y="36"/>
                </a:lnTo>
                <a:lnTo>
                  <a:pt x="745" y="45"/>
                </a:lnTo>
                <a:lnTo>
                  <a:pt x="740" y="48"/>
                </a:lnTo>
                <a:lnTo>
                  <a:pt x="729" y="48"/>
                </a:lnTo>
                <a:lnTo>
                  <a:pt x="37" y="48"/>
                </a:lnTo>
                <a:lnTo>
                  <a:pt x="24" y="48"/>
                </a:lnTo>
                <a:lnTo>
                  <a:pt x="13" y="41"/>
                </a:lnTo>
                <a:lnTo>
                  <a:pt x="5" y="31"/>
                </a:lnTo>
                <a:lnTo>
                  <a:pt x="0" y="17"/>
                </a:lnTo>
                <a:lnTo>
                  <a:pt x="0" y="7"/>
                </a:lnTo>
                <a:lnTo>
                  <a:pt x="3" y="3"/>
                </a:lnTo>
                <a:lnTo>
                  <a:pt x="8" y="0"/>
                </a:lnTo>
                <a:lnTo>
                  <a:pt x="16" y="0"/>
                </a:lnTo>
                <a:lnTo>
                  <a:pt x="26" y="0"/>
                </a:lnTo>
                <a:lnTo>
                  <a:pt x="361" y="0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8" name="Freeform 75">
            <a:extLst>
              <a:ext uri="{FF2B5EF4-FFF2-40B4-BE49-F238E27FC236}">
                <a16:creationId xmlns:a16="http://schemas.microsoft.com/office/drawing/2014/main" id="{6AC8B6BD-E02C-4883-90BA-5F7648BCD9AC}"/>
              </a:ext>
            </a:extLst>
          </p:cNvPr>
          <p:cNvSpPr>
            <a:spLocks/>
          </p:cNvSpPr>
          <p:nvPr/>
        </p:nvSpPr>
        <p:spPr bwMode="auto">
          <a:xfrm>
            <a:off x="3497263" y="6397625"/>
            <a:ext cx="1179512" cy="69850"/>
          </a:xfrm>
          <a:custGeom>
            <a:avLst/>
            <a:gdLst>
              <a:gd name="T0" fmla="*/ 563562 w 743"/>
              <a:gd name="T1" fmla="*/ 3175 h 44"/>
              <a:gd name="T2" fmla="*/ 1139825 w 743"/>
              <a:gd name="T3" fmla="*/ 3175 h 44"/>
              <a:gd name="T4" fmla="*/ 1157287 w 743"/>
              <a:gd name="T5" fmla="*/ 3175 h 44"/>
              <a:gd name="T6" fmla="*/ 1169987 w 743"/>
              <a:gd name="T7" fmla="*/ 7938 h 44"/>
              <a:gd name="T8" fmla="*/ 1173162 w 743"/>
              <a:gd name="T9" fmla="*/ 14288 h 44"/>
              <a:gd name="T10" fmla="*/ 1177925 w 743"/>
              <a:gd name="T11" fmla="*/ 33338 h 44"/>
              <a:gd name="T12" fmla="*/ 1177925 w 743"/>
              <a:gd name="T13" fmla="*/ 52388 h 44"/>
              <a:gd name="T14" fmla="*/ 1177925 w 743"/>
              <a:gd name="T15" fmla="*/ 60325 h 44"/>
              <a:gd name="T16" fmla="*/ 1169987 w 743"/>
              <a:gd name="T17" fmla="*/ 63500 h 44"/>
              <a:gd name="T18" fmla="*/ 1152525 w 743"/>
              <a:gd name="T19" fmla="*/ 68263 h 44"/>
              <a:gd name="T20" fmla="*/ 53975 w 743"/>
              <a:gd name="T21" fmla="*/ 68263 h 44"/>
              <a:gd name="T22" fmla="*/ 33337 w 743"/>
              <a:gd name="T23" fmla="*/ 63500 h 44"/>
              <a:gd name="T24" fmla="*/ 15875 w 743"/>
              <a:gd name="T25" fmla="*/ 57150 h 44"/>
              <a:gd name="T26" fmla="*/ 3175 w 743"/>
              <a:gd name="T27" fmla="*/ 41275 h 44"/>
              <a:gd name="T28" fmla="*/ 0 w 743"/>
              <a:gd name="T29" fmla="*/ 22225 h 44"/>
              <a:gd name="T30" fmla="*/ 0 w 743"/>
              <a:gd name="T31" fmla="*/ 3175 h 44"/>
              <a:gd name="T32" fmla="*/ 7937 w 743"/>
              <a:gd name="T33" fmla="*/ 0 h 44"/>
              <a:gd name="T34" fmla="*/ 20637 w 743"/>
              <a:gd name="T35" fmla="*/ 0 h 44"/>
              <a:gd name="T36" fmla="*/ 36512 w 743"/>
              <a:gd name="T37" fmla="*/ 3175 h 44"/>
              <a:gd name="T38" fmla="*/ 563562 w 743"/>
              <a:gd name="T39" fmla="*/ 3175 h 4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743"/>
              <a:gd name="T61" fmla="*/ 0 h 44"/>
              <a:gd name="T62" fmla="*/ 743 w 743"/>
              <a:gd name="T63" fmla="*/ 44 h 4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743" h="44">
                <a:moveTo>
                  <a:pt x="355" y="2"/>
                </a:moveTo>
                <a:lnTo>
                  <a:pt x="718" y="2"/>
                </a:lnTo>
                <a:lnTo>
                  <a:pt x="729" y="2"/>
                </a:lnTo>
                <a:lnTo>
                  <a:pt x="737" y="5"/>
                </a:lnTo>
                <a:lnTo>
                  <a:pt x="739" y="9"/>
                </a:lnTo>
                <a:lnTo>
                  <a:pt x="742" y="21"/>
                </a:lnTo>
                <a:lnTo>
                  <a:pt x="742" y="33"/>
                </a:lnTo>
                <a:lnTo>
                  <a:pt x="742" y="38"/>
                </a:lnTo>
                <a:lnTo>
                  <a:pt x="737" y="40"/>
                </a:lnTo>
                <a:lnTo>
                  <a:pt x="726" y="43"/>
                </a:lnTo>
                <a:lnTo>
                  <a:pt x="34" y="43"/>
                </a:lnTo>
                <a:lnTo>
                  <a:pt x="21" y="40"/>
                </a:lnTo>
                <a:lnTo>
                  <a:pt x="10" y="36"/>
                </a:lnTo>
                <a:lnTo>
                  <a:pt x="2" y="26"/>
                </a:lnTo>
                <a:lnTo>
                  <a:pt x="0" y="14"/>
                </a:lnTo>
                <a:lnTo>
                  <a:pt x="0" y="2"/>
                </a:lnTo>
                <a:lnTo>
                  <a:pt x="5" y="0"/>
                </a:lnTo>
                <a:lnTo>
                  <a:pt x="13" y="0"/>
                </a:lnTo>
                <a:lnTo>
                  <a:pt x="23" y="2"/>
                </a:lnTo>
                <a:lnTo>
                  <a:pt x="355" y="2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69" name="Freeform 76">
            <a:extLst>
              <a:ext uri="{FF2B5EF4-FFF2-40B4-BE49-F238E27FC236}">
                <a16:creationId xmlns:a16="http://schemas.microsoft.com/office/drawing/2014/main" id="{290169EC-748C-4AA8-9030-22EFB043CA50}"/>
              </a:ext>
            </a:extLst>
          </p:cNvPr>
          <p:cNvSpPr>
            <a:spLocks/>
          </p:cNvSpPr>
          <p:nvPr/>
        </p:nvSpPr>
        <p:spPr bwMode="auto">
          <a:xfrm>
            <a:off x="3497263" y="6408739"/>
            <a:ext cx="1174750" cy="53975"/>
          </a:xfrm>
          <a:custGeom>
            <a:avLst/>
            <a:gdLst>
              <a:gd name="T0" fmla="*/ 1136650 w 740"/>
              <a:gd name="T1" fmla="*/ 3175 h 34"/>
              <a:gd name="T2" fmla="*/ 1157288 w 740"/>
              <a:gd name="T3" fmla="*/ 3175 h 34"/>
              <a:gd name="T4" fmla="*/ 1165225 w 740"/>
              <a:gd name="T5" fmla="*/ 3175 h 34"/>
              <a:gd name="T6" fmla="*/ 1173163 w 740"/>
              <a:gd name="T7" fmla="*/ 11112 h 34"/>
              <a:gd name="T8" fmla="*/ 1173163 w 740"/>
              <a:gd name="T9" fmla="*/ 26988 h 34"/>
              <a:gd name="T10" fmla="*/ 1173163 w 740"/>
              <a:gd name="T11" fmla="*/ 41275 h 34"/>
              <a:gd name="T12" fmla="*/ 1173163 w 740"/>
              <a:gd name="T13" fmla="*/ 49212 h 34"/>
              <a:gd name="T14" fmla="*/ 1169988 w 740"/>
              <a:gd name="T15" fmla="*/ 52388 h 34"/>
              <a:gd name="T16" fmla="*/ 1152525 w 740"/>
              <a:gd name="T17" fmla="*/ 52388 h 34"/>
              <a:gd name="T18" fmla="*/ 53975 w 740"/>
              <a:gd name="T19" fmla="*/ 52388 h 34"/>
              <a:gd name="T20" fmla="*/ 33338 w 740"/>
              <a:gd name="T21" fmla="*/ 49212 h 34"/>
              <a:gd name="T22" fmla="*/ 15875 w 740"/>
              <a:gd name="T23" fmla="*/ 41275 h 34"/>
              <a:gd name="T24" fmla="*/ 3175 w 740"/>
              <a:gd name="T25" fmla="*/ 30162 h 34"/>
              <a:gd name="T26" fmla="*/ 0 w 740"/>
              <a:gd name="T27" fmla="*/ 15875 h 34"/>
              <a:gd name="T28" fmla="*/ 0 w 740"/>
              <a:gd name="T29" fmla="*/ 3175 h 34"/>
              <a:gd name="T30" fmla="*/ 7938 w 740"/>
              <a:gd name="T31" fmla="*/ 0 h 34"/>
              <a:gd name="T32" fmla="*/ 20637 w 740"/>
              <a:gd name="T33" fmla="*/ 0 h 34"/>
              <a:gd name="T34" fmla="*/ 36513 w 740"/>
              <a:gd name="T35" fmla="*/ 3175 h 34"/>
              <a:gd name="T36" fmla="*/ 560388 w 740"/>
              <a:gd name="T37" fmla="*/ 3175 h 34"/>
              <a:gd name="T38" fmla="*/ 1136650 w 740"/>
              <a:gd name="T39" fmla="*/ 3175 h 3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740"/>
              <a:gd name="T61" fmla="*/ 0 h 34"/>
              <a:gd name="T62" fmla="*/ 740 w 740"/>
              <a:gd name="T63" fmla="*/ 34 h 3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740" h="34">
                <a:moveTo>
                  <a:pt x="716" y="2"/>
                </a:moveTo>
                <a:lnTo>
                  <a:pt x="729" y="2"/>
                </a:lnTo>
                <a:lnTo>
                  <a:pt x="734" y="2"/>
                </a:lnTo>
                <a:lnTo>
                  <a:pt x="739" y="7"/>
                </a:lnTo>
                <a:lnTo>
                  <a:pt x="739" y="17"/>
                </a:lnTo>
                <a:lnTo>
                  <a:pt x="739" y="26"/>
                </a:lnTo>
                <a:lnTo>
                  <a:pt x="739" y="31"/>
                </a:lnTo>
                <a:lnTo>
                  <a:pt x="737" y="33"/>
                </a:lnTo>
                <a:lnTo>
                  <a:pt x="726" y="33"/>
                </a:lnTo>
                <a:lnTo>
                  <a:pt x="34" y="33"/>
                </a:lnTo>
                <a:lnTo>
                  <a:pt x="21" y="31"/>
                </a:lnTo>
                <a:lnTo>
                  <a:pt x="10" y="26"/>
                </a:lnTo>
                <a:lnTo>
                  <a:pt x="2" y="19"/>
                </a:lnTo>
                <a:lnTo>
                  <a:pt x="0" y="10"/>
                </a:lnTo>
                <a:lnTo>
                  <a:pt x="0" y="2"/>
                </a:lnTo>
                <a:lnTo>
                  <a:pt x="5" y="0"/>
                </a:lnTo>
                <a:lnTo>
                  <a:pt x="13" y="0"/>
                </a:lnTo>
                <a:lnTo>
                  <a:pt x="23" y="2"/>
                </a:lnTo>
                <a:lnTo>
                  <a:pt x="353" y="2"/>
                </a:lnTo>
                <a:lnTo>
                  <a:pt x="716" y="2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0" name="Freeform 77">
            <a:extLst>
              <a:ext uri="{FF2B5EF4-FFF2-40B4-BE49-F238E27FC236}">
                <a16:creationId xmlns:a16="http://schemas.microsoft.com/office/drawing/2014/main" id="{62D3D8C2-EE89-412B-B97A-FB32D0AC1D4C}"/>
              </a:ext>
            </a:extLst>
          </p:cNvPr>
          <p:cNvSpPr>
            <a:spLocks/>
          </p:cNvSpPr>
          <p:nvPr/>
        </p:nvSpPr>
        <p:spPr bwMode="auto">
          <a:xfrm>
            <a:off x="6032500" y="6151563"/>
            <a:ext cx="2046288" cy="431800"/>
          </a:xfrm>
          <a:custGeom>
            <a:avLst/>
            <a:gdLst>
              <a:gd name="T0" fmla="*/ 0 w 1289"/>
              <a:gd name="T1" fmla="*/ 103188 h 272"/>
              <a:gd name="T2" fmla="*/ 0 w 1289"/>
              <a:gd name="T3" fmla="*/ 430213 h 272"/>
              <a:gd name="T4" fmla="*/ 1846263 w 1289"/>
              <a:gd name="T5" fmla="*/ 430213 h 272"/>
              <a:gd name="T6" fmla="*/ 2044701 w 1289"/>
              <a:gd name="T7" fmla="*/ 230187 h 272"/>
              <a:gd name="T8" fmla="*/ 2008188 w 1289"/>
              <a:gd name="T9" fmla="*/ 0 h 272"/>
              <a:gd name="T10" fmla="*/ 1754188 w 1289"/>
              <a:gd name="T11" fmla="*/ 98425 h 272"/>
              <a:gd name="T12" fmla="*/ 0 w 1289"/>
              <a:gd name="T13" fmla="*/ 103188 h 2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89"/>
              <a:gd name="T22" fmla="*/ 0 h 272"/>
              <a:gd name="T23" fmla="*/ 1289 w 1289"/>
              <a:gd name="T24" fmla="*/ 272 h 2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89" h="272">
                <a:moveTo>
                  <a:pt x="0" y="65"/>
                </a:moveTo>
                <a:lnTo>
                  <a:pt x="0" y="271"/>
                </a:lnTo>
                <a:lnTo>
                  <a:pt x="1163" y="271"/>
                </a:lnTo>
                <a:lnTo>
                  <a:pt x="1288" y="145"/>
                </a:lnTo>
                <a:lnTo>
                  <a:pt x="1265" y="0"/>
                </a:lnTo>
                <a:lnTo>
                  <a:pt x="1105" y="62"/>
                </a:lnTo>
                <a:lnTo>
                  <a:pt x="0" y="65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1" name="Freeform 78">
            <a:extLst>
              <a:ext uri="{FF2B5EF4-FFF2-40B4-BE49-F238E27FC236}">
                <a16:creationId xmlns:a16="http://schemas.microsoft.com/office/drawing/2014/main" id="{48299328-9DB9-4FE2-AB62-17B90F4DB82C}"/>
              </a:ext>
            </a:extLst>
          </p:cNvPr>
          <p:cNvSpPr>
            <a:spLocks/>
          </p:cNvSpPr>
          <p:nvPr/>
        </p:nvSpPr>
        <p:spPr bwMode="auto">
          <a:xfrm>
            <a:off x="5999163" y="6035676"/>
            <a:ext cx="2076450" cy="284163"/>
          </a:xfrm>
          <a:custGeom>
            <a:avLst/>
            <a:gdLst>
              <a:gd name="T0" fmla="*/ 1651000 w 1308"/>
              <a:gd name="T1" fmla="*/ 282575 h 179"/>
              <a:gd name="T2" fmla="*/ 1666875 w 1308"/>
              <a:gd name="T3" fmla="*/ 282575 h 179"/>
              <a:gd name="T4" fmla="*/ 1687513 w 1308"/>
              <a:gd name="T5" fmla="*/ 279400 h 179"/>
              <a:gd name="T6" fmla="*/ 1751013 w 1308"/>
              <a:gd name="T7" fmla="*/ 274638 h 179"/>
              <a:gd name="T8" fmla="*/ 1808163 w 1308"/>
              <a:gd name="T9" fmla="*/ 268288 h 179"/>
              <a:gd name="T10" fmla="*/ 1833563 w 1308"/>
              <a:gd name="T11" fmla="*/ 263525 h 179"/>
              <a:gd name="T12" fmla="*/ 1846263 w 1308"/>
              <a:gd name="T13" fmla="*/ 255588 h 179"/>
              <a:gd name="T14" fmla="*/ 2074863 w 1308"/>
              <a:gd name="T15" fmla="*/ 120650 h 179"/>
              <a:gd name="T16" fmla="*/ 2070100 w 1308"/>
              <a:gd name="T17" fmla="*/ 93663 h 179"/>
              <a:gd name="T18" fmla="*/ 2062163 w 1308"/>
              <a:gd name="T19" fmla="*/ 71438 h 179"/>
              <a:gd name="T20" fmla="*/ 2049463 w 1308"/>
              <a:gd name="T21" fmla="*/ 52388 h 179"/>
              <a:gd name="T22" fmla="*/ 2032000 w 1308"/>
              <a:gd name="T23" fmla="*/ 33338 h 179"/>
              <a:gd name="T24" fmla="*/ 1990725 w 1308"/>
              <a:gd name="T25" fmla="*/ 6350 h 179"/>
              <a:gd name="T26" fmla="*/ 1966913 w 1308"/>
              <a:gd name="T27" fmla="*/ 3175 h 179"/>
              <a:gd name="T28" fmla="*/ 1936750 w 1308"/>
              <a:gd name="T29" fmla="*/ 0 h 179"/>
              <a:gd name="T30" fmla="*/ 368300 w 1308"/>
              <a:gd name="T31" fmla="*/ 0 h 179"/>
              <a:gd name="T32" fmla="*/ 319087 w 1308"/>
              <a:gd name="T33" fmla="*/ 3175 h 179"/>
              <a:gd name="T34" fmla="*/ 277812 w 1308"/>
              <a:gd name="T35" fmla="*/ 14288 h 179"/>
              <a:gd name="T36" fmla="*/ 198437 w 1308"/>
              <a:gd name="T37" fmla="*/ 49213 h 179"/>
              <a:gd name="T38" fmla="*/ 15875 w 1308"/>
              <a:gd name="T39" fmla="*/ 153988 h 179"/>
              <a:gd name="T40" fmla="*/ 3175 w 1308"/>
              <a:gd name="T41" fmla="*/ 173038 h 179"/>
              <a:gd name="T42" fmla="*/ 0 w 1308"/>
              <a:gd name="T43" fmla="*/ 195263 h 179"/>
              <a:gd name="T44" fmla="*/ 0 w 1308"/>
              <a:gd name="T45" fmla="*/ 233363 h 179"/>
              <a:gd name="T46" fmla="*/ 12700 w 1308"/>
              <a:gd name="T47" fmla="*/ 263525 h 179"/>
              <a:gd name="T48" fmla="*/ 23812 w 1308"/>
              <a:gd name="T49" fmla="*/ 274638 h 179"/>
              <a:gd name="T50" fmla="*/ 36512 w 1308"/>
              <a:gd name="T51" fmla="*/ 282575 h 179"/>
              <a:gd name="T52" fmla="*/ 1651000 w 1308"/>
              <a:gd name="T53" fmla="*/ 282575 h 17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308"/>
              <a:gd name="T82" fmla="*/ 0 h 179"/>
              <a:gd name="T83" fmla="*/ 1308 w 1308"/>
              <a:gd name="T84" fmla="*/ 179 h 17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308" h="179">
                <a:moveTo>
                  <a:pt x="1040" y="178"/>
                </a:moveTo>
                <a:lnTo>
                  <a:pt x="1050" y="178"/>
                </a:lnTo>
                <a:lnTo>
                  <a:pt x="1063" y="176"/>
                </a:lnTo>
                <a:lnTo>
                  <a:pt x="1103" y="173"/>
                </a:lnTo>
                <a:lnTo>
                  <a:pt x="1139" y="169"/>
                </a:lnTo>
                <a:lnTo>
                  <a:pt x="1155" y="166"/>
                </a:lnTo>
                <a:lnTo>
                  <a:pt x="1163" y="161"/>
                </a:lnTo>
                <a:lnTo>
                  <a:pt x="1307" y="76"/>
                </a:lnTo>
                <a:lnTo>
                  <a:pt x="1304" y="59"/>
                </a:lnTo>
                <a:lnTo>
                  <a:pt x="1299" y="45"/>
                </a:lnTo>
                <a:lnTo>
                  <a:pt x="1291" y="33"/>
                </a:lnTo>
                <a:lnTo>
                  <a:pt x="1280" y="21"/>
                </a:lnTo>
                <a:lnTo>
                  <a:pt x="1254" y="4"/>
                </a:lnTo>
                <a:lnTo>
                  <a:pt x="1239" y="2"/>
                </a:lnTo>
                <a:lnTo>
                  <a:pt x="1220" y="0"/>
                </a:lnTo>
                <a:lnTo>
                  <a:pt x="232" y="0"/>
                </a:lnTo>
                <a:lnTo>
                  <a:pt x="201" y="2"/>
                </a:lnTo>
                <a:lnTo>
                  <a:pt x="175" y="9"/>
                </a:lnTo>
                <a:lnTo>
                  <a:pt x="125" y="31"/>
                </a:lnTo>
                <a:lnTo>
                  <a:pt x="10" y="97"/>
                </a:lnTo>
                <a:lnTo>
                  <a:pt x="2" y="109"/>
                </a:lnTo>
                <a:lnTo>
                  <a:pt x="0" y="123"/>
                </a:lnTo>
                <a:lnTo>
                  <a:pt x="0" y="147"/>
                </a:lnTo>
                <a:lnTo>
                  <a:pt x="8" y="166"/>
                </a:lnTo>
                <a:lnTo>
                  <a:pt x="15" y="173"/>
                </a:lnTo>
                <a:lnTo>
                  <a:pt x="23" y="178"/>
                </a:lnTo>
                <a:lnTo>
                  <a:pt x="1040" y="178"/>
                </a:lnTo>
              </a:path>
            </a:pathLst>
          </a:custGeom>
          <a:solidFill>
            <a:srgbClr val="8080FF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2" name="Freeform 79">
            <a:extLst>
              <a:ext uri="{FF2B5EF4-FFF2-40B4-BE49-F238E27FC236}">
                <a16:creationId xmlns:a16="http://schemas.microsoft.com/office/drawing/2014/main" id="{24F014AE-FB85-43A9-B3F1-E2D30F515854}"/>
              </a:ext>
            </a:extLst>
          </p:cNvPr>
          <p:cNvSpPr>
            <a:spLocks/>
          </p:cNvSpPr>
          <p:nvPr/>
        </p:nvSpPr>
        <p:spPr bwMode="auto">
          <a:xfrm>
            <a:off x="7899401" y="5816600"/>
            <a:ext cx="1084263" cy="730250"/>
          </a:xfrm>
          <a:custGeom>
            <a:avLst/>
            <a:gdLst>
              <a:gd name="T0" fmla="*/ 23813 w 683"/>
              <a:gd name="T1" fmla="*/ 188912 h 460"/>
              <a:gd name="T2" fmla="*/ 7938 w 683"/>
              <a:gd name="T3" fmla="*/ 173038 h 460"/>
              <a:gd name="T4" fmla="*/ 0 w 683"/>
              <a:gd name="T5" fmla="*/ 150813 h 460"/>
              <a:gd name="T6" fmla="*/ 0 w 683"/>
              <a:gd name="T7" fmla="*/ 131763 h 460"/>
              <a:gd name="T8" fmla="*/ 3175 w 683"/>
              <a:gd name="T9" fmla="*/ 109538 h 460"/>
              <a:gd name="T10" fmla="*/ 15875 w 683"/>
              <a:gd name="T11" fmla="*/ 85725 h 460"/>
              <a:gd name="T12" fmla="*/ 36513 w 683"/>
              <a:gd name="T13" fmla="*/ 55563 h 460"/>
              <a:gd name="T14" fmla="*/ 57150 w 683"/>
              <a:gd name="T15" fmla="*/ 30163 h 460"/>
              <a:gd name="T16" fmla="*/ 69850 w 683"/>
              <a:gd name="T17" fmla="*/ 11113 h 460"/>
              <a:gd name="T18" fmla="*/ 82550 w 683"/>
              <a:gd name="T19" fmla="*/ 3175 h 460"/>
              <a:gd name="T20" fmla="*/ 95250 w 683"/>
              <a:gd name="T21" fmla="*/ 0 h 460"/>
              <a:gd name="T22" fmla="*/ 111125 w 683"/>
              <a:gd name="T23" fmla="*/ 3175 h 460"/>
              <a:gd name="T24" fmla="*/ 128588 w 683"/>
              <a:gd name="T25" fmla="*/ 14288 h 460"/>
              <a:gd name="T26" fmla="*/ 593725 w 683"/>
              <a:gd name="T27" fmla="*/ 279400 h 460"/>
              <a:gd name="T28" fmla="*/ 1057275 w 683"/>
              <a:gd name="T29" fmla="*/ 547688 h 460"/>
              <a:gd name="T30" fmla="*/ 1074738 w 683"/>
              <a:gd name="T31" fmla="*/ 558800 h 460"/>
              <a:gd name="T32" fmla="*/ 1082675 w 683"/>
              <a:gd name="T33" fmla="*/ 565150 h 460"/>
              <a:gd name="T34" fmla="*/ 1082675 w 683"/>
              <a:gd name="T35" fmla="*/ 577850 h 460"/>
              <a:gd name="T36" fmla="*/ 1077913 w 683"/>
              <a:gd name="T37" fmla="*/ 592138 h 460"/>
              <a:gd name="T38" fmla="*/ 1065213 w 683"/>
              <a:gd name="T39" fmla="*/ 611188 h 460"/>
              <a:gd name="T40" fmla="*/ 1049338 w 683"/>
              <a:gd name="T41" fmla="*/ 641350 h 460"/>
              <a:gd name="T42" fmla="*/ 1028700 w 683"/>
              <a:gd name="T43" fmla="*/ 668338 h 460"/>
              <a:gd name="T44" fmla="*/ 1011238 w 683"/>
              <a:gd name="T45" fmla="*/ 690563 h 460"/>
              <a:gd name="T46" fmla="*/ 1000125 w 683"/>
              <a:gd name="T47" fmla="*/ 704850 h 460"/>
              <a:gd name="T48" fmla="*/ 987425 w 683"/>
              <a:gd name="T49" fmla="*/ 717550 h 460"/>
              <a:gd name="T50" fmla="*/ 979488 w 683"/>
              <a:gd name="T51" fmla="*/ 723900 h 460"/>
              <a:gd name="T52" fmla="*/ 969963 w 683"/>
              <a:gd name="T53" fmla="*/ 728663 h 460"/>
              <a:gd name="T54" fmla="*/ 954088 w 683"/>
              <a:gd name="T55" fmla="*/ 720725 h 460"/>
              <a:gd name="T56" fmla="*/ 23813 w 683"/>
              <a:gd name="T57" fmla="*/ 188912 h 46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83"/>
              <a:gd name="T88" fmla="*/ 0 h 460"/>
              <a:gd name="T89" fmla="*/ 683 w 683"/>
              <a:gd name="T90" fmla="*/ 460 h 460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83" h="460">
                <a:moveTo>
                  <a:pt x="15" y="119"/>
                </a:moveTo>
                <a:lnTo>
                  <a:pt x="5" y="109"/>
                </a:lnTo>
                <a:lnTo>
                  <a:pt x="0" y="95"/>
                </a:lnTo>
                <a:lnTo>
                  <a:pt x="0" y="83"/>
                </a:lnTo>
                <a:lnTo>
                  <a:pt x="2" y="69"/>
                </a:lnTo>
                <a:lnTo>
                  <a:pt x="10" y="54"/>
                </a:lnTo>
                <a:lnTo>
                  <a:pt x="23" y="35"/>
                </a:lnTo>
                <a:lnTo>
                  <a:pt x="36" y="19"/>
                </a:lnTo>
                <a:lnTo>
                  <a:pt x="44" y="7"/>
                </a:lnTo>
                <a:lnTo>
                  <a:pt x="52" y="2"/>
                </a:lnTo>
                <a:lnTo>
                  <a:pt x="60" y="0"/>
                </a:lnTo>
                <a:lnTo>
                  <a:pt x="70" y="2"/>
                </a:lnTo>
                <a:lnTo>
                  <a:pt x="81" y="9"/>
                </a:lnTo>
                <a:lnTo>
                  <a:pt x="374" y="176"/>
                </a:lnTo>
                <a:lnTo>
                  <a:pt x="666" y="345"/>
                </a:lnTo>
                <a:lnTo>
                  <a:pt x="677" y="352"/>
                </a:lnTo>
                <a:lnTo>
                  <a:pt x="682" y="356"/>
                </a:lnTo>
                <a:lnTo>
                  <a:pt x="682" y="364"/>
                </a:lnTo>
                <a:lnTo>
                  <a:pt x="679" y="373"/>
                </a:lnTo>
                <a:lnTo>
                  <a:pt x="671" y="385"/>
                </a:lnTo>
                <a:lnTo>
                  <a:pt x="661" y="404"/>
                </a:lnTo>
                <a:lnTo>
                  <a:pt x="648" y="421"/>
                </a:lnTo>
                <a:lnTo>
                  <a:pt x="637" y="435"/>
                </a:lnTo>
                <a:lnTo>
                  <a:pt x="630" y="444"/>
                </a:lnTo>
                <a:lnTo>
                  <a:pt x="622" y="452"/>
                </a:lnTo>
                <a:lnTo>
                  <a:pt x="617" y="456"/>
                </a:lnTo>
                <a:lnTo>
                  <a:pt x="611" y="459"/>
                </a:lnTo>
                <a:lnTo>
                  <a:pt x="601" y="454"/>
                </a:lnTo>
                <a:lnTo>
                  <a:pt x="15" y="119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3" name="Freeform 80">
            <a:extLst>
              <a:ext uri="{FF2B5EF4-FFF2-40B4-BE49-F238E27FC236}">
                <a16:creationId xmlns:a16="http://schemas.microsoft.com/office/drawing/2014/main" id="{7B45F9B2-A97D-4B4D-BE33-D438F23DB940}"/>
              </a:ext>
            </a:extLst>
          </p:cNvPr>
          <p:cNvSpPr>
            <a:spLocks/>
          </p:cNvSpPr>
          <p:nvPr/>
        </p:nvSpPr>
        <p:spPr bwMode="auto">
          <a:xfrm>
            <a:off x="7899401" y="5816600"/>
            <a:ext cx="1084263" cy="730250"/>
          </a:xfrm>
          <a:custGeom>
            <a:avLst/>
            <a:gdLst>
              <a:gd name="T0" fmla="*/ 23813 w 683"/>
              <a:gd name="T1" fmla="*/ 188912 h 460"/>
              <a:gd name="T2" fmla="*/ 7938 w 683"/>
              <a:gd name="T3" fmla="*/ 173038 h 460"/>
              <a:gd name="T4" fmla="*/ 0 w 683"/>
              <a:gd name="T5" fmla="*/ 150813 h 460"/>
              <a:gd name="T6" fmla="*/ 0 w 683"/>
              <a:gd name="T7" fmla="*/ 131763 h 460"/>
              <a:gd name="T8" fmla="*/ 3175 w 683"/>
              <a:gd name="T9" fmla="*/ 109538 h 460"/>
              <a:gd name="T10" fmla="*/ 15875 w 683"/>
              <a:gd name="T11" fmla="*/ 85725 h 460"/>
              <a:gd name="T12" fmla="*/ 36513 w 683"/>
              <a:gd name="T13" fmla="*/ 55563 h 460"/>
              <a:gd name="T14" fmla="*/ 57150 w 683"/>
              <a:gd name="T15" fmla="*/ 30163 h 460"/>
              <a:gd name="T16" fmla="*/ 69850 w 683"/>
              <a:gd name="T17" fmla="*/ 11113 h 460"/>
              <a:gd name="T18" fmla="*/ 82550 w 683"/>
              <a:gd name="T19" fmla="*/ 3175 h 460"/>
              <a:gd name="T20" fmla="*/ 95250 w 683"/>
              <a:gd name="T21" fmla="*/ 0 h 460"/>
              <a:gd name="T22" fmla="*/ 111125 w 683"/>
              <a:gd name="T23" fmla="*/ 3175 h 460"/>
              <a:gd name="T24" fmla="*/ 128588 w 683"/>
              <a:gd name="T25" fmla="*/ 14288 h 460"/>
              <a:gd name="T26" fmla="*/ 593725 w 683"/>
              <a:gd name="T27" fmla="*/ 279400 h 460"/>
              <a:gd name="T28" fmla="*/ 1057275 w 683"/>
              <a:gd name="T29" fmla="*/ 547688 h 460"/>
              <a:gd name="T30" fmla="*/ 1074738 w 683"/>
              <a:gd name="T31" fmla="*/ 558800 h 460"/>
              <a:gd name="T32" fmla="*/ 1082675 w 683"/>
              <a:gd name="T33" fmla="*/ 565150 h 460"/>
              <a:gd name="T34" fmla="*/ 1082675 w 683"/>
              <a:gd name="T35" fmla="*/ 577850 h 460"/>
              <a:gd name="T36" fmla="*/ 1077913 w 683"/>
              <a:gd name="T37" fmla="*/ 592138 h 460"/>
              <a:gd name="T38" fmla="*/ 1065213 w 683"/>
              <a:gd name="T39" fmla="*/ 611188 h 460"/>
              <a:gd name="T40" fmla="*/ 1049338 w 683"/>
              <a:gd name="T41" fmla="*/ 641350 h 460"/>
              <a:gd name="T42" fmla="*/ 1028700 w 683"/>
              <a:gd name="T43" fmla="*/ 668338 h 460"/>
              <a:gd name="T44" fmla="*/ 1011238 w 683"/>
              <a:gd name="T45" fmla="*/ 690563 h 460"/>
              <a:gd name="T46" fmla="*/ 1000125 w 683"/>
              <a:gd name="T47" fmla="*/ 704850 h 460"/>
              <a:gd name="T48" fmla="*/ 987425 w 683"/>
              <a:gd name="T49" fmla="*/ 717550 h 460"/>
              <a:gd name="T50" fmla="*/ 979488 w 683"/>
              <a:gd name="T51" fmla="*/ 723900 h 460"/>
              <a:gd name="T52" fmla="*/ 969963 w 683"/>
              <a:gd name="T53" fmla="*/ 728663 h 460"/>
              <a:gd name="T54" fmla="*/ 954088 w 683"/>
              <a:gd name="T55" fmla="*/ 720725 h 460"/>
              <a:gd name="T56" fmla="*/ 23813 w 683"/>
              <a:gd name="T57" fmla="*/ 188912 h 46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83"/>
              <a:gd name="T88" fmla="*/ 0 h 460"/>
              <a:gd name="T89" fmla="*/ 683 w 683"/>
              <a:gd name="T90" fmla="*/ 460 h 460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83" h="460">
                <a:moveTo>
                  <a:pt x="15" y="119"/>
                </a:moveTo>
                <a:lnTo>
                  <a:pt x="5" y="109"/>
                </a:lnTo>
                <a:lnTo>
                  <a:pt x="0" y="95"/>
                </a:lnTo>
                <a:lnTo>
                  <a:pt x="0" y="83"/>
                </a:lnTo>
                <a:lnTo>
                  <a:pt x="2" y="69"/>
                </a:lnTo>
                <a:lnTo>
                  <a:pt x="10" y="54"/>
                </a:lnTo>
                <a:lnTo>
                  <a:pt x="23" y="35"/>
                </a:lnTo>
                <a:lnTo>
                  <a:pt x="36" y="19"/>
                </a:lnTo>
                <a:lnTo>
                  <a:pt x="44" y="7"/>
                </a:lnTo>
                <a:lnTo>
                  <a:pt x="52" y="2"/>
                </a:lnTo>
                <a:lnTo>
                  <a:pt x="60" y="0"/>
                </a:lnTo>
                <a:lnTo>
                  <a:pt x="70" y="2"/>
                </a:lnTo>
                <a:lnTo>
                  <a:pt x="81" y="9"/>
                </a:lnTo>
                <a:lnTo>
                  <a:pt x="374" y="176"/>
                </a:lnTo>
                <a:lnTo>
                  <a:pt x="666" y="345"/>
                </a:lnTo>
                <a:lnTo>
                  <a:pt x="677" y="352"/>
                </a:lnTo>
                <a:lnTo>
                  <a:pt x="682" y="356"/>
                </a:lnTo>
                <a:lnTo>
                  <a:pt x="682" y="364"/>
                </a:lnTo>
                <a:lnTo>
                  <a:pt x="679" y="373"/>
                </a:lnTo>
                <a:lnTo>
                  <a:pt x="671" y="385"/>
                </a:lnTo>
                <a:lnTo>
                  <a:pt x="661" y="404"/>
                </a:lnTo>
                <a:lnTo>
                  <a:pt x="648" y="421"/>
                </a:lnTo>
                <a:lnTo>
                  <a:pt x="637" y="435"/>
                </a:lnTo>
                <a:lnTo>
                  <a:pt x="630" y="444"/>
                </a:lnTo>
                <a:lnTo>
                  <a:pt x="622" y="452"/>
                </a:lnTo>
                <a:lnTo>
                  <a:pt x="617" y="456"/>
                </a:lnTo>
                <a:lnTo>
                  <a:pt x="611" y="459"/>
                </a:lnTo>
                <a:lnTo>
                  <a:pt x="601" y="454"/>
                </a:lnTo>
                <a:lnTo>
                  <a:pt x="15" y="119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4" name="Freeform 81">
            <a:extLst>
              <a:ext uri="{FF2B5EF4-FFF2-40B4-BE49-F238E27FC236}">
                <a16:creationId xmlns:a16="http://schemas.microsoft.com/office/drawing/2014/main" id="{33DE9495-0945-436C-8937-6E2C847819AE}"/>
              </a:ext>
            </a:extLst>
          </p:cNvPr>
          <p:cNvSpPr>
            <a:spLocks/>
          </p:cNvSpPr>
          <p:nvPr/>
        </p:nvSpPr>
        <p:spPr bwMode="auto">
          <a:xfrm>
            <a:off x="7899400" y="5824538"/>
            <a:ext cx="1079500" cy="717550"/>
          </a:xfrm>
          <a:custGeom>
            <a:avLst/>
            <a:gdLst>
              <a:gd name="T0" fmla="*/ 584200 w 680"/>
              <a:gd name="T1" fmla="*/ 277813 h 452"/>
              <a:gd name="T2" fmla="*/ 1049338 w 680"/>
              <a:gd name="T3" fmla="*/ 550863 h 452"/>
              <a:gd name="T4" fmla="*/ 1065213 w 680"/>
              <a:gd name="T5" fmla="*/ 557213 h 452"/>
              <a:gd name="T6" fmla="*/ 1077913 w 680"/>
              <a:gd name="T7" fmla="*/ 569913 h 452"/>
              <a:gd name="T8" fmla="*/ 1077913 w 680"/>
              <a:gd name="T9" fmla="*/ 576263 h 452"/>
              <a:gd name="T10" fmla="*/ 1069975 w 680"/>
              <a:gd name="T11" fmla="*/ 592138 h 452"/>
              <a:gd name="T12" fmla="*/ 1062038 w 680"/>
              <a:gd name="T13" fmla="*/ 611188 h 452"/>
              <a:gd name="T14" fmla="*/ 1044575 w 680"/>
              <a:gd name="T15" fmla="*/ 636588 h 452"/>
              <a:gd name="T16" fmla="*/ 1023938 w 680"/>
              <a:gd name="T17" fmla="*/ 663575 h 452"/>
              <a:gd name="T18" fmla="*/ 1011238 w 680"/>
              <a:gd name="T19" fmla="*/ 682625 h 452"/>
              <a:gd name="T20" fmla="*/ 1000125 w 680"/>
              <a:gd name="T21" fmla="*/ 696913 h 452"/>
              <a:gd name="T22" fmla="*/ 987425 w 680"/>
              <a:gd name="T23" fmla="*/ 709613 h 452"/>
              <a:gd name="T24" fmla="*/ 979488 w 680"/>
              <a:gd name="T25" fmla="*/ 715963 h 452"/>
              <a:gd name="T26" fmla="*/ 969963 w 680"/>
              <a:gd name="T27" fmla="*/ 715963 h 452"/>
              <a:gd name="T28" fmla="*/ 954088 w 680"/>
              <a:gd name="T29" fmla="*/ 712788 h 452"/>
              <a:gd name="T30" fmla="*/ 23812 w 680"/>
              <a:gd name="T31" fmla="*/ 176213 h 452"/>
              <a:gd name="T32" fmla="*/ 7938 w 680"/>
              <a:gd name="T33" fmla="*/ 165100 h 452"/>
              <a:gd name="T34" fmla="*/ 0 w 680"/>
              <a:gd name="T35" fmla="*/ 139700 h 452"/>
              <a:gd name="T36" fmla="*/ 0 w 680"/>
              <a:gd name="T37" fmla="*/ 123825 h 452"/>
              <a:gd name="T38" fmla="*/ 7938 w 680"/>
              <a:gd name="T39" fmla="*/ 104775 h 452"/>
              <a:gd name="T40" fmla="*/ 15875 w 680"/>
              <a:gd name="T41" fmla="*/ 77788 h 452"/>
              <a:gd name="T42" fmla="*/ 33338 w 680"/>
              <a:gd name="T43" fmla="*/ 52388 h 452"/>
              <a:gd name="T44" fmla="*/ 53975 w 680"/>
              <a:gd name="T45" fmla="*/ 25400 h 452"/>
              <a:gd name="T46" fmla="*/ 66675 w 680"/>
              <a:gd name="T47" fmla="*/ 11113 h 452"/>
              <a:gd name="T48" fmla="*/ 77787 w 680"/>
              <a:gd name="T49" fmla="*/ 3175 h 452"/>
              <a:gd name="T50" fmla="*/ 90487 w 680"/>
              <a:gd name="T51" fmla="*/ 0 h 452"/>
              <a:gd name="T52" fmla="*/ 107950 w 680"/>
              <a:gd name="T53" fmla="*/ 3175 h 452"/>
              <a:gd name="T54" fmla="*/ 120650 w 680"/>
              <a:gd name="T55" fmla="*/ 14288 h 452"/>
              <a:gd name="T56" fmla="*/ 584200 w 680"/>
              <a:gd name="T57" fmla="*/ 277813 h 45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80"/>
              <a:gd name="T88" fmla="*/ 0 h 452"/>
              <a:gd name="T89" fmla="*/ 680 w 680"/>
              <a:gd name="T90" fmla="*/ 452 h 452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80" h="452">
                <a:moveTo>
                  <a:pt x="368" y="175"/>
                </a:moveTo>
                <a:lnTo>
                  <a:pt x="661" y="347"/>
                </a:lnTo>
                <a:lnTo>
                  <a:pt x="671" y="351"/>
                </a:lnTo>
                <a:lnTo>
                  <a:pt x="679" y="359"/>
                </a:lnTo>
                <a:lnTo>
                  <a:pt x="679" y="363"/>
                </a:lnTo>
                <a:lnTo>
                  <a:pt x="674" y="373"/>
                </a:lnTo>
                <a:lnTo>
                  <a:pt x="669" y="385"/>
                </a:lnTo>
                <a:lnTo>
                  <a:pt x="658" y="401"/>
                </a:lnTo>
                <a:lnTo>
                  <a:pt x="645" y="418"/>
                </a:lnTo>
                <a:lnTo>
                  <a:pt x="637" y="430"/>
                </a:lnTo>
                <a:lnTo>
                  <a:pt x="630" y="439"/>
                </a:lnTo>
                <a:lnTo>
                  <a:pt x="622" y="447"/>
                </a:lnTo>
                <a:lnTo>
                  <a:pt x="617" y="451"/>
                </a:lnTo>
                <a:lnTo>
                  <a:pt x="611" y="451"/>
                </a:lnTo>
                <a:lnTo>
                  <a:pt x="601" y="449"/>
                </a:lnTo>
                <a:lnTo>
                  <a:pt x="15" y="111"/>
                </a:lnTo>
                <a:lnTo>
                  <a:pt x="5" y="104"/>
                </a:lnTo>
                <a:lnTo>
                  <a:pt x="0" y="88"/>
                </a:lnTo>
                <a:lnTo>
                  <a:pt x="0" y="78"/>
                </a:lnTo>
                <a:lnTo>
                  <a:pt x="5" y="66"/>
                </a:lnTo>
                <a:lnTo>
                  <a:pt x="10" y="49"/>
                </a:lnTo>
                <a:lnTo>
                  <a:pt x="21" y="33"/>
                </a:lnTo>
                <a:lnTo>
                  <a:pt x="34" y="16"/>
                </a:lnTo>
                <a:lnTo>
                  <a:pt x="42" y="7"/>
                </a:lnTo>
                <a:lnTo>
                  <a:pt x="49" y="2"/>
                </a:lnTo>
                <a:lnTo>
                  <a:pt x="57" y="0"/>
                </a:lnTo>
                <a:lnTo>
                  <a:pt x="68" y="2"/>
                </a:lnTo>
                <a:lnTo>
                  <a:pt x="76" y="9"/>
                </a:lnTo>
                <a:lnTo>
                  <a:pt x="368" y="175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5" name="Freeform 82">
            <a:extLst>
              <a:ext uri="{FF2B5EF4-FFF2-40B4-BE49-F238E27FC236}">
                <a16:creationId xmlns:a16="http://schemas.microsoft.com/office/drawing/2014/main" id="{C1451B8E-0936-4776-95C8-8DB2B3AA0A5C}"/>
              </a:ext>
            </a:extLst>
          </p:cNvPr>
          <p:cNvSpPr>
            <a:spLocks/>
          </p:cNvSpPr>
          <p:nvPr/>
        </p:nvSpPr>
        <p:spPr bwMode="auto">
          <a:xfrm>
            <a:off x="7899401" y="5830888"/>
            <a:ext cx="1071563" cy="711200"/>
          </a:xfrm>
          <a:custGeom>
            <a:avLst/>
            <a:gdLst>
              <a:gd name="T0" fmla="*/ 571500 w 675"/>
              <a:gd name="T1" fmla="*/ 284163 h 448"/>
              <a:gd name="T2" fmla="*/ 1041400 w 675"/>
              <a:gd name="T3" fmla="*/ 550863 h 448"/>
              <a:gd name="T4" fmla="*/ 1057275 w 675"/>
              <a:gd name="T5" fmla="*/ 558800 h 448"/>
              <a:gd name="T6" fmla="*/ 1069975 w 675"/>
              <a:gd name="T7" fmla="*/ 569913 h 448"/>
              <a:gd name="T8" fmla="*/ 1069975 w 675"/>
              <a:gd name="T9" fmla="*/ 577850 h 448"/>
              <a:gd name="T10" fmla="*/ 1065213 w 675"/>
              <a:gd name="T11" fmla="*/ 593725 h 448"/>
              <a:gd name="T12" fmla="*/ 1057275 w 675"/>
              <a:gd name="T13" fmla="*/ 608013 h 448"/>
              <a:gd name="T14" fmla="*/ 1041400 w 675"/>
              <a:gd name="T15" fmla="*/ 635000 h 448"/>
              <a:gd name="T16" fmla="*/ 1023938 w 675"/>
              <a:gd name="T17" fmla="*/ 657225 h 448"/>
              <a:gd name="T18" fmla="*/ 1008063 w 675"/>
              <a:gd name="T19" fmla="*/ 676275 h 448"/>
              <a:gd name="T20" fmla="*/ 995363 w 675"/>
              <a:gd name="T21" fmla="*/ 690563 h 448"/>
              <a:gd name="T22" fmla="*/ 987425 w 675"/>
              <a:gd name="T23" fmla="*/ 703263 h 448"/>
              <a:gd name="T24" fmla="*/ 969963 w 675"/>
              <a:gd name="T25" fmla="*/ 709613 h 448"/>
              <a:gd name="T26" fmla="*/ 954088 w 675"/>
              <a:gd name="T27" fmla="*/ 703263 h 448"/>
              <a:gd name="T28" fmla="*/ 23813 w 675"/>
              <a:gd name="T29" fmla="*/ 169863 h 448"/>
              <a:gd name="T30" fmla="*/ 7938 w 675"/>
              <a:gd name="T31" fmla="*/ 155575 h 448"/>
              <a:gd name="T32" fmla="*/ 0 w 675"/>
              <a:gd name="T33" fmla="*/ 133350 h 448"/>
              <a:gd name="T34" fmla="*/ 0 w 675"/>
              <a:gd name="T35" fmla="*/ 117475 h 448"/>
              <a:gd name="T36" fmla="*/ 7938 w 675"/>
              <a:gd name="T37" fmla="*/ 98425 h 448"/>
              <a:gd name="T38" fmla="*/ 15875 w 675"/>
              <a:gd name="T39" fmla="*/ 76200 h 448"/>
              <a:gd name="T40" fmla="*/ 33338 w 675"/>
              <a:gd name="T41" fmla="*/ 49212 h 448"/>
              <a:gd name="T42" fmla="*/ 49213 w 675"/>
              <a:gd name="T43" fmla="*/ 26988 h 448"/>
              <a:gd name="T44" fmla="*/ 61913 w 675"/>
              <a:gd name="T45" fmla="*/ 11113 h 448"/>
              <a:gd name="T46" fmla="*/ 74613 w 675"/>
              <a:gd name="T47" fmla="*/ 4763 h 448"/>
              <a:gd name="T48" fmla="*/ 82550 w 675"/>
              <a:gd name="T49" fmla="*/ 0 h 448"/>
              <a:gd name="T50" fmla="*/ 98425 w 675"/>
              <a:gd name="T51" fmla="*/ 7938 h 448"/>
              <a:gd name="T52" fmla="*/ 115888 w 675"/>
              <a:gd name="T53" fmla="*/ 19050 h 448"/>
              <a:gd name="T54" fmla="*/ 571500 w 675"/>
              <a:gd name="T55" fmla="*/ 284163 h 44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675"/>
              <a:gd name="T85" fmla="*/ 0 h 448"/>
              <a:gd name="T86" fmla="*/ 675 w 675"/>
              <a:gd name="T87" fmla="*/ 448 h 44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675" h="448">
                <a:moveTo>
                  <a:pt x="360" y="179"/>
                </a:moveTo>
                <a:lnTo>
                  <a:pt x="656" y="347"/>
                </a:lnTo>
                <a:lnTo>
                  <a:pt x="666" y="352"/>
                </a:lnTo>
                <a:lnTo>
                  <a:pt x="674" y="359"/>
                </a:lnTo>
                <a:lnTo>
                  <a:pt x="674" y="364"/>
                </a:lnTo>
                <a:lnTo>
                  <a:pt x="671" y="374"/>
                </a:lnTo>
                <a:lnTo>
                  <a:pt x="666" y="383"/>
                </a:lnTo>
                <a:lnTo>
                  <a:pt x="656" y="400"/>
                </a:lnTo>
                <a:lnTo>
                  <a:pt x="645" y="414"/>
                </a:lnTo>
                <a:lnTo>
                  <a:pt x="635" y="426"/>
                </a:lnTo>
                <a:lnTo>
                  <a:pt x="627" y="435"/>
                </a:lnTo>
                <a:lnTo>
                  <a:pt x="622" y="443"/>
                </a:lnTo>
                <a:lnTo>
                  <a:pt x="611" y="447"/>
                </a:lnTo>
                <a:lnTo>
                  <a:pt x="601" y="443"/>
                </a:lnTo>
                <a:lnTo>
                  <a:pt x="15" y="107"/>
                </a:lnTo>
                <a:lnTo>
                  <a:pt x="5" y="98"/>
                </a:lnTo>
                <a:lnTo>
                  <a:pt x="0" y="84"/>
                </a:lnTo>
                <a:lnTo>
                  <a:pt x="0" y="74"/>
                </a:lnTo>
                <a:lnTo>
                  <a:pt x="5" y="62"/>
                </a:lnTo>
                <a:lnTo>
                  <a:pt x="10" y="48"/>
                </a:lnTo>
                <a:lnTo>
                  <a:pt x="21" y="31"/>
                </a:lnTo>
                <a:lnTo>
                  <a:pt x="31" y="17"/>
                </a:lnTo>
                <a:lnTo>
                  <a:pt x="39" y="7"/>
                </a:lnTo>
                <a:lnTo>
                  <a:pt x="47" y="3"/>
                </a:lnTo>
                <a:lnTo>
                  <a:pt x="52" y="0"/>
                </a:lnTo>
                <a:lnTo>
                  <a:pt x="62" y="5"/>
                </a:lnTo>
                <a:lnTo>
                  <a:pt x="73" y="12"/>
                </a:lnTo>
                <a:lnTo>
                  <a:pt x="360" y="179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6" name="Freeform 83">
            <a:extLst>
              <a:ext uri="{FF2B5EF4-FFF2-40B4-BE49-F238E27FC236}">
                <a16:creationId xmlns:a16="http://schemas.microsoft.com/office/drawing/2014/main" id="{7C156A6F-202B-4BCF-98FF-75C17AFBE228}"/>
              </a:ext>
            </a:extLst>
          </p:cNvPr>
          <p:cNvSpPr>
            <a:spLocks/>
          </p:cNvSpPr>
          <p:nvPr/>
        </p:nvSpPr>
        <p:spPr bwMode="auto">
          <a:xfrm>
            <a:off x="7902575" y="5842001"/>
            <a:ext cx="1060450" cy="696913"/>
          </a:xfrm>
          <a:custGeom>
            <a:avLst/>
            <a:gdLst>
              <a:gd name="T0" fmla="*/ 560387 w 668"/>
              <a:gd name="T1" fmla="*/ 279400 h 439"/>
              <a:gd name="T2" fmla="*/ 1033463 w 668"/>
              <a:gd name="T3" fmla="*/ 547688 h 439"/>
              <a:gd name="T4" fmla="*/ 1050925 w 668"/>
              <a:gd name="T5" fmla="*/ 558800 h 439"/>
              <a:gd name="T6" fmla="*/ 1058863 w 668"/>
              <a:gd name="T7" fmla="*/ 566738 h 439"/>
              <a:gd name="T8" fmla="*/ 1058863 w 668"/>
              <a:gd name="T9" fmla="*/ 577850 h 439"/>
              <a:gd name="T10" fmla="*/ 1054100 w 668"/>
              <a:gd name="T11" fmla="*/ 588963 h 439"/>
              <a:gd name="T12" fmla="*/ 1046163 w 668"/>
              <a:gd name="T13" fmla="*/ 604838 h 439"/>
              <a:gd name="T14" fmla="*/ 1033463 w 668"/>
              <a:gd name="T15" fmla="*/ 627063 h 439"/>
              <a:gd name="T16" fmla="*/ 1017588 w 668"/>
              <a:gd name="T17" fmla="*/ 649288 h 439"/>
              <a:gd name="T18" fmla="*/ 1004888 w 668"/>
              <a:gd name="T19" fmla="*/ 668338 h 439"/>
              <a:gd name="T20" fmla="*/ 992188 w 668"/>
              <a:gd name="T21" fmla="*/ 679450 h 439"/>
              <a:gd name="T22" fmla="*/ 984250 w 668"/>
              <a:gd name="T23" fmla="*/ 687388 h 439"/>
              <a:gd name="T24" fmla="*/ 966788 w 668"/>
              <a:gd name="T25" fmla="*/ 695325 h 439"/>
              <a:gd name="T26" fmla="*/ 955675 w 668"/>
              <a:gd name="T27" fmla="*/ 687388 h 439"/>
              <a:gd name="T28" fmla="*/ 25400 w 668"/>
              <a:gd name="T29" fmla="*/ 155575 h 439"/>
              <a:gd name="T30" fmla="*/ 9525 w 668"/>
              <a:gd name="T31" fmla="*/ 139700 h 439"/>
              <a:gd name="T32" fmla="*/ 0 w 668"/>
              <a:gd name="T33" fmla="*/ 122238 h 439"/>
              <a:gd name="T34" fmla="*/ 4762 w 668"/>
              <a:gd name="T35" fmla="*/ 87313 h 439"/>
              <a:gd name="T36" fmla="*/ 12700 w 668"/>
              <a:gd name="T37" fmla="*/ 68263 h 439"/>
              <a:gd name="T38" fmla="*/ 25400 w 668"/>
              <a:gd name="T39" fmla="*/ 42863 h 439"/>
              <a:gd name="T40" fmla="*/ 42862 w 668"/>
              <a:gd name="T41" fmla="*/ 23813 h 439"/>
              <a:gd name="T42" fmla="*/ 53975 w 668"/>
              <a:gd name="T43" fmla="*/ 7938 h 439"/>
              <a:gd name="T44" fmla="*/ 66675 w 668"/>
              <a:gd name="T45" fmla="*/ 0 h 439"/>
              <a:gd name="T46" fmla="*/ 74612 w 668"/>
              <a:gd name="T47" fmla="*/ 0 h 439"/>
              <a:gd name="T48" fmla="*/ 87312 w 668"/>
              <a:gd name="T49" fmla="*/ 4763 h 439"/>
              <a:gd name="T50" fmla="*/ 104775 w 668"/>
              <a:gd name="T51" fmla="*/ 15875 h 439"/>
              <a:gd name="T52" fmla="*/ 560387 w 668"/>
              <a:gd name="T53" fmla="*/ 279400 h 439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668"/>
              <a:gd name="T82" fmla="*/ 0 h 439"/>
              <a:gd name="T83" fmla="*/ 668 w 668"/>
              <a:gd name="T84" fmla="*/ 439 h 439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668" h="439">
                <a:moveTo>
                  <a:pt x="353" y="176"/>
                </a:moveTo>
                <a:lnTo>
                  <a:pt x="651" y="345"/>
                </a:lnTo>
                <a:lnTo>
                  <a:pt x="662" y="352"/>
                </a:lnTo>
                <a:lnTo>
                  <a:pt x="667" y="357"/>
                </a:lnTo>
                <a:lnTo>
                  <a:pt x="667" y="364"/>
                </a:lnTo>
                <a:lnTo>
                  <a:pt x="664" y="371"/>
                </a:lnTo>
                <a:lnTo>
                  <a:pt x="659" y="381"/>
                </a:lnTo>
                <a:lnTo>
                  <a:pt x="651" y="395"/>
                </a:lnTo>
                <a:lnTo>
                  <a:pt x="641" y="409"/>
                </a:lnTo>
                <a:lnTo>
                  <a:pt x="633" y="421"/>
                </a:lnTo>
                <a:lnTo>
                  <a:pt x="625" y="428"/>
                </a:lnTo>
                <a:lnTo>
                  <a:pt x="620" y="433"/>
                </a:lnTo>
                <a:lnTo>
                  <a:pt x="609" y="438"/>
                </a:lnTo>
                <a:lnTo>
                  <a:pt x="602" y="433"/>
                </a:lnTo>
                <a:lnTo>
                  <a:pt x="16" y="98"/>
                </a:lnTo>
                <a:lnTo>
                  <a:pt x="6" y="88"/>
                </a:lnTo>
                <a:lnTo>
                  <a:pt x="0" y="77"/>
                </a:lnTo>
                <a:lnTo>
                  <a:pt x="3" y="55"/>
                </a:lnTo>
                <a:lnTo>
                  <a:pt x="8" y="43"/>
                </a:lnTo>
                <a:lnTo>
                  <a:pt x="16" y="27"/>
                </a:lnTo>
                <a:lnTo>
                  <a:pt x="27" y="15"/>
                </a:lnTo>
                <a:lnTo>
                  <a:pt x="34" y="5"/>
                </a:lnTo>
                <a:lnTo>
                  <a:pt x="42" y="0"/>
                </a:lnTo>
                <a:lnTo>
                  <a:pt x="47" y="0"/>
                </a:lnTo>
                <a:lnTo>
                  <a:pt x="55" y="3"/>
                </a:lnTo>
                <a:lnTo>
                  <a:pt x="66" y="10"/>
                </a:lnTo>
                <a:lnTo>
                  <a:pt x="353" y="176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7" name="Freeform 84">
            <a:extLst>
              <a:ext uri="{FF2B5EF4-FFF2-40B4-BE49-F238E27FC236}">
                <a16:creationId xmlns:a16="http://schemas.microsoft.com/office/drawing/2014/main" id="{22714B9B-E085-46A7-8D2F-13BB8BFBDE87}"/>
              </a:ext>
            </a:extLst>
          </p:cNvPr>
          <p:cNvSpPr>
            <a:spLocks/>
          </p:cNvSpPr>
          <p:nvPr/>
        </p:nvSpPr>
        <p:spPr bwMode="auto">
          <a:xfrm>
            <a:off x="7902576" y="5849938"/>
            <a:ext cx="1052513" cy="685800"/>
          </a:xfrm>
          <a:custGeom>
            <a:avLst/>
            <a:gdLst>
              <a:gd name="T0" fmla="*/ 552450 w 663"/>
              <a:gd name="T1" fmla="*/ 279400 h 432"/>
              <a:gd name="T2" fmla="*/ 1025525 w 663"/>
              <a:gd name="T3" fmla="*/ 550863 h 432"/>
              <a:gd name="T4" fmla="*/ 1041400 w 663"/>
              <a:gd name="T5" fmla="*/ 558800 h 432"/>
              <a:gd name="T6" fmla="*/ 1050925 w 663"/>
              <a:gd name="T7" fmla="*/ 569913 h 432"/>
              <a:gd name="T8" fmla="*/ 1050925 w 663"/>
              <a:gd name="T9" fmla="*/ 588963 h 432"/>
              <a:gd name="T10" fmla="*/ 1041400 w 663"/>
              <a:gd name="T11" fmla="*/ 604838 h 432"/>
              <a:gd name="T12" fmla="*/ 1030288 w 663"/>
              <a:gd name="T13" fmla="*/ 623888 h 432"/>
              <a:gd name="T14" fmla="*/ 1012825 w 663"/>
              <a:gd name="T15" fmla="*/ 641350 h 432"/>
              <a:gd name="T16" fmla="*/ 1000125 w 663"/>
              <a:gd name="T17" fmla="*/ 660400 h 432"/>
              <a:gd name="T18" fmla="*/ 984250 w 663"/>
              <a:gd name="T19" fmla="*/ 679450 h 432"/>
              <a:gd name="T20" fmla="*/ 971550 w 663"/>
              <a:gd name="T21" fmla="*/ 684213 h 432"/>
              <a:gd name="T22" fmla="*/ 955675 w 663"/>
              <a:gd name="T23" fmla="*/ 679450 h 432"/>
              <a:gd name="T24" fmla="*/ 25400 w 663"/>
              <a:gd name="T25" fmla="*/ 144463 h 432"/>
              <a:gd name="T26" fmla="*/ 9525 w 663"/>
              <a:gd name="T27" fmla="*/ 131763 h 432"/>
              <a:gd name="T28" fmla="*/ 0 w 663"/>
              <a:gd name="T29" fmla="*/ 109538 h 432"/>
              <a:gd name="T30" fmla="*/ 4763 w 663"/>
              <a:gd name="T31" fmla="*/ 79375 h 432"/>
              <a:gd name="T32" fmla="*/ 12700 w 663"/>
              <a:gd name="T33" fmla="*/ 60325 h 432"/>
              <a:gd name="T34" fmla="*/ 25400 w 663"/>
              <a:gd name="T35" fmla="*/ 41275 h 432"/>
              <a:gd name="T36" fmla="*/ 38100 w 663"/>
              <a:gd name="T37" fmla="*/ 19050 h 432"/>
              <a:gd name="T38" fmla="*/ 50800 w 663"/>
              <a:gd name="T39" fmla="*/ 7938 h 432"/>
              <a:gd name="T40" fmla="*/ 58738 w 663"/>
              <a:gd name="T41" fmla="*/ 4763 h 432"/>
              <a:gd name="T42" fmla="*/ 66675 w 663"/>
              <a:gd name="T43" fmla="*/ 0 h 432"/>
              <a:gd name="T44" fmla="*/ 84138 w 663"/>
              <a:gd name="T45" fmla="*/ 7938 h 432"/>
              <a:gd name="T46" fmla="*/ 95250 w 663"/>
              <a:gd name="T47" fmla="*/ 15875 h 432"/>
              <a:gd name="T48" fmla="*/ 552450 w 663"/>
              <a:gd name="T49" fmla="*/ 279400 h 43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663"/>
              <a:gd name="T76" fmla="*/ 0 h 432"/>
              <a:gd name="T77" fmla="*/ 663 w 663"/>
              <a:gd name="T78" fmla="*/ 432 h 43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663" h="432">
                <a:moveTo>
                  <a:pt x="348" y="176"/>
                </a:moveTo>
                <a:lnTo>
                  <a:pt x="646" y="347"/>
                </a:lnTo>
                <a:lnTo>
                  <a:pt x="656" y="352"/>
                </a:lnTo>
                <a:lnTo>
                  <a:pt x="662" y="359"/>
                </a:lnTo>
                <a:lnTo>
                  <a:pt x="662" y="371"/>
                </a:lnTo>
                <a:lnTo>
                  <a:pt x="656" y="381"/>
                </a:lnTo>
                <a:lnTo>
                  <a:pt x="649" y="393"/>
                </a:lnTo>
                <a:lnTo>
                  <a:pt x="638" y="404"/>
                </a:lnTo>
                <a:lnTo>
                  <a:pt x="630" y="416"/>
                </a:lnTo>
                <a:lnTo>
                  <a:pt x="620" y="428"/>
                </a:lnTo>
                <a:lnTo>
                  <a:pt x="612" y="431"/>
                </a:lnTo>
                <a:lnTo>
                  <a:pt x="602" y="428"/>
                </a:lnTo>
                <a:lnTo>
                  <a:pt x="16" y="91"/>
                </a:lnTo>
                <a:lnTo>
                  <a:pt x="6" y="83"/>
                </a:lnTo>
                <a:lnTo>
                  <a:pt x="0" y="69"/>
                </a:lnTo>
                <a:lnTo>
                  <a:pt x="3" y="50"/>
                </a:lnTo>
                <a:lnTo>
                  <a:pt x="8" y="38"/>
                </a:lnTo>
                <a:lnTo>
                  <a:pt x="16" y="26"/>
                </a:lnTo>
                <a:lnTo>
                  <a:pt x="24" y="12"/>
                </a:lnTo>
                <a:lnTo>
                  <a:pt x="32" y="5"/>
                </a:lnTo>
                <a:lnTo>
                  <a:pt x="37" y="3"/>
                </a:lnTo>
                <a:lnTo>
                  <a:pt x="42" y="0"/>
                </a:lnTo>
                <a:lnTo>
                  <a:pt x="53" y="5"/>
                </a:lnTo>
                <a:lnTo>
                  <a:pt x="60" y="10"/>
                </a:lnTo>
                <a:lnTo>
                  <a:pt x="348" y="176"/>
                </a:lnTo>
              </a:path>
            </a:pathLst>
          </a:custGeom>
          <a:solidFill>
            <a:srgbClr val="FFFF00"/>
          </a:solidFill>
          <a:ln w="12700" cap="rnd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8" name="Freeform 85">
            <a:extLst>
              <a:ext uri="{FF2B5EF4-FFF2-40B4-BE49-F238E27FC236}">
                <a16:creationId xmlns:a16="http://schemas.microsoft.com/office/drawing/2014/main" id="{9BF56DAD-4619-419C-BF88-46B70DA471FC}"/>
              </a:ext>
            </a:extLst>
          </p:cNvPr>
          <p:cNvSpPr>
            <a:spLocks/>
          </p:cNvSpPr>
          <p:nvPr/>
        </p:nvSpPr>
        <p:spPr bwMode="auto">
          <a:xfrm>
            <a:off x="7902575" y="5857876"/>
            <a:ext cx="1047750" cy="677863"/>
          </a:xfrm>
          <a:custGeom>
            <a:avLst/>
            <a:gdLst>
              <a:gd name="T0" fmla="*/ 544512 w 660"/>
              <a:gd name="T1" fmla="*/ 279400 h 427"/>
              <a:gd name="T2" fmla="*/ 1020763 w 660"/>
              <a:gd name="T3" fmla="*/ 550863 h 427"/>
              <a:gd name="T4" fmla="*/ 1038225 w 660"/>
              <a:gd name="T5" fmla="*/ 558800 h 427"/>
              <a:gd name="T6" fmla="*/ 1046163 w 660"/>
              <a:gd name="T7" fmla="*/ 569913 h 427"/>
              <a:gd name="T8" fmla="*/ 1041400 w 660"/>
              <a:gd name="T9" fmla="*/ 584200 h 427"/>
              <a:gd name="T10" fmla="*/ 1033463 w 660"/>
              <a:gd name="T11" fmla="*/ 600075 h 427"/>
              <a:gd name="T12" fmla="*/ 1020763 w 660"/>
              <a:gd name="T13" fmla="*/ 619125 h 427"/>
              <a:gd name="T14" fmla="*/ 1008063 w 660"/>
              <a:gd name="T15" fmla="*/ 638175 h 427"/>
              <a:gd name="T16" fmla="*/ 1000125 w 660"/>
              <a:gd name="T17" fmla="*/ 652463 h 427"/>
              <a:gd name="T18" fmla="*/ 984250 w 660"/>
              <a:gd name="T19" fmla="*/ 671513 h 427"/>
              <a:gd name="T20" fmla="*/ 971550 w 660"/>
              <a:gd name="T21" fmla="*/ 676275 h 427"/>
              <a:gd name="T22" fmla="*/ 955675 w 660"/>
              <a:gd name="T23" fmla="*/ 668338 h 427"/>
              <a:gd name="T24" fmla="*/ 25400 w 660"/>
              <a:gd name="T25" fmla="*/ 136525 h 427"/>
              <a:gd name="T26" fmla="*/ 9525 w 660"/>
              <a:gd name="T27" fmla="*/ 120650 h 427"/>
              <a:gd name="T28" fmla="*/ 0 w 660"/>
              <a:gd name="T29" fmla="*/ 101600 h 427"/>
              <a:gd name="T30" fmla="*/ 4762 w 660"/>
              <a:gd name="T31" fmla="*/ 74613 h 427"/>
              <a:gd name="T32" fmla="*/ 9525 w 660"/>
              <a:gd name="T33" fmla="*/ 57150 h 427"/>
              <a:gd name="T34" fmla="*/ 20637 w 660"/>
              <a:gd name="T35" fmla="*/ 38100 h 427"/>
              <a:gd name="T36" fmla="*/ 33337 w 660"/>
              <a:gd name="T37" fmla="*/ 19050 h 427"/>
              <a:gd name="T38" fmla="*/ 46037 w 660"/>
              <a:gd name="T39" fmla="*/ 7938 h 427"/>
              <a:gd name="T40" fmla="*/ 53975 w 660"/>
              <a:gd name="T41" fmla="*/ 3175 h 427"/>
              <a:gd name="T42" fmla="*/ 63500 w 660"/>
              <a:gd name="T43" fmla="*/ 0 h 427"/>
              <a:gd name="T44" fmla="*/ 74612 w 660"/>
              <a:gd name="T45" fmla="*/ 7938 h 427"/>
              <a:gd name="T46" fmla="*/ 92075 w 660"/>
              <a:gd name="T47" fmla="*/ 19050 h 427"/>
              <a:gd name="T48" fmla="*/ 544512 w 660"/>
              <a:gd name="T49" fmla="*/ 279400 h 427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660"/>
              <a:gd name="T76" fmla="*/ 0 h 427"/>
              <a:gd name="T77" fmla="*/ 660 w 660"/>
              <a:gd name="T78" fmla="*/ 427 h 427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660" h="427">
                <a:moveTo>
                  <a:pt x="343" y="176"/>
                </a:moveTo>
                <a:lnTo>
                  <a:pt x="643" y="347"/>
                </a:lnTo>
                <a:lnTo>
                  <a:pt x="654" y="352"/>
                </a:lnTo>
                <a:lnTo>
                  <a:pt x="659" y="359"/>
                </a:lnTo>
                <a:lnTo>
                  <a:pt x="656" y="368"/>
                </a:lnTo>
                <a:lnTo>
                  <a:pt x="651" y="378"/>
                </a:lnTo>
                <a:lnTo>
                  <a:pt x="643" y="390"/>
                </a:lnTo>
                <a:lnTo>
                  <a:pt x="635" y="402"/>
                </a:lnTo>
                <a:lnTo>
                  <a:pt x="630" y="411"/>
                </a:lnTo>
                <a:lnTo>
                  <a:pt x="620" y="423"/>
                </a:lnTo>
                <a:lnTo>
                  <a:pt x="612" y="426"/>
                </a:lnTo>
                <a:lnTo>
                  <a:pt x="602" y="421"/>
                </a:lnTo>
                <a:lnTo>
                  <a:pt x="16" y="86"/>
                </a:lnTo>
                <a:lnTo>
                  <a:pt x="6" y="76"/>
                </a:lnTo>
                <a:lnTo>
                  <a:pt x="0" y="64"/>
                </a:lnTo>
                <a:lnTo>
                  <a:pt x="3" y="47"/>
                </a:lnTo>
                <a:lnTo>
                  <a:pt x="6" y="36"/>
                </a:lnTo>
                <a:lnTo>
                  <a:pt x="13" y="24"/>
                </a:lnTo>
                <a:lnTo>
                  <a:pt x="21" y="12"/>
                </a:lnTo>
                <a:lnTo>
                  <a:pt x="29" y="5"/>
                </a:lnTo>
                <a:lnTo>
                  <a:pt x="34" y="2"/>
                </a:lnTo>
                <a:lnTo>
                  <a:pt x="40" y="0"/>
                </a:lnTo>
                <a:lnTo>
                  <a:pt x="47" y="5"/>
                </a:lnTo>
                <a:lnTo>
                  <a:pt x="58" y="12"/>
                </a:lnTo>
                <a:lnTo>
                  <a:pt x="343" y="176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79" name="Freeform 86">
            <a:extLst>
              <a:ext uri="{FF2B5EF4-FFF2-40B4-BE49-F238E27FC236}">
                <a16:creationId xmlns:a16="http://schemas.microsoft.com/office/drawing/2014/main" id="{34FAF3CD-A45C-4EA6-BD4F-715C951A28B2}"/>
              </a:ext>
            </a:extLst>
          </p:cNvPr>
          <p:cNvSpPr>
            <a:spLocks/>
          </p:cNvSpPr>
          <p:nvPr/>
        </p:nvSpPr>
        <p:spPr bwMode="auto">
          <a:xfrm>
            <a:off x="7907338" y="5868989"/>
            <a:ext cx="1035050" cy="661987"/>
          </a:xfrm>
          <a:custGeom>
            <a:avLst/>
            <a:gdLst>
              <a:gd name="T0" fmla="*/ 531812 w 652"/>
              <a:gd name="T1" fmla="*/ 276225 h 417"/>
              <a:gd name="T2" fmla="*/ 1008063 w 652"/>
              <a:gd name="T3" fmla="*/ 550862 h 417"/>
              <a:gd name="T4" fmla="*/ 1025525 w 652"/>
              <a:gd name="T5" fmla="*/ 558800 h 417"/>
              <a:gd name="T6" fmla="*/ 1033463 w 652"/>
              <a:gd name="T7" fmla="*/ 566737 h 417"/>
              <a:gd name="T8" fmla="*/ 1028700 w 652"/>
              <a:gd name="T9" fmla="*/ 581025 h 417"/>
              <a:gd name="T10" fmla="*/ 1025525 w 652"/>
              <a:gd name="T11" fmla="*/ 596900 h 417"/>
              <a:gd name="T12" fmla="*/ 1012825 w 652"/>
              <a:gd name="T13" fmla="*/ 611187 h 417"/>
              <a:gd name="T14" fmla="*/ 1003300 w 652"/>
              <a:gd name="T15" fmla="*/ 630237 h 417"/>
              <a:gd name="T16" fmla="*/ 992188 w 652"/>
              <a:gd name="T17" fmla="*/ 641350 h 417"/>
              <a:gd name="T18" fmla="*/ 979488 w 652"/>
              <a:gd name="T19" fmla="*/ 657225 h 417"/>
              <a:gd name="T20" fmla="*/ 966788 w 652"/>
              <a:gd name="T21" fmla="*/ 660400 h 417"/>
              <a:gd name="T22" fmla="*/ 954088 w 652"/>
              <a:gd name="T23" fmla="*/ 657225 h 417"/>
              <a:gd name="T24" fmla="*/ 25400 w 652"/>
              <a:gd name="T25" fmla="*/ 120650 h 417"/>
              <a:gd name="T26" fmla="*/ 7938 w 652"/>
              <a:gd name="T27" fmla="*/ 109537 h 417"/>
              <a:gd name="T28" fmla="*/ 0 w 652"/>
              <a:gd name="T29" fmla="*/ 90487 h 417"/>
              <a:gd name="T30" fmla="*/ 0 w 652"/>
              <a:gd name="T31" fmla="*/ 63500 h 417"/>
              <a:gd name="T32" fmla="*/ 4762 w 652"/>
              <a:gd name="T33" fmla="*/ 49212 h 417"/>
              <a:gd name="T34" fmla="*/ 15875 w 652"/>
              <a:gd name="T35" fmla="*/ 30162 h 417"/>
              <a:gd name="T36" fmla="*/ 28575 w 652"/>
              <a:gd name="T37" fmla="*/ 15875 h 417"/>
              <a:gd name="T38" fmla="*/ 38100 w 652"/>
              <a:gd name="T39" fmla="*/ 3175 h 417"/>
              <a:gd name="T40" fmla="*/ 46037 w 652"/>
              <a:gd name="T41" fmla="*/ 0 h 417"/>
              <a:gd name="T42" fmla="*/ 53975 w 652"/>
              <a:gd name="T43" fmla="*/ 0 h 417"/>
              <a:gd name="T44" fmla="*/ 66675 w 652"/>
              <a:gd name="T45" fmla="*/ 3175 h 417"/>
              <a:gd name="T46" fmla="*/ 79375 w 652"/>
              <a:gd name="T47" fmla="*/ 15875 h 417"/>
              <a:gd name="T48" fmla="*/ 531812 w 652"/>
              <a:gd name="T49" fmla="*/ 276225 h 417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652"/>
              <a:gd name="T76" fmla="*/ 0 h 417"/>
              <a:gd name="T77" fmla="*/ 652 w 652"/>
              <a:gd name="T78" fmla="*/ 417 h 417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652" h="417">
                <a:moveTo>
                  <a:pt x="335" y="174"/>
                </a:moveTo>
                <a:lnTo>
                  <a:pt x="635" y="347"/>
                </a:lnTo>
                <a:lnTo>
                  <a:pt x="646" y="352"/>
                </a:lnTo>
                <a:lnTo>
                  <a:pt x="651" y="357"/>
                </a:lnTo>
                <a:lnTo>
                  <a:pt x="648" y="366"/>
                </a:lnTo>
                <a:lnTo>
                  <a:pt x="646" y="376"/>
                </a:lnTo>
                <a:lnTo>
                  <a:pt x="638" y="385"/>
                </a:lnTo>
                <a:lnTo>
                  <a:pt x="632" y="397"/>
                </a:lnTo>
                <a:lnTo>
                  <a:pt x="625" y="404"/>
                </a:lnTo>
                <a:lnTo>
                  <a:pt x="617" y="414"/>
                </a:lnTo>
                <a:lnTo>
                  <a:pt x="609" y="416"/>
                </a:lnTo>
                <a:lnTo>
                  <a:pt x="601" y="414"/>
                </a:lnTo>
                <a:lnTo>
                  <a:pt x="16" y="76"/>
                </a:lnTo>
                <a:lnTo>
                  <a:pt x="5" y="69"/>
                </a:lnTo>
                <a:lnTo>
                  <a:pt x="0" y="57"/>
                </a:lnTo>
                <a:lnTo>
                  <a:pt x="0" y="40"/>
                </a:lnTo>
                <a:lnTo>
                  <a:pt x="3" y="31"/>
                </a:lnTo>
                <a:lnTo>
                  <a:pt x="10" y="19"/>
                </a:lnTo>
                <a:lnTo>
                  <a:pt x="18" y="10"/>
                </a:lnTo>
                <a:lnTo>
                  <a:pt x="24" y="2"/>
                </a:lnTo>
                <a:lnTo>
                  <a:pt x="29" y="0"/>
                </a:lnTo>
                <a:lnTo>
                  <a:pt x="34" y="0"/>
                </a:lnTo>
                <a:lnTo>
                  <a:pt x="42" y="2"/>
                </a:lnTo>
                <a:lnTo>
                  <a:pt x="50" y="10"/>
                </a:lnTo>
                <a:lnTo>
                  <a:pt x="335" y="174"/>
                </a:lnTo>
              </a:path>
            </a:pathLst>
          </a:custGeom>
          <a:solidFill>
            <a:srgbClr val="DFFF20"/>
          </a:solidFill>
          <a:ln w="12700" cap="rnd">
            <a:solidFill>
              <a:srgbClr val="DFFF2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0" name="Freeform 87">
            <a:extLst>
              <a:ext uri="{FF2B5EF4-FFF2-40B4-BE49-F238E27FC236}">
                <a16:creationId xmlns:a16="http://schemas.microsoft.com/office/drawing/2014/main" id="{FCFF216D-59C3-4E33-ACEA-14E656D93046}"/>
              </a:ext>
            </a:extLst>
          </p:cNvPr>
          <p:cNvSpPr>
            <a:spLocks/>
          </p:cNvSpPr>
          <p:nvPr/>
        </p:nvSpPr>
        <p:spPr bwMode="auto">
          <a:xfrm>
            <a:off x="7907338" y="5876925"/>
            <a:ext cx="1027112" cy="654050"/>
          </a:xfrm>
          <a:custGeom>
            <a:avLst/>
            <a:gdLst>
              <a:gd name="T0" fmla="*/ 522287 w 647"/>
              <a:gd name="T1" fmla="*/ 274638 h 412"/>
              <a:gd name="T2" fmla="*/ 1003300 w 647"/>
              <a:gd name="T3" fmla="*/ 550863 h 412"/>
              <a:gd name="T4" fmla="*/ 1016000 w 647"/>
              <a:gd name="T5" fmla="*/ 558800 h 412"/>
              <a:gd name="T6" fmla="*/ 1025525 w 647"/>
              <a:gd name="T7" fmla="*/ 565150 h 412"/>
              <a:gd name="T8" fmla="*/ 1025525 w 647"/>
              <a:gd name="T9" fmla="*/ 581025 h 412"/>
              <a:gd name="T10" fmla="*/ 1008062 w 647"/>
              <a:gd name="T11" fmla="*/ 608013 h 412"/>
              <a:gd name="T12" fmla="*/ 992187 w 647"/>
              <a:gd name="T13" fmla="*/ 633413 h 412"/>
              <a:gd name="T14" fmla="*/ 979487 w 647"/>
              <a:gd name="T15" fmla="*/ 649288 h 412"/>
              <a:gd name="T16" fmla="*/ 966787 w 647"/>
              <a:gd name="T17" fmla="*/ 652463 h 412"/>
              <a:gd name="T18" fmla="*/ 954087 w 647"/>
              <a:gd name="T19" fmla="*/ 644525 h 412"/>
              <a:gd name="T20" fmla="*/ 25400 w 647"/>
              <a:gd name="T21" fmla="*/ 109538 h 412"/>
              <a:gd name="T22" fmla="*/ 7937 w 647"/>
              <a:gd name="T23" fmla="*/ 98425 h 412"/>
              <a:gd name="T24" fmla="*/ 0 w 647"/>
              <a:gd name="T25" fmla="*/ 79375 h 412"/>
              <a:gd name="T26" fmla="*/ 0 w 647"/>
              <a:gd name="T27" fmla="*/ 55563 h 412"/>
              <a:gd name="T28" fmla="*/ 4762 w 647"/>
              <a:gd name="T29" fmla="*/ 41275 h 412"/>
              <a:gd name="T30" fmla="*/ 12700 w 647"/>
              <a:gd name="T31" fmla="*/ 25400 h 412"/>
              <a:gd name="T32" fmla="*/ 25400 w 647"/>
              <a:gd name="T33" fmla="*/ 11112 h 412"/>
              <a:gd name="T34" fmla="*/ 33337 w 647"/>
              <a:gd name="T35" fmla="*/ 3175 h 412"/>
              <a:gd name="T36" fmla="*/ 46037 w 647"/>
              <a:gd name="T37" fmla="*/ 0 h 412"/>
              <a:gd name="T38" fmla="*/ 58737 w 647"/>
              <a:gd name="T39" fmla="*/ 7938 h 412"/>
              <a:gd name="T40" fmla="*/ 74612 w 647"/>
              <a:gd name="T41" fmla="*/ 14288 h 412"/>
              <a:gd name="T42" fmla="*/ 522287 w 647"/>
              <a:gd name="T43" fmla="*/ 274638 h 41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647"/>
              <a:gd name="T67" fmla="*/ 0 h 412"/>
              <a:gd name="T68" fmla="*/ 647 w 647"/>
              <a:gd name="T69" fmla="*/ 412 h 412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647" h="412">
                <a:moveTo>
                  <a:pt x="329" y="173"/>
                </a:moveTo>
                <a:lnTo>
                  <a:pt x="632" y="347"/>
                </a:lnTo>
                <a:lnTo>
                  <a:pt x="640" y="352"/>
                </a:lnTo>
                <a:lnTo>
                  <a:pt x="646" y="356"/>
                </a:lnTo>
                <a:lnTo>
                  <a:pt x="646" y="366"/>
                </a:lnTo>
                <a:lnTo>
                  <a:pt x="635" y="383"/>
                </a:lnTo>
                <a:lnTo>
                  <a:pt x="625" y="399"/>
                </a:lnTo>
                <a:lnTo>
                  <a:pt x="617" y="409"/>
                </a:lnTo>
                <a:lnTo>
                  <a:pt x="609" y="411"/>
                </a:lnTo>
                <a:lnTo>
                  <a:pt x="601" y="406"/>
                </a:lnTo>
                <a:lnTo>
                  <a:pt x="16" y="69"/>
                </a:lnTo>
                <a:lnTo>
                  <a:pt x="5" y="62"/>
                </a:lnTo>
                <a:lnTo>
                  <a:pt x="0" y="50"/>
                </a:lnTo>
                <a:lnTo>
                  <a:pt x="0" y="35"/>
                </a:lnTo>
                <a:lnTo>
                  <a:pt x="3" y="26"/>
                </a:lnTo>
                <a:lnTo>
                  <a:pt x="8" y="16"/>
                </a:lnTo>
                <a:lnTo>
                  <a:pt x="16" y="7"/>
                </a:lnTo>
                <a:lnTo>
                  <a:pt x="21" y="2"/>
                </a:lnTo>
                <a:lnTo>
                  <a:pt x="29" y="0"/>
                </a:lnTo>
                <a:lnTo>
                  <a:pt x="37" y="5"/>
                </a:lnTo>
                <a:lnTo>
                  <a:pt x="47" y="9"/>
                </a:lnTo>
                <a:lnTo>
                  <a:pt x="329" y="173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1" name="Freeform 88">
            <a:extLst>
              <a:ext uri="{FF2B5EF4-FFF2-40B4-BE49-F238E27FC236}">
                <a16:creationId xmlns:a16="http://schemas.microsoft.com/office/drawing/2014/main" id="{2DDD7079-D89C-44D2-A454-F5BDD9A58FB6}"/>
              </a:ext>
            </a:extLst>
          </p:cNvPr>
          <p:cNvSpPr>
            <a:spLocks/>
          </p:cNvSpPr>
          <p:nvPr/>
        </p:nvSpPr>
        <p:spPr bwMode="auto">
          <a:xfrm>
            <a:off x="7907338" y="5884864"/>
            <a:ext cx="1022350" cy="642937"/>
          </a:xfrm>
          <a:custGeom>
            <a:avLst/>
            <a:gdLst>
              <a:gd name="T0" fmla="*/ 514350 w 644"/>
              <a:gd name="T1" fmla="*/ 274637 h 405"/>
              <a:gd name="T2" fmla="*/ 995363 w 644"/>
              <a:gd name="T3" fmla="*/ 550862 h 405"/>
              <a:gd name="T4" fmla="*/ 1012825 w 644"/>
              <a:gd name="T5" fmla="*/ 561975 h 405"/>
              <a:gd name="T6" fmla="*/ 1020763 w 644"/>
              <a:gd name="T7" fmla="*/ 569912 h 405"/>
              <a:gd name="T8" fmla="*/ 1016000 w 644"/>
              <a:gd name="T9" fmla="*/ 581025 h 405"/>
              <a:gd name="T10" fmla="*/ 1003300 w 644"/>
              <a:gd name="T11" fmla="*/ 603250 h 405"/>
              <a:gd name="T12" fmla="*/ 987425 w 644"/>
              <a:gd name="T13" fmla="*/ 625475 h 405"/>
              <a:gd name="T14" fmla="*/ 979488 w 644"/>
              <a:gd name="T15" fmla="*/ 636587 h 405"/>
              <a:gd name="T16" fmla="*/ 966788 w 644"/>
              <a:gd name="T17" fmla="*/ 641350 h 405"/>
              <a:gd name="T18" fmla="*/ 954088 w 644"/>
              <a:gd name="T19" fmla="*/ 633412 h 405"/>
              <a:gd name="T20" fmla="*/ 25400 w 644"/>
              <a:gd name="T21" fmla="*/ 101600 h 405"/>
              <a:gd name="T22" fmla="*/ 7938 w 644"/>
              <a:gd name="T23" fmla="*/ 85725 h 405"/>
              <a:gd name="T24" fmla="*/ 0 w 644"/>
              <a:gd name="T25" fmla="*/ 71437 h 405"/>
              <a:gd name="T26" fmla="*/ 0 w 644"/>
              <a:gd name="T27" fmla="*/ 47625 h 405"/>
              <a:gd name="T28" fmla="*/ 12700 w 644"/>
              <a:gd name="T29" fmla="*/ 22225 h 405"/>
              <a:gd name="T30" fmla="*/ 20637 w 644"/>
              <a:gd name="T31" fmla="*/ 11112 h 405"/>
              <a:gd name="T32" fmla="*/ 28575 w 644"/>
              <a:gd name="T33" fmla="*/ 3175 h 405"/>
              <a:gd name="T34" fmla="*/ 41275 w 644"/>
              <a:gd name="T35" fmla="*/ 0 h 405"/>
              <a:gd name="T36" fmla="*/ 66675 w 644"/>
              <a:gd name="T37" fmla="*/ 17462 h 405"/>
              <a:gd name="T38" fmla="*/ 514350 w 644"/>
              <a:gd name="T39" fmla="*/ 274637 h 40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644"/>
              <a:gd name="T61" fmla="*/ 0 h 405"/>
              <a:gd name="T62" fmla="*/ 644 w 644"/>
              <a:gd name="T63" fmla="*/ 405 h 40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644" h="405">
                <a:moveTo>
                  <a:pt x="324" y="173"/>
                </a:moveTo>
                <a:lnTo>
                  <a:pt x="627" y="347"/>
                </a:lnTo>
                <a:lnTo>
                  <a:pt x="638" y="354"/>
                </a:lnTo>
                <a:lnTo>
                  <a:pt x="643" y="359"/>
                </a:lnTo>
                <a:lnTo>
                  <a:pt x="640" y="366"/>
                </a:lnTo>
                <a:lnTo>
                  <a:pt x="632" y="380"/>
                </a:lnTo>
                <a:lnTo>
                  <a:pt x="622" y="394"/>
                </a:lnTo>
                <a:lnTo>
                  <a:pt x="617" y="401"/>
                </a:lnTo>
                <a:lnTo>
                  <a:pt x="609" y="404"/>
                </a:lnTo>
                <a:lnTo>
                  <a:pt x="601" y="399"/>
                </a:lnTo>
                <a:lnTo>
                  <a:pt x="16" y="64"/>
                </a:lnTo>
                <a:lnTo>
                  <a:pt x="5" y="54"/>
                </a:lnTo>
                <a:lnTo>
                  <a:pt x="0" y="45"/>
                </a:lnTo>
                <a:lnTo>
                  <a:pt x="0" y="30"/>
                </a:lnTo>
                <a:lnTo>
                  <a:pt x="8" y="14"/>
                </a:lnTo>
                <a:lnTo>
                  <a:pt x="13" y="7"/>
                </a:lnTo>
                <a:lnTo>
                  <a:pt x="18" y="2"/>
                </a:lnTo>
                <a:lnTo>
                  <a:pt x="26" y="0"/>
                </a:lnTo>
                <a:lnTo>
                  <a:pt x="42" y="11"/>
                </a:lnTo>
                <a:lnTo>
                  <a:pt x="324" y="173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2" name="Freeform 89">
            <a:extLst>
              <a:ext uri="{FF2B5EF4-FFF2-40B4-BE49-F238E27FC236}">
                <a16:creationId xmlns:a16="http://schemas.microsoft.com/office/drawing/2014/main" id="{2E789A60-2AE7-45AB-AAEF-DA557EFE485B}"/>
              </a:ext>
            </a:extLst>
          </p:cNvPr>
          <p:cNvSpPr>
            <a:spLocks/>
          </p:cNvSpPr>
          <p:nvPr/>
        </p:nvSpPr>
        <p:spPr bwMode="auto">
          <a:xfrm>
            <a:off x="7907338" y="5895976"/>
            <a:ext cx="1014412" cy="627063"/>
          </a:xfrm>
          <a:custGeom>
            <a:avLst/>
            <a:gdLst>
              <a:gd name="T0" fmla="*/ 506412 w 639"/>
              <a:gd name="T1" fmla="*/ 271463 h 395"/>
              <a:gd name="T2" fmla="*/ 987425 w 639"/>
              <a:gd name="T3" fmla="*/ 546100 h 395"/>
              <a:gd name="T4" fmla="*/ 1003300 w 639"/>
              <a:gd name="T5" fmla="*/ 558800 h 395"/>
              <a:gd name="T6" fmla="*/ 1012825 w 639"/>
              <a:gd name="T7" fmla="*/ 565150 h 395"/>
              <a:gd name="T8" fmla="*/ 1012825 w 639"/>
              <a:gd name="T9" fmla="*/ 577850 h 395"/>
              <a:gd name="T10" fmla="*/ 1000125 w 639"/>
              <a:gd name="T11" fmla="*/ 595313 h 395"/>
              <a:gd name="T12" fmla="*/ 987425 w 639"/>
              <a:gd name="T13" fmla="*/ 619125 h 395"/>
              <a:gd name="T14" fmla="*/ 979487 w 639"/>
              <a:gd name="T15" fmla="*/ 625475 h 395"/>
              <a:gd name="T16" fmla="*/ 971550 w 639"/>
              <a:gd name="T17" fmla="*/ 625475 h 395"/>
              <a:gd name="T18" fmla="*/ 958850 w 639"/>
              <a:gd name="T19" fmla="*/ 622300 h 395"/>
              <a:gd name="T20" fmla="*/ 28575 w 639"/>
              <a:gd name="T21" fmla="*/ 85725 h 395"/>
              <a:gd name="T22" fmla="*/ 12700 w 639"/>
              <a:gd name="T23" fmla="*/ 74613 h 395"/>
              <a:gd name="T24" fmla="*/ 0 w 639"/>
              <a:gd name="T25" fmla="*/ 60325 h 395"/>
              <a:gd name="T26" fmla="*/ 0 w 639"/>
              <a:gd name="T27" fmla="*/ 36513 h 395"/>
              <a:gd name="T28" fmla="*/ 7937 w 639"/>
              <a:gd name="T29" fmla="*/ 14288 h 395"/>
              <a:gd name="T30" fmla="*/ 15875 w 639"/>
              <a:gd name="T31" fmla="*/ 6350 h 395"/>
              <a:gd name="T32" fmla="*/ 25400 w 639"/>
              <a:gd name="T33" fmla="*/ 0 h 395"/>
              <a:gd name="T34" fmla="*/ 33337 w 639"/>
              <a:gd name="T35" fmla="*/ 0 h 395"/>
              <a:gd name="T36" fmla="*/ 58737 w 639"/>
              <a:gd name="T37" fmla="*/ 14288 h 395"/>
              <a:gd name="T38" fmla="*/ 506412 w 639"/>
              <a:gd name="T39" fmla="*/ 271463 h 39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639"/>
              <a:gd name="T61" fmla="*/ 0 h 395"/>
              <a:gd name="T62" fmla="*/ 639 w 639"/>
              <a:gd name="T63" fmla="*/ 395 h 39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639" h="395">
                <a:moveTo>
                  <a:pt x="319" y="171"/>
                </a:moveTo>
                <a:lnTo>
                  <a:pt x="622" y="344"/>
                </a:lnTo>
                <a:lnTo>
                  <a:pt x="632" y="352"/>
                </a:lnTo>
                <a:lnTo>
                  <a:pt x="638" y="356"/>
                </a:lnTo>
                <a:lnTo>
                  <a:pt x="638" y="364"/>
                </a:lnTo>
                <a:lnTo>
                  <a:pt x="630" y="375"/>
                </a:lnTo>
                <a:lnTo>
                  <a:pt x="622" y="390"/>
                </a:lnTo>
                <a:lnTo>
                  <a:pt x="617" y="394"/>
                </a:lnTo>
                <a:lnTo>
                  <a:pt x="612" y="394"/>
                </a:lnTo>
                <a:lnTo>
                  <a:pt x="604" y="392"/>
                </a:lnTo>
                <a:lnTo>
                  <a:pt x="18" y="54"/>
                </a:lnTo>
                <a:lnTo>
                  <a:pt x="8" y="47"/>
                </a:lnTo>
                <a:lnTo>
                  <a:pt x="0" y="38"/>
                </a:lnTo>
                <a:lnTo>
                  <a:pt x="0" y="23"/>
                </a:lnTo>
                <a:lnTo>
                  <a:pt x="5" y="9"/>
                </a:lnTo>
                <a:lnTo>
                  <a:pt x="10" y="4"/>
                </a:lnTo>
                <a:lnTo>
                  <a:pt x="16" y="0"/>
                </a:lnTo>
                <a:lnTo>
                  <a:pt x="21" y="0"/>
                </a:lnTo>
                <a:lnTo>
                  <a:pt x="37" y="9"/>
                </a:lnTo>
                <a:lnTo>
                  <a:pt x="319" y="171"/>
                </a:lnTo>
              </a:path>
            </a:pathLst>
          </a:custGeom>
          <a:solidFill>
            <a:srgbClr val="BFFF40"/>
          </a:solidFill>
          <a:ln w="12700" cap="rnd">
            <a:solidFill>
              <a:srgbClr val="BFFF4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3" name="Freeform 90">
            <a:extLst>
              <a:ext uri="{FF2B5EF4-FFF2-40B4-BE49-F238E27FC236}">
                <a16:creationId xmlns:a16="http://schemas.microsoft.com/office/drawing/2014/main" id="{A59956EE-A412-418A-B25F-7F10B1D4914E}"/>
              </a:ext>
            </a:extLst>
          </p:cNvPr>
          <p:cNvSpPr>
            <a:spLocks/>
          </p:cNvSpPr>
          <p:nvPr/>
        </p:nvSpPr>
        <p:spPr bwMode="auto">
          <a:xfrm>
            <a:off x="7907339" y="5902326"/>
            <a:ext cx="1004887" cy="620713"/>
          </a:xfrm>
          <a:custGeom>
            <a:avLst/>
            <a:gdLst>
              <a:gd name="T0" fmla="*/ 493712 w 633"/>
              <a:gd name="T1" fmla="*/ 273050 h 391"/>
              <a:gd name="T2" fmla="*/ 982662 w 633"/>
              <a:gd name="T3" fmla="*/ 552450 h 391"/>
              <a:gd name="T4" fmla="*/ 995362 w 633"/>
              <a:gd name="T5" fmla="*/ 558800 h 391"/>
              <a:gd name="T6" fmla="*/ 1003300 w 633"/>
              <a:gd name="T7" fmla="*/ 566738 h 391"/>
              <a:gd name="T8" fmla="*/ 1003300 w 633"/>
              <a:gd name="T9" fmla="*/ 577850 h 391"/>
              <a:gd name="T10" fmla="*/ 995362 w 633"/>
              <a:gd name="T11" fmla="*/ 596900 h 391"/>
              <a:gd name="T12" fmla="*/ 987425 w 633"/>
              <a:gd name="T13" fmla="*/ 612775 h 391"/>
              <a:gd name="T14" fmla="*/ 979487 w 633"/>
              <a:gd name="T15" fmla="*/ 619125 h 391"/>
              <a:gd name="T16" fmla="*/ 971550 w 633"/>
              <a:gd name="T17" fmla="*/ 619125 h 391"/>
              <a:gd name="T18" fmla="*/ 958850 w 633"/>
              <a:gd name="T19" fmla="*/ 612775 h 391"/>
              <a:gd name="T20" fmla="*/ 28575 w 633"/>
              <a:gd name="T21" fmla="*/ 76200 h 391"/>
              <a:gd name="T22" fmla="*/ 12700 w 633"/>
              <a:gd name="T23" fmla="*/ 65088 h 391"/>
              <a:gd name="T24" fmla="*/ 0 w 633"/>
              <a:gd name="T25" fmla="*/ 49213 h 391"/>
              <a:gd name="T26" fmla="*/ 0 w 633"/>
              <a:gd name="T27" fmla="*/ 34925 h 391"/>
              <a:gd name="T28" fmla="*/ 7937 w 633"/>
              <a:gd name="T29" fmla="*/ 12700 h 391"/>
              <a:gd name="T30" fmla="*/ 20637 w 633"/>
              <a:gd name="T31" fmla="*/ 0 h 391"/>
              <a:gd name="T32" fmla="*/ 28575 w 633"/>
              <a:gd name="T33" fmla="*/ 0 h 391"/>
              <a:gd name="T34" fmla="*/ 53975 w 633"/>
              <a:gd name="T35" fmla="*/ 15875 h 391"/>
              <a:gd name="T36" fmla="*/ 493712 w 633"/>
              <a:gd name="T37" fmla="*/ 273050 h 39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33"/>
              <a:gd name="T58" fmla="*/ 0 h 391"/>
              <a:gd name="T59" fmla="*/ 633 w 633"/>
              <a:gd name="T60" fmla="*/ 391 h 39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33" h="391">
                <a:moveTo>
                  <a:pt x="311" y="172"/>
                </a:moveTo>
                <a:lnTo>
                  <a:pt x="619" y="348"/>
                </a:lnTo>
                <a:lnTo>
                  <a:pt x="627" y="352"/>
                </a:lnTo>
                <a:lnTo>
                  <a:pt x="632" y="357"/>
                </a:lnTo>
                <a:lnTo>
                  <a:pt x="632" y="364"/>
                </a:lnTo>
                <a:lnTo>
                  <a:pt x="627" y="376"/>
                </a:lnTo>
                <a:lnTo>
                  <a:pt x="622" y="386"/>
                </a:lnTo>
                <a:lnTo>
                  <a:pt x="617" y="390"/>
                </a:lnTo>
                <a:lnTo>
                  <a:pt x="612" y="390"/>
                </a:lnTo>
                <a:lnTo>
                  <a:pt x="604" y="386"/>
                </a:lnTo>
                <a:lnTo>
                  <a:pt x="18" y="48"/>
                </a:lnTo>
                <a:lnTo>
                  <a:pt x="8" y="41"/>
                </a:lnTo>
                <a:lnTo>
                  <a:pt x="0" y="31"/>
                </a:lnTo>
                <a:lnTo>
                  <a:pt x="0" y="22"/>
                </a:lnTo>
                <a:lnTo>
                  <a:pt x="5" y="8"/>
                </a:lnTo>
                <a:lnTo>
                  <a:pt x="13" y="0"/>
                </a:lnTo>
                <a:lnTo>
                  <a:pt x="18" y="0"/>
                </a:lnTo>
                <a:lnTo>
                  <a:pt x="34" y="10"/>
                </a:lnTo>
                <a:lnTo>
                  <a:pt x="311" y="172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4" name="Freeform 91">
            <a:extLst>
              <a:ext uri="{FF2B5EF4-FFF2-40B4-BE49-F238E27FC236}">
                <a16:creationId xmlns:a16="http://schemas.microsoft.com/office/drawing/2014/main" id="{EEB7DCA5-EAA4-40F8-BB1D-FF2EC2198CEF}"/>
              </a:ext>
            </a:extLst>
          </p:cNvPr>
          <p:cNvSpPr>
            <a:spLocks/>
          </p:cNvSpPr>
          <p:nvPr/>
        </p:nvSpPr>
        <p:spPr bwMode="auto">
          <a:xfrm>
            <a:off x="7907338" y="5910263"/>
            <a:ext cx="1001712" cy="609600"/>
          </a:xfrm>
          <a:custGeom>
            <a:avLst/>
            <a:gdLst>
              <a:gd name="T0" fmla="*/ 974725 w 631"/>
              <a:gd name="T1" fmla="*/ 550863 h 384"/>
              <a:gd name="T2" fmla="*/ 992187 w 631"/>
              <a:gd name="T3" fmla="*/ 563563 h 384"/>
              <a:gd name="T4" fmla="*/ 1000125 w 631"/>
              <a:gd name="T5" fmla="*/ 569913 h 384"/>
              <a:gd name="T6" fmla="*/ 1000125 w 631"/>
              <a:gd name="T7" fmla="*/ 577850 h 384"/>
              <a:gd name="T8" fmla="*/ 992187 w 631"/>
              <a:gd name="T9" fmla="*/ 593725 h 384"/>
              <a:gd name="T10" fmla="*/ 982662 w 631"/>
              <a:gd name="T11" fmla="*/ 604838 h 384"/>
              <a:gd name="T12" fmla="*/ 979487 w 631"/>
              <a:gd name="T13" fmla="*/ 608013 h 384"/>
              <a:gd name="T14" fmla="*/ 971550 w 631"/>
              <a:gd name="T15" fmla="*/ 608013 h 384"/>
              <a:gd name="T16" fmla="*/ 958850 w 631"/>
              <a:gd name="T17" fmla="*/ 600075 h 384"/>
              <a:gd name="T18" fmla="*/ 28575 w 631"/>
              <a:gd name="T19" fmla="*/ 68263 h 384"/>
              <a:gd name="T20" fmla="*/ 12700 w 631"/>
              <a:gd name="T21" fmla="*/ 57150 h 384"/>
              <a:gd name="T22" fmla="*/ 4762 w 631"/>
              <a:gd name="T23" fmla="*/ 41275 h 384"/>
              <a:gd name="T24" fmla="*/ 0 w 631"/>
              <a:gd name="T25" fmla="*/ 26988 h 384"/>
              <a:gd name="T26" fmla="*/ 4762 w 631"/>
              <a:gd name="T27" fmla="*/ 7938 h 384"/>
              <a:gd name="T28" fmla="*/ 12700 w 631"/>
              <a:gd name="T29" fmla="*/ 0 h 384"/>
              <a:gd name="T30" fmla="*/ 20637 w 631"/>
              <a:gd name="T31" fmla="*/ 0 h 384"/>
              <a:gd name="T32" fmla="*/ 33337 w 631"/>
              <a:gd name="T33" fmla="*/ 7938 h 384"/>
              <a:gd name="T34" fmla="*/ 46037 w 631"/>
              <a:gd name="T35" fmla="*/ 19050 h 384"/>
              <a:gd name="T36" fmla="*/ 485775 w 631"/>
              <a:gd name="T37" fmla="*/ 271463 h 384"/>
              <a:gd name="T38" fmla="*/ 974725 w 631"/>
              <a:gd name="T39" fmla="*/ 550863 h 38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631"/>
              <a:gd name="T61" fmla="*/ 0 h 384"/>
              <a:gd name="T62" fmla="*/ 631 w 631"/>
              <a:gd name="T63" fmla="*/ 384 h 384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631" h="384">
                <a:moveTo>
                  <a:pt x="614" y="347"/>
                </a:moveTo>
                <a:lnTo>
                  <a:pt x="625" y="355"/>
                </a:lnTo>
                <a:lnTo>
                  <a:pt x="630" y="359"/>
                </a:lnTo>
                <a:lnTo>
                  <a:pt x="630" y="364"/>
                </a:lnTo>
                <a:lnTo>
                  <a:pt x="625" y="374"/>
                </a:lnTo>
                <a:lnTo>
                  <a:pt x="619" y="381"/>
                </a:lnTo>
                <a:lnTo>
                  <a:pt x="617" y="383"/>
                </a:lnTo>
                <a:lnTo>
                  <a:pt x="612" y="383"/>
                </a:lnTo>
                <a:lnTo>
                  <a:pt x="604" y="378"/>
                </a:lnTo>
                <a:lnTo>
                  <a:pt x="18" y="43"/>
                </a:lnTo>
                <a:lnTo>
                  <a:pt x="8" y="36"/>
                </a:lnTo>
                <a:lnTo>
                  <a:pt x="3" y="26"/>
                </a:lnTo>
                <a:lnTo>
                  <a:pt x="0" y="17"/>
                </a:lnTo>
                <a:lnTo>
                  <a:pt x="3" y="5"/>
                </a:lnTo>
                <a:lnTo>
                  <a:pt x="8" y="0"/>
                </a:lnTo>
                <a:lnTo>
                  <a:pt x="13" y="0"/>
                </a:lnTo>
                <a:lnTo>
                  <a:pt x="21" y="5"/>
                </a:lnTo>
                <a:lnTo>
                  <a:pt x="29" y="12"/>
                </a:lnTo>
                <a:lnTo>
                  <a:pt x="306" y="171"/>
                </a:lnTo>
                <a:lnTo>
                  <a:pt x="614" y="347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5" name="Freeform 92">
            <a:extLst>
              <a:ext uri="{FF2B5EF4-FFF2-40B4-BE49-F238E27FC236}">
                <a16:creationId xmlns:a16="http://schemas.microsoft.com/office/drawing/2014/main" id="{F5929904-C883-4EB1-AE49-FAE147606178}"/>
              </a:ext>
            </a:extLst>
          </p:cNvPr>
          <p:cNvSpPr>
            <a:spLocks/>
          </p:cNvSpPr>
          <p:nvPr/>
        </p:nvSpPr>
        <p:spPr bwMode="auto">
          <a:xfrm>
            <a:off x="3633789" y="3170238"/>
            <a:ext cx="3151187" cy="1998662"/>
          </a:xfrm>
          <a:custGeom>
            <a:avLst/>
            <a:gdLst>
              <a:gd name="T0" fmla="*/ 1866900 w 1985"/>
              <a:gd name="T1" fmla="*/ 0 h 1259"/>
              <a:gd name="T2" fmla="*/ 0 w 1985"/>
              <a:gd name="T3" fmla="*/ 1997075 h 1259"/>
              <a:gd name="T4" fmla="*/ 3149600 w 1985"/>
              <a:gd name="T5" fmla="*/ 1997075 h 1259"/>
              <a:gd name="T6" fmla="*/ 0 60000 65536"/>
              <a:gd name="T7" fmla="*/ 0 60000 65536"/>
              <a:gd name="T8" fmla="*/ 0 60000 65536"/>
              <a:gd name="T9" fmla="*/ 0 w 1985"/>
              <a:gd name="T10" fmla="*/ 0 h 1259"/>
              <a:gd name="T11" fmla="*/ 1985 w 1985"/>
              <a:gd name="T12" fmla="*/ 1259 h 1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5" h="1259">
                <a:moveTo>
                  <a:pt x="1176" y="0"/>
                </a:moveTo>
                <a:lnTo>
                  <a:pt x="0" y="1258"/>
                </a:lnTo>
                <a:lnTo>
                  <a:pt x="1984" y="1258"/>
                </a:lnTo>
              </a:path>
            </a:pathLst>
          </a:custGeom>
          <a:noFill/>
          <a:ln w="127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6" name="Freeform 93">
            <a:extLst>
              <a:ext uri="{FF2B5EF4-FFF2-40B4-BE49-F238E27FC236}">
                <a16:creationId xmlns:a16="http://schemas.microsoft.com/office/drawing/2014/main" id="{7DB710A0-9DD2-4DA8-BC23-4F61C5AD8D0D}"/>
              </a:ext>
            </a:extLst>
          </p:cNvPr>
          <p:cNvSpPr>
            <a:spLocks/>
          </p:cNvSpPr>
          <p:nvPr/>
        </p:nvSpPr>
        <p:spPr bwMode="auto">
          <a:xfrm>
            <a:off x="3700464" y="3143251"/>
            <a:ext cx="3151187" cy="1998663"/>
          </a:xfrm>
          <a:custGeom>
            <a:avLst/>
            <a:gdLst>
              <a:gd name="T0" fmla="*/ 1866900 w 1985"/>
              <a:gd name="T1" fmla="*/ 0 h 1259"/>
              <a:gd name="T2" fmla="*/ 0 w 1985"/>
              <a:gd name="T3" fmla="*/ 1997076 h 1259"/>
              <a:gd name="T4" fmla="*/ 3149600 w 1985"/>
              <a:gd name="T5" fmla="*/ 1997076 h 1259"/>
              <a:gd name="T6" fmla="*/ 0 60000 65536"/>
              <a:gd name="T7" fmla="*/ 0 60000 65536"/>
              <a:gd name="T8" fmla="*/ 0 60000 65536"/>
              <a:gd name="T9" fmla="*/ 0 w 1985"/>
              <a:gd name="T10" fmla="*/ 0 h 1259"/>
              <a:gd name="T11" fmla="*/ 1985 w 1985"/>
              <a:gd name="T12" fmla="*/ 1259 h 1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85" h="1259">
                <a:moveTo>
                  <a:pt x="1176" y="0"/>
                </a:moveTo>
                <a:lnTo>
                  <a:pt x="0" y="1258"/>
                </a:lnTo>
                <a:lnTo>
                  <a:pt x="1984" y="1258"/>
                </a:lnTo>
              </a:path>
            </a:pathLst>
          </a:custGeom>
          <a:noFill/>
          <a:ln w="508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7" name="Freeform 94">
            <a:extLst>
              <a:ext uri="{FF2B5EF4-FFF2-40B4-BE49-F238E27FC236}">
                <a16:creationId xmlns:a16="http://schemas.microsoft.com/office/drawing/2014/main" id="{B1531246-49AE-4060-B3E3-71E45BF5F166}"/>
              </a:ext>
            </a:extLst>
          </p:cNvPr>
          <p:cNvSpPr>
            <a:spLocks/>
          </p:cNvSpPr>
          <p:nvPr/>
        </p:nvSpPr>
        <p:spPr bwMode="auto">
          <a:xfrm>
            <a:off x="3703639" y="3894139"/>
            <a:ext cx="1512887" cy="1984375"/>
          </a:xfrm>
          <a:custGeom>
            <a:avLst/>
            <a:gdLst>
              <a:gd name="T0" fmla="*/ 773112 w 953"/>
              <a:gd name="T1" fmla="*/ 1982788 h 1250"/>
              <a:gd name="T2" fmla="*/ 876300 w 953"/>
              <a:gd name="T3" fmla="*/ 1941513 h 1250"/>
              <a:gd name="T4" fmla="*/ 976312 w 953"/>
              <a:gd name="T5" fmla="*/ 1892300 h 1250"/>
              <a:gd name="T6" fmla="*/ 1066800 w 953"/>
              <a:gd name="T7" fmla="*/ 1835150 h 1250"/>
              <a:gd name="T8" fmla="*/ 1154112 w 953"/>
              <a:gd name="T9" fmla="*/ 1771650 h 1250"/>
              <a:gd name="T10" fmla="*/ 1228725 w 953"/>
              <a:gd name="T11" fmla="*/ 1698625 h 1250"/>
              <a:gd name="T12" fmla="*/ 1295400 w 953"/>
              <a:gd name="T13" fmla="*/ 1620837 h 1250"/>
              <a:gd name="T14" fmla="*/ 1357312 w 953"/>
              <a:gd name="T15" fmla="*/ 1541462 h 1250"/>
              <a:gd name="T16" fmla="*/ 1406525 w 953"/>
              <a:gd name="T17" fmla="*/ 1454150 h 1250"/>
              <a:gd name="T18" fmla="*/ 1449387 w 953"/>
              <a:gd name="T19" fmla="*/ 1363662 h 1250"/>
              <a:gd name="T20" fmla="*/ 1477962 w 953"/>
              <a:gd name="T21" fmla="*/ 1268412 h 1250"/>
              <a:gd name="T22" fmla="*/ 1498600 w 953"/>
              <a:gd name="T23" fmla="*/ 1171575 h 1250"/>
              <a:gd name="T24" fmla="*/ 1511300 w 953"/>
              <a:gd name="T25" fmla="*/ 1073150 h 1250"/>
              <a:gd name="T26" fmla="*/ 1511300 w 953"/>
              <a:gd name="T27" fmla="*/ 971550 h 1250"/>
              <a:gd name="T28" fmla="*/ 1503362 w 953"/>
              <a:gd name="T29" fmla="*/ 873125 h 1250"/>
              <a:gd name="T30" fmla="*/ 1477962 w 953"/>
              <a:gd name="T31" fmla="*/ 771525 h 1250"/>
              <a:gd name="T32" fmla="*/ 1444625 w 953"/>
              <a:gd name="T33" fmla="*/ 673100 h 1250"/>
              <a:gd name="T34" fmla="*/ 1398587 w 953"/>
              <a:gd name="T35" fmla="*/ 574675 h 1250"/>
              <a:gd name="T36" fmla="*/ 1344612 w 953"/>
              <a:gd name="T37" fmla="*/ 484188 h 1250"/>
              <a:gd name="T38" fmla="*/ 1282700 w 953"/>
              <a:gd name="T39" fmla="*/ 400050 h 1250"/>
              <a:gd name="T40" fmla="*/ 1212850 w 953"/>
              <a:gd name="T41" fmla="*/ 325437 h 1250"/>
              <a:gd name="T42" fmla="*/ 1133475 w 953"/>
              <a:gd name="T43" fmla="*/ 257175 h 1250"/>
              <a:gd name="T44" fmla="*/ 1046162 w 953"/>
              <a:gd name="T45" fmla="*/ 193675 h 1250"/>
              <a:gd name="T46" fmla="*/ 958850 w 953"/>
              <a:gd name="T47" fmla="*/ 139700 h 1250"/>
              <a:gd name="T48" fmla="*/ 863600 w 953"/>
              <a:gd name="T49" fmla="*/ 95250 h 1250"/>
              <a:gd name="T50" fmla="*/ 760412 w 953"/>
              <a:gd name="T51" fmla="*/ 57150 h 1250"/>
              <a:gd name="T52" fmla="*/ 660400 w 953"/>
              <a:gd name="T53" fmla="*/ 30163 h 1250"/>
              <a:gd name="T54" fmla="*/ 552450 w 953"/>
              <a:gd name="T55" fmla="*/ 12700 h 1250"/>
              <a:gd name="T56" fmla="*/ 444500 w 953"/>
              <a:gd name="T57" fmla="*/ 0 h 1250"/>
              <a:gd name="T58" fmla="*/ 331787 w 953"/>
              <a:gd name="T59" fmla="*/ 0 h 1250"/>
              <a:gd name="T60" fmla="*/ 225425 w 953"/>
              <a:gd name="T61" fmla="*/ 12700 h 1250"/>
              <a:gd name="T62" fmla="*/ 112712 w 953"/>
              <a:gd name="T63" fmla="*/ 30163 h 1250"/>
              <a:gd name="T64" fmla="*/ 0 w 953"/>
              <a:gd name="T65" fmla="*/ 60325 h 125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53"/>
              <a:gd name="T100" fmla="*/ 0 h 1250"/>
              <a:gd name="T101" fmla="*/ 953 w 953"/>
              <a:gd name="T102" fmla="*/ 1250 h 1250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53" h="1250">
                <a:moveTo>
                  <a:pt x="487" y="1249"/>
                </a:moveTo>
                <a:lnTo>
                  <a:pt x="552" y="1223"/>
                </a:lnTo>
                <a:lnTo>
                  <a:pt x="615" y="1192"/>
                </a:lnTo>
                <a:lnTo>
                  <a:pt x="672" y="1156"/>
                </a:lnTo>
                <a:lnTo>
                  <a:pt x="727" y="1116"/>
                </a:lnTo>
                <a:lnTo>
                  <a:pt x="774" y="1070"/>
                </a:lnTo>
                <a:lnTo>
                  <a:pt x="816" y="1021"/>
                </a:lnTo>
                <a:lnTo>
                  <a:pt x="855" y="971"/>
                </a:lnTo>
                <a:lnTo>
                  <a:pt x="886" y="916"/>
                </a:lnTo>
                <a:lnTo>
                  <a:pt x="913" y="859"/>
                </a:lnTo>
                <a:lnTo>
                  <a:pt x="931" y="799"/>
                </a:lnTo>
                <a:lnTo>
                  <a:pt x="944" y="738"/>
                </a:lnTo>
                <a:lnTo>
                  <a:pt x="952" y="676"/>
                </a:lnTo>
                <a:lnTo>
                  <a:pt x="952" y="612"/>
                </a:lnTo>
                <a:lnTo>
                  <a:pt x="947" y="550"/>
                </a:lnTo>
                <a:lnTo>
                  <a:pt x="931" y="486"/>
                </a:lnTo>
                <a:lnTo>
                  <a:pt x="910" y="424"/>
                </a:lnTo>
                <a:lnTo>
                  <a:pt x="881" y="362"/>
                </a:lnTo>
                <a:lnTo>
                  <a:pt x="847" y="305"/>
                </a:lnTo>
                <a:lnTo>
                  <a:pt x="808" y="252"/>
                </a:lnTo>
                <a:lnTo>
                  <a:pt x="764" y="205"/>
                </a:lnTo>
                <a:lnTo>
                  <a:pt x="714" y="162"/>
                </a:lnTo>
                <a:lnTo>
                  <a:pt x="659" y="122"/>
                </a:lnTo>
                <a:lnTo>
                  <a:pt x="604" y="88"/>
                </a:lnTo>
                <a:lnTo>
                  <a:pt x="544" y="60"/>
                </a:lnTo>
                <a:lnTo>
                  <a:pt x="479" y="36"/>
                </a:lnTo>
                <a:lnTo>
                  <a:pt x="416" y="19"/>
                </a:lnTo>
                <a:lnTo>
                  <a:pt x="348" y="8"/>
                </a:lnTo>
                <a:lnTo>
                  <a:pt x="280" y="0"/>
                </a:lnTo>
                <a:lnTo>
                  <a:pt x="209" y="0"/>
                </a:lnTo>
                <a:lnTo>
                  <a:pt x="142" y="8"/>
                </a:lnTo>
                <a:lnTo>
                  <a:pt x="71" y="19"/>
                </a:lnTo>
                <a:lnTo>
                  <a:pt x="0" y="38"/>
                </a:lnTo>
              </a:path>
            </a:pathLst>
          </a:custGeom>
          <a:noFill/>
          <a:ln w="127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8" name="Freeform 95">
            <a:extLst>
              <a:ext uri="{FF2B5EF4-FFF2-40B4-BE49-F238E27FC236}">
                <a16:creationId xmlns:a16="http://schemas.microsoft.com/office/drawing/2014/main" id="{05490C6B-A4DB-4883-862E-E1275B9224E2}"/>
              </a:ext>
            </a:extLst>
          </p:cNvPr>
          <p:cNvSpPr>
            <a:spLocks/>
          </p:cNvSpPr>
          <p:nvPr/>
        </p:nvSpPr>
        <p:spPr bwMode="auto">
          <a:xfrm>
            <a:off x="3733800" y="3871914"/>
            <a:ext cx="1511300" cy="1984375"/>
          </a:xfrm>
          <a:custGeom>
            <a:avLst/>
            <a:gdLst>
              <a:gd name="T0" fmla="*/ 771525 w 952"/>
              <a:gd name="T1" fmla="*/ 1982788 h 1250"/>
              <a:gd name="T2" fmla="*/ 879475 w 952"/>
              <a:gd name="T3" fmla="*/ 1939925 h 1250"/>
              <a:gd name="T4" fmla="*/ 974725 w 952"/>
              <a:gd name="T5" fmla="*/ 1890713 h 1250"/>
              <a:gd name="T6" fmla="*/ 1069975 w 952"/>
              <a:gd name="T7" fmla="*/ 1835150 h 1250"/>
              <a:gd name="T8" fmla="*/ 1152525 w 952"/>
              <a:gd name="T9" fmla="*/ 1770063 h 1250"/>
              <a:gd name="T10" fmla="*/ 1227138 w 952"/>
              <a:gd name="T11" fmla="*/ 1698625 h 1250"/>
              <a:gd name="T12" fmla="*/ 1298575 w 952"/>
              <a:gd name="T13" fmla="*/ 1624012 h 1250"/>
              <a:gd name="T14" fmla="*/ 1355725 w 952"/>
              <a:gd name="T15" fmla="*/ 1539875 h 1250"/>
              <a:gd name="T16" fmla="*/ 1406525 w 952"/>
              <a:gd name="T17" fmla="*/ 1454150 h 1250"/>
              <a:gd name="T18" fmla="*/ 1447800 w 952"/>
              <a:gd name="T19" fmla="*/ 1363662 h 1250"/>
              <a:gd name="T20" fmla="*/ 1476375 w 952"/>
              <a:gd name="T21" fmla="*/ 1268412 h 1250"/>
              <a:gd name="T22" fmla="*/ 1501775 w 952"/>
              <a:gd name="T23" fmla="*/ 1174750 h 1250"/>
              <a:gd name="T24" fmla="*/ 1509713 w 952"/>
              <a:gd name="T25" fmla="*/ 1076325 h 1250"/>
              <a:gd name="T26" fmla="*/ 1509713 w 952"/>
              <a:gd name="T27" fmla="*/ 974725 h 1250"/>
              <a:gd name="T28" fmla="*/ 1501775 w 952"/>
              <a:gd name="T29" fmla="*/ 876300 h 1250"/>
              <a:gd name="T30" fmla="*/ 1476375 w 952"/>
              <a:gd name="T31" fmla="*/ 774700 h 1250"/>
              <a:gd name="T32" fmla="*/ 1443038 w 952"/>
              <a:gd name="T33" fmla="*/ 676275 h 1250"/>
              <a:gd name="T34" fmla="*/ 1397000 w 952"/>
              <a:gd name="T35" fmla="*/ 577850 h 1250"/>
              <a:gd name="T36" fmla="*/ 1343025 w 952"/>
              <a:gd name="T37" fmla="*/ 487363 h 1250"/>
              <a:gd name="T38" fmla="*/ 1281113 w 952"/>
              <a:gd name="T39" fmla="*/ 404812 h 1250"/>
              <a:gd name="T40" fmla="*/ 1211263 w 952"/>
              <a:gd name="T41" fmla="*/ 328612 h 1250"/>
              <a:gd name="T42" fmla="*/ 1131888 w 952"/>
              <a:gd name="T43" fmla="*/ 257175 h 1250"/>
              <a:gd name="T44" fmla="*/ 1049338 w 952"/>
              <a:gd name="T45" fmla="*/ 196850 h 1250"/>
              <a:gd name="T46" fmla="*/ 957263 w 952"/>
              <a:gd name="T47" fmla="*/ 144462 h 1250"/>
              <a:gd name="T48" fmla="*/ 862013 w 952"/>
              <a:gd name="T49" fmla="*/ 98425 h 1250"/>
              <a:gd name="T50" fmla="*/ 763587 w 952"/>
              <a:gd name="T51" fmla="*/ 60325 h 1250"/>
              <a:gd name="T52" fmla="*/ 658813 w 952"/>
              <a:gd name="T53" fmla="*/ 30163 h 1250"/>
              <a:gd name="T54" fmla="*/ 550863 w 952"/>
              <a:gd name="T55" fmla="*/ 11112 h 1250"/>
              <a:gd name="T56" fmla="*/ 442913 w 952"/>
              <a:gd name="T57" fmla="*/ 0 h 1250"/>
              <a:gd name="T58" fmla="*/ 334963 w 952"/>
              <a:gd name="T59" fmla="*/ 0 h 1250"/>
              <a:gd name="T60" fmla="*/ 223838 w 952"/>
              <a:gd name="T61" fmla="*/ 11112 h 1250"/>
              <a:gd name="T62" fmla="*/ 111125 w 952"/>
              <a:gd name="T63" fmla="*/ 30163 h 1250"/>
              <a:gd name="T64" fmla="*/ 0 w 952"/>
              <a:gd name="T65" fmla="*/ 65087 h 125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52"/>
              <a:gd name="T100" fmla="*/ 0 h 1250"/>
              <a:gd name="T101" fmla="*/ 952 w 952"/>
              <a:gd name="T102" fmla="*/ 1250 h 1250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52" h="1250">
                <a:moveTo>
                  <a:pt x="486" y="1249"/>
                </a:moveTo>
                <a:lnTo>
                  <a:pt x="554" y="1222"/>
                </a:lnTo>
                <a:lnTo>
                  <a:pt x="614" y="1191"/>
                </a:lnTo>
                <a:lnTo>
                  <a:pt x="674" y="1156"/>
                </a:lnTo>
                <a:lnTo>
                  <a:pt x="726" y="1115"/>
                </a:lnTo>
                <a:lnTo>
                  <a:pt x="773" y="1070"/>
                </a:lnTo>
                <a:lnTo>
                  <a:pt x="818" y="1023"/>
                </a:lnTo>
                <a:lnTo>
                  <a:pt x="854" y="970"/>
                </a:lnTo>
                <a:lnTo>
                  <a:pt x="886" y="916"/>
                </a:lnTo>
                <a:lnTo>
                  <a:pt x="912" y="859"/>
                </a:lnTo>
                <a:lnTo>
                  <a:pt x="930" y="799"/>
                </a:lnTo>
                <a:lnTo>
                  <a:pt x="946" y="740"/>
                </a:lnTo>
                <a:lnTo>
                  <a:pt x="951" y="678"/>
                </a:lnTo>
                <a:lnTo>
                  <a:pt x="951" y="614"/>
                </a:lnTo>
                <a:lnTo>
                  <a:pt x="946" y="552"/>
                </a:lnTo>
                <a:lnTo>
                  <a:pt x="930" y="488"/>
                </a:lnTo>
                <a:lnTo>
                  <a:pt x="909" y="426"/>
                </a:lnTo>
                <a:lnTo>
                  <a:pt x="880" y="364"/>
                </a:lnTo>
                <a:lnTo>
                  <a:pt x="846" y="307"/>
                </a:lnTo>
                <a:lnTo>
                  <a:pt x="807" y="255"/>
                </a:lnTo>
                <a:lnTo>
                  <a:pt x="763" y="207"/>
                </a:lnTo>
                <a:lnTo>
                  <a:pt x="713" y="162"/>
                </a:lnTo>
                <a:lnTo>
                  <a:pt x="661" y="124"/>
                </a:lnTo>
                <a:lnTo>
                  <a:pt x="603" y="91"/>
                </a:lnTo>
                <a:lnTo>
                  <a:pt x="543" y="62"/>
                </a:lnTo>
                <a:lnTo>
                  <a:pt x="481" y="38"/>
                </a:lnTo>
                <a:lnTo>
                  <a:pt x="415" y="19"/>
                </a:lnTo>
                <a:lnTo>
                  <a:pt x="347" y="7"/>
                </a:lnTo>
                <a:lnTo>
                  <a:pt x="279" y="0"/>
                </a:lnTo>
                <a:lnTo>
                  <a:pt x="211" y="0"/>
                </a:lnTo>
                <a:lnTo>
                  <a:pt x="141" y="7"/>
                </a:lnTo>
                <a:lnTo>
                  <a:pt x="70" y="19"/>
                </a:lnTo>
                <a:lnTo>
                  <a:pt x="0" y="41"/>
                </a:lnTo>
              </a:path>
            </a:pathLst>
          </a:custGeom>
          <a:noFill/>
          <a:ln w="508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89" name="Line 96">
            <a:extLst>
              <a:ext uri="{FF2B5EF4-FFF2-40B4-BE49-F238E27FC236}">
                <a16:creationId xmlns:a16="http://schemas.microsoft.com/office/drawing/2014/main" id="{6883AF10-F93E-469D-BC16-B9F6A65670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0463" y="3841751"/>
            <a:ext cx="2982912" cy="1298575"/>
          </a:xfrm>
          <a:prstGeom prst="line">
            <a:avLst/>
          </a:prstGeom>
          <a:noFill/>
          <a:ln w="508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90" name="Freeform 97">
            <a:extLst>
              <a:ext uri="{FF2B5EF4-FFF2-40B4-BE49-F238E27FC236}">
                <a16:creationId xmlns:a16="http://schemas.microsoft.com/office/drawing/2014/main" id="{31F570C4-FB93-4B23-B597-C2F7D513DD77}"/>
              </a:ext>
            </a:extLst>
          </p:cNvPr>
          <p:cNvSpPr>
            <a:spLocks/>
          </p:cNvSpPr>
          <p:nvPr/>
        </p:nvSpPr>
        <p:spPr bwMode="auto">
          <a:xfrm>
            <a:off x="5737225" y="4094163"/>
            <a:ext cx="458788" cy="258762"/>
          </a:xfrm>
          <a:custGeom>
            <a:avLst/>
            <a:gdLst>
              <a:gd name="T0" fmla="*/ 457200 w 289"/>
              <a:gd name="T1" fmla="*/ 257175 h 163"/>
              <a:gd name="T2" fmla="*/ 447675 w 289"/>
              <a:gd name="T3" fmla="*/ 215900 h 163"/>
              <a:gd name="T4" fmla="*/ 434975 w 289"/>
              <a:gd name="T5" fmla="*/ 177800 h 163"/>
              <a:gd name="T6" fmla="*/ 419100 w 289"/>
              <a:gd name="T7" fmla="*/ 147637 h 163"/>
              <a:gd name="T8" fmla="*/ 403225 w 289"/>
              <a:gd name="T9" fmla="*/ 125412 h 163"/>
              <a:gd name="T10" fmla="*/ 382588 w 289"/>
              <a:gd name="T11" fmla="*/ 103187 h 163"/>
              <a:gd name="T12" fmla="*/ 352425 w 289"/>
              <a:gd name="T13" fmla="*/ 84137 h 163"/>
              <a:gd name="T14" fmla="*/ 319088 w 289"/>
              <a:gd name="T15" fmla="*/ 68262 h 163"/>
              <a:gd name="T16" fmla="*/ 282575 w 289"/>
              <a:gd name="T17" fmla="*/ 49212 h 163"/>
              <a:gd name="T18" fmla="*/ 241300 w 289"/>
              <a:gd name="T19" fmla="*/ 34925 h 163"/>
              <a:gd name="T20" fmla="*/ 207963 w 289"/>
              <a:gd name="T21" fmla="*/ 19050 h 163"/>
              <a:gd name="T22" fmla="*/ 177800 w 289"/>
              <a:gd name="T23" fmla="*/ 7937 h 163"/>
              <a:gd name="T24" fmla="*/ 146050 w 289"/>
              <a:gd name="T25" fmla="*/ 0 h 163"/>
              <a:gd name="T26" fmla="*/ 115888 w 289"/>
              <a:gd name="T27" fmla="*/ 0 h 163"/>
              <a:gd name="T28" fmla="*/ 82550 w 289"/>
              <a:gd name="T29" fmla="*/ 4762 h 163"/>
              <a:gd name="T30" fmla="*/ 46038 w 289"/>
              <a:gd name="T31" fmla="*/ 12700 h 163"/>
              <a:gd name="T32" fmla="*/ 0 w 289"/>
              <a:gd name="T33" fmla="*/ 26987 h 1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89"/>
              <a:gd name="T52" fmla="*/ 0 h 163"/>
              <a:gd name="T53" fmla="*/ 289 w 289"/>
              <a:gd name="T54" fmla="*/ 163 h 16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89" h="163">
                <a:moveTo>
                  <a:pt x="288" y="162"/>
                </a:moveTo>
                <a:lnTo>
                  <a:pt x="282" y="136"/>
                </a:lnTo>
                <a:lnTo>
                  <a:pt x="274" y="112"/>
                </a:lnTo>
                <a:lnTo>
                  <a:pt x="264" y="93"/>
                </a:lnTo>
                <a:lnTo>
                  <a:pt x="254" y="79"/>
                </a:lnTo>
                <a:lnTo>
                  <a:pt x="241" y="65"/>
                </a:lnTo>
                <a:lnTo>
                  <a:pt x="222" y="53"/>
                </a:lnTo>
                <a:lnTo>
                  <a:pt x="201" y="43"/>
                </a:lnTo>
                <a:lnTo>
                  <a:pt x="178" y="31"/>
                </a:lnTo>
                <a:lnTo>
                  <a:pt x="152" y="22"/>
                </a:lnTo>
                <a:lnTo>
                  <a:pt x="131" y="12"/>
                </a:lnTo>
                <a:lnTo>
                  <a:pt x="112" y="5"/>
                </a:lnTo>
                <a:lnTo>
                  <a:pt x="92" y="0"/>
                </a:lnTo>
                <a:lnTo>
                  <a:pt x="73" y="0"/>
                </a:lnTo>
                <a:lnTo>
                  <a:pt x="52" y="3"/>
                </a:lnTo>
                <a:lnTo>
                  <a:pt x="29" y="8"/>
                </a:lnTo>
                <a:lnTo>
                  <a:pt x="0" y="1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1" name="Freeform 98">
            <a:extLst>
              <a:ext uri="{FF2B5EF4-FFF2-40B4-BE49-F238E27FC236}">
                <a16:creationId xmlns:a16="http://schemas.microsoft.com/office/drawing/2014/main" id="{BC34BA91-7B85-4E52-A957-5D9B72081EA1}"/>
              </a:ext>
            </a:extLst>
          </p:cNvPr>
          <p:cNvSpPr>
            <a:spLocks/>
          </p:cNvSpPr>
          <p:nvPr/>
        </p:nvSpPr>
        <p:spPr bwMode="auto">
          <a:xfrm>
            <a:off x="5837239" y="3943351"/>
            <a:ext cx="212725" cy="461963"/>
          </a:xfrm>
          <a:custGeom>
            <a:avLst/>
            <a:gdLst>
              <a:gd name="T0" fmla="*/ 144462 w 134"/>
              <a:gd name="T1" fmla="*/ 460375 h 291"/>
              <a:gd name="T2" fmla="*/ 169862 w 134"/>
              <a:gd name="T3" fmla="*/ 423863 h 291"/>
              <a:gd name="T4" fmla="*/ 190500 w 134"/>
              <a:gd name="T5" fmla="*/ 388938 h 291"/>
              <a:gd name="T6" fmla="*/ 203200 w 134"/>
              <a:gd name="T7" fmla="*/ 358775 h 291"/>
              <a:gd name="T8" fmla="*/ 206375 w 134"/>
              <a:gd name="T9" fmla="*/ 333375 h 291"/>
              <a:gd name="T10" fmla="*/ 211138 w 134"/>
              <a:gd name="T11" fmla="*/ 303213 h 291"/>
              <a:gd name="T12" fmla="*/ 203200 w 134"/>
              <a:gd name="T13" fmla="*/ 273050 h 291"/>
              <a:gd name="T14" fmla="*/ 195262 w 134"/>
              <a:gd name="T15" fmla="*/ 238125 h 291"/>
              <a:gd name="T16" fmla="*/ 182562 w 134"/>
              <a:gd name="T17" fmla="*/ 200025 h 291"/>
              <a:gd name="T18" fmla="*/ 165100 w 134"/>
              <a:gd name="T19" fmla="*/ 163513 h 291"/>
              <a:gd name="T20" fmla="*/ 152400 w 134"/>
              <a:gd name="T21" fmla="*/ 133350 h 291"/>
              <a:gd name="T22" fmla="*/ 123825 w 134"/>
              <a:gd name="T23" fmla="*/ 79375 h 291"/>
              <a:gd name="T24" fmla="*/ 103188 w 134"/>
              <a:gd name="T25" fmla="*/ 60325 h 291"/>
              <a:gd name="T26" fmla="*/ 77787 w 134"/>
              <a:gd name="T27" fmla="*/ 38100 h 291"/>
              <a:gd name="T28" fmla="*/ 41275 w 134"/>
              <a:gd name="T29" fmla="*/ 19050 h 291"/>
              <a:gd name="T30" fmla="*/ 0 w 134"/>
              <a:gd name="T31" fmla="*/ 0 h 29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4"/>
              <a:gd name="T49" fmla="*/ 0 h 291"/>
              <a:gd name="T50" fmla="*/ 134 w 134"/>
              <a:gd name="T51" fmla="*/ 291 h 29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4" h="291">
                <a:moveTo>
                  <a:pt x="91" y="290"/>
                </a:moveTo>
                <a:lnTo>
                  <a:pt x="107" y="267"/>
                </a:lnTo>
                <a:lnTo>
                  <a:pt x="120" y="245"/>
                </a:lnTo>
                <a:lnTo>
                  <a:pt x="128" y="226"/>
                </a:lnTo>
                <a:lnTo>
                  <a:pt x="130" y="210"/>
                </a:lnTo>
                <a:lnTo>
                  <a:pt x="133" y="191"/>
                </a:lnTo>
                <a:lnTo>
                  <a:pt x="128" y="172"/>
                </a:lnTo>
                <a:lnTo>
                  <a:pt x="123" y="150"/>
                </a:lnTo>
                <a:lnTo>
                  <a:pt x="115" y="126"/>
                </a:lnTo>
                <a:lnTo>
                  <a:pt x="104" y="103"/>
                </a:lnTo>
                <a:lnTo>
                  <a:pt x="96" y="84"/>
                </a:lnTo>
                <a:lnTo>
                  <a:pt x="78" y="50"/>
                </a:lnTo>
                <a:lnTo>
                  <a:pt x="65" y="38"/>
                </a:lnTo>
                <a:lnTo>
                  <a:pt x="49" y="24"/>
                </a:lnTo>
                <a:lnTo>
                  <a:pt x="26" y="12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2" name="Freeform 99">
            <a:extLst>
              <a:ext uri="{FF2B5EF4-FFF2-40B4-BE49-F238E27FC236}">
                <a16:creationId xmlns:a16="http://schemas.microsoft.com/office/drawing/2014/main" id="{CB94ED92-FA41-4B3E-B25B-D86E0CC5A2F9}"/>
              </a:ext>
            </a:extLst>
          </p:cNvPr>
          <p:cNvSpPr>
            <a:spLocks/>
          </p:cNvSpPr>
          <p:nvPr/>
        </p:nvSpPr>
        <p:spPr bwMode="auto">
          <a:xfrm>
            <a:off x="4862513" y="4011613"/>
            <a:ext cx="457200" cy="100012"/>
          </a:xfrm>
          <a:custGeom>
            <a:avLst/>
            <a:gdLst>
              <a:gd name="T0" fmla="*/ 455613 w 288"/>
              <a:gd name="T1" fmla="*/ 98425 h 63"/>
              <a:gd name="T2" fmla="*/ 439738 w 288"/>
              <a:gd name="T3" fmla="*/ 95250 h 63"/>
              <a:gd name="T4" fmla="*/ 419100 w 288"/>
              <a:gd name="T5" fmla="*/ 90487 h 63"/>
              <a:gd name="T6" fmla="*/ 368300 w 288"/>
              <a:gd name="T7" fmla="*/ 79375 h 63"/>
              <a:gd name="T8" fmla="*/ 301625 w 288"/>
              <a:gd name="T9" fmla="*/ 68262 h 63"/>
              <a:gd name="T10" fmla="*/ 236537 w 288"/>
              <a:gd name="T11" fmla="*/ 57150 h 63"/>
              <a:gd name="T12" fmla="*/ 98425 w 288"/>
              <a:gd name="T13" fmla="*/ 30162 h 63"/>
              <a:gd name="T14" fmla="*/ 41275 w 288"/>
              <a:gd name="T15" fmla="*/ 15875 h 63"/>
              <a:gd name="T16" fmla="*/ 20637 w 288"/>
              <a:gd name="T17" fmla="*/ 7937 h 63"/>
              <a:gd name="T18" fmla="*/ 0 w 288"/>
              <a:gd name="T19" fmla="*/ 0 h 63"/>
              <a:gd name="T20" fmla="*/ 3175 w 288"/>
              <a:gd name="T21" fmla="*/ 11112 h 63"/>
              <a:gd name="T22" fmla="*/ 7937 w 288"/>
              <a:gd name="T23" fmla="*/ 30162 h 63"/>
              <a:gd name="T24" fmla="*/ 7937 w 288"/>
              <a:gd name="T25" fmla="*/ 52387 h 63"/>
              <a:gd name="T26" fmla="*/ 3175 w 288"/>
              <a:gd name="T27" fmla="*/ 76200 h 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88"/>
              <a:gd name="T43" fmla="*/ 0 h 63"/>
              <a:gd name="T44" fmla="*/ 288 w 288"/>
              <a:gd name="T45" fmla="*/ 63 h 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88" h="63">
                <a:moveTo>
                  <a:pt x="287" y="62"/>
                </a:moveTo>
                <a:lnTo>
                  <a:pt x="277" y="60"/>
                </a:lnTo>
                <a:lnTo>
                  <a:pt x="264" y="57"/>
                </a:lnTo>
                <a:lnTo>
                  <a:pt x="232" y="50"/>
                </a:lnTo>
                <a:lnTo>
                  <a:pt x="190" y="43"/>
                </a:lnTo>
                <a:lnTo>
                  <a:pt x="149" y="36"/>
                </a:lnTo>
                <a:lnTo>
                  <a:pt x="62" y="19"/>
                </a:lnTo>
                <a:lnTo>
                  <a:pt x="26" y="10"/>
                </a:lnTo>
                <a:lnTo>
                  <a:pt x="13" y="5"/>
                </a:lnTo>
                <a:lnTo>
                  <a:pt x="0" y="0"/>
                </a:lnTo>
                <a:lnTo>
                  <a:pt x="2" y="7"/>
                </a:lnTo>
                <a:lnTo>
                  <a:pt x="5" y="19"/>
                </a:lnTo>
                <a:lnTo>
                  <a:pt x="5" y="33"/>
                </a:lnTo>
                <a:lnTo>
                  <a:pt x="2" y="48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3" name="Freeform 100">
            <a:extLst>
              <a:ext uri="{FF2B5EF4-FFF2-40B4-BE49-F238E27FC236}">
                <a16:creationId xmlns:a16="http://schemas.microsoft.com/office/drawing/2014/main" id="{F22DDBAD-C0CE-433D-9F8C-555C86717891}"/>
              </a:ext>
            </a:extLst>
          </p:cNvPr>
          <p:cNvSpPr>
            <a:spLocks/>
          </p:cNvSpPr>
          <p:nvPr/>
        </p:nvSpPr>
        <p:spPr bwMode="auto">
          <a:xfrm>
            <a:off x="5572125" y="4132264"/>
            <a:ext cx="300038" cy="28575"/>
          </a:xfrm>
          <a:custGeom>
            <a:avLst/>
            <a:gdLst>
              <a:gd name="T0" fmla="*/ 0 w 189"/>
              <a:gd name="T1" fmla="*/ 0 h 18"/>
              <a:gd name="T2" fmla="*/ 28575 w 189"/>
              <a:gd name="T3" fmla="*/ 0 h 18"/>
              <a:gd name="T4" fmla="*/ 69850 w 189"/>
              <a:gd name="T5" fmla="*/ 4762 h 18"/>
              <a:gd name="T6" fmla="*/ 157163 w 189"/>
              <a:gd name="T7" fmla="*/ 7937 h 18"/>
              <a:gd name="T8" fmla="*/ 203200 w 189"/>
              <a:gd name="T9" fmla="*/ 11112 h 18"/>
              <a:gd name="T10" fmla="*/ 244475 w 189"/>
              <a:gd name="T11" fmla="*/ 19050 h 18"/>
              <a:gd name="T12" fmla="*/ 277813 w 189"/>
              <a:gd name="T13" fmla="*/ 23812 h 18"/>
              <a:gd name="T14" fmla="*/ 298450 w 189"/>
              <a:gd name="T15" fmla="*/ 26988 h 1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89"/>
              <a:gd name="T25" fmla="*/ 0 h 18"/>
              <a:gd name="T26" fmla="*/ 189 w 189"/>
              <a:gd name="T27" fmla="*/ 18 h 1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89" h="18">
                <a:moveTo>
                  <a:pt x="0" y="0"/>
                </a:moveTo>
                <a:lnTo>
                  <a:pt x="18" y="0"/>
                </a:lnTo>
                <a:lnTo>
                  <a:pt x="44" y="3"/>
                </a:lnTo>
                <a:lnTo>
                  <a:pt x="99" y="5"/>
                </a:lnTo>
                <a:lnTo>
                  <a:pt x="128" y="7"/>
                </a:lnTo>
                <a:lnTo>
                  <a:pt x="154" y="12"/>
                </a:lnTo>
                <a:lnTo>
                  <a:pt x="175" y="15"/>
                </a:lnTo>
                <a:lnTo>
                  <a:pt x="188" y="1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4" name="Freeform 101">
            <a:extLst>
              <a:ext uri="{FF2B5EF4-FFF2-40B4-BE49-F238E27FC236}">
                <a16:creationId xmlns:a16="http://schemas.microsoft.com/office/drawing/2014/main" id="{C88052A6-3A53-4BB0-9C19-D1A1D6D4FD8C}"/>
              </a:ext>
            </a:extLst>
          </p:cNvPr>
          <p:cNvSpPr>
            <a:spLocks/>
          </p:cNvSpPr>
          <p:nvPr/>
        </p:nvSpPr>
        <p:spPr bwMode="auto">
          <a:xfrm>
            <a:off x="5346700" y="4094163"/>
            <a:ext cx="39688" cy="80962"/>
          </a:xfrm>
          <a:custGeom>
            <a:avLst/>
            <a:gdLst>
              <a:gd name="T0" fmla="*/ 0 w 25"/>
              <a:gd name="T1" fmla="*/ 0 h 51"/>
              <a:gd name="T2" fmla="*/ 25400 w 25"/>
              <a:gd name="T3" fmla="*/ 38100 h 51"/>
              <a:gd name="T4" fmla="*/ 33338 w 25"/>
              <a:gd name="T5" fmla="*/ 57150 h 51"/>
              <a:gd name="T6" fmla="*/ 38100 w 25"/>
              <a:gd name="T7" fmla="*/ 79375 h 51"/>
              <a:gd name="T8" fmla="*/ 0 60000 65536"/>
              <a:gd name="T9" fmla="*/ 0 60000 65536"/>
              <a:gd name="T10" fmla="*/ 0 60000 65536"/>
              <a:gd name="T11" fmla="*/ 0 60000 65536"/>
              <a:gd name="T12" fmla="*/ 0 w 25"/>
              <a:gd name="T13" fmla="*/ 0 h 51"/>
              <a:gd name="T14" fmla="*/ 25 w 25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" h="51">
                <a:moveTo>
                  <a:pt x="0" y="0"/>
                </a:moveTo>
                <a:lnTo>
                  <a:pt x="16" y="24"/>
                </a:lnTo>
                <a:lnTo>
                  <a:pt x="21" y="36"/>
                </a:lnTo>
                <a:lnTo>
                  <a:pt x="24" y="5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5" name="Freeform 102">
            <a:extLst>
              <a:ext uri="{FF2B5EF4-FFF2-40B4-BE49-F238E27FC236}">
                <a16:creationId xmlns:a16="http://schemas.microsoft.com/office/drawing/2014/main" id="{0A697E35-C78F-4DB3-8117-1D9A4EE583B3}"/>
              </a:ext>
            </a:extLst>
          </p:cNvPr>
          <p:cNvSpPr>
            <a:spLocks/>
          </p:cNvSpPr>
          <p:nvPr/>
        </p:nvSpPr>
        <p:spPr bwMode="auto">
          <a:xfrm>
            <a:off x="5364163" y="4038601"/>
            <a:ext cx="30162" cy="80963"/>
          </a:xfrm>
          <a:custGeom>
            <a:avLst/>
            <a:gdLst>
              <a:gd name="T0" fmla="*/ 3175 w 19"/>
              <a:gd name="T1" fmla="*/ 79375 h 51"/>
              <a:gd name="T2" fmla="*/ 0 w 19"/>
              <a:gd name="T3" fmla="*/ 55563 h 51"/>
              <a:gd name="T4" fmla="*/ 3175 w 19"/>
              <a:gd name="T5" fmla="*/ 33338 h 51"/>
              <a:gd name="T6" fmla="*/ 28575 w 19"/>
              <a:gd name="T7" fmla="*/ 0 h 51"/>
              <a:gd name="T8" fmla="*/ 0 60000 65536"/>
              <a:gd name="T9" fmla="*/ 0 60000 65536"/>
              <a:gd name="T10" fmla="*/ 0 60000 65536"/>
              <a:gd name="T11" fmla="*/ 0 60000 65536"/>
              <a:gd name="T12" fmla="*/ 0 w 19"/>
              <a:gd name="T13" fmla="*/ 0 h 51"/>
              <a:gd name="T14" fmla="*/ 19 w 19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" h="51">
                <a:moveTo>
                  <a:pt x="2" y="50"/>
                </a:moveTo>
                <a:lnTo>
                  <a:pt x="0" y="35"/>
                </a:lnTo>
                <a:lnTo>
                  <a:pt x="2" y="21"/>
                </a:lnTo>
                <a:lnTo>
                  <a:pt x="18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6" name="Freeform 103">
            <a:extLst>
              <a:ext uri="{FF2B5EF4-FFF2-40B4-BE49-F238E27FC236}">
                <a16:creationId xmlns:a16="http://schemas.microsoft.com/office/drawing/2014/main" id="{995B3301-6CFC-4116-A57F-CD9EDF83F5C6}"/>
              </a:ext>
            </a:extLst>
          </p:cNvPr>
          <p:cNvSpPr>
            <a:spLocks/>
          </p:cNvSpPr>
          <p:nvPr/>
        </p:nvSpPr>
        <p:spPr bwMode="auto">
          <a:xfrm>
            <a:off x="5464176" y="4046539"/>
            <a:ext cx="79375" cy="128587"/>
          </a:xfrm>
          <a:custGeom>
            <a:avLst/>
            <a:gdLst>
              <a:gd name="T0" fmla="*/ 0 w 50"/>
              <a:gd name="T1" fmla="*/ 33337 h 81"/>
              <a:gd name="T2" fmla="*/ 3175 w 50"/>
              <a:gd name="T3" fmla="*/ 17462 h 81"/>
              <a:gd name="T4" fmla="*/ 15875 w 50"/>
              <a:gd name="T5" fmla="*/ 3175 h 81"/>
              <a:gd name="T6" fmla="*/ 28575 w 50"/>
              <a:gd name="T7" fmla="*/ 0 h 81"/>
              <a:gd name="T8" fmla="*/ 36513 w 50"/>
              <a:gd name="T9" fmla="*/ 0 h 81"/>
              <a:gd name="T10" fmla="*/ 49212 w 50"/>
              <a:gd name="T11" fmla="*/ 14287 h 81"/>
              <a:gd name="T12" fmla="*/ 49212 w 50"/>
              <a:gd name="T13" fmla="*/ 30162 h 81"/>
              <a:gd name="T14" fmla="*/ 36513 w 50"/>
              <a:gd name="T15" fmla="*/ 60325 h 81"/>
              <a:gd name="T16" fmla="*/ 15875 w 50"/>
              <a:gd name="T17" fmla="*/ 93662 h 81"/>
              <a:gd name="T18" fmla="*/ 7938 w 50"/>
              <a:gd name="T19" fmla="*/ 109537 h 81"/>
              <a:gd name="T20" fmla="*/ 3175 w 50"/>
              <a:gd name="T21" fmla="*/ 127000 h 81"/>
              <a:gd name="T22" fmla="*/ 20637 w 50"/>
              <a:gd name="T23" fmla="*/ 115887 h 81"/>
              <a:gd name="T24" fmla="*/ 36513 w 50"/>
              <a:gd name="T25" fmla="*/ 104775 h 81"/>
              <a:gd name="T26" fmla="*/ 77788 w 50"/>
              <a:gd name="T27" fmla="*/ 104775 h 8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0"/>
              <a:gd name="T43" fmla="*/ 0 h 81"/>
              <a:gd name="T44" fmla="*/ 50 w 50"/>
              <a:gd name="T45" fmla="*/ 81 h 8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0" h="81">
                <a:moveTo>
                  <a:pt x="0" y="21"/>
                </a:moveTo>
                <a:lnTo>
                  <a:pt x="2" y="11"/>
                </a:lnTo>
                <a:lnTo>
                  <a:pt x="10" y="2"/>
                </a:lnTo>
                <a:lnTo>
                  <a:pt x="18" y="0"/>
                </a:lnTo>
                <a:lnTo>
                  <a:pt x="23" y="0"/>
                </a:lnTo>
                <a:lnTo>
                  <a:pt x="31" y="9"/>
                </a:lnTo>
                <a:lnTo>
                  <a:pt x="31" y="19"/>
                </a:lnTo>
                <a:lnTo>
                  <a:pt x="23" y="38"/>
                </a:lnTo>
                <a:lnTo>
                  <a:pt x="10" y="59"/>
                </a:lnTo>
                <a:lnTo>
                  <a:pt x="5" y="69"/>
                </a:lnTo>
                <a:lnTo>
                  <a:pt x="2" y="80"/>
                </a:lnTo>
                <a:lnTo>
                  <a:pt x="13" y="73"/>
                </a:lnTo>
                <a:lnTo>
                  <a:pt x="23" y="66"/>
                </a:lnTo>
                <a:lnTo>
                  <a:pt x="49" y="6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7" name="Freeform 104">
            <a:extLst>
              <a:ext uri="{FF2B5EF4-FFF2-40B4-BE49-F238E27FC236}">
                <a16:creationId xmlns:a16="http://schemas.microsoft.com/office/drawing/2014/main" id="{3C222779-C2A1-4A49-9A6A-008E439DD300}"/>
              </a:ext>
            </a:extLst>
          </p:cNvPr>
          <p:cNvSpPr>
            <a:spLocks/>
          </p:cNvSpPr>
          <p:nvPr/>
        </p:nvSpPr>
        <p:spPr bwMode="auto">
          <a:xfrm>
            <a:off x="4857750" y="3967163"/>
            <a:ext cx="114300" cy="42862"/>
          </a:xfrm>
          <a:custGeom>
            <a:avLst/>
            <a:gdLst>
              <a:gd name="T0" fmla="*/ 0 w 72"/>
              <a:gd name="T1" fmla="*/ 36512 h 27"/>
              <a:gd name="T2" fmla="*/ 33337 w 72"/>
              <a:gd name="T3" fmla="*/ 41275 h 27"/>
              <a:gd name="T4" fmla="*/ 61912 w 72"/>
              <a:gd name="T5" fmla="*/ 33337 h 27"/>
              <a:gd name="T6" fmla="*/ 90487 w 72"/>
              <a:gd name="T7" fmla="*/ 22225 h 27"/>
              <a:gd name="T8" fmla="*/ 112713 w 72"/>
              <a:gd name="T9" fmla="*/ 0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27"/>
              <a:gd name="T17" fmla="*/ 72 w 72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27">
                <a:moveTo>
                  <a:pt x="0" y="23"/>
                </a:moveTo>
                <a:lnTo>
                  <a:pt x="21" y="26"/>
                </a:lnTo>
                <a:lnTo>
                  <a:pt x="39" y="21"/>
                </a:lnTo>
                <a:lnTo>
                  <a:pt x="57" y="14"/>
                </a:lnTo>
                <a:lnTo>
                  <a:pt x="71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8" name="Freeform 105">
            <a:extLst>
              <a:ext uri="{FF2B5EF4-FFF2-40B4-BE49-F238E27FC236}">
                <a16:creationId xmlns:a16="http://schemas.microsoft.com/office/drawing/2014/main" id="{7408805A-9486-4936-A9C8-2E71D151E55A}"/>
              </a:ext>
            </a:extLst>
          </p:cNvPr>
          <p:cNvSpPr>
            <a:spLocks/>
          </p:cNvSpPr>
          <p:nvPr/>
        </p:nvSpPr>
        <p:spPr bwMode="auto">
          <a:xfrm>
            <a:off x="5795964" y="4087814"/>
            <a:ext cx="92075" cy="117475"/>
          </a:xfrm>
          <a:custGeom>
            <a:avLst/>
            <a:gdLst>
              <a:gd name="T0" fmla="*/ 23812 w 58"/>
              <a:gd name="T1" fmla="*/ 0 h 74"/>
              <a:gd name="T2" fmla="*/ 36513 w 58"/>
              <a:gd name="T3" fmla="*/ 22225 h 74"/>
              <a:gd name="T4" fmla="*/ 49212 w 58"/>
              <a:gd name="T5" fmla="*/ 41275 h 74"/>
              <a:gd name="T6" fmla="*/ 69850 w 58"/>
              <a:gd name="T7" fmla="*/ 55563 h 74"/>
              <a:gd name="T8" fmla="*/ 90488 w 58"/>
              <a:gd name="T9" fmla="*/ 68262 h 74"/>
              <a:gd name="T10" fmla="*/ 44450 w 58"/>
              <a:gd name="T11" fmla="*/ 90487 h 74"/>
              <a:gd name="T12" fmla="*/ 0 w 58"/>
              <a:gd name="T13" fmla="*/ 115888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8"/>
              <a:gd name="T22" fmla="*/ 0 h 74"/>
              <a:gd name="T23" fmla="*/ 58 w 58"/>
              <a:gd name="T24" fmla="*/ 74 h 7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8" h="74">
                <a:moveTo>
                  <a:pt x="15" y="0"/>
                </a:moveTo>
                <a:lnTo>
                  <a:pt x="23" y="14"/>
                </a:lnTo>
                <a:lnTo>
                  <a:pt x="31" y="26"/>
                </a:lnTo>
                <a:lnTo>
                  <a:pt x="44" y="35"/>
                </a:lnTo>
                <a:lnTo>
                  <a:pt x="57" y="43"/>
                </a:lnTo>
                <a:lnTo>
                  <a:pt x="28" y="57"/>
                </a:lnTo>
                <a:lnTo>
                  <a:pt x="0" y="73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599" name="Freeform 106">
            <a:extLst>
              <a:ext uri="{FF2B5EF4-FFF2-40B4-BE49-F238E27FC236}">
                <a16:creationId xmlns:a16="http://schemas.microsoft.com/office/drawing/2014/main" id="{6AFA82C6-C1DC-45C6-A0C3-21DDA9CB7BAC}"/>
              </a:ext>
            </a:extLst>
          </p:cNvPr>
          <p:cNvSpPr>
            <a:spLocks/>
          </p:cNvSpPr>
          <p:nvPr/>
        </p:nvSpPr>
        <p:spPr bwMode="auto">
          <a:xfrm>
            <a:off x="5338763" y="4732339"/>
            <a:ext cx="292100" cy="365125"/>
          </a:xfrm>
          <a:custGeom>
            <a:avLst/>
            <a:gdLst>
              <a:gd name="T0" fmla="*/ 290513 w 184"/>
              <a:gd name="T1" fmla="*/ 0 h 230"/>
              <a:gd name="T2" fmla="*/ 265113 w 184"/>
              <a:gd name="T3" fmla="*/ 26988 h 230"/>
              <a:gd name="T4" fmla="*/ 236538 w 184"/>
              <a:gd name="T5" fmla="*/ 65088 h 230"/>
              <a:gd name="T6" fmla="*/ 195262 w 184"/>
              <a:gd name="T7" fmla="*/ 114300 h 230"/>
              <a:gd name="T8" fmla="*/ 157162 w 184"/>
              <a:gd name="T9" fmla="*/ 166688 h 230"/>
              <a:gd name="T10" fmla="*/ 71438 w 184"/>
              <a:gd name="T11" fmla="*/ 268288 h 230"/>
              <a:gd name="T12" fmla="*/ 33338 w 184"/>
              <a:gd name="T13" fmla="*/ 309563 h 230"/>
              <a:gd name="T14" fmla="*/ 0 w 184"/>
              <a:gd name="T15" fmla="*/ 339725 h 230"/>
              <a:gd name="T16" fmla="*/ 12700 w 184"/>
              <a:gd name="T17" fmla="*/ 336550 h 230"/>
              <a:gd name="T18" fmla="*/ 33338 w 184"/>
              <a:gd name="T19" fmla="*/ 339725 h 230"/>
              <a:gd name="T20" fmla="*/ 79375 w 184"/>
              <a:gd name="T21" fmla="*/ 363538 h 23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4"/>
              <a:gd name="T34" fmla="*/ 0 h 230"/>
              <a:gd name="T35" fmla="*/ 184 w 184"/>
              <a:gd name="T36" fmla="*/ 230 h 23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4" h="230">
                <a:moveTo>
                  <a:pt x="183" y="0"/>
                </a:moveTo>
                <a:lnTo>
                  <a:pt x="167" y="17"/>
                </a:lnTo>
                <a:lnTo>
                  <a:pt x="149" y="41"/>
                </a:lnTo>
                <a:lnTo>
                  <a:pt x="123" y="72"/>
                </a:lnTo>
                <a:lnTo>
                  <a:pt x="99" y="105"/>
                </a:lnTo>
                <a:lnTo>
                  <a:pt x="45" y="169"/>
                </a:lnTo>
                <a:lnTo>
                  <a:pt x="21" y="195"/>
                </a:lnTo>
                <a:lnTo>
                  <a:pt x="0" y="214"/>
                </a:lnTo>
                <a:lnTo>
                  <a:pt x="8" y="212"/>
                </a:lnTo>
                <a:lnTo>
                  <a:pt x="21" y="214"/>
                </a:lnTo>
                <a:lnTo>
                  <a:pt x="50" y="229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0" name="Freeform 107">
            <a:extLst>
              <a:ext uri="{FF2B5EF4-FFF2-40B4-BE49-F238E27FC236}">
                <a16:creationId xmlns:a16="http://schemas.microsoft.com/office/drawing/2014/main" id="{C69544FD-5DEF-4D30-A9A0-7BB9E331074B}"/>
              </a:ext>
            </a:extLst>
          </p:cNvPr>
          <p:cNvSpPr>
            <a:spLocks/>
          </p:cNvSpPr>
          <p:nvPr/>
        </p:nvSpPr>
        <p:spPr bwMode="auto">
          <a:xfrm>
            <a:off x="5762626" y="4298950"/>
            <a:ext cx="150813" cy="234950"/>
          </a:xfrm>
          <a:custGeom>
            <a:avLst/>
            <a:gdLst>
              <a:gd name="T0" fmla="*/ 0 w 95"/>
              <a:gd name="T1" fmla="*/ 233363 h 148"/>
              <a:gd name="T2" fmla="*/ 12700 w 95"/>
              <a:gd name="T3" fmla="*/ 211138 h 148"/>
              <a:gd name="T4" fmla="*/ 28575 w 95"/>
              <a:gd name="T5" fmla="*/ 180975 h 148"/>
              <a:gd name="T6" fmla="*/ 69850 w 95"/>
              <a:gd name="T7" fmla="*/ 109538 h 148"/>
              <a:gd name="T8" fmla="*/ 115888 w 95"/>
              <a:gd name="T9" fmla="*/ 44450 h 148"/>
              <a:gd name="T10" fmla="*/ 136525 w 95"/>
              <a:gd name="T11" fmla="*/ 19050 h 148"/>
              <a:gd name="T12" fmla="*/ 149225 w 95"/>
              <a:gd name="T13" fmla="*/ 0 h 1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5"/>
              <a:gd name="T22" fmla="*/ 0 h 148"/>
              <a:gd name="T23" fmla="*/ 95 w 95"/>
              <a:gd name="T24" fmla="*/ 148 h 1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5" h="148">
                <a:moveTo>
                  <a:pt x="0" y="147"/>
                </a:moveTo>
                <a:lnTo>
                  <a:pt x="8" y="133"/>
                </a:lnTo>
                <a:lnTo>
                  <a:pt x="18" y="114"/>
                </a:lnTo>
                <a:lnTo>
                  <a:pt x="44" y="69"/>
                </a:lnTo>
                <a:lnTo>
                  <a:pt x="73" y="28"/>
                </a:lnTo>
                <a:lnTo>
                  <a:pt x="86" y="12"/>
                </a:lnTo>
                <a:lnTo>
                  <a:pt x="94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1" name="Freeform 108">
            <a:extLst>
              <a:ext uri="{FF2B5EF4-FFF2-40B4-BE49-F238E27FC236}">
                <a16:creationId xmlns:a16="http://schemas.microsoft.com/office/drawing/2014/main" id="{3166866D-CD6C-48AF-AD79-E9CE1BBBFF86}"/>
              </a:ext>
            </a:extLst>
          </p:cNvPr>
          <p:cNvSpPr>
            <a:spLocks/>
          </p:cNvSpPr>
          <p:nvPr/>
        </p:nvSpPr>
        <p:spPr bwMode="auto">
          <a:xfrm>
            <a:off x="5646739" y="4578350"/>
            <a:ext cx="26987" cy="88900"/>
          </a:xfrm>
          <a:custGeom>
            <a:avLst/>
            <a:gdLst>
              <a:gd name="T0" fmla="*/ 0 w 17"/>
              <a:gd name="T1" fmla="*/ 0 h 56"/>
              <a:gd name="T2" fmla="*/ 25400 w 17"/>
              <a:gd name="T3" fmla="*/ 44450 h 56"/>
              <a:gd name="T4" fmla="*/ 25400 w 17"/>
              <a:gd name="T5" fmla="*/ 68263 h 56"/>
              <a:gd name="T6" fmla="*/ 0 w 17"/>
              <a:gd name="T7" fmla="*/ 87313 h 56"/>
              <a:gd name="T8" fmla="*/ 0 60000 65536"/>
              <a:gd name="T9" fmla="*/ 0 60000 65536"/>
              <a:gd name="T10" fmla="*/ 0 60000 65536"/>
              <a:gd name="T11" fmla="*/ 0 60000 65536"/>
              <a:gd name="T12" fmla="*/ 0 w 17"/>
              <a:gd name="T13" fmla="*/ 0 h 56"/>
              <a:gd name="T14" fmla="*/ 17 w 17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" h="56">
                <a:moveTo>
                  <a:pt x="0" y="0"/>
                </a:moveTo>
                <a:lnTo>
                  <a:pt x="16" y="28"/>
                </a:lnTo>
                <a:lnTo>
                  <a:pt x="16" y="43"/>
                </a:lnTo>
                <a:lnTo>
                  <a:pt x="0" y="5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2" name="Freeform 109">
            <a:extLst>
              <a:ext uri="{FF2B5EF4-FFF2-40B4-BE49-F238E27FC236}">
                <a16:creationId xmlns:a16="http://schemas.microsoft.com/office/drawing/2014/main" id="{78A787A3-EF83-47ED-8304-A545E96374B3}"/>
              </a:ext>
            </a:extLst>
          </p:cNvPr>
          <p:cNvSpPr>
            <a:spLocks/>
          </p:cNvSpPr>
          <p:nvPr/>
        </p:nvSpPr>
        <p:spPr bwMode="auto">
          <a:xfrm>
            <a:off x="5654675" y="4543426"/>
            <a:ext cx="63500" cy="61913"/>
          </a:xfrm>
          <a:custGeom>
            <a:avLst/>
            <a:gdLst>
              <a:gd name="T0" fmla="*/ 0 w 40"/>
              <a:gd name="T1" fmla="*/ 60325 h 39"/>
              <a:gd name="T2" fmla="*/ 7938 w 40"/>
              <a:gd name="T3" fmla="*/ 42863 h 39"/>
              <a:gd name="T4" fmla="*/ 23812 w 40"/>
              <a:gd name="T5" fmla="*/ 26988 h 39"/>
              <a:gd name="T6" fmla="*/ 61913 w 40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39"/>
              <a:gd name="T14" fmla="*/ 40 w 40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39">
                <a:moveTo>
                  <a:pt x="0" y="38"/>
                </a:moveTo>
                <a:lnTo>
                  <a:pt x="5" y="27"/>
                </a:lnTo>
                <a:lnTo>
                  <a:pt x="15" y="17"/>
                </a:lnTo>
                <a:lnTo>
                  <a:pt x="39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3" name="Freeform 110">
            <a:extLst>
              <a:ext uri="{FF2B5EF4-FFF2-40B4-BE49-F238E27FC236}">
                <a16:creationId xmlns:a16="http://schemas.microsoft.com/office/drawing/2014/main" id="{82FFF07D-12F3-4AB0-9B51-F05E39927242}"/>
              </a:ext>
            </a:extLst>
          </p:cNvPr>
          <p:cNvSpPr>
            <a:spLocks/>
          </p:cNvSpPr>
          <p:nvPr/>
        </p:nvSpPr>
        <p:spPr bwMode="auto">
          <a:xfrm>
            <a:off x="5721351" y="4589463"/>
            <a:ext cx="92075" cy="114300"/>
          </a:xfrm>
          <a:custGeom>
            <a:avLst/>
            <a:gdLst>
              <a:gd name="T0" fmla="*/ 36513 w 58"/>
              <a:gd name="T1" fmla="*/ 19050 h 72"/>
              <a:gd name="T2" fmla="*/ 49212 w 58"/>
              <a:gd name="T3" fmla="*/ 7937 h 72"/>
              <a:gd name="T4" fmla="*/ 65088 w 58"/>
              <a:gd name="T5" fmla="*/ 0 h 72"/>
              <a:gd name="T6" fmla="*/ 77788 w 58"/>
              <a:gd name="T7" fmla="*/ 0 h 72"/>
              <a:gd name="T8" fmla="*/ 85725 w 58"/>
              <a:gd name="T9" fmla="*/ 7937 h 72"/>
              <a:gd name="T10" fmla="*/ 90488 w 58"/>
              <a:gd name="T11" fmla="*/ 22225 h 72"/>
              <a:gd name="T12" fmla="*/ 82550 w 58"/>
              <a:gd name="T13" fmla="*/ 38100 h 72"/>
              <a:gd name="T14" fmla="*/ 57150 w 58"/>
              <a:gd name="T15" fmla="*/ 60325 h 72"/>
              <a:gd name="T16" fmla="*/ 23812 w 58"/>
              <a:gd name="T17" fmla="*/ 82550 h 72"/>
              <a:gd name="T18" fmla="*/ 0 w 58"/>
              <a:gd name="T19" fmla="*/ 109538 h 72"/>
              <a:gd name="T20" fmla="*/ 20638 w 58"/>
              <a:gd name="T21" fmla="*/ 101600 h 72"/>
              <a:gd name="T22" fmla="*/ 36513 w 58"/>
              <a:gd name="T23" fmla="*/ 101600 h 72"/>
              <a:gd name="T24" fmla="*/ 74613 w 58"/>
              <a:gd name="T25" fmla="*/ 112713 h 7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8"/>
              <a:gd name="T40" fmla="*/ 0 h 72"/>
              <a:gd name="T41" fmla="*/ 58 w 58"/>
              <a:gd name="T42" fmla="*/ 72 h 7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8" h="72">
                <a:moveTo>
                  <a:pt x="23" y="12"/>
                </a:moveTo>
                <a:lnTo>
                  <a:pt x="31" y="5"/>
                </a:lnTo>
                <a:lnTo>
                  <a:pt x="41" y="0"/>
                </a:lnTo>
                <a:lnTo>
                  <a:pt x="49" y="0"/>
                </a:lnTo>
                <a:lnTo>
                  <a:pt x="54" y="5"/>
                </a:lnTo>
                <a:lnTo>
                  <a:pt x="57" y="14"/>
                </a:lnTo>
                <a:lnTo>
                  <a:pt x="52" y="24"/>
                </a:lnTo>
                <a:lnTo>
                  <a:pt x="36" y="38"/>
                </a:lnTo>
                <a:lnTo>
                  <a:pt x="15" y="52"/>
                </a:lnTo>
                <a:lnTo>
                  <a:pt x="0" y="69"/>
                </a:lnTo>
                <a:lnTo>
                  <a:pt x="13" y="64"/>
                </a:lnTo>
                <a:lnTo>
                  <a:pt x="23" y="64"/>
                </a:lnTo>
                <a:lnTo>
                  <a:pt x="47" y="71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4" name="Freeform 111">
            <a:extLst>
              <a:ext uri="{FF2B5EF4-FFF2-40B4-BE49-F238E27FC236}">
                <a16:creationId xmlns:a16="http://schemas.microsoft.com/office/drawing/2014/main" id="{22139A11-00FB-4CC5-B275-195CB75E216A}"/>
              </a:ext>
            </a:extLst>
          </p:cNvPr>
          <p:cNvSpPr>
            <a:spLocks/>
          </p:cNvSpPr>
          <p:nvPr/>
        </p:nvSpPr>
        <p:spPr bwMode="auto">
          <a:xfrm>
            <a:off x="5330825" y="4962525"/>
            <a:ext cx="26988" cy="107950"/>
          </a:xfrm>
          <a:custGeom>
            <a:avLst/>
            <a:gdLst>
              <a:gd name="T0" fmla="*/ 0 w 17"/>
              <a:gd name="T1" fmla="*/ 106363 h 68"/>
              <a:gd name="T2" fmla="*/ 19050 w 17"/>
              <a:gd name="T3" fmla="*/ 79375 h 68"/>
              <a:gd name="T4" fmla="*/ 25400 w 17"/>
              <a:gd name="T5" fmla="*/ 53975 h 68"/>
              <a:gd name="T6" fmla="*/ 25400 w 17"/>
              <a:gd name="T7" fmla="*/ 26988 h 68"/>
              <a:gd name="T8" fmla="*/ 9525 w 17"/>
              <a:gd name="T9" fmla="*/ 0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"/>
              <a:gd name="T16" fmla="*/ 0 h 68"/>
              <a:gd name="T17" fmla="*/ 17 w 17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" h="68">
                <a:moveTo>
                  <a:pt x="0" y="67"/>
                </a:moveTo>
                <a:lnTo>
                  <a:pt x="12" y="50"/>
                </a:lnTo>
                <a:lnTo>
                  <a:pt x="16" y="34"/>
                </a:lnTo>
                <a:lnTo>
                  <a:pt x="16" y="17"/>
                </a:lnTo>
                <a:lnTo>
                  <a:pt x="6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5" name="Freeform 112">
            <a:extLst>
              <a:ext uri="{FF2B5EF4-FFF2-40B4-BE49-F238E27FC236}">
                <a16:creationId xmlns:a16="http://schemas.microsoft.com/office/drawing/2014/main" id="{484148F7-C3A2-4F8D-BED1-084523868904}"/>
              </a:ext>
            </a:extLst>
          </p:cNvPr>
          <p:cNvSpPr>
            <a:spLocks/>
          </p:cNvSpPr>
          <p:nvPr/>
        </p:nvSpPr>
        <p:spPr bwMode="auto">
          <a:xfrm>
            <a:off x="5819776" y="4283076"/>
            <a:ext cx="106363" cy="100013"/>
          </a:xfrm>
          <a:custGeom>
            <a:avLst/>
            <a:gdLst>
              <a:gd name="T0" fmla="*/ 0 w 67"/>
              <a:gd name="T1" fmla="*/ 26988 h 63"/>
              <a:gd name="T2" fmla="*/ 25400 w 67"/>
              <a:gd name="T3" fmla="*/ 30163 h 63"/>
              <a:gd name="T4" fmla="*/ 50800 w 67"/>
              <a:gd name="T5" fmla="*/ 23813 h 63"/>
              <a:gd name="T6" fmla="*/ 74613 w 67"/>
              <a:gd name="T7" fmla="*/ 15875 h 63"/>
              <a:gd name="T8" fmla="*/ 95250 w 67"/>
              <a:gd name="T9" fmla="*/ 0 h 63"/>
              <a:gd name="T10" fmla="*/ 104775 w 67"/>
              <a:gd name="T11" fmla="*/ 98425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0" y="17"/>
                </a:moveTo>
                <a:lnTo>
                  <a:pt x="16" y="19"/>
                </a:lnTo>
                <a:lnTo>
                  <a:pt x="32" y="15"/>
                </a:lnTo>
                <a:lnTo>
                  <a:pt x="47" y="10"/>
                </a:lnTo>
                <a:lnTo>
                  <a:pt x="60" y="0"/>
                </a:lnTo>
                <a:lnTo>
                  <a:pt x="66" y="62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6" name="Freeform 113">
            <a:extLst>
              <a:ext uri="{FF2B5EF4-FFF2-40B4-BE49-F238E27FC236}">
                <a16:creationId xmlns:a16="http://schemas.microsoft.com/office/drawing/2014/main" id="{3971CC72-B72B-4312-9760-DCD9CA7E8209}"/>
              </a:ext>
            </a:extLst>
          </p:cNvPr>
          <p:cNvSpPr>
            <a:spLocks/>
          </p:cNvSpPr>
          <p:nvPr/>
        </p:nvSpPr>
        <p:spPr bwMode="auto">
          <a:xfrm>
            <a:off x="4505326" y="4397375"/>
            <a:ext cx="150813" cy="133350"/>
          </a:xfrm>
          <a:custGeom>
            <a:avLst/>
            <a:gdLst>
              <a:gd name="T0" fmla="*/ 74613 w 95"/>
              <a:gd name="T1" fmla="*/ 131763 h 84"/>
              <a:gd name="T2" fmla="*/ 103188 w 95"/>
              <a:gd name="T3" fmla="*/ 128588 h 84"/>
              <a:gd name="T4" fmla="*/ 128588 w 95"/>
              <a:gd name="T5" fmla="*/ 112713 h 84"/>
              <a:gd name="T6" fmla="*/ 144463 w 95"/>
              <a:gd name="T7" fmla="*/ 90487 h 84"/>
              <a:gd name="T8" fmla="*/ 149225 w 95"/>
              <a:gd name="T9" fmla="*/ 66675 h 84"/>
              <a:gd name="T10" fmla="*/ 144463 w 95"/>
              <a:gd name="T11" fmla="*/ 41275 h 84"/>
              <a:gd name="T12" fmla="*/ 128588 w 95"/>
              <a:gd name="T13" fmla="*/ 19050 h 84"/>
              <a:gd name="T14" fmla="*/ 103188 w 95"/>
              <a:gd name="T15" fmla="*/ 3175 h 84"/>
              <a:gd name="T16" fmla="*/ 74613 w 95"/>
              <a:gd name="T17" fmla="*/ 0 h 84"/>
              <a:gd name="T18" fmla="*/ 46038 w 95"/>
              <a:gd name="T19" fmla="*/ 3175 h 84"/>
              <a:gd name="T20" fmla="*/ 23813 w 95"/>
              <a:gd name="T21" fmla="*/ 19050 h 84"/>
              <a:gd name="T22" fmla="*/ 7938 w 95"/>
              <a:gd name="T23" fmla="*/ 41275 h 84"/>
              <a:gd name="T24" fmla="*/ 0 w 95"/>
              <a:gd name="T25" fmla="*/ 66675 h 84"/>
              <a:gd name="T26" fmla="*/ 7938 w 95"/>
              <a:gd name="T27" fmla="*/ 90487 h 84"/>
              <a:gd name="T28" fmla="*/ 23813 w 95"/>
              <a:gd name="T29" fmla="*/ 112713 h 84"/>
              <a:gd name="T30" fmla="*/ 46038 w 95"/>
              <a:gd name="T31" fmla="*/ 128588 h 84"/>
              <a:gd name="T32" fmla="*/ 74613 w 95"/>
              <a:gd name="T33" fmla="*/ 131763 h 8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5"/>
              <a:gd name="T52" fmla="*/ 0 h 84"/>
              <a:gd name="T53" fmla="*/ 95 w 95"/>
              <a:gd name="T54" fmla="*/ 84 h 84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5" h="84">
                <a:moveTo>
                  <a:pt x="47" y="83"/>
                </a:moveTo>
                <a:lnTo>
                  <a:pt x="65" y="81"/>
                </a:lnTo>
                <a:lnTo>
                  <a:pt x="81" y="71"/>
                </a:lnTo>
                <a:lnTo>
                  <a:pt x="91" y="57"/>
                </a:lnTo>
                <a:lnTo>
                  <a:pt x="94" y="42"/>
                </a:lnTo>
                <a:lnTo>
                  <a:pt x="91" y="26"/>
                </a:lnTo>
                <a:lnTo>
                  <a:pt x="81" y="12"/>
                </a:lnTo>
                <a:lnTo>
                  <a:pt x="65" y="2"/>
                </a:lnTo>
                <a:lnTo>
                  <a:pt x="47" y="0"/>
                </a:lnTo>
                <a:lnTo>
                  <a:pt x="29" y="2"/>
                </a:lnTo>
                <a:lnTo>
                  <a:pt x="15" y="12"/>
                </a:lnTo>
                <a:lnTo>
                  <a:pt x="5" y="26"/>
                </a:lnTo>
                <a:lnTo>
                  <a:pt x="0" y="42"/>
                </a:lnTo>
                <a:lnTo>
                  <a:pt x="5" y="57"/>
                </a:lnTo>
                <a:lnTo>
                  <a:pt x="15" y="71"/>
                </a:lnTo>
                <a:lnTo>
                  <a:pt x="29" y="81"/>
                </a:lnTo>
                <a:lnTo>
                  <a:pt x="47" y="83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7" name="Line 114">
            <a:extLst>
              <a:ext uri="{FF2B5EF4-FFF2-40B4-BE49-F238E27FC236}">
                <a16:creationId xmlns:a16="http://schemas.microsoft.com/office/drawing/2014/main" id="{E9D2EFC7-3721-4CA5-B900-02EB09F46F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1838" y="4427538"/>
            <a:ext cx="207962" cy="207962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08" name="Freeform 115">
            <a:extLst>
              <a:ext uri="{FF2B5EF4-FFF2-40B4-BE49-F238E27FC236}">
                <a16:creationId xmlns:a16="http://schemas.microsoft.com/office/drawing/2014/main" id="{8BE226C7-E0A3-4443-AB11-76C08F6B7E37}"/>
              </a:ext>
            </a:extLst>
          </p:cNvPr>
          <p:cNvSpPr>
            <a:spLocks/>
          </p:cNvSpPr>
          <p:nvPr/>
        </p:nvSpPr>
        <p:spPr bwMode="auto">
          <a:xfrm>
            <a:off x="4721225" y="4521201"/>
            <a:ext cx="146050" cy="100013"/>
          </a:xfrm>
          <a:custGeom>
            <a:avLst/>
            <a:gdLst>
              <a:gd name="T0" fmla="*/ 0 w 92"/>
              <a:gd name="T1" fmla="*/ 30163 h 63"/>
              <a:gd name="T2" fmla="*/ 20637 w 92"/>
              <a:gd name="T3" fmla="*/ 11113 h 63"/>
              <a:gd name="T4" fmla="*/ 44450 w 92"/>
              <a:gd name="T5" fmla="*/ 0 h 63"/>
              <a:gd name="T6" fmla="*/ 57150 w 92"/>
              <a:gd name="T7" fmla="*/ 15875 h 63"/>
              <a:gd name="T8" fmla="*/ 61913 w 92"/>
              <a:gd name="T9" fmla="*/ 30163 h 63"/>
              <a:gd name="T10" fmla="*/ 61913 w 92"/>
              <a:gd name="T11" fmla="*/ 41275 h 63"/>
              <a:gd name="T12" fmla="*/ 57150 w 92"/>
              <a:gd name="T13" fmla="*/ 52388 h 63"/>
              <a:gd name="T14" fmla="*/ 23812 w 92"/>
              <a:gd name="T15" fmla="*/ 98425 h 63"/>
              <a:gd name="T16" fmla="*/ 77787 w 92"/>
              <a:gd name="T17" fmla="*/ 60325 h 63"/>
              <a:gd name="T18" fmla="*/ 107950 w 92"/>
              <a:gd name="T19" fmla="*/ 46038 h 63"/>
              <a:gd name="T20" fmla="*/ 144463 w 92"/>
              <a:gd name="T21" fmla="*/ 38100 h 6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92"/>
              <a:gd name="T34" fmla="*/ 0 h 63"/>
              <a:gd name="T35" fmla="*/ 92 w 92"/>
              <a:gd name="T36" fmla="*/ 63 h 6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92" h="63">
                <a:moveTo>
                  <a:pt x="0" y="19"/>
                </a:moveTo>
                <a:lnTo>
                  <a:pt x="13" y="7"/>
                </a:lnTo>
                <a:lnTo>
                  <a:pt x="28" y="0"/>
                </a:lnTo>
                <a:lnTo>
                  <a:pt x="36" y="10"/>
                </a:lnTo>
                <a:lnTo>
                  <a:pt x="39" y="19"/>
                </a:lnTo>
                <a:lnTo>
                  <a:pt x="39" y="26"/>
                </a:lnTo>
                <a:lnTo>
                  <a:pt x="36" y="33"/>
                </a:lnTo>
                <a:lnTo>
                  <a:pt x="15" y="62"/>
                </a:lnTo>
                <a:lnTo>
                  <a:pt x="49" y="38"/>
                </a:lnTo>
                <a:lnTo>
                  <a:pt x="68" y="29"/>
                </a:lnTo>
                <a:lnTo>
                  <a:pt x="91" y="24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09" name="Freeform 116">
            <a:extLst>
              <a:ext uri="{FF2B5EF4-FFF2-40B4-BE49-F238E27FC236}">
                <a16:creationId xmlns:a16="http://schemas.microsoft.com/office/drawing/2014/main" id="{4B2957B5-B9EA-4011-988E-49D5B853E43E}"/>
              </a:ext>
            </a:extLst>
          </p:cNvPr>
          <p:cNvSpPr>
            <a:spLocks/>
          </p:cNvSpPr>
          <p:nvPr/>
        </p:nvSpPr>
        <p:spPr bwMode="auto">
          <a:xfrm>
            <a:off x="4654551" y="4329113"/>
            <a:ext cx="47625" cy="42862"/>
          </a:xfrm>
          <a:custGeom>
            <a:avLst/>
            <a:gdLst>
              <a:gd name="T0" fmla="*/ 25400 w 30"/>
              <a:gd name="T1" fmla="*/ 41275 h 27"/>
              <a:gd name="T2" fmla="*/ 41275 w 30"/>
              <a:gd name="T3" fmla="*/ 38100 h 27"/>
              <a:gd name="T4" fmla="*/ 46038 w 30"/>
              <a:gd name="T5" fmla="*/ 22225 h 27"/>
              <a:gd name="T6" fmla="*/ 41275 w 30"/>
              <a:gd name="T7" fmla="*/ 7937 h 27"/>
              <a:gd name="T8" fmla="*/ 25400 w 30"/>
              <a:gd name="T9" fmla="*/ 0 h 27"/>
              <a:gd name="T10" fmla="*/ 7938 w 30"/>
              <a:gd name="T11" fmla="*/ 7937 h 27"/>
              <a:gd name="T12" fmla="*/ 0 w 30"/>
              <a:gd name="T13" fmla="*/ 22225 h 27"/>
              <a:gd name="T14" fmla="*/ 7938 w 30"/>
              <a:gd name="T15" fmla="*/ 38100 h 27"/>
              <a:gd name="T16" fmla="*/ 25400 w 30"/>
              <a:gd name="T17" fmla="*/ 41275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7"/>
              <a:gd name="T29" fmla="*/ 30 w 30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7">
                <a:moveTo>
                  <a:pt x="16" y="26"/>
                </a:moveTo>
                <a:lnTo>
                  <a:pt x="26" y="24"/>
                </a:lnTo>
                <a:lnTo>
                  <a:pt x="29" y="14"/>
                </a:lnTo>
                <a:lnTo>
                  <a:pt x="26" y="5"/>
                </a:lnTo>
                <a:lnTo>
                  <a:pt x="16" y="0"/>
                </a:lnTo>
                <a:lnTo>
                  <a:pt x="5" y="5"/>
                </a:lnTo>
                <a:lnTo>
                  <a:pt x="0" y="14"/>
                </a:lnTo>
                <a:lnTo>
                  <a:pt x="5" y="24"/>
                </a:lnTo>
                <a:lnTo>
                  <a:pt x="16" y="2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0" name="Line 117">
            <a:extLst>
              <a:ext uri="{FF2B5EF4-FFF2-40B4-BE49-F238E27FC236}">
                <a16:creationId xmlns:a16="http://schemas.microsoft.com/office/drawing/2014/main" id="{3A7B05BD-2CAC-4031-B037-148B1D95A0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8026" y="4464050"/>
            <a:ext cx="136525" cy="1905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1" name="Freeform 118">
            <a:extLst>
              <a:ext uri="{FF2B5EF4-FFF2-40B4-BE49-F238E27FC236}">
                <a16:creationId xmlns:a16="http://schemas.microsoft.com/office/drawing/2014/main" id="{F98D25B0-4964-438C-B769-63BF47C79747}"/>
              </a:ext>
            </a:extLst>
          </p:cNvPr>
          <p:cNvSpPr>
            <a:spLocks/>
          </p:cNvSpPr>
          <p:nvPr/>
        </p:nvSpPr>
        <p:spPr bwMode="auto">
          <a:xfrm>
            <a:off x="4745039" y="4781551"/>
            <a:ext cx="147637" cy="138113"/>
          </a:xfrm>
          <a:custGeom>
            <a:avLst/>
            <a:gdLst>
              <a:gd name="T0" fmla="*/ 74612 w 93"/>
              <a:gd name="T1" fmla="*/ 136525 h 87"/>
              <a:gd name="T2" fmla="*/ 104775 w 93"/>
              <a:gd name="T3" fmla="*/ 128588 h 87"/>
              <a:gd name="T4" fmla="*/ 125412 w 93"/>
              <a:gd name="T5" fmla="*/ 117475 h 87"/>
              <a:gd name="T6" fmla="*/ 141287 w 93"/>
              <a:gd name="T7" fmla="*/ 95250 h 87"/>
              <a:gd name="T8" fmla="*/ 146050 w 93"/>
              <a:gd name="T9" fmla="*/ 68263 h 87"/>
              <a:gd name="T10" fmla="*/ 141287 w 93"/>
              <a:gd name="T11" fmla="*/ 41275 h 87"/>
              <a:gd name="T12" fmla="*/ 125412 w 93"/>
              <a:gd name="T13" fmla="*/ 19050 h 87"/>
              <a:gd name="T14" fmla="*/ 104775 w 93"/>
              <a:gd name="T15" fmla="*/ 4763 h 87"/>
              <a:gd name="T16" fmla="*/ 74612 w 93"/>
              <a:gd name="T17" fmla="*/ 0 h 87"/>
              <a:gd name="T18" fmla="*/ 46037 w 93"/>
              <a:gd name="T19" fmla="*/ 4763 h 87"/>
              <a:gd name="T20" fmla="*/ 20637 w 93"/>
              <a:gd name="T21" fmla="*/ 19050 h 87"/>
              <a:gd name="T22" fmla="*/ 4762 w 93"/>
              <a:gd name="T23" fmla="*/ 41275 h 87"/>
              <a:gd name="T24" fmla="*/ 0 w 93"/>
              <a:gd name="T25" fmla="*/ 68263 h 87"/>
              <a:gd name="T26" fmla="*/ 4762 w 93"/>
              <a:gd name="T27" fmla="*/ 95250 h 87"/>
              <a:gd name="T28" fmla="*/ 20637 w 93"/>
              <a:gd name="T29" fmla="*/ 117475 h 87"/>
              <a:gd name="T30" fmla="*/ 46037 w 93"/>
              <a:gd name="T31" fmla="*/ 128588 h 87"/>
              <a:gd name="T32" fmla="*/ 74612 w 93"/>
              <a:gd name="T33" fmla="*/ 136525 h 8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93"/>
              <a:gd name="T52" fmla="*/ 0 h 87"/>
              <a:gd name="T53" fmla="*/ 93 w 93"/>
              <a:gd name="T54" fmla="*/ 87 h 8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93" h="87">
                <a:moveTo>
                  <a:pt x="47" y="86"/>
                </a:moveTo>
                <a:lnTo>
                  <a:pt x="66" y="81"/>
                </a:lnTo>
                <a:lnTo>
                  <a:pt x="79" y="74"/>
                </a:lnTo>
                <a:lnTo>
                  <a:pt x="89" y="60"/>
                </a:lnTo>
                <a:lnTo>
                  <a:pt x="92" y="43"/>
                </a:lnTo>
                <a:lnTo>
                  <a:pt x="89" y="26"/>
                </a:lnTo>
                <a:lnTo>
                  <a:pt x="79" y="12"/>
                </a:lnTo>
                <a:lnTo>
                  <a:pt x="66" y="3"/>
                </a:lnTo>
                <a:lnTo>
                  <a:pt x="47" y="0"/>
                </a:lnTo>
                <a:lnTo>
                  <a:pt x="29" y="3"/>
                </a:lnTo>
                <a:lnTo>
                  <a:pt x="13" y="12"/>
                </a:lnTo>
                <a:lnTo>
                  <a:pt x="3" y="26"/>
                </a:lnTo>
                <a:lnTo>
                  <a:pt x="0" y="43"/>
                </a:lnTo>
                <a:lnTo>
                  <a:pt x="3" y="60"/>
                </a:lnTo>
                <a:lnTo>
                  <a:pt x="13" y="74"/>
                </a:lnTo>
                <a:lnTo>
                  <a:pt x="29" y="81"/>
                </a:lnTo>
                <a:lnTo>
                  <a:pt x="47" y="8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2" name="Line 119">
            <a:extLst>
              <a:ext uri="{FF2B5EF4-FFF2-40B4-BE49-F238E27FC236}">
                <a16:creationId xmlns:a16="http://schemas.microsoft.com/office/drawing/2014/main" id="{BABAA977-A64A-46F7-8EA8-4185E66879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8376" y="4811714"/>
            <a:ext cx="207963" cy="211137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3" name="Freeform 120">
            <a:extLst>
              <a:ext uri="{FF2B5EF4-FFF2-40B4-BE49-F238E27FC236}">
                <a16:creationId xmlns:a16="http://schemas.microsoft.com/office/drawing/2014/main" id="{27CB0F73-3409-46EA-98E7-59913EE10F2E}"/>
              </a:ext>
            </a:extLst>
          </p:cNvPr>
          <p:cNvSpPr>
            <a:spLocks/>
          </p:cNvSpPr>
          <p:nvPr/>
        </p:nvSpPr>
        <p:spPr bwMode="auto">
          <a:xfrm>
            <a:off x="4960939" y="4906964"/>
            <a:ext cx="142875" cy="103187"/>
          </a:xfrm>
          <a:custGeom>
            <a:avLst/>
            <a:gdLst>
              <a:gd name="T0" fmla="*/ 0 w 90"/>
              <a:gd name="T1" fmla="*/ 30162 h 65"/>
              <a:gd name="T2" fmla="*/ 41275 w 90"/>
              <a:gd name="T3" fmla="*/ 0 h 65"/>
              <a:gd name="T4" fmla="*/ 53975 w 90"/>
              <a:gd name="T5" fmla="*/ 14287 h 65"/>
              <a:gd name="T6" fmla="*/ 63500 w 90"/>
              <a:gd name="T7" fmla="*/ 30162 h 65"/>
              <a:gd name="T8" fmla="*/ 58738 w 90"/>
              <a:gd name="T9" fmla="*/ 41275 h 65"/>
              <a:gd name="T10" fmla="*/ 53975 w 90"/>
              <a:gd name="T11" fmla="*/ 55562 h 65"/>
              <a:gd name="T12" fmla="*/ 20637 w 90"/>
              <a:gd name="T13" fmla="*/ 101600 h 65"/>
              <a:gd name="T14" fmla="*/ 74612 w 90"/>
              <a:gd name="T15" fmla="*/ 60325 h 65"/>
              <a:gd name="T16" fmla="*/ 104775 w 90"/>
              <a:gd name="T17" fmla="*/ 44450 h 65"/>
              <a:gd name="T18" fmla="*/ 141288 w 90"/>
              <a:gd name="T19" fmla="*/ 41275 h 6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0"/>
              <a:gd name="T31" fmla="*/ 0 h 65"/>
              <a:gd name="T32" fmla="*/ 90 w 90"/>
              <a:gd name="T33" fmla="*/ 65 h 6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0" h="65">
                <a:moveTo>
                  <a:pt x="0" y="19"/>
                </a:moveTo>
                <a:lnTo>
                  <a:pt x="26" y="0"/>
                </a:lnTo>
                <a:lnTo>
                  <a:pt x="34" y="9"/>
                </a:lnTo>
                <a:lnTo>
                  <a:pt x="40" y="19"/>
                </a:lnTo>
                <a:lnTo>
                  <a:pt x="37" y="26"/>
                </a:lnTo>
                <a:lnTo>
                  <a:pt x="34" y="35"/>
                </a:lnTo>
                <a:lnTo>
                  <a:pt x="13" y="64"/>
                </a:lnTo>
                <a:lnTo>
                  <a:pt x="47" y="38"/>
                </a:lnTo>
                <a:lnTo>
                  <a:pt x="66" y="28"/>
                </a:lnTo>
                <a:lnTo>
                  <a:pt x="89" y="2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4" name="Freeform 121">
            <a:extLst>
              <a:ext uri="{FF2B5EF4-FFF2-40B4-BE49-F238E27FC236}">
                <a16:creationId xmlns:a16="http://schemas.microsoft.com/office/drawing/2014/main" id="{1C7F6442-511F-4222-A571-689DFB667302}"/>
              </a:ext>
            </a:extLst>
          </p:cNvPr>
          <p:cNvSpPr>
            <a:spLocks/>
          </p:cNvSpPr>
          <p:nvPr/>
        </p:nvSpPr>
        <p:spPr bwMode="auto">
          <a:xfrm>
            <a:off x="4891088" y="4713289"/>
            <a:ext cx="50800" cy="47625"/>
          </a:xfrm>
          <a:custGeom>
            <a:avLst/>
            <a:gdLst>
              <a:gd name="T0" fmla="*/ 25400 w 32"/>
              <a:gd name="T1" fmla="*/ 46038 h 30"/>
              <a:gd name="T2" fmla="*/ 41275 w 32"/>
              <a:gd name="T3" fmla="*/ 38100 h 30"/>
              <a:gd name="T4" fmla="*/ 49212 w 32"/>
              <a:gd name="T5" fmla="*/ 23813 h 30"/>
              <a:gd name="T6" fmla="*/ 41275 w 32"/>
              <a:gd name="T7" fmla="*/ 7938 h 30"/>
              <a:gd name="T8" fmla="*/ 25400 w 32"/>
              <a:gd name="T9" fmla="*/ 0 h 30"/>
              <a:gd name="T10" fmla="*/ 7937 w 32"/>
              <a:gd name="T11" fmla="*/ 7938 h 30"/>
              <a:gd name="T12" fmla="*/ 0 w 32"/>
              <a:gd name="T13" fmla="*/ 23813 h 30"/>
              <a:gd name="T14" fmla="*/ 7937 w 32"/>
              <a:gd name="T15" fmla="*/ 38100 h 30"/>
              <a:gd name="T16" fmla="*/ 25400 w 32"/>
              <a:gd name="T17" fmla="*/ 46038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0"/>
              <a:gd name="T29" fmla="*/ 32 w 32"/>
              <a:gd name="T30" fmla="*/ 30 h 3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0">
                <a:moveTo>
                  <a:pt x="16" y="29"/>
                </a:moveTo>
                <a:lnTo>
                  <a:pt x="26" y="24"/>
                </a:lnTo>
                <a:lnTo>
                  <a:pt x="31" y="15"/>
                </a:lnTo>
                <a:lnTo>
                  <a:pt x="26" y="5"/>
                </a:lnTo>
                <a:lnTo>
                  <a:pt x="16" y="0"/>
                </a:lnTo>
                <a:lnTo>
                  <a:pt x="5" y="5"/>
                </a:lnTo>
                <a:lnTo>
                  <a:pt x="0" y="15"/>
                </a:lnTo>
                <a:lnTo>
                  <a:pt x="5" y="24"/>
                </a:lnTo>
                <a:lnTo>
                  <a:pt x="16" y="29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5" name="Line 122">
            <a:extLst>
              <a:ext uri="{FF2B5EF4-FFF2-40B4-BE49-F238E27FC236}">
                <a16:creationId xmlns:a16="http://schemas.microsoft.com/office/drawing/2014/main" id="{A27C5E62-BD43-43A9-BFE8-5FB572E5C5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4564" y="4849814"/>
            <a:ext cx="136525" cy="222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6" name="Freeform 123">
            <a:extLst>
              <a:ext uri="{FF2B5EF4-FFF2-40B4-BE49-F238E27FC236}">
                <a16:creationId xmlns:a16="http://schemas.microsoft.com/office/drawing/2014/main" id="{A16B12AA-32A6-4E18-A020-4E7B147FF080}"/>
              </a:ext>
            </a:extLst>
          </p:cNvPr>
          <p:cNvSpPr>
            <a:spLocks/>
          </p:cNvSpPr>
          <p:nvPr/>
        </p:nvSpPr>
        <p:spPr bwMode="auto">
          <a:xfrm>
            <a:off x="2857500" y="5145089"/>
            <a:ext cx="471488" cy="427037"/>
          </a:xfrm>
          <a:custGeom>
            <a:avLst/>
            <a:gdLst>
              <a:gd name="T0" fmla="*/ 233363 w 297"/>
              <a:gd name="T1" fmla="*/ 425450 h 269"/>
              <a:gd name="T2" fmla="*/ 282575 w 297"/>
              <a:gd name="T3" fmla="*/ 422275 h 269"/>
              <a:gd name="T4" fmla="*/ 323850 w 297"/>
              <a:gd name="T5" fmla="*/ 411162 h 269"/>
              <a:gd name="T6" fmla="*/ 365125 w 297"/>
              <a:gd name="T7" fmla="*/ 392112 h 269"/>
              <a:gd name="T8" fmla="*/ 398463 w 297"/>
              <a:gd name="T9" fmla="*/ 365125 h 269"/>
              <a:gd name="T10" fmla="*/ 427038 w 297"/>
              <a:gd name="T11" fmla="*/ 331787 h 269"/>
              <a:gd name="T12" fmla="*/ 447675 w 297"/>
              <a:gd name="T13" fmla="*/ 296862 h 269"/>
              <a:gd name="T14" fmla="*/ 465138 w 297"/>
              <a:gd name="T15" fmla="*/ 255587 h 269"/>
              <a:gd name="T16" fmla="*/ 469900 w 297"/>
              <a:gd name="T17" fmla="*/ 214312 h 269"/>
              <a:gd name="T18" fmla="*/ 465138 w 297"/>
              <a:gd name="T19" fmla="*/ 169862 h 269"/>
              <a:gd name="T20" fmla="*/ 447675 w 297"/>
              <a:gd name="T21" fmla="*/ 131762 h 269"/>
              <a:gd name="T22" fmla="*/ 427038 w 297"/>
              <a:gd name="T23" fmla="*/ 93662 h 269"/>
              <a:gd name="T24" fmla="*/ 398463 w 297"/>
              <a:gd name="T25" fmla="*/ 63500 h 269"/>
              <a:gd name="T26" fmla="*/ 365125 w 297"/>
              <a:gd name="T27" fmla="*/ 36512 h 269"/>
              <a:gd name="T28" fmla="*/ 323850 w 297"/>
              <a:gd name="T29" fmla="*/ 17462 h 269"/>
              <a:gd name="T30" fmla="*/ 282575 w 297"/>
              <a:gd name="T31" fmla="*/ 6350 h 269"/>
              <a:gd name="T32" fmla="*/ 233363 w 297"/>
              <a:gd name="T33" fmla="*/ 0 h 269"/>
              <a:gd name="T34" fmla="*/ 187325 w 297"/>
              <a:gd name="T35" fmla="*/ 6350 h 269"/>
              <a:gd name="T36" fmla="*/ 141288 w 297"/>
              <a:gd name="T37" fmla="*/ 17462 h 269"/>
              <a:gd name="T38" fmla="*/ 104775 w 297"/>
              <a:gd name="T39" fmla="*/ 36512 h 269"/>
              <a:gd name="T40" fmla="*/ 66675 w 297"/>
              <a:gd name="T41" fmla="*/ 63500 h 269"/>
              <a:gd name="T42" fmla="*/ 38100 w 297"/>
              <a:gd name="T43" fmla="*/ 93662 h 269"/>
              <a:gd name="T44" fmla="*/ 17463 w 297"/>
              <a:gd name="T45" fmla="*/ 131762 h 269"/>
              <a:gd name="T46" fmla="*/ 4763 w 297"/>
              <a:gd name="T47" fmla="*/ 169862 h 269"/>
              <a:gd name="T48" fmla="*/ 0 w 297"/>
              <a:gd name="T49" fmla="*/ 214312 h 269"/>
              <a:gd name="T50" fmla="*/ 4763 w 297"/>
              <a:gd name="T51" fmla="*/ 255587 h 269"/>
              <a:gd name="T52" fmla="*/ 17463 w 297"/>
              <a:gd name="T53" fmla="*/ 296862 h 269"/>
              <a:gd name="T54" fmla="*/ 38100 w 297"/>
              <a:gd name="T55" fmla="*/ 331787 h 269"/>
              <a:gd name="T56" fmla="*/ 66675 w 297"/>
              <a:gd name="T57" fmla="*/ 365125 h 269"/>
              <a:gd name="T58" fmla="*/ 104775 w 297"/>
              <a:gd name="T59" fmla="*/ 392112 h 269"/>
              <a:gd name="T60" fmla="*/ 141288 w 297"/>
              <a:gd name="T61" fmla="*/ 411162 h 269"/>
              <a:gd name="T62" fmla="*/ 187325 w 297"/>
              <a:gd name="T63" fmla="*/ 422275 h 269"/>
              <a:gd name="T64" fmla="*/ 233363 w 297"/>
              <a:gd name="T65" fmla="*/ 425450 h 269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97"/>
              <a:gd name="T100" fmla="*/ 0 h 269"/>
              <a:gd name="T101" fmla="*/ 297 w 297"/>
              <a:gd name="T102" fmla="*/ 269 h 269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97" h="269">
                <a:moveTo>
                  <a:pt x="147" y="268"/>
                </a:moveTo>
                <a:lnTo>
                  <a:pt x="178" y="266"/>
                </a:lnTo>
                <a:lnTo>
                  <a:pt x="204" y="259"/>
                </a:lnTo>
                <a:lnTo>
                  <a:pt x="230" y="247"/>
                </a:lnTo>
                <a:lnTo>
                  <a:pt x="251" y="230"/>
                </a:lnTo>
                <a:lnTo>
                  <a:pt x="269" y="209"/>
                </a:lnTo>
                <a:lnTo>
                  <a:pt x="282" y="187"/>
                </a:lnTo>
                <a:lnTo>
                  <a:pt x="293" y="161"/>
                </a:lnTo>
                <a:lnTo>
                  <a:pt x="296" y="135"/>
                </a:lnTo>
                <a:lnTo>
                  <a:pt x="293" y="107"/>
                </a:lnTo>
                <a:lnTo>
                  <a:pt x="282" y="83"/>
                </a:lnTo>
                <a:lnTo>
                  <a:pt x="269" y="59"/>
                </a:lnTo>
                <a:lnTo>
                  <a:pt x="251" y="40"/>
                </a:lnTo>
                <a:lnTo>
                  <a:pt x="230" y="23"/>
                </a:lnTo>
                <a:lnTo>
                  <a:pt x="204" y="11"/>
                </a:lnTo>
                <a:lnTo>
                  <a:pt x="178" y="4"/>
                </a:lnTo>
                <a:lnTo>
                  <a:pt x="147" y="0"/>
                </a:lnTo>
                <a:lnTo>
                  <a:pt x="118" y="4"/>
                </a:lnTo>
                <a:lnTo>
                  <a:pt x="89" y="11"/>
                </a:lnTo>
                <a:lnTo>
                  <a:pt x="66" y="23"/>
                </a:lnTo>
                <a:lnTo>
                  <a:pt x="42" y="40"/>
                </a:lnTo>
                <a:lnTo>
                  <a:pt x="24" y="59"/>
                </a:lnTo>
                <a:lnTo>
                  <a:pt x="11" y="83"/>
                </a:lnTo>
                <a:lnTo>
                  <a:pt x="3" y="107"/>
                </a:lnTo>
                <a:lnTo>
                  <a:pt x="0" y="135"/>
                </a:lnTo>
                <a:lnTo>
                  <a:pt x="3" y="161"/>
                </a:lnTo>
                <a:lnTo>
                  <a:pt x="11" y="187"/>
                </a:lnTo>
                <a:lnTo>
                  <a:pt x="24" y="209"/>
                </a:lnTo>
                <a:lnTo>
                  <a:pt x="42" y="230"/>
                </a:lnTo>
                <a:lnTo>
                  <a:pt x="66" y="247"/>
                </a:lnTo>
                <a:lnTo>
                  <a:pt x="89" y="259"/>
                </a:lnTo>
                <a:lnTo>
                  <a:pt x="118" y="266"/>
                </a:lnTo>
                <a:lnTo>
                  <a:pt x="147" y="268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7" name="Freeform 124">
            <a:extLst>
              <a:ext uri="{FF2B5EF4-FFF2-40B4-BE49-F238E27FC236}">
                <a16:creationId xmlns:a16="http://schemas.microsoft.com/office/drawing/2014/main" id="{23218B43-A483-4288-89F4-3705B9F05861}"/>
              </a:ext>
            </a:extLst>
          </p:cNvPr>
          <p:cNvSpPr>
            <a:spLocks/>
          </p:cNvSpPr>
          <p:nvPr/>
        </p:nvSpPr>
        <p:spPr bwMode="auto">
          <a:xfrm>
            <a:off x="3294063" y="5060950"/>
            <a:ext cx="120650" cy="107950"/>
          </a:xfrm>
          <a:custGeom>
            <a:avLst/>
            <a:gdLst>
              <a:gd name="T0" fmla="*/ 57150 w 76"/>
              <a:gd name="T1" fmla="*/ 106363 h 68"/>
              <a:gd name="T2" fmla="*/ 82550 w 76"/>
              <a:gd name="T3" fmla="*/ 101600 h 68"/>
              <a:gd name="T4" fmla="*/ 103188 w 76"/>
              <a:gd name="T5" fmla="*/ 90487 h 68"/>
              <a:gd name="T6" fmla="*/ 115888 w 76"/>
              <a:gd name="T7" fmla="*/ 76200 h 68"/>
              <a:gd name="T8" fmla="*/ 119063 w 76"/>
              <a:gd name="T9" fmla="*/ 52388 h 68"/>
              <a:gd name="T10" fmla="*/ 115888 w 76"/>
              <a:gd name="T11" fmla="*/ 34925 h 68"/>
              <a:gd name="T12" fmla="*/ 103188 w 76"/>
              <a:gd name="T13" fmla="*/ 15875 h 68"/>
              <a:gd name="T14" fmla="*/ 82550 w 76"/>
              <a:gd name="T15" fmla="*/ 4762 h 68"/>
              <a:gd name="T16" fmla="*/ 57150 w 76"/>
              <a:gd name="T17" fmla="*/ 0 h 68"/>
              <a:gd name="T18" fmla="*/ 36512 w 76"/>
              <a:gd name="T19" fmla="*/ 4762 h 68"/>
              <a:gd name="T20" fmla="*/ 20637 w 76"/>
              <a:gd name="T21" fmla="*/ 15875 h 68"/>
              <a:gd name="T22" fmla="*/ 3175 w 76"/>
              <a:gd name="T23" fmla="*/ 34925 h 68"/>
              <a:gd name="T24" fmla="*/ 0 w 76"/>
              <a:gd name="T25" fmla="*/ 52388 h 68"/>
              <a:gd name="T26" fmla="*/ 3175 w 76"/>
              <a:gd name="T27" fmla="*/ 76200 h 68"/>
              <a:gd name="T28" fmla="*/ 20637 w 76"/>
              <a:gd name="T29" fmla="*/ 90487 h 68"/>
              <a:gd name="T30" fmla="*/ 36512 w 76"/>
              <a:gd name="T31" fmla="*/ 101600 h 68"/>
              <a:gd name="T32" fmla="*/ 57150 w 76"/>
              <a:gd name="T33" fmla="*/ 106363 h 68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76"/>
              <a:gd name="T52" fmla="*/ 0 h 68"/>
              <a:gd name="T53" fmla="*/ 76 w 76"/>
              <a:gd name="T54" fmla="*/ 68 h 68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76" h="68">
                <a:moveTo>
                  <a:pt x="36" y="67"/>
                </a:moveTo>
                <a:lnTo>
                  <a:pt x="52" y="64"/>
                </a:lnTo>
                <a:lnTo>
                  <a:pt x="65" y="57"/>
                </a:lnTo>
                <a:lnTo>
                  <a:pt x="73" y="48"/>
                </a:lnTo>
                <a:lnTo>
                  <a:pt x="75" y="33"/>
                </a:lnTo>
                <a:lnTo>
                  <a:pt x="73" y="22"/>
                </a:lnTo>
                <a:lnTo>
                  <a:pt x="65" y="10"/>
                </a:lnTo>
                <a:lnTo>
                  <a:pt x="52" y="3"/>
                </a:lnTo>
                <a:lnTo>
                  <a:pt x="36" y="0"/>
                </a:lnTo>
                <a:lnTo>
                  <a:pt x="23" y="3"/>
                </a:lnTo>
                <a:lnTo>
                  <a:pt x="13" y="10"/>
                </a:lnTo>
                <a:lnTo>
                  <a:pt x="2" y="22"/>
                </a:lnTo>
                <a:lnTo>
                  <a:pt x="0" y="33"/>
                </a:lnTo>
                <a:lnTo>
                  <a:pt x="2" y="48"/>
                </a:lnTo>
                <a:lnTo>
                  <a:pt x="13" y="57"/>
                </a:lnTo>
                <a:lnTo>
                  <a:pt x="23" y="64"/>
                </a:lnTo>
                <a:lnTo>
                  <a:pt x="36" y="6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18" name="Line 125">
            <a:extLst>
              <a:ext uri="{FF2B5EF4-FFF2-40B4-BE49-F238E27FC236}">
                <a16:creationId xmlns:a16="http://schemas.microsoft.com/office/drawing/2014/main" id="{C8737948-209B-4AF7-9277-C1E1A284B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0" y="5359400"/>
            <a:ext cx="4699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19" name="Line 126">
            <a:extLst>
              <a:ext uri="{FF2B5EF4-FFF2-40B4-BE49-F238E27FC236}">
                <a16:creationId xmlns:a16="http://schemas.microsoft.com/office/drawing/2014/main" id="{E799FBE4-B8DD-4C30-AA53-7381FD381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8550" y="5283200"/>
            <a:ext cx="3556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0" name="Freeform 127">
            <a:extLst>
              <a:ext uri="{FF2B5EF4-FFF2-40B4-BE49-F238E27FC236}">
                <a16:creationId xmlns:a16="http://schemas.microsoft.com/office/drawing/2014/main" id="{E579466A-DCFE-4490-990A-A92C9A087B92}"/>
              </a:ext>
            </a:extLst>
          </p:cNvPr>
          <p:cNvSpPr>
            <a:spLocks/>
          </p:cNvSpPr>
          <p:nvPr/>
        </p:nvSpPr>
        <p:spPr bwMode="auto">
          <a:xfrm>
            <a:off x="3595689" y="5230814"/>
            <a:ext cx="130175" cy="115887"/>
          </a:xfrm>
          <a:custGeom>
            <a:avLst/>
            <a:gdLst>
              <a:gd name="T0" fmla="*/ 53975 w 82"/>
              <a:gd name="T1" fmla="*/ 0 h 73"/>
              <a:gd name="T2" fmla="*/ 30163 w 82"/>
              <a:gd name="T3" fmla="*/ 41275 h 73"/>
              <a:gd name="T4" fmla="*/ 17462 w 82"/>
              <a:gd name="T5" fmla="*/ 57150 h 73"/>
              <a:gd name="T6" fmla="*/ 0 w 82"/>
              <a:gd name="T7" fmla="*/ 71437 h 73"/>
              <a:gd name="T8" fmla="*/ 33337 w 82"/>
              <a:gd name="T9" fmla="*/ 76200 h 73"/>
              <a:gd name="T10" fmla="*/ 66675 w 82"/>
              <a:gd name="T11" fmla="*/ 84137 h 73"/>
              <a:gd name="T12" fmla="*/ 100012 w 82"/>
              <a:gd name="T13" fmla="*/ 95250 h 73"/>
              <a:gd name="T14" fmla="*/ 128588 w 82"/>
              <a:gd name="T15" fmla="*/ 114300 h 7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2"/>
              <a:gd name="T25" fmla="*/ 0 h 73"/>
              <a:gd name="T26" fmla="*/ 82 w 82"/>
              <a:gd name="T27" fmla="*/ 73 h 7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2" h="73">
                <a:moveTo>
                  <a:pt x="34" y="0"/>
                </a:moveTo>
                <a:lnTo>
                  <a:pt x="19" y="26"/>
                </a:lnTo>
                <a:lnTo>
                  <a:pt x="11" y="36"/>
                </a:lnTo>
                <a:lnTo>
                  <a:pt x="0" y="45"/>
                </a:lnTo>
                <a:lnTo>
                  <a:pt x="21" y="48"/>
                </a:lnTo>
                <a:lnTo>
                  <a:pt x="42" y="53"/>
                </a:lnTo>
                <a:lnTo>
                  <a:pt x="63" y="60"/>
                </a:lnTo>
                <a:lnTo>
                  <a:pt x="81" y="72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1" name="Line 128">
            <a:extLst>
              <a:ext uri="{FF2B5EF4-FFF2-40B4-BE49-F238E27FC236}">
                <a16:creationId xmlns:a16="http://schemas.microsoft.com/office/drawing/2014/main" id="{B79A12CF-8BBE-44E0-A4CC-36604B316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0050" y="5257801"/>
            <a:ext cx="0" cy="131763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2" name="Freeform 129">
            <a:extLst>
              <a:ext uri="{FF2B5EF4-FFF2-40B4-BE49-F238E27FC236}">
                <a16:creationId xmlns:a16="http://schemas.microsoft.com/office/drawing/2014/main" id="{F064B204-76E3-4D97-A8C8-052504C2EA3D}"/>
              </a:ext>
            </a:extLst>
          </p:cNvPr>
          <p:cNvSpPr>
            <a:spLocks/>
          </p:cNvSpPr>
          <p:nvPr/>
        </p:nvSpPr>
        <p:spPr bwMode="auto">
          <a:xfrm>
            <a:off x="4227514" y="5268913"/>
            <a:ext cx="92075" cy="61912"/>
          </a:xfrm>
          <a:custGeom>
            <a:avLst/>
            <a:gdLst>
              <a:gd name="T0" fmla="*/ 3175 w 58"/>
              <a:gd name="T1" fmla="*/ 60325 h 39"/>
              <a:gd name="T2" fmla="*/ 0 w 58"/>
              <a:gd name="T3" fmla="*/ 41275 h 39"/>
              <a:gd name="T4" fmla="*/ 3175 w 58"/>
              <a:gd name="T5" fmla="*/ 30162 h 39"/>
              <a:gd name="T6" fmla="*/ 23812 w 58"/>
              <a:gd name="T7" fmla="*/ 11112 h 39"/>
              <a:gd name="T8" fmla="*/ 57150 w 58"/>
              <a:gd name="T9" fmla="*/ 0 h 39"/>
              <a:gd name="T10" fmla="*/ 90488 w 58"/>
              <a:gd name="T11" fmla="*/ 0 h 3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8"/>
              <a:gd name="T19" fmla="*/ 0 h 39"/>
              <a:gd name="T20" fmla="*/ 58 w 58"/>
              <a:gd name="T21" fmla="*/ 39 h 3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8" h="39">
                <a:moveTo>
                  <a:pt x="2" y="38"/>
                </a:moveTo>
                <a:lnTo>
                  <a:pt x="0" y="26"/>
                </a:lnTo>
                <a:lnTo>
                  <a:pt x="2" y="19"/>
                </a:lnTo>
                <a:lnTo>
                  <a:pt x="15" y="7"/>
                </a:lnTo>
                <a:lnTo>
                  <a:pt x="36" y="0"/>
                </a:lnTo>
                <a:lnTo>
                  <a:pt x="57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3" name="Freeform 130">
            <a:extLst>
              <a:ext uri="{FF2B5EF4-FFF2-40B4-BE49-F238E27FC236}">
                <a16:creationId xmlns:a16="http://schemas.microsoft.com/office/drawing/2014/main" id="{54982074-06E2-44A0-8BB1-56561C938506}"/>
              </a:ext>
            </a:extLst>
          </p:cNvPr>
          <p:cNvSpPr>
            <a:spLocks/>
          </p:cNvSpPr>
          <p:nvPr/>
        </p:nvSpPr>
        <p:spPr bwMode="auto">
          <a:xfrm>
            <a:off x="4359275" y="5230813"/>
            <a:ext cx="52388" cy="152400"/>
          </a:xfrm>
          <a:custGeom>
            <a:avLst/>
            <a:gdLst>
              <a:gd name="T0" fmla="*/ 0 w 33"/>
              <a:gd name="T1" fmla="*/ 22225 h 96"/>
              <a:gd name="T2" fmla="*/ 4763 w 33"/>
              <a:gd name="T3" fmla="*/ 22225 h 96"/>
              <a:gd name="T4" fmla="*/ 12700 w 33"/>
              <a:gd name="T5" fmla="*/ 22225 h 96"/>
              <a:gd name="T6" fmla="*/ 25400 w 33"/>
              <a:gd name="T7" fmla="*/ 11112 h 96"/>
              <a:gd name="T8" fmla="*/ 30163 w 33"/>
              <a:gd name="T9" fmla="*/ 0 h 96"/>
              <a:gd name="T10" fmla="*/ 33338 w 33"/>
              <a:gd name="T11" fmla="*/ 0 h 96"/>
              <a:gd name="T12" fmla="*/ 38100 w 33"/>
              <a:gd name="T13" fmla="*/ 4763 h 96"/>
              <a:gd name="T14" fmla="*/ 46038 w 33"/>
              <a:gd name="T15" fmla="*/ 46037 h 96"/>
              <a:gd name="T16" fmla="*/ 50800 w 33"/>
              <a:gd name="T17" fmla="*/ 76200 h 96"/>
              <a:gd name="T18" fmla="*/ 46038 w 33"/>
              <a:gd name="T19" fmla="*/ 109538 h 96"/>
              <a:gd name="T20" fmla="*/ 41275 w 33"/>
              <a:gd name="T21" fmla="*/ 150813 h 9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3"/>
              <a:gd name="T34" fmla="*/ 0 h 96"/>
              <a:gd name="T35" fmla="*/ 33 w 33"/>
              <a:gd name="T36" fmla="*/ 96 h 9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3" h="96">
                <a:moveTo>
                  <a:pt x="0" y="14"/>
                </a:moveTo>
                <a:lnTo>
                  <a:pt x="3" y="14"/>
                </a:lnTo>
                <a:lnTo>
                  <a:pt x="8" y="14"/>
                </a:lnTo>
                <a:lnTo>
                  <a:pt x="16" y="7"/>
                </a:lnTo>
                <a:lnTo>
                  <a:pt x="19" y="0"/>
                </a:lnTo>
                <a:lnTo>
                  <a:pt x="21" y="0"/>
                </a:lnTo>
                <a:lnTo>
                  <a:pt x="24" y="3"/>
                </a:lnTo>
                <a:lnTo>
                  <a:pt x="29" y="29"/>
                </a:lnTo>
                <a:lnTo>
                  <a:pt x="32" y="48"/>
                </a:lnTo>
                <a:lnTo>
                  <a:pt x="29" y="69"/>
                </a:lnTo>
                <a:lnTo>
                  <a:pt x="26" y="9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4" name="Line 131">
            <a:extLst>
              <a:ext uri="{FF2B5EF4-FFF2-40B4-BE49-F238E27FC236}">
                <a16:creationId xmlns:a16="http://schemas.microsoft.com/office/drawing/2014/main" id="{78EEBD60-55C9-45A1-AB95-CD475FFA5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75" y="5381625"/>
            <a:ext cx="141288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5" name="Freeform 132">
            <a:extLst>
              <a:ext uri="{FF2B5EF4-FFF2-40B4-BE49-F238E27FC236}">
                <a16:creationId xmlns:a16="http://schemas.microsoft.com/office/drawing/2014/main" id="{B86E0543-911F-4646-8A61-D01F9D0E2F18}"/>
              </a:ext>
            </a:extLst>
          </p:cNvPr>
          <p:cNvSpPr>
            <a:spLocks/>
          </p:cNvSpPr>
          <p:nvPr/>
        </p:nvSpPr>
        <p:spPr bwMode="auto">
          <a:xfrm>
            <a:off x="4559301" y="5272088"/>
            <a:ext cx="441325" cy="31750"/>
          </a:xfrm>
          <a:custGeom>
            <a:avLst/>
            <a:gdLst>
              <a:gd name="T0" fmla="*/ 0 w 278"/>
              <a:gd name="T1" fmla="*/ 30163 h 20"/>
              <a:gd name="T2" fmla="*/ 219075 w 278"/>
              <a:gd name="T3" fmla="*/ 19050 h 20"/>
              <a:gd name="T4" fmla="*/ 439738 w 278"/>
              <a:gd name="T5" fmla="*/ 0 h 20"/>
              <a:gd name="T6" fmla="*/ 0 60000 65536"/>
              <a:gd name="T7" fmla="*/ 0 60000 65536"/>
              <a:gd name="T8" fmla="*/ 0 60000 65536"/>
              <a:gd name="T9" fmla="*/ 0 w 278"/>
              <a:gd name="T10" fmla="*/ 0 h 20"/>
              <a:gd name="T11" fmla="*/ 278 w 278"/>
              <a:gd name="T12" fmla="*/ 20 h 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8" h="20">
                <a:moveTo>
                  <a:pt x="0" y="19"/>
                </a:moveTo>
                <a:lnTo>
                  <a:pt x="138" y="12"/>
                </a:lnTo>
                <a:lnTo>
                  <a:pt x="277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6" name="Freeform 133">
            <a:extLst>
              <a:ext uri="{FF2B5EF4-FFF2-40B4-BE49-F238E27FC236}">
                <a16:creationId xmlns:a16="http://schemas.microsoft.com/office/drawing/2014/main" id="{CC1D3818-F5C6-4C91-A291-42C23B61E708}"/>
              </a:ext>
            </a:extLst>
          </p:cNvPr>
          <p:cNvSpPr>
            <a:spLocks/>
          </p:cNvSpPr>
          <p:nvPr/>
        </p:nvSpPr>
        <p:spPr bwMode="auto">
          <a:xfrm>
            <a:off x="4945064" y="5230813"/>
            <a:ext cx="109537" cy="152400"/>
          </a:xfrm>
          <a:custGeom>
            <a:avLst/>
            <a:gdLst>
              <a:gd name="T0" fmla="*/ 0 w 69"/>
              <a:gd name="T1" fmla="*/ 0 h 96"/>
              <a:gd name="T2" fmla="*/ 49212 w 69"/>
              <a:gd name="T3" fmla="*/ 34925 h 96"/>
              <a:gd name="T4" fmla="*/ 107950 w 69"/>
              <a:gd name="T5" fmla="*/ 52388 h 96"/>
              <a:gd name="T6" fmla="*/ 53975 w 69"/>
              <a:gd name="T7" fmla="*/ 98425 h 96"/>
              <a:gd name="T8" fmla="*/ 7937 w 69"/>
              <a:gd name="T9" fmla="*/ 150813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"/>
              <a:gd name="T16" fmla="*/ 0 h 96"/>
              <a:gd name="T17" fmla="*/ 69 w 69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" h="96">
                <a:moveTo>
                  <a:pt x="0" y="0"/>
                </a:moveTo>
                <a:lnTo>
                  <a:pt x="31" y="22"/>
                </a:lnTo>
                <a:lnTo>
                  <a:pt x="68" y="33"/>
                </a:lnTo>
                <a:lnTo>
                  <a:pt x="34" y="62"/>
                </a:lnTo>
                <a:lnTo>
                  <a:pt x="5" y="9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7" name="Line 134">
            <a:extLst>
              <a:ext uri="{FF2B5EF4-FFF2-40B4-BE49-F238E27FC236}">
                <a16:creationId xmlns:a16="http://schemas.microsoft.com/office/drawing/2014/main" id="{48C220A6-36A5-4B1B-A35D-DC4E83003F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2500" y="4718051"/>
            <a:ext cx="249238" cy="225425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28" name="Freeform 135">
            <a:extLst>
              <a:ext uri="{FF2B5EF4-FFF2-40B4-BE49-F238E27FC236}">
                <a16:creationId xmlns:a16="http://schemas.microsoft.com/office/drawing/2014/main" id="{8CB75FF2-3F72-4D17-BD87-391435CBA0C9}"/>
              </a:ext>
            </a:extLst>
          </p:cNvPr>
          <p:cNvSpPr>
            <a:spLocks/>
          </p:cNvSpPr>
          <p:nvPr/>
        </p:nvSpPr>
        <p:spPr bwMode="auto">
          <a:xfrm>
            <a:off x="3463926" y="4902201"/>
            <a:ext cx="142875" cy="85725"/>
          </a:xfrm>
          <a:custGeom>
            <a:avLst/>
            <a:gdLst>
              <a:gd name="T0" fmla="*/ 0 w 90"/>
              <a:gd name="T1" fmla="*/ 0 h 54"/>
              <a:gd name="T2" fmla="*/ 12700 w 90"/>
              <a:gd name="T3" fmla="*/ 41275 h 54"/>
              <a:gd name="T4" fmla="*/ 15875 w 90"/>
              <a:gd name="T5" fmla="*/ 60325 h 54"/>
              <a:gd name="T6" fmla="*/ 12700 w 90"/>
              <a:gd name="T7" fmla="*/ 84138 h 54"/>
              <a:gd name="T8" fmla="*/ 69850 w 90"/>
              <a:gd name="T9" fmla="*/ 46037 h 54"/>
              <a:gd name="T10" fmla="*/ 103188 w 90"/>
              <a:gd name="T11" fmla="*/ 34925 h 54"/>
              <a:gd name="T12" fmla="*/ 141288 w 90"/>
              <a:gd name="T13" fmla="*/ 26988 h 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54"/>
              <a:gd name="T23" fmla="*/ 90 w 90"/>
              <a:gd name="T24" fmla="*/ 54 h 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54">
                <a:moveTo>
                  <a:pt x="0" y="0"/>
                </a:moveTo>
                <a:lnTo>
                  <a:pt x="8" y="26"/>
                </a:lnTo>
                <a:lnTo>
                  <a:pt x="10" y="38"/>
                </a:lnTo>
                <a:lnTo>
                  <a:pt x="8" y="53"/>
                </a:lnTo>
                <a:lnTo>
                  <a:pt x="44" y="29"/>
                </a:lnTo>
                <a:lnTo>
                  <a:pt x="65" y="22"/>
                </a:lnTo>
                <a:lnTo>
                  <a:pt x="89" y="17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29" name="Line 136">
            <a:extLst>
              <a:ext uri="{FF2B5EF4-FFF2-40B4-BE49-F238E27FC236}">
                <a16:creationId xmlns:a16="http://schemas.microsoft.com/office/drawing/2014/main" id="{93FA168A-E955-47D2-BC75-3A2685522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5089" y="4562475"/>
            <a:ext cx="103187" cy="90488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30" name="Freeform 137">
            <a:extLst>
              <a:ext uri="{FF2B5EF4-FFF2-40B4-BE49-F238E27FC236}">
                <a16:creationId xmlns:a16="http://schemas.microsoft.com/office/drawing/2014/main" id="{DC89D0D1-AB38-45B1-90C6-0BC07BF911B5}"/>
              </a:ext>
            </a:extLst>
          </p:cNvPr>
          <p:cNvSpPr>
            <a:spLocks/>
          </p:cNvSpPr>
          <p:nvPr/>
        </p:nvSpPr>
        <p:spPr bwMode="auto">
          <a:xfrm>
            <a:off x="3919538" y="4498976"/>
            <a:ext cx="42862" cy="100013"/>
          </a:xfrm>
          <a:custGeom>
            <a:avLst/>
            <a:gdLst>
              <a:gd name="T0" fmla="*/ 25400 w 27"/>
              <a:gd name="T1" fmla="*/ 98425 h 63"/>
              <a:gd name="T2" fmla="*/ 12700 w 27"/>
              <a:gd name="T3" fmla="*/ 87313 h 63"/>
              <a:gd name="T4" fmla="*/ 4762 w 27"/>
              <a:gd name="T5" fmla="*/ 74613 h 63"/>
              <a:gd name="T6" fmla="*/ 0 w 27"/>
              <a:gd name="T7" fmla="*/ 60325 h 63"/>
              <a:gd name="T8" fmla="*/ 4762 w 27"/>
              <a:gd name="T9" fmla="*/ 49213 h 63"/>
              <a:gd name="T10" fmla="*/ 20637 w 27"/>
              <a:gd name="T11" fmla="*/ 22225 h 63"/>
              <a:gd name="T12" fmla="*/ 41275 w 27"/>
              <a:gd name="T13" fmla="*/ 0 h 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63"/>
              <a:gd name="T23" fmla="*/ 27 w 27"/>
              <a:gd name="T24" fmla="*/ 63 h 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63">
                <a:moveTo>
                  <a:pt x="16" y="62"/>
                </a:moveTo>
                <a:lnTo>
                  <a:pt x="8" y="55"/>
                </a:lnTo>
                <a:lnTo>
                  <a:pt x="3" y="47"/>
                </a:lnTo>
                <a:lnTo>
                  <a:pt x="0" y="38"/>
                </a:lnTo>
                <a:lnTo>
                  <a:pt x="3" y="31"/>
                </a:lnTo>
                <a:lnTo>
                  <a:pt x="13" y="14"/>
                </a:lnTo>
                <a:lnTo>
                  <a:pt x="26" y="0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1" name="Freeform 138">
            <a:extLst>
              <a:ext uri="{FF2B5EF4-FFF2-40B4-BE49-F238E27FC236}">
                <a16:creationId xmlns:a16="http://schemas.microsoft.com/office/drawing/2014/main" id="{2AFED94C-9EF9-464B-BB5F-CF93894C7D98}"/>
              </a:ext>
            </a:extLst>
          </p:cNvPr>
          <p:cNvSpPr>
            <a:spLocks/>
          </p:cNvSpPr>
          <p:nvPr/>
        </p:nvSpPr>
        <p:spPr bwMode="auto">
          <a:xfrm>
            <a:off x="3978275" y="4422776"/>
            <a:ext cx="134938" cy="104775"/>
          </a:xfrm>
          <a:custGeom>
            <a:avLst/>
            <a:gdLst>
              <a:gd name="T0" fmla="*/ 0 w 85"/>
              <a:gd name="T1" fmla="*/ 38100 h 66"/>
              <a:gd name="T2" fmla="*/ 12700 w 85"/>
              <a:gd name="T3" fmla="*/ 30162 h 66"/>
              <a:gd name="T4" fmla="*/ 7938 w 85"/>
              <a:gd name="T5" fmla="*/ 15875 h 66"/>
              <a:gd name="T6" fmla="*/ 7938 w 85"/>
              <a:gd name="T7" fmla="*/ 4762 h 66"/>
              <a:gd name="T8" fmla="*/ 12700 w 85"/>
              <a:gd name="T9" fmla="*/ 0 h 66"/>
              <a:gd name="T10" fmla="*/ 49213 w 85"/>
              <a:gd name="T11" fmla="*/ 23812 h 66"/>
              <a:gd name="T12" fmla="*/ 79375 w 85"/>
              <a:gd name="T13" fmla="*/ 46037 h 66"/>
              <a:gd name="T14" fmla="*/ 103188 w 85"/>
              <a:gd name="T15" fmla="*/ 68262 h 66"/>
              <a:gd name="T16" fmla="*/ 133350 w 85"/>
              <a:gd name="T17" fmla="*/ 103188 h 6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5"/>
              <a:gd name="T28" fmla="*/ 0 h 66"/>
              <a:gd name="T29" fmla="*/ 85 w 85"/>
              <a:gd name="T30" fmla="*/ 66 h 6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85" h="66">
                <a:moveTo>
                  <a:pt x="0" y="24"/>
                </a:moveTo>
                <a:lnTo>
                  <a:pt x="8" y="19"/>
                </a:lnTo>
                <a:lnTo>
                  <a:pt x="5" y="10"/>
                </a:lnTo>
                <a:lnTo>
                  <a:pt x="5" y="3"/>
                </a:lnTo>
                <a:lnTo>
                  <a:pt x="8" y="0"/>
                </a:lnTo>
                <a:lnTo>
                  <a:pt x="31" y="15"/>
                </a:lnTo>
                <a:lnTo>
                  <a:pt x="50" y="29"/>
                </a:lnTo>
                <a:lnTo>
                  <a:pt x="65" y="43"/>
                </a:lnTo>
                <a:lnTo>
                  <a:pt x="84" y="65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2" name="Line 139">
            <a:extLst>
              <a:ext uri="{FF2B5EF4-FFF2-40B4-BE49-F238E27FC236}">
                <a16:creationId xmlns:a16="http://schemas.microsoft.com/office/drawing/2014/main" id="{E7F130BC-150E-4A35-9D1C-7FD89E2A27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8289" y="4460875"/>
            <a:ext cx="103187" cy="9525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33" name="Line 140">
            <a:extLst>
              <a:ext uri="{FF2B5EF4-FFF2-40B4-BE49-F238E27FC236}">
                <a16:creationId xmlns:a16="http://schemas.microsoft.com/office/drawing/2014/main" id="{315712AA-BE40-4B72-AB4F-0D7E0F79CF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0838" y="4064000"/>
            <a:ext cx="285750" cy="306388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34" name="Freeform 141">
            <a:extLst>
              <a:ext uri="{FF2B5EF4-FFF2-40B4-BE49-F238E27FC236}">
                <a16:creationId xmlns:a16="http://schemas.microsoft.com/office/drawing/2014/main" id="{C44CB58C-25A5-4C62-8DAD-D7989A74CFF6}"/>
              </a:ext>
            </a:extLst>
          </p:cNvPr>
          <p:cNvSpPr>
            <a:spLocks/>
          </p:cNvSpPr>
          <p:nvPr/>
        </p:nvSpPr>
        <p:spPr bwMode="auto">
          <a:xfrm>
            <a:off x="4376738" y="4033838"/>
            <a:ext cx="125412" cy="138112"/>
          </a:xfrm>
          <a:custGeom>
            <a:avLst/>
            <a:gdLst>
              <a:gd name="T0" fmla="*/ 0 w 79"/>
              <a:gd name="T1" fmla="*/ 38100 h 87"/>
              <a:gd name="T2" fmla="*/ 61912 w 79"/>
              <a:gd name="T3" fmla="*/ 26987 h 87"/>
              <a:gd name="T4" fmla="*/ 90487 w 79"/>
              <a:gd name="T5" fmla="*/ 15875 h 87"/>
              <a:gd name="T6" fmla="*/ 115887 w 79"/>
              <a:gd name="T7" fmla="*/ 0 h 87"/>
              <a:gd name="T8" fmla="*/ 115887 w 79"/>
              <a:gd name="T9" fmla="*/ 68262 h 87"/>
              <a:gd name="T10" fmla="*/ 123825 w 79"/>
              <a:gd name="T11" fmla="*/ 136525 h 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9"/>
              <a:gd name="T19" fmla="*/ 0 h 87"/>
              <a:gd name="T20" fmla="*/ 79 w 79"/>
              <a:gd name="T21" fmla="*/ 87 h 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9" h="87">
                <a:moveTo>
                  <a:pt x="0" y="24"/>
                </a:moveTo>
                <a:lnTo>
                  <a:pt x="39" y="17"/>
                </a:lnTo>
                <a:lnTo>
                  <a:pt x="57" y="10"/>
                </a:lnTo>
                <a:lnTo>
                  <a:pt x="73" y="0"/>
                </a:lnTo>
                <a:lnTo>
                  <a:pt x="73" y="43"/>
                </a:lnTo>
                <a:lnTo>
                  <a:pt x="78" y="86"/>
                </a:lnTo>
              </a:path>
            </a:pathLst>
          </a:custGeom>
          <a:noFill/>
          <a:ln w="25400" cap="rnd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5" name="Freeform 142">
            <a:extLst>
              <a:ext uri="{FF2B5EF4-FFF2-40B4-BE49-F238E27FC236}">
                <a16:creationId xmlns:a16="http://schemas.microsoft.com/office/drawing/2014/main" id="{5F828933-8782-4019-818A-E5F0614FA62D}"/>
              </a:ext>
            </a:extLst>
          </p:cNvPr>
          <p:cNvSpPr>
            <a:spLocks/>
          </p:cNvSpPr>
          <p:nvPr/>
        </p:nvSpPr>
        <p:spPr bwMode="auto">
          <a:xfrm>
            <a:off x="1911350" y="6442076"/>
            <a:ext cx="8528050" cy="176213"/>
          </a:xfrm>
          <a:custGeom>
            <a:avLst/>
            <a:gdLst>
              <a:gd name="T0" fmla="*/ 4240213 w 5372"/>
              <a:gd name="T1" fmla="*/ 174625 h 111"/>
              <a:gd name="T2" fmla="*/ 112713 w 5372"/>
              <a:gd name="T3" fmla="*/ 174625 h 111"/>
              <a:gd name="T4" fmla="*/ 79375 w 5372"/>
              <a:gd name="T5" fmla="*/ 169863 h 111"/>
              <a:gd name="T6" fmla="*/ 41275 w 5372"/>
              <a:gd name="T7" fmla="*/ 152400 h 111"/>
              <a:gd name="T8" fmla="*/ 12700 w 5372"/>
              <a:gd name="T9" fmla="*/ 125413 h 111"/>
              <a:gd name="T10" fmla="*/ 4762 w 5372"/>
              <a:gd name="T11" fmla="*/ 106363 h 111"/>
              <a:gd name="T12" fmla="*/ 0 w 5372"/>
              <a:gd name="T13" fmla="*/ 84138 h 111"/>
              <a:gd name="T14" fmla="*/ 0 w 5372"/>
              <a:gd name="T15" fmla="*/ 84138 h 111"/>
              <a:gd name="T16" fmla="*/ 4762 w 5372"/>
              <a:gd name="T17" fmla="*/ 61913 h 111"/>
              <a:gd name="T18" fmla="*/ 9525 w 5372"/>
              <a:gd name="T19" fmla="*/ 42863 h 111"/>
              <a:gd name="T20" fmla="*/ 17462 w 5372"/>
              <a:gd name="T21" fmla="*/ 15875 h 111"/>
              <a:gd name="T22" fmla="*/ 30163 w 5372"/>
              <a:gd name="T23" fmla="*/ 7938 h 111"/>
              <a:gd name="T24" fmla="*/ 50800 w 5372"/>
              <a:gd name="T25" fmla="*/ 4763 h 111"/>
              <a:gd name="T26" fmla="*/ 74612 w 5372"/>
              <a:gd name="T27" fmla="*/ 0 h 111"/>
              <a:gd name="T28" fmla="*/ 112713 w 5372"/>
              <a:gd name="T29" fmla="*/ 0 h 111"/>
              <a:gd name="T30" fmla="*/ 7273925 w 5372"/>
              <a:gd name="T31" fmla="*/ 0 h 111"/>
              <a:gd name="T32" fmla="*/ 7281863 w 5372"/>
              <a:gd name="T33" fmla="*/ 0 h 111"/>
              <a:gd name="T34" fmla="*/ 7294563 w 5372"/>
              <a:gd name="T35" fmla="*/ 0 h 111"/>
              <a:gd name="T36" fmla="*/ 7315200 w 5372"/>
              <a:gd name="T37" fmla="*/ 0 h 111"/>
              <a:gd name="T38" fmla="*/ 7340600 w 5372"/>
              <a:gd name="T39" fmla="*/ 0 h 111"/>
              <a:gd name="T40" fmla="*/ 7369175 w 5372"/>
              <a:gd name="T41" fmla="*/ 0 h 111"/>
              <a:gd name="T42" fmla="*/ 7402513 w 5372"/>
              <a:gd name="T43" fmla="*/ 0 h 111"/>
              <a:gd name="T44" fmla="*/ 7485063 w 5372"/>
              <a:gd name="T45" fmla="*/ 0 h 111"/>
              <a:gd name="T46" fmla="*/ 7577138 w 5372"/>
              <a:gd name="T47" fmla="*/ 0 h 111"/>
              <a:gd name="T48" fmla="*/ 7680325 w 5372"/>
              <a:gd name="T49" fmla="*/ 0 h 111"/>
              <a:gd name="T50" fmla="*/ 7900988 w 5372"/>
              <a:gd name="T51" fmla="*/ 0 h 111"/>
              <a:gd name="T52" fmla="*/ 8120063 w 5372"/>
              <a:gd name="T53" fmla="*/ 4763 h 111"/>
              <a:gd name="T54" fmla="*/ 8220075 w 5372"/>
              <a:gd name="T55" fmla="*/ 7938 h 111"/>
              <a:gd name="T56" fmla="*/ 8310563 w 5372"/>
              <a:gd name="T57" fmla="*/ 12700 h 111"/>
              <a:gd name="T58" fmla="*/ 8385175 w 5372"/>
              <a:gd name="T59" fmla="*/ 15875 h 111"/>
              <a:gd name="T60" fmla="*/ 8415338 w 5372"/>
              <a:gd name="T61" fmla="*/ 15875 h 111"/>
              <a:gd name="T62" fmla="*/ 8443913 w 5372"/>
              <a:gd name="T63" fmla="*/ 19050 h 111"/>
              <a:gd name="T64" fmla="*/ 8464550 w 5372"/>
              <a:gd name="T65" fmla="*/ 23813 h 111"/>
              <a:gd name="T66" fmla="*/ 8482013 w 5372"/>
              <a:gd name="T67" fmla="*/ 23813 h 111"/>
              <a:gd name="T68" fmla="*/ 8489950 w 5372"/>
              <a:gd name="T69" fmla="*/ 26988 h 111"/>
              <a:gd name="T70" fmla="*/ 8493125 w 5372"/>
              <a:gd name="T71" fmla="*/ 31750 h 111"/>
              <a:gd name="T72" fmla="*/ 8505825 w 5372"/>
              <a:gd name="T73" fmla="*/ 34925 h 111"/>
              <a:gd name="T74" fmla="*/ 8513763 w 5372"/>
              <a:gd name="T75" fmla="*/ 46038 h 111"/>
              <a:gd name="T76" fmla="*/ 8523288 w 5372"/>
              <a:gd name="T77" fmla="*/ 57150 h 111"/>
              <a:gd name="T78" fmla="*/ 8526463 w 5372"/>
              <a:gd name="T79" fmla="*/ 65088 h 111"/>
              <a:gd name="T80" fmla="*/ 8523288 w 5372"/>
              <a:gd name="T81" fmla="*/ 92075 h 111"/>
              <a:gd name="T82" fmla="*/ 8513763 w 5372"/>
              <a:gd name="T83" fmla="*/ 114300 h 111"/>
              <a:gd name="T84" fmla="*/ 8502650 w 5372"/>
              <a:gd name="T85" fmla="*/ 136525 h 111"/>
              <a:gd name="T86" fmla="*/ 8472488 w 5372"/>
              <a:gd name="T87" fmla="*/ 158750 h 111"/>
              <a:gd name="T88" fmla="*/ 8443913 w 5372"/>
              <a:gd name="T89" fmla="*/ 166688 h 111"/>
              <a:gd name="T90" fmla="*/ 8415338 w 5372"/>
              <a:gd name="T91" fmla="*/ 174625 h 111"/>
              <a:gd name="T92" fmla="*/ 8394700 w 5372"/>
              <a:gd name="T93" fmla="*/ 174625 h 111"/>
              <a:gd name="T94" fmla="*/ 8385175 w 5372"/>
              <a:gd name="T95" fmla="*/ 174625 h 111"/>
              <a:gd name="T96" fmla="*/ 8385175 w 5372"/>
              <a:gd name="T97" fmla="*/ 174625 h 111"/>
              <a:gd name="T98" fmla="*/ 4240213 w 5372"/>
              <a:gd name="T99" fmla="*/ 174625 h 111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5372"/>
              <a:gd name="T151" fmla="*/ 0 h 111"/>
              <a:gd name="T152" fmla="*/ 5372 w 5372"/>
              <a:gd name="T153" fmla="*/ 111 h 111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5372" h="111">
                <a:moveTo>
                  <a:pt x="2671" y="110"/>
                </a:moveTo>
                <a:lnTo>
                  <a:pt x="71" y="110"/>
                </a:lnTo>
                <a:lnTo>
                  <a:pt x="50" y="107"/>
                </a:lnTo>
                <a:lnTo>
                  <a:pt x="26" y="96"/>
                </a:lnTo>
                <a:lnTo>
                  <a:pt x="8" y="79"/>
                </a:lnTo>
                <a:lnTo>
                  <a:pt x="3" y="67"/>
                </a:lnTo>
                <a:lnTo>
                  <a:pt x="0" y="53"/>
                </a:lnTo>
                <a:lnTo>
                  <a:pt x="3" y="39"/>
                </a:lnTo>
                <a:lnTo>
                  <a:pt x="6" y="27"/>
                </a:lnTo>
                <a:lnTo>
                  <a:pt x="11" y="10"/>
                </a:lnTo>
                <a:lnTo>
                  <a:pt x="19" y="5"/>
                </a:lnTo>
                <a:lnTo>
                  <a:pt x="32" y="3"/>
                </a:lnTo>
                <a:lnTo>
                  <a:pt x="47" y="0"/>
                </a:lnTo>
                <a:lnTo>
                  <a:pt x="71" y="0"/>
                </a:lnTo>
                <a:lnTo>
                  <a:pt x="4582" y="0"/>
                </a:lnTo>
                <a:lnTo>
                  <a:pt x="4587" y="0"/>
                </a:lnTo>
                <a:lnTo>
                  <a:pt x="4595" y="0"/>
                </a:lnTo>
                <a:lnTo>
                  <a:pt x="4608" y="0"/>
                </a:lnTo>
                <a:lnTo>
                  <a:pt x="4624" y="0"/>
                </a:lnTo>
                <a:lnTo>
                  <a:pt x="4642" y="0"/>
                </a:lnTo>
                <a:lnTo>
                  <a:pt x="4663" y="0"/>
                </a:lnTo>
                <a:lnTo>
                  <a:pt x="4715" y="0"/>
                </a:lnTo>
                <a:lnTo>
                  <a:pt x="4773" y="0"/>
                </a:lnTo>
                <a:lnTo>
                  <a:pt x="4838" y="0"/>
                </a:lnTo>
                <a:lnTo>
                  <a:pt x="4977" y="0"/>
                </a:lnTo>
                <a:lnTo>
                  <a:pt x="5115" y="3"/>
                </a:lnTo>
                <a:lnTo>
                  <a:pt x="5178" y="5"/>
                </a:lnTo>
                <a:lnTo>
                  <a:pt x="5235" y="8"/>
                </a:lnTo>
                <a:lnTo>
                  <a:pt x="5282" y="10"/>
                </a:lnTo>
                <a:lnTo>
                  <a:pt x="5301" y="10"/>
                </a:lnTo>
                <a:lnTo>
                  <a:pt x="5319" y="12"/>
                </a:lnTo>
                <a:lnTo>
                  <a:pt x="5332" y="15"/>
                </a:lnTo>
                <a:lnTo>
                  <a:pt x="5343" y="15"/>
                </a:lnTo>
                <a:lnTo>
                  <a:pt x="5348" y="17"/>
                </a:lnTo>
                <a:lnTo>
                  <a:pt x="5350" y="20"/>
                </a:lnTo>
                <a:lnTo>
                  <a:pt x="5358" y="22"/>
                </a:lnTo>
                <a:lnTo>
                  <a:pt x="5363" y="29"/>
                </a:lnTo>
                <a:lnTo>
                  <a:pt x="5369" y="36"/>
                </a:lnTo>
                <a:lnTo>
                  <a:pt x="5371" y="41"/>
                </a:lnTo>
                <a:lnTo>
                  <a:pt x="5369" y="58"/>
                </a:lnTo>
                <a:lnTo>
                  <a:pt x="5363" y="72"/>
                </a:lnTo>
                <a:lnTo>
                  <a:pt x="5356" y="86"/>
                </a:lnTo>
                <a:lnTo>
                  <a:pt x="5337" y="100"/>
                </a:lnTo>
                <a:lnTo>
                  <a:pt x="5319" y="105"/>
                </a:lnTo>
                <a:lnTo>
                  <a:pt x="5301" y="110"/>
                </a:lnTo>
                <a:lnTo>
                  <a:pt x="5288" y="110"/>
                </a:lnTo>
                <a:lnTo>
                  <a:pt x="5282" y="110"/>
                </a:lnTo>
                <a:lnTo>
                  <a:pt x="2671" y="110"/>
                </a:lnTo>
              </a:path>
            </a:pathLst>
          </a:custGeom>
          <a:solidFill>
            <a:srgbClr val="40BFFF"/>
          </a:solidFill>
          <a:ln w="12700" cap="rnd">
            <a:solidFill>
              <a:srgbClr val="40B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6" name="Freeform 143">
            <a:extLst>
              <a:ext uri="{FF2B5EF4-FFF2-40B4-BE49-F238E27FC236}">
                <a16:creationId xmlns:a16="http://schemas.microsoft.com/office/drawing/2014/main" id="{4AB39752-42DB-4BF9-962F-0DF74F5A3CCF}"/>
              </a:ext>
            </a:extLst>
          </p:cNvPr>
          <p:cNvSpPr>
            <a:spLocks/>
          </p:cNvSpPr>
          <p:nvPr/>
        </p:nvSpPr>
        <p:spPr bwMode="auto">
          <a:xfrm>
            <a:off x="1931988" y="6419850"/>
            <a:ext cx="8507412" cy="141288"/>
          </a:xfrm>
          <a:custGeom>
            <a:avLst/>
            <a:gdLst>
              <a:gd name="T0" fmla="*/ 4229100 w 5359"/>
              <a:gd name="T1" fmla="*/ 136525 h 89"/>
              <a:gd name="T2" fmla="*/ 107950 w 5359"/>
              <a:gd name="T3" fmla="*/ 136525 h 89"/>
              <a:gd name="T4" fmla="*/ 104775 w 5359"/>
              <a:gd name="T5" fmla="*/ 136525 h 89"/>
              <a:gd name="T6" fmla="*/ 92075 w 5359"/>
              <a:gd name="T7" fmla="*/ 131763 h 89"/>
              <a:gd name="T8" fmla="*/ 53975 w 5359"/>
              <a:gd name="T9" fmla="*/ 125413 h 89"/>
              <a:gd name="T10" fmla="*/ 33337 w 5359"/>
              <a:gd name="T11" fmla="*/ 114300 h 89"/>
              <a:gd name="T12" fmla="*/ 17462 w 5359"/>
              <a:gd name="T13" fmla="*/ 101600 h 89"/>
              <a:gd name="T14" fmla="*/ 4762 w 5359"/>
              <a:gd name="T15" fmla="*/ 84138 h 89"/>
              <a:gd name="T16" fmla="*/ 0 w 5359"/>
              <a:gd name="T17" fmla="*/ 57150 h 89"/>
              <a:gd name="T18" fmla="*/ 0 w 5359"/>
              <a:gd name="T19" fmla="*/ 53975 h 89"/>
              <a:gd name="T20" fmla="*/ 9525 w 5359"/>
              <a:gd name="T21" fmla="*/ 30163 h 89"/>
              <a:gd name="T22" fmla="*/ 30162 w 5359"/>
              <a:gd name="T23" fmla="*/ 11113 h 89"/>
              <a:gd name="T24" fmla="*/ 66675 w 5359"/>
              <a:gd name="T25" fmla="*/ 0 h 89"/>
              <a:gd name="T26" fmla="*/ 107950 w 5359"/>
              <a:gd name="T27" fmla="*/ 0 h 89"/>
              <a:gd name="T28" fmla="*/ 5746749 w 5359"/>
              <a:gd name="T29" fmla="*/ 0 h 89"/>
              <a:gd name="T30" fmla="*/ 5754687 w 5359"/>
              <a:gd name="T31" fmla="*/ 0 h 89"/>
              <a:gd name="T32" fmla="*/ 5780087 w 5359"/>
              <a:gd name="T33" fmla="*/ 0 h 89"/>
              <a:gd name="T34" fmla="*/ 5818187 w 5359"/>
              <a:gd name="T35" fmla="*/ 0 h 89"/>
              <a:gd name="T36" fmla="*/ 5867399 w 5359"/>
              <a:gd name="T37" fmla="*/ 0 h 89"/>
              <a:gd name="T38" fmla="*/ 5929312 w 5359"/>
              <a:gd name="T39" fmla="*/ 0 h 89"/>
              <a:gd name="T40" fmla="*/ 6000749 w 5359"/>
              <a:gd name="T41" fmla="*/ 0 h 89"/>
              <a:gd name="T42" fmla="*/ 6083299 w 5359"/>
              <a:gd name="T43" fmla="*/ 0 h 89"/>
              <a:gd name="T44" fmla="*/ 6170611 w 5359"/>
              <a:gd name="T45" fmla="*/ 0 h 89"/>
              <a:gd name="T46" fmla="*/ 6270624 w 5359"/>
              <a:gd name="T47" fmla="*/ 4763 h 89"/>
              <a:gd name="T48" fmla="*/ 6373811 w 5359"/>
              <a:gd name="T49" fmla="*/ 4763 h 89"/>
              <a:gd name="T50" fmla="*/ 6481761 w 5359"/>
              <a:gd name="T51" fmla="*/ 4763 h 89"/>
              <a:gd name="T52" fmla="*/ 6597650 w 5359"/>
              <a:gd name="T53" fmla="*/ 4763 h 89"/>
              <a:gd name="T54" fmla="*/ 6834188 w 5359"/>
              <a:gd name="T55" fmla="*/ 7938 h 89"/>
              <a:gd name="T56" fmla="*/ 7083425 w 5359"/>
              <a:gd name="T57" fmla="*/ 7938 h 89"/>
              <a:gd name="T58" fmla="*/ 7327900 w 5359"/>
              <a:gd name="T59" fmla="*/ 11113 h 89"/>
              <a:gd name="T60" fmla="*/ 7569200 w 5359"/>
              <a:gd name="T61" fmla="*/ 15875 h 89"/>
              <a:gd name="T62" fmla="*/ 7680325 w 5359"/>
              <a:gd name="T63" fmla="*/ 15875 h 89"/>
              <a:gd name="T64" fmla="*/ 7788275 w 5359"/>
              <a:gd name="T65" fmla="*/ 19050 h 89"/>
              <a:gd name="T66" fmla="*/ 7891462 w 5359"/>
              <a:gd name="T67" fmla="*/ 19050 h 89"/>
              <a:gd name="T68" fmla="*/ 7991475 w 5359"/>
              <a:gd name="T69" fmla="*/ 22225 h 89"/>
              <a:gd name="T70" fmla="*/ 8078787 w 5359"/>
              <a:gd name="T71" fmla="*/ 22225 h 89"/>
              <a:gd name="T72" fmla="*/ 8158162 w 5359"/>
              <a:gd name="T73" fmla="*/ 26988 h 89"/>
              <a:gd name="T74" fmla="*/ 8228012 w 5359"/>
              <a:gd name="T75" fmla="*/ 26988 h 89"/>
              <a:gd name="T76" fmla="*/ 8289925 w 5359"/>
              <a:gd name="T77" fmla="*/ 30163 h 89"/>
              <a:gd name="T78" fmla="*/ 8335962 w 5359"/>
              <a:gd name="T79" fmla="*/ 30163 h 89"/>
              <a:gd name="T80" fmla="*/ 8374062 w 5359"/>
              <a:gd name="T81" fmla="*/ 34925 h 89"/>
              <a:gd name="T82" fmla="*/ 8394700 w 5359"/>
              <a:gd name="T83" fmla="*/ 34925 h 89"/>
              <a:gd name="T84" fmla="*/ 8402637 w 5359"/>
              <a:gd name="T85" fmla="*/ 38100 h 89"/>
              <a:gd name="T86" fmla="*/ 8461375 w 5359"/>
              <a:gd name="T87" fmla="*/ 34925 h 89"/>
              <a:gd name="T88" fmla="*/ 8482012 w 5359"/>
              <a:gd name="T89" fmla="*/ 38100 h 89"/>
              <a:gd name="T90" fmla="*/ 8489950 w 5359"/>
              <a:gd name="T91" fmla="*/ 49213 h 89"/>
              <a:gd name="T92" fmla="*/ 8502650 w 5359"/>
              <a:gd name="T93" fmla="*/ 84138 h 89"/>
              <a:gd name="T94" fmla="*/ 8505825 w 5359"/>
              <a:gd name="T95" fmla="*/ 101600 h 89"/>
              <a:gd name="T96" fmla="*/ 8497887 w 5359"/>
              <a:gd name="T97" fmla="*/ 117475 h 89"/>
              <a:gd name="T98" fmla="*/ 8482012 w 5359"/>
              <a:gd name="T99" fmla="*/ 128588 h 89"/>
              <a:gd name="T100" fmla="*/ 8461375 w 5359"/>
              <a:gd name="T101" fmla="*/ 131763 h 89"/>
              <a:gd name="T102" fmla="*/ 8410575 w 5359"/>
              <a:gd name="T103" fmla="*/ 139700 h 89"/>
              <a:gd name="T104" fmla="*/ 8386762 w 5359"/>
              <a:gd name="T105" fmla="*/ 139700 h 89"/>
              <a:gd name="T106" fmla="*/ 8364537 w 5359"/>
              <a:gd name="T107" fmla="*/ 136525 h 89"/>
              <a:gd name="T108" fmla="*/ 8356600 w 5359"/>
              <a:gd name="T109" fmla="*/ 136525 h 89"/>
              <a:gd name="T110" fmla="*/ 8356600 w 5359"/>
              <a:gd name="T111" fmla="*/ 136525 h 89"/>
              <a:gd name="T112" fmla="*/ 4229100 w 5359"/>
              <a:gd name="T113" fmla="*/ 136525 h 89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5359"/>
              <a:gd name="T172" fmla="*/ 0 h 89"/>
              <a:gd name="T173" fmla="*/ 5359 w 5359"/>
              <a:gd name="T174" fmla="*/ 89 h 89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5359" h="89">
                <a:moveTo>
                  <a:pt x="2664" y="86"/>
                </a:moveTo>
                <a:lnTo>
                  <a:pt x="68" y="86"/>
                </a:lnTo>
                <a:lnTo>
                  <a:pt x="66" y="86"/>
                </a:lnTo>
                <a:lnTo>
                  <a:pt x="58" y="83"/>
                </a:lnTo>
                <a:lnTo>
                  <a:pt x="34" y="79"/>
                </a:lnTo>
                <a:lnTo>
                  <a:pt x="21" y="72"/>
                </a:lnTo>
                <a:lnTo>
                  <a:pt x="11" y="64"/>
                </a:lnTo>
                <a:lnTo>
                  <a:pt x="3" y="53"/>
                </a:lnTo>
                <a:lnTo>
                  <a:pt x="0" y="36"/>
                </a:lnTo>
                <a:lnTo>
                  <a:pt x="0" y="34"/>
                </a:lnTo>
                <a:lnTo>
                  <a:pt x="6" y="19"/>
                </a:lnTo>
                <a:lnTo>
                  <a:pt x="19" y="7"/>
                </a:lnTo>
                <a:lnTo>
                  <a:pt x="42" y="0"/>
                </a:lnTo>
                <a:lnTo>
                  <a:pt x="68" y="0"/>
                </a:lnTo>
                <a:lnTo>
                  <a:pt x="3620" y="0"/>
                </a:lnTo>
                <a:lnTo>
                  <a:pt x="3625" y="0"/>
                </a:lnTo>
                <a:lnTo>
                  <a:pt x="3641" y="0"/>
                </a:lnTo>
                <a:lnTo>
                  <a:pt x="3665" y="0"/>
                </a:lnTo>
                <a:lnTo>
                  <a:pt x="3696" y="0"/>
                </a:lnTo>
                <a:lnTo>
                  <a:pt x="3735" y="0"/>
                </a:lnTo>
                <a:lnTo>
                  <a:pt x="3780" y="0"/>
                </a:lnTo>
                <a:lnTo>
                  <a:pt x="3832" y="0"/>
                </a:lnTo>
                <a:lnTo>
                  <a:pt x="3887" y="0"/>
                </a:lnTo>
                <a:lnTo>
                  <a:pt x="3950" y="3"/>
                </a:lnTo>
                <a:lnTo>
                  <a:pt x="4015" y="3"/>
                </a:lnTo>
                <a:lnTo>
                  <a:pt x="4083" y="3"/>
                </a:lnTo>
                <a:lnTo>
                  <a:pt x="4156" y="3"/>
                </a:lnTo>
                <a:lnTo>
                  <a:pt x="4305" y="5"/>
                </a:lnTo>
                <a:lnTo>
                  <a:pt x="4462" y="5"/>
                </a:lnTo>
                <a:lnTo>
                  <a:pt x="4616" y="7"/>
                </a:lnTo>
                <a:lnTo>
                  <a:pt x="4768" y="10"/>
                </a:lnTo>
                <a:lnTo>
                  <a:pt x="4838" y="10"/>
                </a:lnTo>
                <a:lnTo>
                  <a:pt x="4906" y="12"/>
                </a:lnTo>
                <a:lnTo>
                  <a:pt x="4971" y="12"/>
                </a:lnTo>
                <a:lnTo>
                  <a:pt x="5034" y="14"/>
                </a:lnTo>
                <a:lnTo>
                  <a:pt x="5089" y="14"/>
                </a:lnTo>
                <a:lnTo>
                  <a:pt x="5139" y="17"/>
                </a:lnTo>
                <a:lnTo>
                  <a:pt x="5183" y="17"/>
                </a:lnTo>
                <a:lnTo>
                  <a:pt x="5222" y="19"/>
                </a:lnTo>
                <a:lnTo>
                  <a:pt x="5251" y="19"/>
                </a:lnTo>
                <a:lnTo>
                  <a:pt x="5275" y="22"/>
                </a:lnTo>
                <a:lnTo>
                  <a:pt x="5288" y="22"/>
                </a:lnTo>
                <a:lnTo>
                  <a:pt x="5293" y="24"/>
                </a:lnTo>
                <a:lnTo>
                  <a:pt x="5330" y="22"/>
                </a:lnTo>
                <a:lnTo>
                  <a:pt x="5343" y="24"/>
                </a:lnTo>
                <a:lnTo>
                  <a:pt x="5348" y="31"/>
                </a:lnTo>
                <a:lnTo>
                  <a:pt x="5356" y="53"/>
                </a:lnTo>
                <a:lnTo>
                  <a:pt x="5358" y="64"/>
                </a:lnTo>
                <a:lnTo>
                  <a:pt x="5353" y="74"/>
                </a:lnTo>
                <a:lnTo>
                  <a:pt x="5343" y="81"/>
                </a:lnTo>
                <a:lnTo>
                  <a:pt x="5330" y="83"/>
                </a:lnTo>
                <a:lnTo>
                  <a:pt x="5298" y="88"/>
                </a:lnTo>
                <a:lnTo>
                  <a:pt x="5283" y="88"/>
                </a:lnTo>
                <a:lnTo>
                  <a:pt x="5269" y="86"/>
                </a:lnTo>
                <a:lnTo>
                  <a:pt x="5264" y="86"/>
                </a:lnTo>
                <a:lnTo>
                  <a:pt x="2664" y="86"/>
                </a:lnTo>
              </a:path>
            </a:pathLst>
          </a:custGeom>
          <a:solidFill>
            <a:srgbClr val="9FFF60"/>
          </a:solidFill>
          <a:ln w="12700" cap="rnd">
            <a:solidFill>
              <a:srgbClr val="9FFF6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7" name="Freeform 144">
            <a:extLst>
              <a:ext uri="{FF2B5EF4-FFF2-40B4-BE49-F238E27FC236}">
                <a16:creationId xmlns:a16="http://schemas.microsoft.com/office/drawing/2014/main" id="{07214028-33FD-4DC1-8351-501430C8CB25}"/>
              </a:ext>
            </a:extLst>
          </p:cNvPr>
          <p:cNvSpPr>
            <a:spLocks/>
          </p:cNvSpPr>
          <p:nvPr/>
        </p:nvSpPr>
        <p:spPr bwMode="auto">
          <a:xfrm>
            <a:off x="1944689" y="6419850"/>
            <a:ext cx="8486775" cy="103188"/>
          </a:xfrm>
          <a:custGeom>
            <a:avLst/>
            <a:gdLst>
              <a:gd name="T0" fmla="*/ 4219575 w 5346"/>
              <a:gd name="T1" fmla="*/ 98425 h 65"/>
              <a:gd name="T2" fmla="*/ 112713 w 5346"/>
              <a:gd name="T3" fmla="*/ 98425 h 65"/>
              <a:gd name="T4" fmla="*/ 112713 w 5346"/>
              <a:gd name="T5" fmla="*/ 98425 h 65"/>
              <a:gd name="T6" fmla="*/ 104775 w 5346"/>
              <a:gd name="T7" fmla="*/ 101600 h 65"/>
              <a:gd name="T8" fmla="*/ 87312 w 5346"/>
              <a:gd name="T9" fmla="*/ 101600 h 65"/>
              <a:gd name="T10" fmla="*/ 66675 w 5346"/>
              <a:gd name="T11" fmla="*/ 98425 h 65"/>
              <a:gd name="T12" fmla="*/ 41275 w 5346"/>
              <a:gd name="T13" fmla="*/ 90488 h 65"/>
              <a:gd name="T14" fmla="*/ 20637 w 5346"/>
              <a:gd name="T15" fmla="*/ 79375 h 65"/>
              <a:gd name="T16" fmla="*/ 4762 w 5346"/>
              <a:gd name="T17" fmla="*/ 60325 h 65"/>
              <a:gd name="T18" fmla="*/ 0 w 5346"/>
              <a:gd name="T19" fmla="*/ 34925 h 65"/>
              <a:gd name="T20" fmla="*/ 4762 w 5346"/>
              <a:gd name="T21" fmla="*/ 30163 h 65"/>
              <a:gd name="T22" fmla="*/ 12700 w 5346"/>
              <a:gd name="T23" fmla="*/ 15875 h 65"/>
              <a:gd name="T24" fmla="*/ 33337 w 5346"/>
              <a:gd name="T25" fmla="*/ 4763 h 65"/>
              <a:gd name="T26" fmla="*/ 66675 w 5346"/>
              <a:gd name="T27" fmla="*/ 0 h 65"/>
              <a:gd name="T28" fmla="*/ 112713 w 5346"/>
              <a:gd name="T29" fmla="*/ 0 h 65"/>
              <a:gd name="T30" fmla="*/ 4219575 w 5346"/>
              <a:gd name="T31" fmla="*/ 0 h 65"/>
              <a:gd name="T32" fmla="*/ 8331200 w 5346"/>
              <a:gd name="T33" fmla="*/ 0 h 65"/>
              <a:gd name="T34" fmla="*/ 8369300 w 5346"/>
              <a:gd name="T35" fmla="*/ 0 h 65"/>
              <a:gd name="T36" fmla="*/ 8397875 w 5346"/>
              <a:gd name="T37" fmla="*/ 4763 h 65"/>
              <a:gd name="T38" fmla="*/ 8423275 w 5346"/>
              <a:gd name="T39" fmla="*/ 7938 h 65"/>
              <a:gd name="T40" fmla="*/ 8451850 w 5346"/>
              <a:gd name="T41" fmla="*/ 19050 h 65"/>
              <a:gd name="T42" fmla="*/ 8472488 w 5346"/>
              <a:gd name="T43" fmla="*/ 46038 h 65"/>
              <a:gd name="T44" fmla="*/ 8480425 w 5346"/>
              <a:gd name="T45" fmla="*/ 57150 h 65"/>
              <a:gd name="T46" fmla="*/ 8485188 w 5346"/>
              <a:gd name="T47" fmla="*/ 68263 h 65"/>
              <a:gd name="T48" fmla="*/ 8480425 w 5346"/>
              <a:gd name="T49" fmla="*/ 76200 h 65"/>
              <a:gd name="T50" fmla="*/ 8472488 w 5346"/>
              <a:gd name="T51" fmla="*/ 84138 h 65"/>
              <a:gd name="T52" fmla="*/ 8448675 w 5346"/>
              <a:gd name="T53" fmla="*/ 90488 h 65"/>
              <a:gd name="T54" fmla="*/ 8415338 w 5346"/>
              <a:gd name="T55" fmla="*/ 98425 h 65"/>
              <a:gd name="T56" fmla="*/ 8377238 w 5346"/>
              <a:gd name="T57" fmla="*/ 101600 h 65"/>
              <a:gd name="T58" fmla="*/ 8348663 w 5346"/>
              <a:gd name="T59" fmla="*/ 101600 h 65"/>
              <a:gd name="T60" fmla="*/ 8331200 w 5346"/>
              <a:gd name="T61" fmla="*/ 98425 h 65"/>
              <a:gd name="T62" fmla="*/ 8328025 w 5346"/>
              <a:gd name="T63" fmla="*/ 98425 h 65"/>
              <a:gd name="T64" fmla="*/ 8331200 w 5346"/>
              <a:gd name="T65" fmla="*/ 98425 h 65"/>
              <a:gd name="T66" fmla="*/ 4219575 w 5346"/>
              <a:gd name="T67" fmla="*/ 98425 h 6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5346"/>
              <a:gd name="T103" fmla="*/ 0 h 65"/>
              <a:gd name="T104" fmla="*/ 5346 w 5346"/>
              <a:gd name="T105" fmla="*/ 65 h 65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5346" h="65">
                <a:moveTo>
                  <a:pt x="2658" y="62"/>
                </a:moveTo>
                <a:lnTo>
                  <a:pt x="71" y="62"/>
                </a:lnTo>
                <a:lnTo>
                  <a:pt x="66" y="64"/>
                </a:lnTo>
                <a:lnTo>
                  <a:pt x="55" y="64"/>
                </a:lnTo>
                <a:lnTo>
                  <a:pt x="42" y="62"/>
                </a:lnTo>
                <a:lnTo>
                  <a:pt x="26" y="57"/>
                </a:lnTo>
                <a:lnTo>
                  <a:pt x="13" y="50"/>
                </a:lnTo>
                <a:lnTo>
                  <a:pt x="3" y="38"/>
                </a:lnTo>
                <a:lnTo>
                  <a:pt x="0" y="22"/>
                </a:lnTo>
                <a:lnTo>
                  <a:pt x="3" y="19"/>
                </a:lnTo>
                <a:lnTo>
                  <a:pt x="8" y="10"/>
                </a:lnTo>
                <a:lnTo>
                  <a:pt x="21" y="3"/>
                </a:lnTo>
                <a:lnTo>
                  <a:pt x="42" y="0"/>
                </a:lnTo>
                <a:lnTo>
                  <a:pt x="71" y="0"/>
                </a:lnTo>
                <a:lnTo>
                  <a:pt x="2658" y="0"/>
                </a:lnTo>
                <a:lnTo>
                  <a:pt x="5248" y="0"/>
                </a:lnTo>
                <a:lnTo>
                  <a:pt x="5272" y="0"/>
                </a:lnTo>
                <a:lnTo>
                  <a:pt x="5290" y="3"/>
                </a:lnTo>
                <a:lnTo>
                  <a:pt x="5306" y="5"/>
                </a:lnTo>
                <a:lnTo>
                  <a:pt x="5324" y="12"/>
                </a:lnTo>
                <a:lnTo>
                  <a:pt x="5337" y="29"/>
                </a:lnTo>
                <a:lnTo>
                  <a:pt x="5342" y="36"/>
                </a:lnTo>
                <a:lnTo>
                  <a:pt x="5345" y="43"/>
                </a:lnTo>
                <a:lnTo>
                  <a:pt x="5342" y="48"/>
                </a:lnTo>
                <a:lnTo>
                  <a:pt x="5337" y="53"/>
                </a:lnTo>
                <a:lnTo>
                  <a:pt x="5322" y="57"/>
                </a:lnTo>
                <a:lnTo>
                  <a:pt x="5301" y="62"/>
                </a:lnTo>
                <a:lnTo>
                  <a:pt x="5277" y="64"/>
                </a:lnTo>
                <a:lnTo>
                  <a:pt x="5259" y="64"/>
                </a:lnTo>
                <a:lnTo>
                  <a:pt x="5248" y="62"/>
                </a:lnTo>
                <a:lnTo>
                  <a:pt x="5246" y="62"/>
                </a:lnTo>
                <a:lnTo>
                  <a:pt x="5248" y="62"/>
                </a:lnTo>
                <a:lnTo>
                  <a:pt x="2658" y="62"/>
                </a:lnTo>
              </a:path>
            </a:pathLst>
          </a:custGeom>
          <a:solidFill>
            <a:srgbClr val="FFFFFF"/>
          </a:solidFill>
          <a:ln w="12700" cap="rnd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8" name="Freeform 145">
            <a:extLst>
              <a:ext uri="{FF2B5EF4-FFF2-40B4-BE49-F238E27FC236}">
                <a16:creationId xmlns:a16="http://schemas.microsoft.com/office/drawing/2014/main" id="{6BE82780-32AB-4F72-9E5B-CFEC3C6BE067}"/>
              </a:ext>
            </a:extLst>
          </p:cNvPr>
          <p:cNvSpPr>
            <a:spLocks/>
          </p:cNvSpPr>
          <p:nvPr/>
        </p:nvSpPr>
        <p:spPr bwMode="auto">
          <a:xfrm>
            <a:off x="1908176" y="6419850"/>
            <a:ext cx="8531225" cy="198438"/>
          </a:xfrm>
          <a:custGeom>
            <a:avLst/>
            <a:gdLst>
              <a:gd name="T0" fmla="*/ 4264025 w 5374"/>
              <a:gd name="T1" fmla="*/ 196850 h 125"/>
              <a:gd name="T2" fmla="*/ 8401050 w 5374"/>
              <a:gd name="T3" fmla="*/ 196850 h 125"/>
              <a:gd name="T4" fmla="*/ 8439150 w 5374"/>
              <a:gd name="T5" fmla="*/ 196850 h 125"/>
              <a:gd name="T6" fmla="*/ 8455025 w 5374"/>
              <a:gd name="T7" fmla="*/ 192088 h 125"/>
              <a:gd name="T8" fmla="*/ 8467725 w 5374"/>
              <a:gd name="T9" fmla="*/ 188913 h 125"/>
              <a:gd name="T10" fmla="*/ 8488363 w 5374"/>
              <a:gd name="T11" fmla="*/ 177800 h 125"/>
              <a:gd name="T12" fmla="*/ 8505825 w 5374"/>
              <a:gd name="T13" fmla="*/ 161925 h 125"/>
              <a:gd name="T14" fmla="*/ 8513763 w 5374"/>
              <a:gd name="T15" fmla="*/ 150813 h 125"/>
              <a:gd name="T16" fmla="*/ 8521700 w 5374"/>
              <a:gd name="T17" fmla="*/ 136525 h 125"/>
              <a:gd name="T18" fmla="*/ 8529638 w 5374"/>
              <a:gd name="T19" fmla="*/ 106363 h 125"/>
              <a:gd name="T20" fmla="*/ 8529638 w 5374"/>
              <a:gd name="T21" fmla="*/ 95250 h 125"/>
              <a:gd name="T22" fmla="*/ 8529638 w 5374"/>
              <a:gd name="T23" fmla="*/ 84138 h 125"/>
              <a:gd name="T24" fmla="*/ 8521700 w 5374"/>
              <a:gd name="T25" fmla="*/ 57150 h 125"/>
              <a:gd name="T26" fmla="*/ 8509000 w 5374"/>
              <a:gd name="T27" fmla="*/ 41275 h 125"/>
              <a:gd name="T28" fmla="*/ 8501063 w 5374"/>
              <a:gd name="T29" fmla="*/ 30163 h 125"/>
              <a:gd name="T30" fmla="*/ 8475663 w 5374"/>
              <a:gd name="T31" fmla="*/ 11113 h 125"/>
              <a:gd name="T32" fmla="*/ 8459788 w 5374"/>
              <a:gd name="T33" fmla="*/ 4763 h 125"/>
              <a:gd name="T34" fmla="*/ 8447088 w 5374"/>
              <a:gd name="T35" fmla="*/ 0 h 125"/>
              <a:gd name="T36" fmla="*/ 8426450 w 5374"/>
              <a:gd name="T37" fmla="*/ 0 h 125"/>
              <a:gd name="T38" fmla="*/ 4264025 w 5374"/>
              <a:gd name="T39" fmla="*/ 0 h 125"/>
              <a:gd name="T40" fmla="*/ 103188 w 5374"/>
              <a:gd name="T41" fmla="*/ 0 h 125"/>
              <a:gd name="T42" fmla="*/ 65088 w 5374"/>
              <a:gd name="T43" fmla="*/ 7938 h 125"/>
              <a:gd name="T44" fmla="*/ 36512 w 5374"/>
              <a:gd name="T45" fmla="*/ 19050 h 125"/>
              <a:gd name="T46" fmla="*/ 20637 w 5374"/>
              <a:gd name="T47" fmla="*/ 34925 h 125"/>
              <a:gd name="T48" fmla="*/ 15875 w 5374"/>
              <a:gd name="T49" fmla="*/ 41275 h 125"/>
              <a:gd name="T50" fmla="*/ 7938 w 5374"/>
              <a:gd name="T51" fmla="*/ 60325 h 125"/>
              <a:gd name="T52" fmla="*/ 0 w 5374"/>
              <a:gd name="T53" fmla="*/ 87313 h 125"/>
              <a:gd name="T54" fmla="*/ 0 w 5374"/>
              <a:gd name="T55" fmla="*/ 106363 h 125"/>
              <a:gd name="T56" fmla="*/ 7938 w 5374"/>
              <a:gd name="T57" fmla="*/ 131763 h 125"/>
              <a:gd name="T58" fmla="*/ 23812 w 5374"/>
              <a:gd name="T59" fmla="*/ 161925 h 125"/>
              <a:gd name="T60" fmla="*/ 41275 w 5374"/>
              <a:gd name="T61" fmla="*/ 177800 h 125"/>
              <a:gd name="T62" fmla="*/ 61913 w 5374"/>
              <a:gd name="T63" fmla="*/ 188913 h 125"/>
              <a:gd name="T64" fmla="*/ 90487 w 5374"/>
              <a:gd name="T65" fmla="*/ 196850 h 125"/>
              <a:gd name="T66" fmla="*/ 131763 w 5374"/>
              <a:gd name="T67" fmla="*/ 196850 h 125"/>
              <a:gd name="T68" fmla="*/ 4264025 w 5374"/>
              <a:gd name="T69" fmla="*/ 196850 h 125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5374"/>
              <a:gd name="T106" fmla="*/ 0 h 125"/>
              <a:gd name="T107" fmla="*/ 5374 w 5374"/>
              <a:gd name="T108" fmla="*/ 125 h 125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5374" h="125">
                <a:moveTo>
                  <a:pt x="2686" y="124"/>
                </a:moveTo>
                <a:lnTo>
                  <a:pt x="5292" y="124"/>
                </a:lnTo>
                <a:lnTo>
                  <a:pt x="5316" y="124"/>
                </a:lnTo>
                <a:lnTo>
                  <a:pt x="5326" y="121"/>
                </a:lnTo>
                <a:lnTo>
                  <a:pt x="5334" y="119"/>
                </a:lnTo>
                <a:lnTo>
                  <a:pt x="5347" y="112"/>
                </a:lnTo>
                <a:lnTo>
                  <a:pt x="5358" y="102"/>
                </a:lnTo>
                <a:lnTo>
                  <a:pt x="5363" y="95"/>
                </a:lnTo>
                <a:lnTo>
                  <a:pt x="5368" y="86"/>
                </a:lnTo>
                <a:lnTo>
                  <a:pt x="5373" y="67"/>
                </a:lnTo>
                <a:lnTo>
                  <a:pt x="5373" y="60"/>
                </a:lnTo>
                <a:lnTo>
                  <a:pt x="5373" y="53"/>
                </a:lnTo>
                <a:lnTo>
                  <a:pt x="5368" y="36"/>
                </a:lnTo>
                <a:lnTo>
                  <a:pt x="5360" y="26"/>
                </a:lnTo>
                <a:lnTo>
                  <a:pt x="5355" y="19"/>
                </a:lnTo>
                <a:lnTo>
                  <a:pt x="5339" y="7"/>
                </a:lnTo>
                <a:lnTo>
                  <a:pt x="5329" y="3"/>
                </a:lnTo>
                <a:lnTo>
                  <a:pt x="5321" y="0"/>
                </a:lnTo>
                <a:lnTo>
                  <a:pt x="5308" y="0"/>
                </a:lnTo>
                <a:lnTo>
                  <a:pt x="2686" y="0"/>
                </a:lnTo>
                <a:lnTo>
                  <a:pt x="65" y="0"/>
                </a:lnTo>
                <a:lnTo>
                  <a:pt x="41" y="5"/>
                </a:lnTo>
                <a:lnTo>
                  <a:pt x="23" y="12"/>
                </a:lnTo>
                <a:lnTo>
                  <a:pt x="13" y="22"/>
                </a:lnTo>
                <a:lnTo>
                  <a:pt x="10" y="26"/>
                </a:lnTo>
                <a:lnTo>
                  <a:pt x="5" y="38"/>
                </a:lnTo>
                <a:lnTo>
                  <a:pt x="0" y="55"/>
                </a:lnTo>
                <a:lnTo>
                  <a:pt x="0" y="67"/>
                </a:lnTo>
                <a:lnTo>
                  <a:pt x="5" y="83"/>
                </a:lnTo>
                <a:lnTo>
                  <a:pt x="15" y="102"/>
                </a:lnTo>
                <a:lnTo>
                  <a:pt x="26" y="112"/>
                </a:lnTo>
                <a:lnTo>
                  <a:pt x="39" y="119"/>
                </a:lnTo>
                <a:lnTo>
                  <a:pt x="57" y="124"/>
                </a:lnTo>
                <a:lnTo>
                  <a:pt x="83" y="124"/>
                </a:lnTo>
                <a:lnTo>
                  <a:pt x="2686" y="124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3639" name="Freeform 146">
            <a:extLst>
              <a:ext uri="{FF2B5EF4-FFF2-40B4-BE49-F238E27FC236}">
                <a16:creationId xmlns:a16="http://schemas.microsoft.com/office/drawing/2014/main" id="{026E43F8-FD62-4F48-A8E4-1317CB79F3AB}"/>
              </a:ext>
            </a:extLst>
          </p:cNvPr>
          <p:cNvSpPr>
            <a:spLocks/>
          </p:cNvSpPr>
          <p:nvPr/>
        </p:nvSpPr>
        <p:spPr bwMode="auto">
          <a:xfrm>
            <a:off x="2624138" y="2722564"/>
            <a:ext cx="4691062" cy="3284537"/>
          </a:xfrm>
          <a:custGeom>
            <a:avLst/>
            <a:gdLst>
              <a:gd name="T0" fmla="*/ 4195762 w 2955"/>
              <a:gd name="T1" fmla="*/ 1235075 h 2069"/>
              <a:gd name="T2" fmla="*/ 4195762 w 2955"/>
              <a:gd name="T3" fmla="*/ 812800 h 2069"/>
              <a:gd name="T4" fmla="*/ 4195762 w 2955"/>
              <a:gd name="T5" fmla="*/ 458787 h 2069"/>
              <a:gd name="T6" fmla="*/ 3913187 w 2955"/>
              <a:gd name="T7" fmla="*/ 106362 h 2069"/>
              <a:gd name="T8" fmla="*/ 3349625 w 2955"/>
              <a:gd name="T9" fmla="*/ 0 h 2069"/>
              <a:gd name="T10" fmla="*/ 2925762 w 2955"/>
              <a:gd name="T11" fmla="*/ 0 h 2069"/>
              <a:gd name="T12" fmla="*/ 2220912 w 2955"/>
              <a:gd name="T13" fmla="*/ 36512 h 2069"/>
              <a:gd name="T14" fmla="*/ 1938337 w 2955"/>
              <a:gd name="T15" fmla="*/ 71437 h 2069"/>
              <a:gd name="T16" fmla="*/ 1092200 w 2955"/>
              <a:gd name="T17" fmla="*/ 282575 h 2069"/>
              <a:gd name="T18" fmla="*/ 950912 w 2955"/>
              <a:gd name="T19" fmla="*/ 565150 h 2069"/>
              <a:gd name="T20" fmla="*/ 809625 w 2955"/>
              <a:gd name="T21" fmla="*/ 776287 h 2069"/>
              <a:gd name="T22" fmla="*/ 739775 w 2955"/>
              <a:gd name="T23" fmla="*/ 989012 h 2069"/>
              <a:gd name="T24" fmla="*/ 598487 w 2955"/>
              <a:gd name="T25" fmla="*/ 1200150 h 2069"/>
              <a:gd name="T26" fmla="*/ 387350 w 2955"/>
              <a:gd name="T27" fmla="*/ 1412875 h 2069"/>
              <a:gd name="T28" fmla="*/ 211138 w 2955"/>
              <a:gd name="T29" fmla="*/ 1800225 h 2069"/>
              <a:gd name="T30" fmla="*/ 176212 w 2955"/>
              <a:gd name="T31" fmla="*/ 1976437 h 2069"/>
              <a:gd name="T32" fmla="*/ 139700 w 2955"/>
              <a:gd name="T33" fmla="*/ 2189162 h 2069"/>
              <a:gd name="T34" fmla="*/ 104775 w 2955"/>
              <a:gd name="T35" fmla="*/ 2365374 h 2069"/>
              <a:gd name="T36" fmla="*/ 34925 w 2955"/>
              <a:gd name="T37" fmla="*/ 2576512 h 2069"/>
              <a:gd name="T38" fmla="*/ 0 w 2955"/>
              <a:gd name="T39" fmla="*/ 2789237 h 2069"/>
              <a:gd name="T40" fmla="*/ 0 w 2955"/>
              <a:gd name="T41" fmla="*/ 3000374 h 2069"/>
              <a:gd name="T42" fmla="*/ 176212 w 2955"/>
              <a:gd name="T43" fmla="*/ 3141661 h 2069"/>
              <a:gd name="T44" fmla="*/ 422275 w 2955"/>
              <a:gd name="T45" fmla="*/ 3211511 h 2069"/>
              <a:gd name="T46" fmla="*/ 1092200 w 2955"/>
              <a:gd name="T47" fmla="*/ 3282950 h 2069"/>
              <a:gd name="T48" fmla="*/ 1339850 w 2955"/>
              <a:gd name="T49" fmla="*/ 3282950 h 2069"/>
              <a:gd name="T50" fmla="*/ 1516062 w 2955"/>
              <a:gd name="T51" fmla="*/ 3282950 h 2069"/>
              <a:gd name="T52" fmla="*/ 1762125 w 2955"/>
              <a:gd name="T53" fmla="*/ 3282950 h 2069"/>
              <a:gd name="T54" fmla="*/ 1938337 w 2955"/>
              <a:gd name="T55" fmla="*/ 3282950 h 2069"/>
              <a:gd name="T56" fmla="*/ 2114550 w 2955"/>
              <a:gd name="T57" fmla="*/ 3282950 h 2069"/>
              <a:gd name="T58" fmla="*/ 2397125 w 2955"/>
              <a:gd name="T59" fmla="*/ 3282950 h 2069"/>
              <a:gd name="T60" fmla="*/ 2643187 w 2955"/>
              <a:gd name="T61" fmla="*/ 3282950 h 2069"/>
              <a:gd name="T62" fmla="*/ 3136899 w 2955"/>
              <a:gd name="T63" fmla="*/ 3211511 h 2069"/>
              <a:gd name="T64" fmla="*/ 3419475 w 2955"/>
              <a:gd name="T65" fmla="*/ 3141661 h 2069"/>
              <a:gd name="T66" fmla="*/ 3843337 w 2955"/>
              <a:gd name="T67" fmla="*/ 3035299 h 2069"/>
              <a:gd name="T68" fmla="*/ 4124325 w 2955"/>
              <a:gd name="T69" fmla="*/ 2928936 h 2069"/>
              <a:gd name="T70" fmla="*/ 4476750 w 2955"/>
              <a:gd name="T71" fmla="*/ 2717799 h 2069"/>
              <a:gd name="T72" fmla="*/ 4618037 w 2955"/>
              <a:gd name="T73" fmla="*/ 2576512 h 2069"/>
              <a:gd name="T74" fmla="*/ 4689475 w 2955"/>
              <a:gd name="T75" fmla="*/ 2293937 h 2069"/>
              <a:gd name="T76" fmla="*/ 4689475 w 2955"/>
              <a:gd name="T77" fmla="*/ 2082799 h 2069"/>
              <a:gd name="T78" fmla="*/ 4548187 w 2955"/>
              <a:gd name="T79" fmla="*/ 1871662 h 2069"/>
              <a:gd name="T80" fmla="*/ 4441825 w 2955"/>
              <a:gd name="T81" fmla="*/ 1693862 h 2069"/>
              <a:gd name="T82" fmla="*/ 4233862 w 2955"/>
              <a:gd name="T83" fmla="*/ 1544637 h 206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955"/>
              <a:gd name="T127" fmla="*/ 0 h 2069"/>
              <a:gd name="T128" fmla="*/ 2955 w 2955"/>
              <a:gd name="T129" fmla="*/ 2069 h 206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955" h="2069">
                <a:moveTo>
                  <a:pt x="2667" y="973"/>
                </a:moveTo>
                <a:lnTo>
                  <a:pt x="2643" y="778"/>
                </a:lnTo>
                <a:lnTo>
                  <a:pt x="2643" y="645"/>
                </a:lnTo>
                <a:lnTo>
                  <a:pt x="2643" y="512"/>
                </a:lnTo>
                <a:lnTo>
                  <a:pt x="2643" y="423"/>
                </a:lnTo>
                <a:lnTo>
                  <a:pt x="2643" y="289"/>
                </a:lnTo>
                <a:lnTo>
                  <a:pt x="2598" y="200"/>
                </a:lnTo>
                <a:lnTo>
                  <a:pt x="2465" y="67"/>
                </a:lnTo>
                <a:lnTo>
                  <a:pt x="2243" y="0"/>
                </a:lnTo>
                <a:lnTo>
                  <a:pt x="2110" y="0"/>
                </a:lnTo>
                <a:lnTo>
                  <a:pt x="1976" y="0"/>
                </a:lnTo>
                <a:lnTo>
                  <a:pt x="1843" y="0"/>
                </a:lnTo>
                <a:lnTo>
                  <a:pt x="1710" y="0"/>
                </a:lnTo>
                <a:lnTo>
                  <a:pt x="1399" y="23"/>
                </a:lnTo>
                <a:lnTo>
                  <a:pt x="1354" y="23"/>
                </a:lnTo>
                <a:lnTo>
                  <a:pt x="1221" y="45"/>
                </a:lnTo>
                <a:lnTo>
                  <a:pt x="821" y="134"/>
                </a:lnTo>
                <a:lnTo>
                  <a:pt x="688" y="178"/>
                </a:lnTo>
                <a:lnTo>
                  <a:pt x="644" y="223"/>
                </a:lnTo>
                <a:lnTo>
                  <a:pt x="599" y="356"/>
                </a:lnTo>
                <a:lnTo>
                  <a:pt x="555" y="401"/>
                </a:lnTo>
                <a:lnTo>
                  <a:pt x="510" y="489"/>
                </a:lnTo>
                <a:lnTo>
                  <a:pt x="488" y="534"/>
                </a:lnTo>
                <a:lnTo>
                  <a:pt x="466" y="623"/>
                </a:lnTo>
                <a:lnTo>
                  <a:pt x="466" y="690"/>
                </a:lnTo>
                <a:lnTo>
                  <a:pt x="377" y="756"/>
                </a:lnTo>
                <a:lnTo>
                  <a:pt x="333" y="801"/>
                </a:lnTo>
                <a:lnTo>
                  <a:pt x="244" y="890"/>
                </a:lnTo>
                <a:lnTo>
                  <a:pt x="177" y="979"/>
                </a:lnTo>
                <a:lnTo>
                  <a:pt x="133" y="1134"/>
                </a:lnTo>
                <a:lnTo>
                  <a:pt x="111" y="1179"/>
                </a:lnTo>
                <a:lnTo>
                  <a:pt x="111" y="1245"/>
                </a:lnTo>
                <a:lnTo>
                  <a:pt x="111" y="1312"/>
                </a:lnTo>
                <a:lnTo>
                  <a:pt x="88" y="1379"/>
                </a:lnTo>
                <a:lnTo>
                  <a:pt x="88" y="1445"/>
                </a:lnTo>
                <a:lnTo>
                  <a:pt x="66" y="1490"/>
                </a:lnTo>
                <a:lnTo>
                  <a:pt x="66" y="1556"/>
                </a:lnTo>
                <a:lnTo>
                  <a:pt x="22" y="1623"/>
                </a:lnTo>
                <a:lnTo>
                  <a:pt x="22" y="1668"/>
                </a:lnTo>
                <a:lnTo>
                  <a:pt x="0" y="1757"/>
                </a:lnTo>
                <a:lnTo>
                  <a:pt x="0" y="1823"/>
                </a:lnTo>
                <a:lnTo>
                  <a:pt x="0" y="1890"/>
                </a:lnTo>
                <a:lnTo>
                  <a:pt x="66" y="1934"/>
                </a:lnTo>
                <a:lnTo>
                  <a:pt x="111" y="1979"/>
                </a:lnTo>
                <a:lnTo>
                  <a:pt x="200" y="2001"/>
                </a:lnTo>
                <a:lnTo>
                  <a:pt x="266" y="2023"/>
                </a:lnTo>
                <a:lnTo>
                  <a:pt x="333" y="2023"/>
                </a:lnTo>
                <a:lnTo>
                  <a:pt x="688" y="2068"/>
                </a:lnTo>
                <a:lnTo>
                  <a:pt x="733" y="2068"/>
                </a:lnTo>
                <a:lnTo>
                  <a:pt x="844" y="2068"/>
                </a:lnTo>
                <a:lnTo>
                  <a:pt x="910" y="2068"/>
                </a:lnTo>
                <a:lnTo>
                  <a:pt x="955" y="2068"/>
                </a:lnTo>
                <a:lnTo>
                  <a:pt x="1044" y="2068"/>
                </a:lnTo>
                <a:lnTo>
                  <a:pt x="1110" y="2068"/>
                </a:lnTo>
                <a:lnTo>
                  <a:pt x="1155" y="2068"/>
                </a:lnTo>
                <a:lnTo>
                  <a:pt x="1221" y="2068"/>
                </a:lnTo>
                <a:lnTo>
                  <a:pt x="1266" y="2068"/>
                </a:lnTo>
                <a:lnTo>
                  <a:pt x="1332" y="2068"/>
                </a:lnTo>
                <a:lnTo>
                  <a:pt x="1377" y="2068"/>
                </a:lnTo>
                <a:lnTo>
                  <a:pt x="1510" y="2068"/>
                </a:lnTo>
                <a:lnTo>
                  <a:pt x="1577" y="2068"/>
                </a:lnTo>
                <a:lnTo>
                  <a:pt x="1665" y="2068"/>
                </a:lnTo>
                <a:lnTo>
                  <a:pt x="1799" y="2046"/>
                </a:lnTo>
                <a:lnTo>
                  <a:pt x="1976" y="2023"/>
                </a:lnTo>
                <a:lnTo>
                  <a:pt x="2021" y="2001"/>
                </a:lnTo>
                <a:lnTo>
                  <a:pt x="2154" y="1979"/>
                </a:lnTo>
                <a:lnTo>
                  <a:pt x="2332" y="1957"/>
                </a:lnTo>
                <a:lnTo>
                  <a:pt x="2421" y="1912"/>
                </a:lnTo>
                <a:lnTo>
                  <a:pt x="2554" y="1890"/>
                </a:lnTo>
                <a:lnTo>
                  <a:pt x="2598" y="1845"/>
                </a:lnTo>
                <a:lnTo>
                  <a:pt x="2732" y="1801"/>
                </a:lnTo>
                <a:lnTo>
                  <a:pt x="2820" y="1712"/>
                </a:lnTo>
                <a:lnTo>
                  <a:pt x="2865" y="1668"/>
                </a:lnTo>
                <a:lnTo>
                  <a:pt x="2909" y="1623"/>
                </a:lnTo>
                <a:lnTo>
                  <a:pt x="2954" y="1534"/>
                </a:lnTo>
                <a:lnTo>
                  <a:pt x="2954" y="1445"/>
                </a:lnTo>
                <a:lnTo>
                  <a:pt x="2954" y="1379"/>
                </a:lnTo>
                <a:lnTo>
                  <a:pt x="2954" y="1312"/>
                </a:lnTo>
                <a:lnTo>
                  <a:pt x="2909" y="1245"/>
                </a:lnTo>
                <a:lnTo>
                  <a:pt x="2865" y="1179"/>
                </a:lnTo>
                <a:lnTo>
                  <a:pt x="2843" y="1134"/>
                </a:lnTo>
                <a:lnTo>
                  <a:pt x="2798" y="1067"/>
                </a:lnTo>
                <a:lnTo>
                  <a:pt x="2667" y="973"/>
                </a:lnTo>
              </a:path>
            </a:pathLst>
          </a:custGeom>
          <a:solidFill>
            <a:srgbClr val="62FFA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4253" name="Rectangle 157">
            <a:extLst>
              <a:ext uri="{FF2B5EF4-FFF2-40B4-BE49-F238E27FC236}">
                <a16:creationId xmlns:a16="http://schemas.microsoft.com/office/drawing/2014/main" id="{F9DFB897-2264-40E0-8278-BACCBACF6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1" y="2514600"/>
            <a:ext cx="3581109" cy="2308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sz="7200">
                <a:solidFill>
                  <a:srgbClr val="000000"/>
                </a:solidFill>
                <a:latin typeface="Brush Script MT" panose="03060802040406070304" pitchFamily="66" charset="0"/>
              </a:rPr>
              <a:t>Campos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sz="7200">
                <a:solidFill>
                  <a:srgbClr val="000000"/>
                </a:solidFill>
                <a:latin typeface="Brush Script MT" panose="03060802040406070304" pitchFamily="66" charset="0"/>
              </a:rPr>
              <a:t>Magnéticos</a:t>
            </a:r>
          </a:p>
        </p:txBody>
      </p:sp>
      <p:sp>
        <p:nvSpPr>
          <p:cNvPr id="4255" name="AutoShape 159">
            <a:extLst>
              <a:ext uri="{FF2B5EF4-FFF2-40B4-BE49-F238E27FC236}">
                <a16:creationId xmlns:a16="http://schemas.microsoft.com/office/drawing/2014/main" id="{BDBBA179-49F7-4689-BA5E-47869E74BE4E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590801" y="3325813"/>
            <a:ext cx="2498725" cy="1644650"/>
          </a:xfrm>
          <a:custGeom>
            <a:avLst/>
            <a:gdLst>
              <a:gd name="T0" fmla="*/ 263630546 w 21600"/>
              <a:gd name="T1" fmla="*/ 62612812 h 21600"/>
              <a:gd name="T2" fmla="*/ 144528458 w 21600"/>
              <a:gd name="T3" fmla="*/ 125225623 h 21600"/>
              <a:gd name="T4" fmla="*/ 25426260 w 21600"/>
              <a:gd name="T5" fmla="*/ 62612812 h 21600"/>
              <a:gd name="T6" fmla="*/ 14452845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2" name="Group 160">
            <a:extLst>
              <a:ext uri="{FF2B5EF4-FFF2-40B4-BE49-F238E27FC236}">
                <a16:creationId xmlns:a16="http://schemas.microsoft.com/office/drawing/2014/main" id="{055B8A5C-C53E-4554-8399-6DB34D4433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0612" y="3944938"/>
            <a:ext cx="430074" cy="480220"/>
            <a:chOff x="1276" y="2002"/>
            <a:chExt cx="386" cy="432"/>
          </a:xfrm>
        </p:grpSpPr>
        <p:sp>
          <p:nvSpPr>
            <p:cNvPr id="4257" name="Oval 161">
              <a:extLst>
                <a:ext uri="{FF2B5EF4-FFF2-40B4-BE49-F238E27FC236}">
                  <a16:creationId xmlns:a16="http://schemas.microsoft.com/office/drawing/2014/main" id="{07CF73DE-59D1-4D59-9FD7-56C46556C0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6" y="2002"/>
              <a:ext cx="328" cy="328"/>
            </a:xfrm>
            <a:prstGeom prst="ellipse">
              <a:avLst/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s-CL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60" name="Rectangle 162">
              <a:extLst>
                <a:ext uri="{FF2B5EF4-FFF2-40B4-BE49-F238E27FC236}">
                  <a16:creationId xmlns:a16="http://schemas.microsoft.com/office/drawing/2014/main" id="{4FB16EA7-B5B0-453C-8BA7-E20DBB1EA8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4" y="2018"/>
              <a:ext cx="32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+</a:t>
              </a:r>
            </a:p>
          </p:txBody>
        </p:sp>
      </p:grpSp>
      <p:sp>
        <p:nvSpPr>
          <p:cNvPr id="4259" name="Rectangle 163">
            <a:extLst>
              <a:ext uri="{FF2B5EF4-FFF2-40B4-BE49-F238E27FC236}">
                <a16:creationId xmlns:a16="http://schemas.microsoft.com/office/drawing/2014/main" id="{B1887A21-40AD-4BD6-9301-CAA95A285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16275" y="4152901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+q</a:t>
            </a:r>
          </a:p>
        </p:txBody>
      </p:sp>
      <p:grpSp>
        <p:nvGrpSpPr>
          <p:cNvPr id="3" name="Group 164">
            <a:extLst>
              <a:ext uri="{FF2B5EF4-FFF2-40B4-BE49-F238E27FC236}">
                <a16:creationId xmlns:a16="http://schemas.microsoft.com/office/drawing/2014/main" id="{AA3DDB79-4B29-4D6C-BC4D-B4DD6CD045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73513" y="3298826"/>
            <a:ext cx="717717" cy="715963"/>
            <a:chOff x="1584" y="1420"/>
            <a:chExt cx="646" cy="644"/>
          </a:xfrm>
        </p:grpSpPr>
        <p:sp>
          <p:nvSpPr>
            <p:cNvPr id="23657" name="Line 165">
              <a:extLst>
                <a:ext uri="{FF2B5EF4-FFF2-40B4-BE49-F238E27FC236}">
                  <a16:creationId xmlns:a16="http://schemas.microsoft.com/office/drawing/2014/main" id="{C8458C14-0CE0-4BB4-92BD-75FE8048A3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58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8" name="Rectangle 166">
              <a:extLst>
                <a:ext uri="{FF2B5EF4-FFF2-40B4-BE49-F238E27FC236}">
                  <a16:creationId xmlns:a16="http://schemas.microsoft.com/office/drawing/2014/main" id="{3CC92AEC-F9D9-4763-8E92-E13B4ADB27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8" y="1420"/>
              <a:ext cx="35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4" name="Group 167">
            <a:extLst>
              <a:ext uri="{FF2B5EF4-FFF2-40B4-BE49-F238E27FC236}">
                <a16:creationId xmlns:a16="http://schemas.microsoft.com/office/drawing/2014/main" id="{6BB95798-1946-4A7A-B268-7CF1F6974A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79864" y="4227514"/>
            <a:ext cx="660375" cy="863302"/>
            <a:chOff x="1590" y="2256"/>
            <a:chExt cx="594" cy="777"/>
          </a:xfrm>
        </p:grpSpPr>
        <p:sp>
          <p:nvSpPr>
            <p:cNvPr id="23655" name="Line 168">
              <a:extLst>
                <a:ext uri="{FF2B5EF4-FFF2-40B4-BE49-F238E27FC236}">
                  <a16:creationId xmlns:a16="http://schemas.microsoft.com/office/drawing/2014/main" id="{C58048B3-5EE3-4543-98A7-2B4C85BE3D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90" y="2256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6" name="Rectangle 169">
              <a:extLst>
                <a:ext uri="{FF2B5EF4-FFF2-40B4-BE49-F238E27FC236}">
                  <a16:creationId xmlns:a16="http://schemas.microsoft.com/office/drawing/2014/main" id="{FBE60B08-64E5-48CB-84F2-16A7EDCDCA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7" y="2617"/>
              <a:ext cx="327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u</a:t>
              </a:r>
            </a:p>
          </p:txBody>
        </p:sp>
      </p:grpSp>
      <p:grpSp>
        <p:nvGrpSpPr>
          <p:cNvPr id="5" name="Group 170">
            <a:extLst>
              <a:ext uri="{FF2B5EF4-FFF2-40B4-BE49-F238E27FC236}">
                <a16:creationId xmlns:a16="http://schemas.microsoft.com/office/drawing/2014/main" id="{A64BDE44-37DC-4459-B79A-6D79EAE0E9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41763" y="3859214"/>
            <a:ext cx="556006" cy="462660"/>
            <a:chOff x="1555" y="1925"/>
            <a:chExt cx="501" cy="416"/>
          </a:xfrm>
        </p:grpSpPr>
        <p:sp>
          <p:nvSpPr>
            <p:cNvPr id="23653" name="Arc 171">
              <a:extLst>
                <a:ext uri="{FF2B5EF4-FFF2-40B4-BE49-F238E27FC236}">
                  <a16:creationId xmlns:a16="http://schemas.microsoft.com/office/drawing/2014/main" id="{A1BDBCDB-D7BE-49F3-84F8-EA0C19A30F2D}"/>
                </a:ext>
              </a:extLst>
            </p:cNvPr>
            <p:cNvSpPr>
              <a:spLocks noChangeAspect="1"/>
            </p:cNvSpPr>
            <p:nvPr/>
          </p:nvSpPr>
          <p:spPr bwMode="auto">
            <a:xfrm rot="2760000">
              <a:off x="1554" y="2045"/>
              <a:ext cx="201" cy="200"/>
            </a:xfrm>
            <a:custGeom>
              <a:avLst/>
              <a:gdLst>
                <a:gd name="T0" fmla="*/ 0 w 21708"/>
                <a:gd name="T1" fmla="*/ 0 h 21600"/>
                <a:gd name="T2" fmla="*/ 2 w 21708"/>
                <a:gd name="T3" fmla="*/ 2 h 21600"/>
                <a:gd name="T4" fmla="*/ 0 w 21708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08"/>
                <a:gd name="T10" fmla="*/ 0 h 21600"/>
                <a:gd name="T11" fmla="*/ 21708 w 217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8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</a:path>
                <a:path w="21708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  <a:lnTo>
                    <a:pt x="10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3654" name="Rectangle 172">
              <a:extLst>
                <a:ext uri="{FF2B5EF4-FFF2-40B4-BE49-F238E27FC236}">
                  <a16:creationId xmlns:a16="http://schemas.microsoft.com/office/drawing/2014/main" id="{E0967915-7A93-46D0-9536-D0E02CBFFB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44" y="1925"/>
              <a:ext cx="31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grpSp>
        <p:nvGrpSpPr>
          <p:cNvPr id="6" name="Group 173">
            <a:extLst>
              <a:ext uri="{FF2B5EF4-FFF2-40B4-BE49-F238E27FC236}">
                <a16:creationId xmlns:a16="http://schemas.microsoft.com/office/drawing/2014/main" id="{DEF30CE2-BF13-4E4F-83D5-6BA027420E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95702" y="2286001"/>
            <a:ext cx="372969" cy="1736725"/>
            <a:chOff x="1334" y="509"/>
            <a:chExt cx="336" cy="1563"/>
          </a:xfrm>
        </p:grpSpPr>
        <p:grpSp>
          <p:nvGrpSpPr>
            <p:cNvPr id="23648" name="Group 174">
              <a:extLst>
                <a:ext uri="{FF2B5EF4-FFF2-40B4-BE49-F238E27FC236}">
                  <a16:creationId xmlns:a16="http://schemas.microsoft.com/office/drawing/2014/main" id="{2E340C34-2BD1-4E96-8738-65780273EE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34" y="509"/>
              <a:ext cx="336" cy="1507"/>
              <a:chOff x="1334" y="509"/>
              <a:chExt cx="336" cy="1507"/>
            </a:xfrm>
          </p:grpSpPr>
          <p:sp>
            <p:nvSpPr>
              <p:cNvPr id="23651" name="Line 175">
                <a:extLst>
                  <a:ext uri="{FF2B5EF4-FFF2-40B4-BE49-F238E27FC236}">
                    <a16:creationId xmlns:a16="http://schemas.microsoft.com/office/drawing/2014/main" id="{E47605D8-3CC5-4C71-BCA7-0148C77DAA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1440" y="833"/>
                <a:ext cx="0" cy="118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3652" name="Rectangle 176">
                <a:extLst>
                  <a:ext uri="{FF2B5EF4-FFF2-40B4-BE49-F238E27FC236}">
                    <a16:creationId xmlns:a16="http://schemas.microsoft.com/office/drawing/2014/main" id="{B9CD4B4C-DDE1-47C2-887A-90351A30B3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34" y="509"/>
                <a:ext cx="336" cy="4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 i="1">
                    <a:solidFill>
                      <a:srgbClr val="000000"/>
                    </a:solidFill>
                  </a:rPr>
                  <a:t>F</a:t>
                </a:r>
              </a:p>
            </p:txBody>
          </p:sp>
        </p:grpSp>
        <p:sp>
          <p:nvSpPr>
            <p:cNvPr id="23649" name="Line 177">
              <a:extLst>
                <a:ext uri="{FF2B5EF4-FFF2-40B4-BE49-F238E27FC236}">
                  <a16:creationId xmlns:a16="http://schemas.microsoft.com/office/drawing/2014/main" id="{276406DF-0E3A-4FB1-BC0D-A8822F00E5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40" y="1853"/>
              <a:ext cx="144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650" name="Line 178">
              <a:extLst>
                <a:ext uri="{FF2B5EF4-FFF2-40B4-BE49-F238E27FC236}">
                  <a16:creationId xmlns:a16="http://schemas.microsoft.com/office/drawing/2014/main" id="{9CC06950-CD07-477F-B5EE-759CE53B24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1853"/>
              <a:ext cx="0" cy="2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3" grpId="0" autoUpdateAnimBg="0"/>
      <p:bldP spid="4255" grpId="0" animBg="1"/>
      <p:bldP spid="425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9E4DDF8-FDA5-4BD0-95A2-81ACD5791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427039"/>
            <a:ext cx="744755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Definición y propiedades de un campo magnético</a:t>
            </a:r>
          </a:p>
        </p:txBody>
      </p:sp>
      <p:sp>
        <p:nvSpPr>
          <p:cNvPr id="20483" name="AutoShape 3">
            <a:extLst>
              <a:ext uri="{FF2B5EF4-FFF2-40B4-BE49-F238E27FC236}">
                <a16:creationId xmlns:a16="http://schemas.microsoft.com/office/drawing/2014/main" id="{EACAFBCF-0ABD-46E0-8692-68875572BDD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63750" y="3130550"/>
            <a:ext cx="3568700" cy="2349500"/>
          </a:xfrm>
          <a:custGeom>
            <a:avLst/>
            <a:gdLst>
              <a:gd name="T0" fmla="*/ 537747878 w 21600"/>
              <a:gd name="T1" fmla="*/ 127781264 h 21600"/>
              <a:gd name="T2" fmla="*/ 294805987 w 21600"/>
              <a:gd name="T3" fmla="*/ 255562528 h 21600"/>
              <a:gd name="T4" fmla="*/ 51863952 w 21600"/>
              <a:gd name="T5" fmla="*/ 127781264 h 21600"/>
              <a:gd name="T6" fmla="*/ 29480598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1F87C7ED-F25D-460E-A880-DD17FE0AB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160839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+q</a:t>
            </a:r>
          </a:p>
        </p:txBody>
      </p:sp>
      <p:sp>
        <p:nvSpPr>
          <p:cNvPr id="20486" name="Line 6">
            <a:extLst>
              <a:ext uri="{FF2B5EF4-FFF2-40B4-BE49-F238E27FC236}">
                <a16:creationId xmlns:a16="http://schemas.microsoft.com/office/drawing/2014/main" id="{FE5795EC-CDD9-4E53-8579-1223FED357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20980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F9EF7B23-3672-42BA-BDB1-256B3C300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1646239"/>
            <a:ext cx="3735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0489" name="Line 9">
            <a:extLst>
              <a:ext uri="{FF2B5EF4-FFF2-40B4-BE49-F238E27FC236}">
                <a16:creationId xmlns:a16="http://schemas.microsoft.com/office/drawing/2014/main" id="{4BEC55CE-019F-48C6-B4B9-E320EA2C70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3581400"/>
            <a:ext cx="1066800" cy="6858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995E8BF6-6B2D-4744-AAFD-B3C0DF10A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6" y="3094039"/>
            <a:ext cx="39113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20492" name="Line 12">
            <a:extLst>
              <a:ext uri="{FF2B5EF4-FFF2-40B4-BE49-F238E27FC236}">
                <a16:creationId xmlns:a16="http://schemas.microsoft.com/office/drawing/2014/main" id="{CA101AE8-F21F-4CD1-86A5-D114284AF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267200"/>
            <a:ext cx="1066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DA4FB7DE-29EF-4DF8-82E3-1F8E971E1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6" y="4922839"/>
            <a:ext cx="339837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v</a:t>
            </a:r>
            <a:endParaRPr lang="es-ES_tradnl" altLang="en-US">
              <a:solidFill>
                <a:srgbClr val="000000"/>
              </a:solidFill>
              <a:latin typeface="Symbol" panose="05050102010706020507" pitchFamily="18" charset="2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FA5FEB60-1066-4A4C-AFBA-2BD3887985DC}"/>
              </a:ext>
            </a:extLst>
          </p:cNvPr>
          <p:cNvGrpSpPr>
            <a:grpSpLocks/>
          </p:cNvGrpSpPr>
          <p:nvPr/>
        </p:nvGrpSpPr>
        <p:grpSpPr bwMode="auto">
          <a:xfrm>
            <a:off x="4040191" y="3932241"/>
            <a:ext cx="633413" cy="488950"/>
            <a:chOff x="1585" y="2477"/>
            <a:chExt cx="399" cy="308"/>
          </a:xfrm>
        </p:grpSpPr>
        <p:sp>
          <p:nvSpPr>
            <p:cNvPr id="24629" name="Arc 15">
              <a:extLst>
                <a:ext uri="{FF2B5EF4-FFF2-40B4-BE49-F238E27FC236}">
                  <a16:creationId xmlns:a16="http://schemas.microsoft.com/office/drawing/2014/main" id="{0136E72D-BD86-4D65-94A7-8F475B9AB445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1584" y="2593"/>
              <a:ext cx="193" cy="192"/>
            </a:xfrm>
            <a:custGeom>
              <a:avLst/>
              <a:gdLst>
                <a:gd name="T0" fmla="*/ 0 w 21712"/>
                <a:gd name="T1" fmla="*/ 0 h 21600"/>
                <a:gd name="T2" fmla="*/ 2 w 21712"/>
                <a:gd name="T3" fmla="*/ 2 h 21600"/>
                <a:gd name="T4" fmla="*/ 0 w 21712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12"/>
                <a:gd name="T10" fmla="*/ 0 h 21600"/>
                <a:gd name="T11" fmla="*/ 21712 w 217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12" h="21600" fill="none" extrusionOk="0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</a:path>
                <a:path w="21712" h="21600" stroke="0" extrusionOk="0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  <a:lnTo>
                    <a:pt x="112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30" name="Rectangle 16">
              <a:extLst>
                <a:ext uri="{FF2B5EF4-FFF2-40B4-BE49-F238E27FC236}">
                  <a16:creationId xmlns:a16="http://schemas.microsoft.com/office/drawing/2014/main" id="{5E890CBA-0B31-4E4E-9221-F7B9F1B22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2477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20497" name="AutoShape 17">
            <a:extLst>
              <a:ext uri="{FF2B5EF4-FFF2-40B4-BE49-F238E27FC236}">
                <a16:creationId xmlns:a16="http://schemas.microsoft.com/office/drawing/2014/main" id="{8EEB0D88-F765-4698-962D-798A1774B24F}"/>
              </a:ext>
            </a:extLst>
          </p:cNvPr>
          <p:cNvSpPr>
            <a:spLocks noChangeArrowheads="1"/>
          </p:cNvSpPr>
          <p:nvPr/>
        </p:nvSpPr>
        <p:spPr bwMode="auto">
          <a:xfrm rot="1920000">
            <a:off x="6654800" y="1065213"/>
            <a:ext cx="2844800" cy="518795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3" name="Group 62">
            <a:extLst>
              <a:ext uri="{FF2B5EF4-FFF2-40B4-BE49-F238E27FC236}">
                <a16:creationId xmlns:a16="http://schemas.microsoft.com/office/drawing/2014/main" id="{526B7D2B-0068-4A8A-B95E-BE93B2963874}"/>
              </a:ext>
            </a:extLst>
          </p:cNvPr>
          <p:cNvGrpSpPr>
            <a:grpSpLocks/>
          </p:cNvGrpSpPr>
          <p:nvPr/>
        </p:nvGrpSpPr>
        <p:grpSpPr bwMode="auto">
          <a:xfrm>
            <a:off x="8772525" y="3200400"/>
            <a:ext cx="412750" cy="660400"/>
            <a:chOff x="662" y="1267"/>
            <a:chExt cx="260" cy="416"/>
          </a:xfrm>
        </p:grpSpPr>
        <p:sp>
          <p:nvSpPr>
            <p:cNvPr id="24627" name="Line 22">
              <a:extLst>
                <a:ext uri="{FF2B5EF4-FFF2-40B4-BE49-F238E27FC236}">
                  <a16:creationId xmlns:a16="http://schemas.microsoft.com/office/drawing/2014/main" id="{40C9B6DA-3C23-4D1B-99B2-A29CFC5D91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" y="1267"/>
              <a:ext cx="26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28" name="Rectangle 24">
              <a:extLst>
                <a:ext uri="{FF2B5EF4-FFF2-40B4-BE49-F238E27FC236}">
                  <a16:creationId xmlns:a16="http://schemas.microsoft.com/office/drawing/2014/main" id="{E475D03B-CACA-4ACC-A81A-FCBB9D973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92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20505" name="Arc 25">
            <a:extLst>
              <a:ext uri="{FF2B5EF4-FFF2-40B4-BE49-F238E27FC236}">
                <a16:creationId xmlns:a16="http://schemas.microsoft.com/office/drawing/2014/main" id="{6385C968-E73C-46E3-AD3F-F3A6E218B9F5}"/>
              </a:ext>
            </a:extLst>
          </p:cNvPr>
          <p:cNvSpPr>
            <a:spLocks/>
          </p:cNvSpPr>
          <p:nvPr/>
        </p:nvSpPr>
        <p:spPr bwMode="auto">
          <a:xfrm rot="10440000">
            <a:off x="8582025" y="1514476"/>
            <a:ext cx="1314450" cy="1319213"/>
          </a:xfrm>
          <a:custGeom>
            <a:avLst/>
            <a:gdLst>
              <a:gd name="T0" fmla="*/ 80112154 w 21567"/>
              <a:gd name="T1" fmla="*/ 4907617 h 20508"/>
              <a:gd name="T2" fmla="*/ 25188473 w 21567"/>
              <a:gd name="T3" fmla="*/ 84860685 h 20508"/>
              <a:gd name="T4" fmla="*/ 0 w 21567"/>
              <a:gd name="T5" fmla="*/ 0 h 20508"/>
              <a:gd name="T6" fmla="*/ 0 60000 65536"/>
              <a:gd name="T7" fmla="*/ 0 60000 65536"/>
              <a:gd name="T8" fmla="*/ 0 60000 65536"/>
              <a:gd name="T9" fmla="*/ 0 w 21567"/>
              <a:gd name="T10" fmla="*/ 0 h 20508"/>
              <a:gd name="T11" fmla="*/ 21567 w 21567"/>
              <a:gd name="T12" fmla="*/ 20508 h 205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67" h="20508" fill="none" extrusionOk="0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</a:path>
              <a:path w="21567" h="20508" stroke="0" extrusionOk="0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4" name="Group 57">
            <a:extLst>
              <a:ext uri="{FF2B5EF4-FFF2-40B4-BE49-F238E27FC236}">
                <a16:creationId xmlns:a16="http://schemas.microsoft.com/office/drawing/2014/main" id="{0C78AA70-A20F-48DD-AA25-C5F548D4E123}"/>
              </a:ext>
            </a:extLst>
          </p:cNvPr>
          <p:cNvGrpSpPr>
            <a:grpSpLocks/>
          </p:cNvGrpSpPr>
          <p:nvPr/>
        </p:nvGrpSpPr>
        <p:grpSpPr bwMode="auto">
          <a:xfrm>
            <a:off x="6972301" y="4229101"/>
            <a:ext cx="473075" cy="746125"/>
            <a:chOff x="288" y="1597"/>
            <a:chExt cx="298" cy="470"/>
          </a:xfrm>
        </p:grpSpPr>
        <p:sp>
          <p:nvSpPr>
            <p:cNvPr id="24625" name="Line 29">
              <a:extLst>
                <a:ext uri="{FF2B5EF4-FFF2-40B4-BE49-F238E27FC236}">
                  <a16:creationId xmlns:a16="http://schemas.microsoft.com/office/drawing/2014/main" id="{A5CDDDA3-0478-4EE7-A934-82CF9FE90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" y="1597"/>
              <a:ext cx="260" cy="1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26" name="Rectangle 31">
              <a:extLst>
                <a:ext uri="{FF2B5EF4-FFF2-40B4-BE49-F238E27FC236}">
                  <a16:creationId xmlns:a16="http://schemas.microsoft.com/office/drawing/2014/main" id="{798BD193-D587-4A90-94CF-FA0BE96EB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776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20512" name="Arc 32">
            <a:extLst>
              <a:ext uri="{FF2B5EF4-FFF2-40B4-BE49-F238E27FC236}">
                <a16:creationId xmlns:a16="http://schemas.microsoft.com/office/drawing/2014/main" id="{76D9A19D-53C5-4B06-AF91-9BA3019FEE70}"/>
              </a:ext>
            </a:extLst>
          </p:cNvPr>
          <p:cNvSpPr>
            <a:spLocks/>
          </p:cNvSpPr>
          <p:nvPr/>
        </p:nvSpPr>
        <p:spPr bwMode="auto">
          <a:xfrm rot="3900000">
            <a:off x="6812756" y="2890044"/>
            <a:ext cx="827088" cy="609600"/>
          </a:xfrm>
          <a:custGeom>
            <a:avLst/>
            <a:gdLst>
              <a:gd name="T0" fmla="*/ 0 w 21326"/>
              <a:gd name="T1" fmla="*/ 14474668 h 21600"/>
              <a:gd name="T2" fmla="*/ 32015354 w 21326"/>
              <a:gd name="T3" fmla="*/ 0 h 21600"/>
              <a:gd name="T4" fmla="*/ 32077019 w 21326"/>
              <a:gd name="T5" fmla="*/ 17204267 h 21600"/>
              <a:gd name="T6" fmla="*/ 0 60000 65536"/>
              <a:gd name="T7" fmla="*/ 0 60000 65536"/>
              <a:gd name="T8" fmla="*/ 0 60000 65536"/>
              <a:gd name="T9" fmla="*/ 0 w 21326"/>
              <a:gd name="T10" fmla="*/ 0 h 21600"/>
              <a:gd name="T11" fmla="*/ 21326 w 2132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26" h="21600" fill="none" extrusionOk="0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</a:path>
              <a:path w="21326" h="21600" stroke="0" extrusionOk="0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  <a:lnTo>
                  <a:pt x="21326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20513" name="Line 33">
            <a:extLst>
              <a:ext uri="{FF2B5EF4-FFF2-40B4-BE49-F238E27FC236}">
                <a16:creationId xmlns:a16="http://schemas.microsoft.com/office/drawing/2014/main" id="{C00A8877-7606-45E8-82E1-9A007A9C7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057400"/>
            <a:ext cx="1447800" cy="3810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4" name="Line 34">
            <a:extLst>
              <a:ext uri="{FF2B5EF4-FFF2-40B4-BE49-F238E27FC236}">
                <a16:creationId xmlns:a16="http://schemas.microsoft.com/office/drawing/2014/main" id="{27F1307F-46E7-4FFE-8B24-BF8B7B464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0200" y="33528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5" name="Line 35">
            <a:extLst>
              <a:ext uri="{FF2B5EF4-FFF2-40B4-BE49-F238E27FC236}">
                <a16:creationId xmlns:a16="http://schemas.microsoft.com/office/drawing/2014/main" id="{6ADB43E9-141C-4D18-AAC2-33B0681CD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1" y="2362200"/>
            <a:ext cx="1381125" cy="43338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6" name="Line 36">
            <a:extLst>
              <a:ext uri="{FF2B5EF4-FFF2-40B4-BE49-F238E27FC236}">
                <a16:creationId xmlns:a16="http://schemas.microsoft.com/office/drawing/2014/main" id="{22BBC736-1FC4-470E-8277-970BDBDFF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8100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7" name="Line 37">
            <a:extLst>
              <a:ext uri="{FF2B5EF4-FFF2-40B4-BE49-F238E27FC236}">
                <a16:creationId xmlns:a16="http://schemas.microsoft.com/office/drawing/2014/main" id="{5C21D313-8B38-4CC6-8BD0-01FB7A36D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1163" y="3487738"/>
            <a:ext cx="1338262" cy="37465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8" name="Line 38">
            <a:extLst>
              <a:ext uri="{FF2B5EF4-FFF2-40B4-BE49-F238E27FC236}">
                <a16:creationId xmlns:a16="http://schemas.microsoft.com/office/drawing/2014/main" id="{7EAD2EEA-B535-4A6A-89C1-E2EAD7AD1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3434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19" name="Line 39">
            <a:extLst>
              <a:ext uri="{FF2B5EF4-FFF2-40B4-BE49-F238E27FC236}">
                <a16:creationId xmlns:a16="http://schemas.microsoft.com/office/drawing/2014/main" id="{62203E2E-C19B-45CC-A15C-EC367E4D5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1" y="4467225"/>
            <a:ext cx="1114425" cy="280988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520" name="Line 40">
            <a:extLst>
              <a:ext uri="{FF2B5EF4-FFF2-40B4-BE49-F238E27FC236}">
                <a16:creationId xmlns:a16="http://schemas.microsoft.com/office/drawing/2014/main" id="{7B0A921C-BF86-4613-9F0F-C4141FB6B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953000"/>
            <a:ext cx="990600" cy="30480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id="{53AFEA88-8A61-481F-BF43-25C48DB56F78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943600"/>
            <a:ext cx="1905000" cy="685800"/>
            <a:chOff x="2208" y="3744"/>
            <a:chExt cx="1200" cy="432"/>
          </a:xfrm>
        </p:grpSpPr>
        <p:sp>
          <p:nvSpPr>
            <p:cNvPr id="24623" name="Rectangle 45">
              <a:extLst>
                <a:ext uri="{FF2B5EF4-FFF2-40B4-BE49-F238E27FC236}">
                  <a16:creationId xmlns:a16="http://schemas.microsoft.com/office/drawing/2014/main" id="{AABB44C1-26A1-43D1-9659-E49D5AE6F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744"/>
              <a:ext cx="1200" cy="43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24" name="Text Box 41">
              <a:extLst>
                <a:ext uri="{FF2B5EF4-FFF2-40B4-BE49-F238E27FC236}">
                  <a16:creationId xmlns:a16="http://schemas.microsoft.com/office/drawing/2014/main" id="{D351857E-6BBB-4485-A1CC-1CB6495BC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" y="3804"/>
              <a:ext cx="101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F</a:t>
              </a:r>
              <a:r>
                <a:rPr lang="es-ES_tradnl" altLang="en-US">
                  <a:solidFill>
                    <a:srgbClr val="000000"/>
                  </a:solidFill>
                </a:rPr>
                <a:t> = q</a:t>
              </a:r>
              <a:r>
                <a:rPr lang="es-ES_tradnl" altLang="en-US" b="1">
                  <a:solidFill>
                    <a:srgbClr val="000000"/>
                  </a:solidFill>
                </a:rPr>
                <a:t>v</a:t>
              </a:r>
              <a:r>
                <a:rPr lang="es-ES_tradnl" altLang="en-US" sz="2800">
                  <a:solidFill>
                    <a:srgbClr val="000000"/>
                  </a:solidFill>
                </a:rPr>
                <a:t>x</a:t>
              </a:r>
              <a:r>
                <a:rPr lang="es-ES_tradnl" altLang="en-US" sz="2800" b="1">
                  <a:solidFill>
                    <a:srgbClr val="000000"/>
                  </a:solidFill>
                </a:rPr>
                <a:t>B </a:t>
              </a:r>
              <a:endParaRPr lang="es-ES_tradnl" altLang="en-US" b="1">
                <a:solidFill>
                  <a:srgbClr val="000000"/>
                </a:solidFill>
              </a:endParaRPr>
            </a:p>
          </p:txBody>
        </p:sp>
      </p:grpSp>
      <p:sp>
        <p:nvSpPr>
          <p:cNvPr id="20524" name="Text Box 44">
            <a:extLst>
              <a:ext uri="{FF2B5EF4-FFF2-40B4-BE49-F238E27FC236}">
                <a16:creationId xmlns:a16="http://schemas.microsoft.com/office/drawing/2014/main" id="{0A610FF6-35D8-4AA0-A2EF-6C5AF8FC4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7725" y="3905251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</a:rPr>
              <a:t>B</a:t>
            </a:r>
          </a:p>
        </p:txBody>
      </p:sp>
      <p:grpSp>
        <p:nvGrpSpPr>
          <p:cNvPr id="6" name="Group 50">
            <a:extLst>
              <a:ext uri="{FF2B5EF4-FFF2-40B4-BE49-F238E27FC236}">
                <a16:creationId xmlns:a16="http://schemas.microsoft.com/office/drawing/2014/main" id="{1C5B7A7E-AA3B-4ECE-8A38-E3D016D9C129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5943600"/>
            <a:ext cx="2438400" cy="685800"/>
            <a:chOff x="3936" y="3744"/>
            <a:chExt cx="1536" cy="432"/>
          </a:xfrm>
        </p:grpSpPr>
        <p:sp>
          <p:nvSpPr>
            <p:cNvPr id="24621" name="Rectangle 48">
              <a:extLst>
                <a:ext uri="{FF2B5EF4-FFF2-40B4-BE49-F238E27FC236}">
                  <a16:creationId xmlns:a16="http://schemas.microsoft.com/office/drawing/2014/main" id="{B40EFCA7-76F7-4E57-89DB-024E7A364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744"/>
              <a:ext cx="1536" cy="43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22" name="Text Box 46">
              <a:extLst>
                <a:ext uri="{FF2B5EF4-FFF2-40B4-BE49-F238E27FC236}">
                  <a16:creationId xmlns:a16="http://schemas.microsoft.com/office/drawing/2014/main" id="{D0E0B9D1-24E9-4D9D-A5B3-42BBED5E0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3751"/>
              <a:ext cx="120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F = qvBsen</a:t>
              </a: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55">
            <a:extLst>
              <a:ext uri="{FF2B5EF4-FFF2-40B4-BE49-F238E27FC236}">
                <a16:creationId xmlns:a16="http://schemas.microsoft.com/office/drawing/2014/main" id="{81C0D9ED-8440-4AC4-A6CA-872CA1A35A92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114800"/>
            <a:ext cx="304800" cy="304800"/>
            <a:chOff x="432" y="1584"/>
            <a:chExt cx="192" cy="192"/>
          </a:xfrm>
        </p:grpSpPr>
        <p:sp>
          <p:nvSpPr>
            <p:cNvPr id="24617" name="Oval 51">
              <a:extLst>
                <a:ext uri="{FF2B5EF4-FFF2-40B4-BE49-F238E27FC236}">
                  <a16:creationId xmlns:a16="http://schemas.microsoft.com/office/drawing/2014/main" id="{C6BD8432-5435-4302-815D-1B6BF88F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58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4618" name="Group 54">
              <a:extLst>
                <a:ext uri="{FF2B5EF4-FFF2-40B4-BE49-F238E27FC236}">
                  <a16:creationId xmlns:a16="http://schemas.microsoft.com/office/drawing/2014/main" id="{A3DCFF65-CD5E-407D-ADDC-D295D10095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64" y="1620"/>
              <a:ext cx="136" cy="136"/>
              <a:chOff x="108" y="2160"/>
              <a:chExt cx="192" cy="192"/>
            </a:xfrm>
          </p:grpSpPr>
          <p:sp>
            <p:nvSpPr>
              <p:cNvPr id="24619" name="Line 52">
                <a:extLst>
                  <a:ext uri="{FF2B5EF4-FFF2-40B4-BE49-F238E27FC236}">
                    <a16:creationId xmlns:a16="http://schemas.microsoft.com/office/drawing/2014/main" id="{D02C297E-2A11-4936-994A-1C674E00388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2" y="21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620" name="Line 53">
                <a:extLst>
                  <a:ext uri="{FF2B5EF4-FFF2-40B4-BE49-F238E27FC236}">
                    <a16:creationId xmlns:a16="http://schemas.microsoft.com/office/drawing/2014/main" id="{8CB80B82-CA28-4054-AEE2-A64399C0CFD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5400000">
                <a:off x="204" y="216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Group 58">
            <a:extLst>
              <a:ext uri="{FF2B5EF4-FFF2-40B4-BE49-F238E27FC236}">
                <a16:creationId xmlns:a16="http://schemas.microsoft.com/office/drawing/2014/main" id="{83C90AF9-187C-46F0-9698-5F740C08870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895600"/>
            <a:ext cx="469900" cy="1385888"/>
            <a:chOff x="542" y="816"/>
            <a:chExt cx="296" cy="873"/>
          </a:xfrm>
        </p:grpSpPr>
        <p:sp>
          <p:nvSpPr>
            <p:cNvPr id="24613" name="Oval 27">
              <a:extLst>
                <a:ext uri="{FF2B5EF4-FFF2-40B4-BE49-F238E27FC236}">
                  <a16:creationId xmlns:a16="http://schemas.microsoft.com/office/drawing/2014/main" id="{49A2C96B-73BF-4B42-9F06-8D2F4FE56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1409"/>
              <a:ext cx="280" cy="28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14" name="Line 28">
              <a:extLst>
                <a:ext uri="{FF2B5EF4-FFF2-40B4-BE49-F238E27FC236}">
                  <a16:creationId xmlns:a16="http://schemas.microsoft.com/office/drawing/2014/main" id="{3033CA46-A6E7-47D1-8040-C9E806C24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" y="1069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15" name="Rectangle 30">
              <a:extLst>
                <a:ext uri="{FF2B5EF4-FFF2-40B4-BE49-F238E27FC236}">
                  <a16:creationId xmlns:a16="http://schemas.microsoft.com/office/drawing/2014/main" id="{A6BDC68C-F305-45F9-8D17-E261FD4BE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816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4616" name="Line 56">
              <a:extLst>
                <a:ext uri="{FF2B5EF4-FFF2-40B4-BE49-F238E27FC236}">
                  <a16:creationId xmlns:a16="http://schemas.microsoft.com/office/drawing/2014/main" id="{CADA4E1A-32CB-4BB8-BC8A-02C186266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1560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63">
            <a:extLst>
              <a:ext uri="{FF2B5EF4-FFF2-40B4-BE49-F238E27FC236}">
                <a16:creationId xmlns:a16="http://schemas.microsoft.com/office/drawing/2014/main" id="{A3BA070F-00AD-4EAA-B91A-CE6E3F1A5DC0}"/>
              </a:ext>
            </a:extLst>
          </p:cNvPr>
          <p:cNvGrpSpPr>
            <a:grpSpLocks/>
          </p:cNvGrpSpPr>
          <p:nvPr/>
        </p:nvGrpSpPr>
        <p:grpSpPr bwMode="auto">
          <a:xfrm>
            <a:off x="8229601" y="2590801"/>
            <a:ext cx="619125" cy="1166813"/>
            <a:chOff x="288" y="912"/>
            <a:chExt cx="390" cy="735"/>
          </a:xfrm>
        </p:grpSpPr>
        <p:sp>
          <p:nvSpPr>
            <p:cNvPr id="24607" name="Oval 20">
              <a:extLst>
                <a:ext uri="{FF2B5EF4-FFF2-40B4-BE49-F238E27FC236}">
                  <a16:creationId xmlns:a16="http://schemas.microsoft.com/office/drawing/2014/main" id="{609A017B-8D8A-40B3-9BFB-71731698F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" y="1367"/>
              <a:ext cx="280" cy="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4608" name="Line 21">
              <a:extLst>
                <a:ext uri="{FF2B5EF4-FFF2-40B4-BE49-F238E27FC236}">
                  <a16:creationId xmlns:a16="http://schemas.microsoft.com/office/drawing/2014/main" id="{52D6E4A0-2857-42FB-8B4B-5B9B45D15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6" y="1027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609" name="Rectangle 23">
              <a:extLst>
                <a:ext uri="{FF2B5EF4-FFF2-40B4-BE49-F238E27FC236}">
                  <a16:creationId xmlns:a16="http://schemas.microsoft.com/office/drawing/2014/main" id="{15916058-9FCD-4E31-B65F-7B6B48552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912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  <p:grpSp>
          <p:nvGrpSpPr>
            <p:cNvPr id="24610" name="Group 61">
              <a:extLst>
                <a:ext uri="{FF2B5EF4-FFF2-40B4-BE49-F238E27FC236}">
                  <a16:creationId xmlns:a16="http://schemas.microsoft.com/office/drawing/2014/main" id="{F5F15BAA-D3D8-4E93-90D8-783B1FCE7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" y="1416"/>
              <a:ext cx="192" cy="192"/>
              <a:chOff x="240" y="1920"/>
              <a:chExt cx="192" cy="192"/>
            </a:xfrm>
          </p:grpSpPr>
          <p:sp>
            <p:nvSpPr>
              <p:cNvPr id="24611" name="Line 59">
                <a:extLst>
                  <a:ext uri="{FF2B5EF4-FFF2-40B4-BE49-F238E27FC236}">
                    <a16:creationId xmlns:a16="http://schemas.microsoft.com/office/drawing/2014/main" id="{329FBB68-B2B7-4593-BD84-179F6352DD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92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612" name="Line 60">
                <a:extLst>
                  <a:ext uri="{FF2B5EF4-FFF2-40B4-BE49-F238E27FC236}">
                    <a16:creationId xmlns:a16="http://schemas.microsoft.com/office/drawing/2014/main" id="{7E16DE5B-4EBA-427D-AD17-EC49BC7F3C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336" y="192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0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nimBg="1"/>
      <p:bldP spid="20484" grpId="0" autoUpdateAnimBg="0"/>
      <p:bldP spid="20487" grpId="0" autoUpdateAnimBg="0"/>
      <p:bldP spid="20490" grpId="0" autoUpdateAnimBg="0"/>
      <p:bldP spid="20493" grpId="0" autoUpdateAnimBg="0"/>
      <p:bldP spid="20497" grpId="0" animBg="1"/>
      <p:bldP spid="20505" grpId="0" animBg="1"/>
      <p:bldP spid="20512" grpId="0" animBg="1"/>
      <p:bldP spid="2052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07F1DB8E-5363-4244-927C-E5341228992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063750" y="2292350"/>
            <a:ext cx="3568700" cy="2349500"/>
          </a:xfrm>
          <a:custGeom>
            <a:avLst/>
            <a:gdLst>
              <a:gd name="T0" fmla="*/ 537747878 w 21600"/>
              <a:gd name="T1" fmla="*/ 127781264 h 21600"/>
              <a:gd name="T2" fmla="*/ 294805987 w 21600"/>
              <a:gd name="T3" fmla="*/ 255562528 h 21600"/>
              <a:gd name="T4" fmla="*/ 51863952 w 21600"/>
              <a:gd name="T5" fmla="*/ 127781264 h 21600"/>
              <a:gd name="T6" fmla="*/ 29480598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F45B056-4C03-4161-A901-927A97BA0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3475039"/>
            <a:ext cx="537006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+q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55134507-36B3-4914-85ED-882476DDB5F2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2255838"/>
            <a:ext cx="857250" cy="1020762"/>
            <a:chOff x="1584" y="1421"/>
            <a:chExt cx="540" cy="643"/>
          </a:xfrm>
        </p:grpSpPr>
        <p:sp>
          <p:nvSpPr>
            <p:cNvPr id="25643" name="Line 7">
              <a:extLst>
                <a:ext uri="{FF2B5EF4-FFF2-40B4-BE49-F238E27FC236}">
                  <a16:creationId xmlns:a16="http://schemas.microsoft.com/office/drawing/2014/main" id="{C93D9E82-EDD1-4875-8A34-E91EC8A95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4" name="Rectangle 8">
              <a:extLst>
                <a:ext uri="{FF2B5EF4-FFF2-40B4-BE49-F238E27FC236}">
                  <a16:creationId xmlns:a16="http://schemas.microsoft.com/office/drawing/2014/main" id="{9E271AAC-CBC7-4A98-9128-B2EB3D549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" y="142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23573D52-8A12-4DC6-BC51-4F8B00DB2D31}"/>
              </a:ext>
            </a:extLst>
          </p:cNvPr>
          <p:cNvGrpSpPr>
            <a:grpSpLocks/>
          </p:cNvGrpSpPr>
          <p:nvPr/>
        </p:nvGrpSpPr>
        <p:grpSpPr bwMode="auto">
          <a:xfrm>
            <a:off x="4048125" y="3581400"/>
            <a:ext cx="763588" cy="1036638"/>
            <a:chOff x="1590" y="2256"/>
            <a:chExt cx="481" cy="653"/>
          </a:xfrm>
        </p:grpSpPr>
        <p:sp>
          <p:nvSpPr>
            <p:cNvPr id="25641" name="Line 10">
              <a:extLst>
                <a:ext uri="{FF2B5EF4-FFF2-40B4-BE49-F238E27FC236}">
                  <a16:creationId xmlns:a16="http://schemas.microsoft.com/office/drawing/2014/main" id="{4942882F-0490-4763-B733-4E33700C7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2256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42" name="Rectangle 11">
              <a:extLst>
                <a:ext uri="{FF2B5EF4-FFF2-40B4-BE49-F238E27FC236}">
                  <a16:creationId xmlns:a16="http://schemas.microsoft.com/office/drawing/2014/main" id="{0017EAB3-7E19-417D-9B4B-241DFBFE1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" y="2618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F44CC67E-45E3-4D21-9B8F-51FB2A48D70B}"/>
              </a:ext>
            </a:extLst>
          </p:cNvPr>
          <p:cNvGrpSpPr>
            <a:grpSpLocks/>
          </p:cNvGrpSpPr>
          <p:nvPr/>
        </p:nvGrpSpPr>
        <p:grpSpPr bwMode="auto">
          <a:xfrm>
            <a:off x="3992566" y="3055941"/>
            <a:ext cx="644525" cy="508000"/>
            <a:chOff x="1555" y="1925"/>
            <a:chExt cx="406" cy="320"/>
          </a:xfrm>
        </p:grpSpPr>
        <p:sp>
          <p:nvSpPr>
            <p:cNvPr id="25639" name="Arc 13">
              <a:extLst>
                <a:ext uri="{FF2B5EF4-FFF2-40B4-BE49-F238E27FC236}">
                  <a16:creationId xmlns:a16="http://schemas.microsoft.com/office/drawing/2014/main" id="{D9781A5B-74CE-47ED-AE7B-6DCED751EFA4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1554" y="2045"/>
              <a:ext cx="201" cy="200"/>
            </a:xfrm>
            <a:custGeom>
              <a:avLst/>
              <a:gdLst>
                <a:gd name="T0" fmla="*/ 0 w 21708"/>
                <a:gd name="T1" fmla="*/ 0 h 21600"/>
                <a:gd name="T2" fmla="*/ 2 w 21708"/>
                <a:gd name="T3" fmla="*/ 2 h 21600"/>
                <a:gd name="T4" fmla="*/ 0 w 21708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08"/>
                <a:gd name="T10" fmla="*/ 0 h 21600"/>
                <a:gd name="T11" fmla="*/ 21708 w 2170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8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</a:path>
                <a:path w="21708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  <a:lnTo>
                    <a:pt x="108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5640" name="Rectangle 14">
              <a:extLst>
                <a:ext uri="{FF2B5EF4-FFF2-40B4-BE49-F238E27FC236}">
                  <a16:creationId xmlns:a16="http://schemas.microsoft.com/office/drawing/2014/main" id="{44F436C4-19B4-4CFA-A584-A7B476FA0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" y="1925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5136" name="Line 16">
            <a:extLst>
              <a:ext uri="{FF2B5EF4-FFF2-40B4-BE49-F238E27FC236}">
                <a16:creationId xmlns:a16="http://schemas.microsoft.com/office/drawing/2014/main" id="{868F5B74-CEF1-4D92-830B-8A794150E2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1322388"/>
            <a:ext cx="0" cy="1878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39" name="Line 19">
            <a:extLst>
              <a:ext uri="{FF2B5EF4-FFF2-40B4-BE49-F238E27FC236}">
                <a16:creationId xmlns:a16="http://schemas.microsoft.com/office/drawing/2014/main" id="{567314D9-14D5-4F63-BDA9-C1CA9DFF64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941638"/>
            <a:ext cx="228600" cy="13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40" name="Line 20">
            <a:extLst>
              <a:ext uri="{FF2B5EF4-FFF2-40B4-BE49-F238E27FC236}">
                <a16:creationId xmlns:a16="http://schemas.microsoft.com/office/drawing/2014/main" id="{7D368E15-AD91-47D2-BCE0-339D79FFDF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941638"/>
            <a:ext cx="0" cy="3476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42" name="AutoShape 22">
            <a:extLst>
              <a:ext uri="{FF2B5EF4-FFF2-40B4-BE49-F238E27FC236}">
                <a16:creationId xmlns:a16="http://schemas.microsoft.com/office/drawing/2014/main" id="{F3BC6C26-0AAB-49CE-AE36-00D4C92A887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54750" y="2292350"/>
            <a:ext cx="3568700" cy="2349500"/>
          </a:xfrm>
          <a:custGeom>
            <a:avLst/>
            <a:gdLst>
              <a:gd name="T0" fmla="*/ 537747878 w 21600"/>
              <a:gd name="T1" fmla="*/ 127781264 h 21600"/>
              <a:gd name="T2" fmla="*/ 294805987 w 21600"/>
              <a:gd name="T3" fmla="*/ 255562528 h 21600"/>
              <a:gd name="T4" fmla="*/ 51863952 w 21600"/>
              <a:gd name="T5" fmla="*/ 127781264 h 21600"/>
              <a:gd name="T6" fmla="*/ 29480598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BBBDA24A-D58B-4BCC-B522-57D40EE8F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5" y="3475039"/>
            <a:ext cx="46006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000000"/>
                </a:solidFill>
              </a:rPr>
              <a:t>-q</a:t>
            </a:r>
          </a:p>
        </p:txBody>
      </p:sp>
      <p:grpSp>
        <p:nvGrpSpPr>
          <p:cNvPr id="5" name="Group 29">
            <a:extLst>
              <a:ext uri="{FF2B5EF4-FFF2-40B4-BE49-F238E27FC236}">
                <a16:creationId xmlns:a16="http://schemas.microsoft.com/office/drawing/2014/main" id="{95662C1F-1995-4B46-9B93-F05D6E60970B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2255838"/>
            <a:ext cx="857250" cy="1020762"/>
            <a:chOff x="4224" y="1421"/>
            <a:chExt cx="540" cy="643"/>
          </a:xfrm>
        </p:grpSpPr>
        <p:sp>
          <p:nvSpPr>
            <p:cNvPr id="25637" name="Line 27">
              <a:extLst>
                <a:ext uri="{FF2B5EF4-FFF2-40B4-BE49-F238E27FC236}">
                  <a16:creationId xmlns:a16="http://schemas.microsoft.com/office/drawing/2014/main" id="{2018D4FF-908B-48DE-BDD4-689743A215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688"/>
              <a:ext cx="528" cy="376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8" name="Rectangle 28">
              <a:extLst>
                <a:ext uri="{FF2B5EF4-FFF2-40B4-BE49-F238E27FC236}">
                  <a16:creationId xmlns:a16="http://schemas.microsoft.com/office/drawing/2014/main" id="{19B3075D-8D7B-45E5-95F3-04501C480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" y="1421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6F3B151F-26CF-4C0A-940F-FDD7BF5FE0A7}"/>
              </a:ext>
            </a:extLst>
          </p:cNvPr>
          <p:cNvGrpSpPr>
            <a:grpSpLocks/>
          </p:cNvGrpSpPr>
          <p:nvPr/>
        </p:nvGrpSpPr>
        <p:grpSpPr bwMode="auto">
          <a:xfrm>
            <a:off x="8258175" y="3552825"/>
            <a:ext cx="763588" cy="1036638"/>
            <a:chOff x="4242" y="2238"/>
            <a:chExt cx="481" cy="653"/>
          </a:xfrm>
        </p:grpSpPr>
        <p:sp>
          <p:nvSpPr>
            <p:cNvPr id="25635" name="Line 30">
              <a:extLst>
                <a:ext uri="{FF2B5EF4-FFF2-40B4-BE49-F238E27FC236}">
                  <a16:creationId xmlns:a16="http://schemas.microsoft.com/office/drawing/2014/main" id="{38A7C2A1-6C99-4373-9450-9110AB72D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2238"/>
              <a:ext cx="480" cy="3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36" name="Rectangle 31">
              <a:extLst>
                <a:ext uri="{FF2B5EF4-FFF2-40B4-BE49-F238E27FC236}">
                  <a16:creationId xmlns:a16="http://schemas.microsoft.com/office/drawing/2014/main" id="{3E5D1C09-45DF-4740-A6DD-1840F4679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9" y="2600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7" name="Group 35">
            <a:extLst>
              <a:ext uri="{FF2B5EF4-FFF2-40B4-BE49-F238E27FC236}">
                <a16:creationId xmlns:a16="http://schemas.microsoft.com/office/drawing/2014/main" id="{DAF1AA56-3496-446F-BB86-754FCB200533}"/>
              </a:ext>
            </a:extLst>
          </p:cNvPr>
          <p:cNvGrpSpPr>
            <a:grpSpLocks/>
          </p:cNvGrpSpPr>
          <p:nvPr/>
        </p:nvGrpSpPr>
        <p:grpSpPr bwMode="auto">
          <a:xfrm>
            <a:off x="8207381" y="3067050"/>
            <a:ext cx="646113" cy="509588"/>
            <a:chOff x="4210" y="1932"/>
            <a:chExt cx="407" cy="321"/>
          </a:xfrm>
        </p:grpSpPr>
        <p:sp>
          <p:nvSpPr>
            <p:cNvPr id="25633" name="Arc 33">
              <a:extLst>
                <a:ext uri="{FF2B5EF4-FFF2-40B4-BE49-F238E27FC236}">
                  <a16:creationId xmlns:a16="http://schemas.microsoft.com/office/drawing/2014/main" id="{CEEE1B42-04B5-46E5-87DD-213CFD453CF1}"/>
                </a:ext>
              </a:extLst>
            </p:cNvPr>
            <p:cNvSpPr>
              <a:spLocks/>
            </p:cNvSpPr>
            <p:nvPr/>
          </p:nvSpPr>
          <p:spPr bwMode="auto">
            <a:xfrm rot="2760000">
              <a:off x="4211" y="2053"/>
              <a:ext cx="199" cy="201"/>
            </a:xfrm>
            <a:custGeom>
              <a:avLst/>
              <a:gdLst>
                <a:gd name="T0" fmla="*/ 0 w 21709"/>
                <a:gd name="T1" fmla="*/ 0 h 21600"/>
                <a:gd name="T2" fmla="*/ 2 w 21709"/>
                <a:gd name="T3" fmla="*/ 2 h 21600"/>
                <a:gd name="T4" fmla="*/ 0 w 21709"/>
                <a:gd name="T5" fmla="*/ 2 h 21600"/>
                <a:gd name="T6" fmla="*/ 0 60000 65536"/>
                <a:gd name="T7" fmla="*/ 0 60000 65536"/>
                <a:gd name="T8" fmla="*/ 0 60000 65536"/>
                <a:gd name="T9" fmla="*/ 0 w 21709"/>
                <a:gd name="T10" fmla="*/ 0 h 21600"/>
                <a:gd name="T11" fmla="*/ 21709 w 2170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9" h="21600" fill="none" extrusionOk="0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</a:path>
                <a:path w="21709" h="21600" stroke="0" extrusionOk="0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  <a:lnTo>
                    <a:pt x="109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5634" name="Rectangle 34">
              <a:extLst>
                <a:ext uri="{FF2B5EF4-FFF2-40B4-BE49-F238E27FC236}">
                  <a16:creationId xmlns:a16="http://schemas.microsoft.com/office/drawing/2014/main" id="{B6ED1B80-48BF-44BE-9C68-83793A8D2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932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</p:grpSp>
      <p:sp>
        <p:nvSpPr>
          <p:cNvPr id="5156" name="Line 36">
            <a:extLst>
              <a:ext uri="{FF2B5EF4-FFF2-40B4-BE49-F238E27FC236}">
                <a16:creationId xmlns:a16="http://schemas.microsoft.com/office/drawing/2014/main" id="{18392C6E-95FE-413E-93FC-C9D644DCF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3702050"/>
            <a:ext cx="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58" name="Line 38">
            <a:extLst>
              <a:ext uri="{FF2B5EF4-FFF2-40B4-BE49-F238E27FC236}">
                <a16:creationId xmlns:a16="http://schemas.microsoft.com/office/drawing/2014/main" id="{5882AAE4-6B80-4629-AFD1-904D98E60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0050" y="3790950"/>
            <a:ext cx="228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59" name="Line 39">
            <a:extLst>
              <a:ext uri="{FF2B5EF4-FFF2-40B4-BE49-F238E27FC236}">
                <a16:creationId xmlns:a16="http://schemas.microsoft.com/office/drawing/2014/main" id="{1C8FD084-8912-4A03-953F-B5D2088773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8650" y="35623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161" name="Picture 41">
            <a:extLst>
              <a:ext uri="{FF2B5EF4-FFF2-40B4-BE49-F238E27FC236}">
                <a16:creationId xmlns:a16="http://schemas.microsoft.com/office/drawing/2014/main" id="{4BA7C33B-E0E7-4C05-A7E5-1DA440CE8F9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2978150" cy="338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9" name="Oval 42">
            <a:extLst>
              <a:ext uri="{FF2B5EF4-FFF2-40B4-BE49-F238E27FC236}">
                <a16:creationId xmlns:a16="http://schemas.microsoft.com/office/drawing/2014/main" id="{5A9D7CA0-4B58-44D6-9E85-2C59E80A6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557338"/>
            <a:ext cx="762000" cy="9906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sp>
        <p:nvSpPr>
          <p:cNvPr id="5165" name="Text Box 45">
            <a:extLst>
              <a:ext uri="{FF2B5EF4-FFF2-40B4-BE49-F238E27FC236}">
                <a16:creationId xmlns:a16="http://schemas.microsoft.com/office/drawing/2014/main" id="{663FA078-28DA-4628-8EB9-80CCF8EFB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2651" y="19051"/>
            <a:ext cx="3980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Regla de la mano derecha</a:t>
            </a:r>
          </a:p>
        </p:txBody>
      </p:sp>
      <p:sp>
        <p:nvSpPr>
          <p:cNvPr id="5166" name="Text Box 46">
            <a:extLst>
              <a:ext uri="{FF2B5EF4-FFF2-40B4-BE49-F238E27FC236}">
                <a16:creationId xmlns:a16="http://schemas.microsoft.com/office/drawing/2014/main" id="{8F593176-2D14-4AED-99E8-A40E75F49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4906964"/>
            <a:ext cx="2305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Carga positiva</a:t>
            </a:r>
          </a:p>
        </p:txBody>
      </p:sp>
      <p:sp>
        <p:nvSpPr>
          <p:cNvPr id="5167" name="Text Box 47">
            <a:extLst>
              <a:ext uri="{FF2B5EF4-FFF2-40B4-BE49-F238E27FC236}">
                <a16:creationId xmlns:a16="http://schemas.microsoft.com/office/drawing/2014/main" id="{F4E15D18-00F3-4DED-86A8-57AE954CB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9" y="6038851"/>
            <a:ext cx="23920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Carga negativa</a:t>
            </a:r>
          </a:p>
        </p:txBody>
      </p:sp>
      <p:sp>
        <p:nvSpPr>
          <p:cNvPr id="5168" name="Text Box 48">
            <a:extLst>
              <a:ext uri="{FF2B5EF4-FFF2-40B4-BE49-F238E27FC236}">
                <a16:creationId xmlns:a16="http://schemas.microsoft.com/office/drawing/2014/main" id="{F366B74C-C017-41C2-857F-901D52BCF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5059364"/>
            <a:ext cx="372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F</a:t>
            </a:r>
            <a:endParaRPr lang="es-ES_tradnl" altLang="en-US">
              <a:solidFill>
                <a:srgbClr val="000000"/>
              </a:solidFill>
            </a:endParaRPr>
          </a:p>
        </p:txBody>
      </p:sp>
      <p:sp>
        <p:nvSpPr>
          <p:cNvPr id="5169" name="Text Box 49">
            <a:extLst>
              <a:ext uri="{FF2B5EF4-FFF2-40B4-BE49-F238E27FC236}">
                <a16:creationId xmlns:a16="http://schemas.microsoft.com/office/drawing/2014/main" id="{E09066BE-9240-4A10-B5B8-D26269D8A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1085851"/>
            <a:ext cx="3722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i="1">
                <a:solidFill>
                  <a:srgbClr val="000000"/>
                </a:solidFill>
              </a:rPr>
              <a:t>F</a:t>
            </a:r>
          </a:p>
        </p:txBody>
      </p:sp>
      <p:grpSp>
        <p:nvGrpSpPr>
          <p:cNvPr id="8" name="Group 53">
            <a:extLst>
              <a:ext uri="{FF2B5EF4-FFF2-40B4-BE49-F238E27FC236}">
                <a16:creationId xmlns:a16="http://schemas.microsoft.com/office/drawing/2014/main" id="{6464D5C8-8480-45A5-9FB0-2B80B8BA5589}"/>
              </a:ext>
            </a:extLst>
          </p:cNvPr>
          <p:cNvGrpSpPr>
            <a:grpSpLocks/>
          </p:cNvGrpSpPr>
          <p:nvPr/>
        </p:nvGrpSpPr>
        <p:grpSpPr bwMode="auto">
          <a:xfrm>
            <a:off x="3549650" y="3200400"/>
            <a:ext cx="520700" cy="520700"/>
            <a:chOff x="1276" y="3560"/>
            <a:chExt cx="328" cy="328"/>
          </a:xfrm>
        </p:grpSpPr>
        <p:sp>
          <p:nvSpPr>
            <p:cNvPr id="25629" name="Oval 3">
              <a:extLst>
                <a:ext uri="{FF2B5EF4-FFF2-40B4-BE49-F238E27FC236}">
                  <a16:creationId xmlns:a16="http://schemas.microsoft.com/office/drawing/2014/main" id="{F6A0E375-69F5-48B8-92CC-7775A77FD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" y="3560"/>
              <a:ext cx="328" cy="32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5630" name="Group 52">
              <a:extLst>
                <a:ext uri="{FF2B5EF4-FFF2-40B4-BE49-F238E27FC236}">
                  <a16:creationId xmlns:a16="http://schemas.microsoft.com/office/drawing/2014/main" id="{607E1795-41AD-48B1-853D-D0C51EE9A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0" y="3660"/>
              <a:ext cx="144" cy="144"/>
              <a:chOff x="2040" y="3696"/>
              <a:chExt cx="144" cy="144"/>
            </a:xfrm>
          </p:grpSpPr>
          <p:sp>
            <p:nvSpPr>
              <p:cNvPr id="25631" name="Line 50">
                <a:extLst>
                  <a:ext uri="{FF2B5EF4-FFF2-40B4-BE49-F238E27FC236}">
                    <a16:creationId xmlns:a16="http://schemas.microsoft.com/office/drawing/2014/main" id="{1EBEB261-D003-4086-B3B7-1E1E1345D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632" name="Line 51">
                <a:extLst>
                  <a:ext uri="{FF2B5EF4-FFF2-40B4-BE49-F238E27FC236}">
                    <a16:creationId xmlns:a16="http://schemas.microsoft.com/office/drawing/2014/main" id="{5D557552-A83A-4F78-8D65-91D00DD16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112" y="3708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55">
            <a:extLst>
              <a:ext uri="{FF2B5EF4-FFF2-40B4-BE49-F238E27FC236}">
                <a16:creationId xmlns:a16="http://schemas.microsoft.com/office/drawing/2014/main" id="{BBCE1515-5E8E-48AF-9EBA-78238D0BAA5D}"/>
              </a:ext>
            </a:extLst>
          </p:cNvPr>
          <p:cNvGrpSpPr>
            <a:grpSpLocks/>
          </p:cNvGrpSpPr>
          <p:nvPr/>
        </p:nvGrpSpPr>
        <p:grpSpPr bwMode="auto">
          <a:xfrm>
            <a:off x="7785100" y="3213100"/>
            <a:ext cx="520700" cy="520700"/>
            <a:chOff x="3024" y="3224"/>
            <a:chExt cx="328" cy="328"/>
          </a:xfrm>
        </p:grpSpPr>
        <p:sp>
          <p:nvSpPr>
            <p:cNvPr id="25627" name="Oval 23">
              <a:extLst>
                <a:ext uri="{FF2B5EF4-FFF2-40B4-BE49-F238E27FC236}">
                  <a16:creationId xmlns:a16="http://schemas.microsoft.com/office/drawing/2014/main" id="{5A257547-D805-480D-80D8-AF6C54F57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224"/>
              <a:ext cx="328" cy="32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5628" name="Line 54">
              <a:extLst>
                <a:ext uri="{FF2B5EF4-FFF2-40B4-BE49-F238E27FC236}">
                  <a16:creationId xmlns:a16="http://schemas.microsoft.com/office/drawing/2014/main" id="{DDE8728E-CE18-4034-92E4-F16811361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408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87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1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6" grpId="0" autoUpdateAnimBg="0"/>
      <p:bldP spid="5142" grpId="0" animBg="1"/>
      <p:bldP spid="5146" grpId="0" autoUpdateAnimBg="0"/>
      <p:bldP spid="5165" grpId="0" autoUpdateAnimBg="0"/>
      <p:bldP spid="5166" grpId="0" autoUpdateAnimBg="0"/>
      <p:bldP spid="5167" grpId="0" autoUpdateAnimBg="0"/>
      <p:bldP spid="5168" grpId="0" autoUpdateAnimBg="0"/>
      <p:bldP spid="516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9" name="Group 40">
            <a:extLst>
              <a:ext uri="{FF2B5EF4-FFF2-40B4-BE49-F238E27FC236}">
                <a16:creationId xmlns:a16="http://schemas.microsoft.com/office/drawing/2014/main" id="{0FA9CF2E-58DE-49BE-91B2-131827C7C116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1000"/>
            <a:ext cx="3657600" cy="685800"/>
            <a:chOff x="528" y="240"/>
            <a:chExt cx="2304" cy="432"/>
          </a:xfrm>
        </p:grpSpPr>
        <p:sp>
          <p:nvSpPr>
            <p:cNvPr id="16416" name="Rectangle 37">
              <a:extLst>
                <a:ext uri="{FF2B5EF4-FFF2-40B4-BE49-F238E27FC236}">
                  <a16:creationId xmlns:a16="http://schemas.microsoft.com/office/drawing/2014/main" id="{7271B2C4-A099-4A3F-8F7C-E657BA84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0"/>
              <a:ext cx="2304" cy="432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6417" name="Text Box 2">
              <a:extLst>
                <a:ext uri="{FF2B5EF4-FFF2-40B4-BE49-F238E27FC236}">
                  <a16:creationId xmlns:a16="http://schemas.microsoft.com/office/drawing/2014/main" id="{A6B53C64-4325-43FA-8765-B6C791834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300"/>
              <a:ext cx="17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Unidades en el SI:</a:t>
              </a:r>
            </a:p>
          </p:txBody>
        </p:sp>
      </p:grpSp>
      <p:graphicFrame>
        <p:nvGraphicFramePr>
          <p:cNvPr id="16386" name="Object 3">
            <a:extLst>
              <a:ext uri="{FF2B5EF4-FFF2-40B4-BE49-F238E27FC236}">
                <a16:creationId xmlns:a16="http://schemas.microsoft.com/office/drawing/2014/main" id="{E642E959-FEE8-4C4A-B6A9-AF842F184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1" y="1371600"/>
          <a:ext cx="1749425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Ecuación" r:id="rId4" imgW="495000" imgH="850680" progId="Equation.3">
                  <p:embed/>
                </p:oleObj>
              </mc:Choice>
              <mc:Fallback>
                <p:oleObj name="Ecuación" r:id="rId4" imgW="495000" imgH="850680" progId="Equation.3">
                  <p:embed/>
                  <p:pic>
                    <p:nvPicPr>
                      <p:cNvPr id="16386" name="Object 3">
                        <a:extLst>
                          <a:ext uri="{FF2B5EF4-FFF2-40B4-BE49-F238E27FC236}">
                            <a16:creationId xmlns:a16="http://schemas.microsoft.com/office/drawing/2014/main" id="{E642E959-FEE8-4C4A-B6A9-AF842F184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1371600"/>
                        <a:ext cx="1749425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0" name="Group 23">
            <a:extLst>
              <a:ext uri="{FF2B5EF4-FFF2-40B4-BE49-F238E27FC236}">
                <a16:creationId xmlns:a16="http://schemas.microsoft.com/office/drawing/2014/main" id="{2E3C88ED-FF10-4EF3-BC5E-2A657E8CF53D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505201"/>
            <a:ext cx="4857750" cy="1635125"/>
            <a:chOff x="1872" y="1920"/>
            <a:chExt cx="3060" cy="1030"/>
          </a:xfrm>
        </p:grpSpPr>
        <p:graphicFrame>
          <p:nvGraphicFramePr>
            <p:cNvPr id="16388" name="Object 5">
              <a:extLst>
                <a:ext uri="{FF2B5EF4-FFF2-40B4-BE49-F238E27FC236}">
                  <a16:creationId xmlns:a16="http://schemas.microsoft.com/office/drawing/2014/main" id="{D173D67D-055B-48DB-8185-01E5939D13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920"/>
            <a:ext cx="1632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7" name="Ecuación" r:id="rId6" imgW="672840" imgH="203040" progId="Equation.3">
                    <p:embed/>
                  </p:oleObj>
                </mc:Choice>
                <mc:Fallback>
                  <p:oleObj name="Ecuación" r:id="rId6" imgW="672840" imgH="203040" progId="Equation.3">
                    <p:embed/>
                    <p:pic>
                      <p:nvPicPr>
                        <p:cNvPr id="16388" name="Object 5">
                          <a:extLst>
                            <a:ext uri="{FF2B5EF4-FFF2-40B4-BE49-F238E27FC236}">
                              <a16:creationId xmlns:a16="http://schemas.microsoft.com/office/drawing/2014/main" id="{D173D67D-055B-48DB-8185-01E5939D1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920"/>
                          <a:ext cx="1632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4" name="Text Box 7">
              <a:extLst>
                <a:ext uri="{FF2B5EF4-FFF2-40B4-BE49-F238E27FC236}">
                  <a16:creationId xmlns:a16="http://schemas.microsoft.com/office/drawing/2014/main" id="{DE436854-C4C4-4B80-983C-1883E448B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2" y="1996"/>
              <a:ext cx="115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3600">
                  <a:solidFill>
                    <a:srgbClr val="000000"/>
                  </a:solidFill>
                </a:rPr>
                <a:t>(Gauss)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15" name="Text Box 8">
              <a:extLst>
                <a:ext uri="{FF2B5EF4-FFF2-40B4-BE49-F238E27FC236}">
                  <a16:creationId xmlns:a16="http://schemas.microsoft.com/office/drawing/2014/main" id="{19DD129A-94DC-4E0A-B17C-E5063690C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659"/>
              <a:ext cx="29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El Gauss es la unidad en el c.g.s</a:t>
              </a:r>
            </a:p>
          </p:txBody>
        </p:sp>
      </p:grpSp>
      <p:grpSp>
        <p:nvGrpSpPr>
          <p:cNvPr id="16391" name="Group 21">
            <a:extLst>
              <a:ext uri="{FF2B5EF4-FFF2-40B4-BE49-F238E27FC236}">
                <a16:creationId xmlns:a16="http://schemas.microsoft.com/office/drawing/2014/main" id="{0A0FF580-0B4E-46E4-808B-ED485E6AB9DA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660526"/>
            <a:ext cx="5049838" cy="1393825"/>
            <a:chOff x="2064" y="814"/>
            <a:chExt cx="3181" cy="878"/>
          </a:xfrm>
        </p:grpSpPr>
        <p:graphicFrame>
          <p:nvGraphicFramePr>
            <p:cNvPr id="16387" name="Object 11">
              <a:extLst>
                <a:ext uri="{FF2B5EF4-FFF2-40B4-BE49-F238E27FC236}">
                  <a16:creationId xmlns:a16="http://schemas.microsoft.com/office/drawing/2014/main" id="{BDD4D241-E7D4-4CA8-A7E4-94CF19D3C7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032"/>
            <a:ext cx="816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8" name="Ecuación" r:id="rId8" imgW="342720" imgH="215640" progId="Equation.3">
                    <p:embed/>
                  </p:oleObj>
                </mc:Choice>
                <mc:Fallback>
                  <p:oleObj name="Ecuación" r:id="rId8" imgW="342720" imgH="215640" progId="Equation.3">
                    <p:embed/>
                    <p:pic>
                      <p:nvPicPr>
                        <p:cNvPr id="16387" name="Object 11">
                          <a:extLst>
                            <a:ext uri="{FF2B5EF4-FFF2-40B4-BE49-F238E27FC236}">
                              <a16:creationId xmlns:a16="http://schemas.microsoft.com/office/drawing/2014/main" id="{BDD4D241-E7D4-4CA8-A7E4-94CF19D3C7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032"/>
                          <a:ext cx="816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Text Box 12">
              <a:extLst>
                <a:ext uri="{FF2B5EF4-FFF2-40B4-BE49-F238E27FC236}">
                  <a16:creationId xmlns:a16="http://schemas.microsoft.com/office/drawing/2014/main" id="{775CF4B4-CB64-4630-A8A0-9BA4C3F43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2" y="821"/>
              <a:ext cx="60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N s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06" name="Text Box 13">
              <a:extLst>
                <a:ext uri="{FF2B5EF4-FFF2-40B4-BE49-F238E27FC236}">
                  <a16:creationId xmlns:a16="http://schemas.microsoft.com/office/drawing/2014/main" id="{60D55F3A-ABFE-4F1B-9B8A-720163701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246"/>
              <a:ext cx="709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C m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07" name="Line 14">
              <a:extLst>
                <a:ext uri="{FF2B5EF4-FFF2-40B4-BE49-F238E27FC236}">
                  <a16:creationId xmlns:a16="http://schemas.microsoft.com/office/drawing/2014/main" id="{A13C0105-BDEF-47ED-BA92-06932FDEA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08" name="Text Box 15">
              <a:extLst>
                <a:ext uri="{FF2B5EF4-FFF2-40B4-BE49-F238E27FC236}">
                  <a16:creationId xmlns:a16="http://schemas.microsoft.com/office/drawing/2014/main" id="{68BF5F57-60E2-4610-8C6A-22998594B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814"/>
              <a:ext cx="34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N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09" name="Line 16">
              <a:extLst>
                <a:ext uri="{FF2B5EF4-FFF2-40B4-BE49-F238E27FC236}">
                  <a16:creationId xmlns:a16="http://schemas.microsoft.com/office/drawing/2014/main" id="{7935BAB6-0847-40E4-9CC7-67A2BF6BF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296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10" name="Text Box 17">
              <a:extLst>
                <a:ext uri="{FF2B5EF4-FFF2-40B4-BE49-F238E27FC236}">
                  <a16:creationId xmlns:a16="http://schemas.microsoft.com/office/drawing/2014/main" id="{88B73A48-2A4F-4021-A590-8C60523E7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1246"/>
              <a:ext cx="6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A m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sp>
          <p:nvSpPr>
            <p:cNvPr id="16411" name="Text Box 18">
              <a:extLst>
                <a:ext uri="{FF2B5EF4-FFF2-40B4-BE49-F238E27FC236}">
                  <a16:creationId xmlns:a16="http://schemas.microsoft.com/office/drawing/2014/main" id="{4BE13BB8-6FA5-4345-A262-E0C51A00B8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1061"/>
              <a:ext cx="3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 i="1">
                  <a:solidFill>
                    <a:srgbClr val="000000"/>
                  </a:solidFill>
                </a:rPr>
                <a:t>=</a:t>
              </a:r>
              <a:endParaRPr lang="es-ES_tradnl" altLang="en-US" i="1">
                <a:solidFill>
                  <a:srgbClr val="000000"/>
                </a:solidFill>
              </a:endParaRPr>
            </a:p>
          </p:txBody>
        </p:sp>
        <p:sp>
          <p:nvSpPr>
            <p:cNvPr id="16412" name="Text Box 19">
              <a:extLst>
                <a:ext uri="{FF2B5EF4-FFF2-40B4-BE49-F238E27FC236}">
                  <a16:creationId xmlns:a16="http://schemas.microsoft.com/office/drawing/2014/main" id="{F52C2856-81C3-467B-ACBC-CC1BFF61F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058"/>
              <a:ext cx="3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 i="1">
                  <a:solidFill>
                    <a:srgbClr val="000000"/>
                  </a:solidFill>
                </a:rPr>
                <a:t>=</a:t>
              </a:r>
              <a:endParaRPr lang="es-ES_tradnl" altLang="en-US" i="1">
                <a:solidFill>
                  <a:srgbClr val="000000"/>
                </a:solidFill>
              </a:endParaRPr>
            </a:p>
          </p:txBody>
        </p:sp>
        <p:sp>
          <p:nvSpPr>
            <p:cNvPr id="16413" name="Text Box 20">
              <a:extLst>
                <a:ext uri="{FF2B5EF4-FFF2-40B4-BE49-F238E27FC236}">
                  <a16:creationId xmlns:a16="http://schemas.microsoft.com/office/drawing/2014/main" id="{D80FC422-9B46-48BE-AF28-429F6A098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978"/>
              <a:ext cx="49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sz="4000">
                  <a:solidFill>
                    <a:srgbClr val="000000"/>
                  </a:solidFill>
                </a:rPr>
                <a:t>1T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6392" name="Text Box 22">
            <a:extLst>
              <a:ext uri="{FF2B5EF4-FFF2-40B4-BE49-F238E27FC236}">
                <a16:creationId xmlns:a16="http://schemas.microsoft.com/office/drawing/2014/main" id="{1A42A495-F0CE-478C-BEC2-D0C329222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1" y="1889125"/>
            <a:ext cx="172438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sz="4000">
                <a:solidFill>
                  <a:srgbClr val="000000"/>
                </a:solidFill>
              </a:rPr>
              <a:t>(Tesla)</a:t>
            </a:r>
            <a:endParaRPr lang="es-ES_tradnl" altLang="en-US">
              <a:solidFill>
                <a:srgbClr val="000000"/>
              </a:solidFill>
            </a:endParaRPr>
          </a:p>
        </p:txBody>
      </p:sp>
      <p:sp>
        <p:nvSpPr>
          <p:cNvPr id="16393" name="Rectangle 35">
            <a:extLst>
              <a:ext uri="{FF2B5EF4-FFF2-40B4-BE49-F238E27FC236}">
                <a16:creationId xmlns:a16="http://schemas.microsoft.com/office/drawing/2014/main" id="{DDC56108-515E-471B-89DD-F407C9E15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334000"/>
            <a:ext cx="3581400" cy="1219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>
              <a:solidFill>
                <a:srgbClr val="000000"/>
              </a:solidFill>
            </a:endParaRPr>
          </a:p>
        </p:txBody>
      </p:sp>
      <p:grpSp>
        <p:nvGrpSpPr>
          <p:cNvPr id="16394" name="Group 30">
            <a:extLst>
              <a:ext uri="{FF2B5EF4-FFF2-40B4-BE49-F238E27FC236}">
                <a16:creationId xmlns:a16="http://schemas.microsoft.com/office/drawing/2014/main" id="{364FCE26-8BB5-4190-A55C-30D08CA4C320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715000"/>
            <a:ext cx="685800" cy="609600"/>
            <a:chOff x="1008" y="3600"/>
            <a:chExt cx="432" cy="384"/>
          </a:xfrm>
        </p:grpSpPr>
        <p:sp>
          <p:nvSpPr>
            <p:cNvPr id="16403" name="Oval 24">
              <a:extLst>
                <a:ext uri="{FF2B5EF4-FFF2-40B4-BE49-F238E27FC236}">
                  <a16:creationId xmlns:a16="http://schemas.microsoft.com/office/drawing/2014/main" id="{1FF5E418-780D-4093-94D6-7E9167332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00"/>
              <a:ext cx="432" cy="38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6404" name="Oval 26">
              <a:extLst>
                <a:ext uri="{FF2B5EF4-FFF2-40B4-BE49-F238E27FC236}">
                  <a16:creationId xmlns:a16="http://schemas.microsoft.com/office/drawing/2014/main" id="{07CBA0B4-4557-4FC4-85BB-2B251F5A91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64" y="3756"/>
              <a:ext cx="73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6395" name="Text Box 32">
            <a:extLst>
              <a:ext uri="{FF2B5EF4-FFF2-40B4-BE49-F238E27FC236}">
                <a16:creationId xmlns:a16="http://schemas.microsoft.com/office/drawing/2014/main" id="{3FBA015D-3A51-41A2-B09C-D5AD86395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764" y="5773887"/>
            <a:ext cx="17267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</a:rPr>
              <a:t>B </a:t>
            </a:r>
            <a:r>
              <a:rPr lang="es-ES_tradnl" altLang="en-US">
                <a:solidFill>
                  <a:srgbClr val="000000"/>
                </a:solidFill>
              </a:rPr>
              <a:t>saliendo </a:t>
            </a:r>
          </a:p>
        </p:txBody>
      </p:sp>
      <p:grpSp>
        <p:nvGrpSpPr>
          <p:cNvPr id="16396" name="Group 39">
            <a:extLst>
              <a:ext uri="{FF2B5EF4-FFF2-40B4-BE49-F238E27FC236}">
                <a16:creationId xmlns:a16="http://schemas.microsoft.com/office/drawing/2014/main" id="{A27EE823-998F-407B-833D-C7F07DE1848B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5334000"/>
            <a:ext cx="3581400" cy="1219200"/>
            <a:chOff x="3408" y="3360"/>
            <a:chExt cx="2256" cy="768"/>
          </a:xfrm>
        </p:grpSpPr>
        <p:sp>
          <p:nvSpPr>
            <p:cNvPr id="16397" name="Rectangle 36">
              <a:extLst>
                <a:ext uri="{FF2B5EF4-FFF2-40B4-BE49-F238E27FC236}">
                  <a16:creationId xmlns:a16="http://schemas.microsoft.com/office/drawing/2014/main" id="{F7C35501-6FA3-4CA8-AFE2-BF0E162A7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360"/>
              <a:ext cx="2256" cy="76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16398" name="Group 31">
              <a:extLst>
                <a:ext uri="{FF2B5EF4-FFF2-40B4-BE49-F238E27FC236}">
                  <a16:creationId xmlns:a16="http://schemas.microsoft.com/office/drawing/2014/main" id="{B5438244-567E-4D25-843B-295D49D15C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3552"/>
              <a:ext cx="432" cy="384"/>
              <a:chOff x="2112" y="3600"/>
              <a:chExt cx="432" cy="384"/>
            </a:xfrm>
          </p:grpSpPr>
          <p:sp>
            <p:nvSpPr>
              <p:cNvPr id="16400" name="Oval 27">
                <a:extLst>
                  <a:ext uri="{FF2B5EF4-FFF2-40B4-BE49-F238E27FC236}">
                    <a16:creationId xmlns:a16="http://schemas.microsoft.com/office/drawing/2014/main" id="{186E8BB9-2DE0-4D9A-90ED-763346A94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600"/>
                <a:ext cx="432" cy="38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s-C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6401" name="Line 28">
                <a:extLst>
                  <a:ext uri="{FF2B5EF4-FFF2-40B4-BE49-F238E27FC236}">
                    <a16:creationId xmlns:a16="http://schemas.microsoft.com/office/drawing/2014/main" id="{FE011651-621F-4C71-B1AD-8D5CD061F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20" y="3684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402" name="Line 29">
                <a:extLst>
                  <a:ext uri="{FF2B5EF4-FFF2-40B4-BE49-F238E27FC236}">
                    <a16:creationId xmlns:a16="http://schemas.microsoft.com/office/drawing/2014/main" id="{D1E8C392-9795-4861-B603-42BF5BA20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3684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6399" name="Text Box 34">
              <a:extLst>
                <a:ext uri="{FF2B5EF4-FFF2-40B4-BE49-F238E27FC236}">
                  <a16:creationId xmlns:a16="http://schemas.microsoft.com/office/drawing/2014/main" id="{9024E62A-EF2C-4A77-BDFD-29731BC8B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2" y="3589"/>
              <a:ext cx="10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B </a:t>
              </a:r>
              <a:r>
                <a:rPr lang="es-ES_tradnl" altLang="en-US">
                  <a:solidFill>
                    <a:srgbClr val="000000"/>
                  </a:solidFill>
                </a:rPr>
                <a:t>entrando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7AE85EE-AB53-4AB1-BC13-49E80E824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725" y="609601"/>
            <a:ext cx="4340932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1. Un electrón que se mueve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800000"/>
                </a:solidFill>
              </a:rPr>
              <a:t>en un campo magnético</a:t>
            </a: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D57247A1-FC5A-4E76-91DE-566DF062CDC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905000"/>
            <a:ext cx="1828800" cy="1676400"/>
            <a:chOff x="192" y="912"/>
            <a:chExt cx="1152" cy="1056"/>
          </a:xfrm>
        </p:grpSpPr>
        <p:sp>
          <p:nvSpPr>
            <p:cNvPr id="26666" name="Rectangle 53">
              <a:extLst>
                <a:ext uri="{FF2B5EF4-FFF2-40B4-BE49-F238E27FC236}">
                  <a16:creationId xmlns:a16="http://schemas.microsoft.com/office/drawing/2014/main" id="{6EAE7C6C-B116-43FD-88B4-EC0E4C0E5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912"/>
              <a:ext cx="1152" cy="1056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6667" name="Group 52">
              <a:extLst>
                <a:ext uri="{FF2B5EF4-FFF2-40B4-BE49-F238E27FC236}">
                  <a16:creationId xmlns:a16="http://schemas.microsoft.com/office/drawing/2014/main" id="{7894698C-D66F-4C53-B375-FFD62C66E0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" y="1008"/>
              <a:ext cx="677" cy="694"/>
              <a:chOff x="278" y="1008"/>
              <a:chExt cx="677" cy="694"/>
            </a:xfrm>
          </p:grpSpPr>
          <p:sp>
            <p:nvSpPr>
              <p:cNvPr id="26668" name="Text Box 35">
                <a:extLst>
                  <a:ext uri="{FF2B5EF4-FFF2-40B4-BE49-F238E27FC236}">
                    <a16:creationId xmlns:a16="http://schemas.microsoft.com/office/drawing/2014/main" id="{E1A5DDF8-5572-4C92-8D2A-8BD93ECA5B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" y="1008"/>
                <a:ext cx="67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Datos:</a:t>
                </a:r>
              </a:p>
            </p:txBody>
          </p:sp>
          <p:grpSp>
            <p:nvGrpSpPr>
              <p:cNvPr id="26669" name="Group 48">
                <a:extLst>
                  <a:ext uri="{FF2B5EF4-FFF2-40B4-BE49-F238E27FC236}">
                    <a16:creationId xmlns:a16="http://schemas.microsoft.com/office/drawing/2014/main" id="{9C9C9BD5-836C-4163-80F8-7151B7F63B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" y="1411"/>
                <a:ext cx="597" cy="291"/>
                <a:chOff x="518" y="3228"/>
                <a:chExt cx="597" cy="291"/>
              </a:xfrm>
            </p:grpSpPr>
            <p:grpSp>
              <p:nvGrpSpPr>
                <p:cNvPr id="26670" name="Group 41">
                  <a:extLst>
                    <a:ext uri="{FF2B5EF4-FFF2-40B4-BE49-F238E27FC236}">
                      <a16:creationId xmlns:a16="http://schemas.microsoft.com/office/drawing/2014/main" id="{55BBC9A0-B640-4C05-BA8B-8AE9256C16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" y="3228"/>
                  <a:ext cx="234" cy="291"/>
                  <a:chOff x="518" y="3228"/>
                  <a:chExt cx="234" cy="291"/>
                </a:xfrm>
              </p:grpSpPr>
              <p:sp>
                <p:nvSpPr>
                  <p:cNvPr id="26674" name="Text Box 39">
                    <a:extLst>
                      <a:ext uri="{FF2B5EF4-FFF2-40B4-BE49-F238E27FC236}">
                        <a16:creationId xmlns:a16="http://schemas.microsoft.com/office/drawing/2014/main" id="{185B1AAD-D006-492C-8FFA-128764E23E5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8" y="3228"/>
                    <a:ext cx="23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s-ES_tradnl" altLang="en-US">
                        <a:solidFill>
                          <a:srgbClr val="000000"/>
                        </a:solidFill>
                      </a:rPr>
                      <a:t>F</a:t>
                    </a:r>
                  </a:p>
                </p:txBody>
              </p:sp>
              <p:sp>
                <p:nvSpPr>
                  <p:cNvPr id="26675" name="Line 40">
                    <a:extLst>
                      <a:ext uri="{FF2B5EF4-FFF2-40B4-BE49-F238E27FC236}">
                        <a16:creationId xmlns:a16="http://schemas.microsoft.com/office/drawing/2014/main" id="{8A2988FC-43B4-4F25-850E-2D56A9E01D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52" y="3264"/>
                    <a:ext cx="19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671" name="Group 44">
                  <a:extLst>
                    <a:ext uri="{FF2B5EF4-FFF2-40B4-BE49-F238E27FC236}">
                      <a16:creationId xmlns:a16="http://schemas.microsoft.com/office/drawing/2014/main" id="{65D46BCA-84B6-4EFF-801F-D791C2B40C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02" y="3228"/>
                  <a:ext cx="213" cy="291"/>
                  <a:chOff x="902" y="3228"/>
                  <a:chExt cx="213" cy="291"/>
                </a:xfrm>
              </p:grpSpPr>
              <p:sp>
                <p:nvSpPr>
                  <p:cNvPr id="26672" name="Text Box 42">
                    <a:extLst>
                      <a:ext uri="{FF2B5EF4-FFF2-40B4-BE49-F238E27FC236}">
                        <a16:creationId xmlns:a16="http://schemas.microsoft.com/office/drawing/2014/main" id="{70FCD37B-A30E-4980-88BD-886785DC0D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02" y="3228"/>
                    <a:ext cx="21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s-ES_tradnl" altLang="en-US">
                        <a:solidFill>
                          <a:srgbClr val="000000"/>
                        </a:solidFill>
                      </a:rPr>
                      <a:t>v</a:t>
                    </a:r>
                  </a:p>
                </p:txBody>
              </p:sp>
              <p:sp>
                <p:nvSpPr>
                  <p:cNvPr id="26673" name="Line 43">
                    <a:extLst>
                      <a:ext uri="{FF2B5EF4-FFF2-40B4-BE49-F238E27FC236}">
                        <a16:creationId xmlns:a16="http://schemas.microsoft.com/office/drawing/2014/main" id="{82B4BD73-EB96-45DF-AE81-21083563A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72" y="3324"/>
                    <a:ext cx="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7" name="Group 58">
            <a:extLst>
              <a:ext uri="{FF2B5EF4-FFF2-40B4-BE49-F238E27FC236}">
                <a16:creationId xmlns:a16="http://schemas.microsoft.com/office/drawing/2014/main" id="{99BC1DA5-8F3C-4F9E-9F35-5524185D384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657600"/>
            <a:ext cx="1828800" cy="1524000"/>
            <a:chOff x="192" y="2016"/>
            <a:chExt cx="1152" cy="960"/>
          </a:xfrm>
        </p:grpSpPr>
        <p:sp>
          <p:nvSpPr>
            <p:cNvPr id="26658" name="Rectangle 54">
              <a:extLst>
                <a:ext uri="{FF2B5EF4-FFF2-40B4-BE49-F238E27FC236}">
                  <a16:creationId xmlns:a16="http://schemas.microsoft.com/office/drawing/2014/main" id="{77401D94-8F2F-4252-A77C-0A11DFA76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016"/>
              <a:ext cx="1152" cy="960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6659" name="Group 51">
              <a:extLst>
                <a:ext uri="{FF2B5EF4-FFF2-40B4-BE49-F238E27FC236}">
                  <a16:creationId xmlns:a16="http://schemas.microsoft.com/office/drawing/2014/main" id="{FC611474-BD48-4C21-AEFC-CE5CE9317A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131"/>
              <a:ext cx="957" cy="675"/>
              <a:chOff x="240" y="1920"/>
              <a:chExt cx="957" cy="675"/>
            </a:xfrm>
          </p:grpSpPr>
          <p:sp>
            <p:nvSpPr>
              <p:cNvPr id="26660" name="Text Box 36">
                <a:extLst>
                  <a:ext uri="{FF2B5EF4-FFF2-40B4-BE49-F238E27FC236}">
                    <a16:creationId xmlns:a16="http://schemas.microsoft.com/office/drawing/2014/main" id="{3640F0FC-2723-4A60-B440-63ED247FED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1920"/>
                <a:ext cx="95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Incógnita:</a:t>
                </a:r>
              </a:p>
            </p:txBody>
          </p:sp>
          <p:grpSp>
            <p:nvGrpSpPr>
              <p:cNvPr id="26661" name="Group 50">
                <a:extLst>
                  <a:ext uri="{FF2B5EF4-FFF2-40B4-BE49-F238E27FC236}">
                    <a16:creationId xmlns:a16="http://schemas.microsoft.com/office/drawing/2014/main" id="{F7469FD4-14C0-47B6-93EF-1922AE66D8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" y="2275"/>
                <a:ext cx="678" cy="320"/>
                <a:chOff x="336" y="2275"/>
                <a:chExt cx="678" cy="320"/>
              </a:xfrm>
            </p:grpSpPr>
            <p:grpSp>
              <p:nvGrpSpPr>
                <p:cNvPr id="26662" name="Group 47">
                  <a:extLst>
                    <a:ext uri="{FF2B5EF4-FFF2-40B4-BE49-F238E27FC236}">
                      <a16:creationId xmlns:a16="http://schemas.microsoft.com/office/drawing/2014/main" id="{8BE9402E-B669-4BA3-BDC5-091832DF1B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6" y="2304"/>
                  <a:ext cx="246" cy="291"/>
                  <a:chOff x="806" y="3756"/>
                  <a:chExt cx="246" cy="291"/>
                </a:xfrm>
              </p:grpSpPr>
              <p:sp>
                <p:nvSpPr>
                  <p:cNvPr id="26664" name="Text Box 45">
                    <a:extLst>
                      <a:ext uri="{FF2B5EF4-FFF2-40B4-BE49-F238E27FC236}">
                        <a16:creationId xmlns:a16="http://schemas.microsoft.com/office/drawing/2014/main" id="{B490DE94-FABA-4830-8496-F798B487022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06" y="3756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s-ES_tradnl" altLang="en-US">
                        <a:solidFill>
                          <a:srgbClr val="000000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26665" name="Line 46">
                    <a:extLst>
                      <a:ext uri="{FF2B5EF4-FFF2-40B4-BE49-F238E27FC236}">
                        <a16:creationId xmlns:a16="http://schemas.microsoft.com/office/drawing/2014/main" id="{83B65414-9D64-44FC-86CA-29C05FE3F6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64" y="3816"/>
                    <a:ext cx="14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63" name="Text Box 49">
                  <a:extLst>
                    <a:ext uri="{FF2B5EF4-FFF2-40B4-BE49-F238E27FC236}">
                      <a16:creationId xmlns:a16="http://schemas.microsoft.com/office/drawing/2014/main" id="{5C47494F-525A-4EAD-90A0-90EED08180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3" y="2275"/>
                  <a:ext cx="391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s-ES_tradnl" altLang="en-US">
                      <a:solidFill>
                        <a:srgbClr val="000000"/>
                      </a:solidFill>
                    </a:rPr>
                    <a:t>= ?</a:t>
                  </a:r>
                  <a:endParaRPr lang="es-ES_tradnl" altLang="en-US" i="1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6147" name="AutoShape 3">
            <a:extLst>
              <a:ext uri="{FF2B5EF4-FFF2-40B4-BE49-F238E27FC236}">
                <a16:creationId xmlns:a16="http://schemas.microsoft.com/office/drawing/2014/main" id="{65FFEC72-EA1F-4401-B8C9-18A0394888D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91125" y="2403475"/>
            <a:ext cx="4578350" cy="2654300"/>
          </a:xfrm>
          <a:custGeom>
            <a:avLst/>
            <a:gdLst>
              <a:gd name="T0" fmla="*/ 885067861 w 21600"/>
              <a:gd name="T1" fmla="*/ 163085847 h 21600"/>
              <a:gd name="T2" fmla="*/ 485214841 w 21600"/>
              <a:gd name="T3" fmla="*/ 326171694 h 21600"/>
              <a:gd name="T4" fmla="*/ 85361848 w 21600"/>
              <a:gd name="T5" fmla="*/ 163085847 h 21600"/>
              <a:gd name="T6" fmla="*/ 485214841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00 w 21600"/>
              <a:gd name="T13" fmla="*/ 3700 h 21600"/>
              <a:gd name="T14" fmla="*/ 17900 w 21600"/>
              <a:gd name="T15" fmla="*/ 179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s-CL" altLang="en-US" i="1">
              <a:solidFill>
                <a:srgbClr val="000000"/>
              </a:solidFill>
            </a:endParaRP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7EDE3208-B6A1-4883-97E4-6193AE7BD004}"/>
              </a:ext>
            </a:extLst>
          </p:cNvPr>
          <p:cNvGrpSpPr>
            <a:grpSpLocks/>
          </p:cNvGrpSpPr>
          <p:nvPr/>
        </p:nvGrpSpPr>
        <p:grpSpPr bwMode="auto">
          <a:xfrm>
            <a:off x="5572126" y="3622675"/>
            <a:ext cx="1730375" cy="2203450"/>
            <a:chOff x="2198" y="2532"/>
            <a:chExt cx="1090" cy="1388"/>
          </a:xfrm>
        </p:grpSpPr>
        <p:sp>
          <p:nvSpPr>
            <p:cNvPr id="26656" name="Line 7">
              <a:extLst>
                <a:ext uri="{FF2B5EF4-FFF2-40B4-BE49-F238E27FC236}">
                  <a16:creationId xmlns:a16="http://schemas.microsoft.com/office/drawing/2014/main" id="{A579600E-1C15-4329-ABFA-385D7EB8A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532"/>
              <a:ext cx="888" cy="1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7" name="Rectangle 8">
              <a:extLst>
                <a:ext uri="{FF2B5EF4-FFF2-40B4-BE49-F238E27FC236}">
                  <a16:creationId xmlns:a16="http://schemas.microsoft.com/office/drawing/2014/main" id="{89B6BC13-31DB-4A66-8BE6-7CB388E5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" y="3629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x</a:t>
              </a:r>
            </a:p>
          </p:txBody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63B563E2-53D8-48C2-BCE8-CCE10F6F22C4}"/>
              </a:ext>
            </a:extLst>
          </p:cNvPr>
          <p:cNvGrpSpPr>
            <a:grpSpLocks/>
          </p:cNvGrpSpPr>
          <p:nvPr/>
        </p:nvGrpSpPr>
        <p:grpSpPr bwMode="auto">
          <a:xfrm>
            <a:off x="7629527" y="3165476"/>
            <a:ext cx="2989263" cy="461963"/>
            <a:chOff x="3456" y="1260"/>
            <a:chExt cx="1883" cy="291"/>
          </a:xfrm>
        </p:grpSpPr>
        <p:sp>
          <p:nvSpPr>
            <p:cNvPr id="26654" name="Line 10">
              <a:extLst>
                <a:ext uri="{FF2B5EF4-FFF2-40B4-BE49-F238E27FC236}">
                  <a16:creationId xmlns:a16="http://schemas.microsoft.com/office/drawing/2014/main" id="{0058076D-5FE3-4059-BB5E-60CB42DF5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44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5" name="Text Box 25">
              <a:extLst>
                <a:ext uri="{FF2B5EF4-FFF2-40B4-BE49-F238E27FC236}">
                  <a16:creationId xmlns:a16="http://schemas.microsoft.com/office/drawing/2014/main" id="{77C35AAF-ADEB-458B-8409-DA50CCE68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126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y</a:t>
              </a:r>
            </a:p>
          </p:txBody>
        </p:sp>
      </p:grpSp>
      <p:grpSp>
        <p:nvGrpSpPr>
          <p:cNvPr id="13" name="Group 32">
            <a:extLst>
              <a:ext uri="{FF2B5EF4-FFF2-40B4-BE49-F238E27FC236}">
                <a16:creationId xmlns:a16="http://schemas.microsoft.com/office/drawing/2014/main" id="{F9C68232-42A0-4D36-BF79-920439BD4567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317875"/>
            <a:ext cx="381000" cy="381000"/>
            <a:chOff x="1440" y="2544"/>
            <a:chExt cx="240" cy="240"/>
          </a:xfrm>
        </p:grpSpPr>
        <p:sp>
          <p:nvSpPr>
            <p:cNvPr id="26652" name="Oval 30">
              <a:extLst>
                <a:ext uri="{FF2B5EF4-FFF2-40B4-BE49-F238E27FC236}">
                  <a16:creationId xmlns:a16="http://schemas.microsoft.com/office/drawing/2014/main" id="{F7C37740-5934-4643-A445-219B03BE5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544"/>
              <a:ext cx="240" cy="24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26653" name="Line 31">
              <a:extLst>
                <a:ext uri="{FF2B5EF4-FFF2-40B4-BE49-F238E27FC236}">
                  <a16:creationId xmlns:a16="http://schemas.microsoft.com/office/drawing/2014/main" id="{CBACBB7D-79B3-43E7-8250-743207565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688"/>
              <a:ext cx="1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34">
            <a:extLst>
              <a:ext uri="{FF2B5EF4-FFF2-40B4-BE49-F238E27FC236}">
                <a16:creationId xmlns:a16="http://schemas.microsoft.com/office/drawing/2014/main" id="{40DED805-E8E7-4872-B952-2CA43DE0A7A2}"/>
              </a:ext>
            </a:extLst>
          </p:cNvPr>
          <p:cNvGrpSpPr>
            <a:grpSpLocks/>
          </p:cNvGrpSpPr>
          <p:nvPr/>
        </p:nvGrpSpPr>
        <p:grpSpPr bwMode="auto">
          <a:xfrm>
            <a:off x="7629525" y="2879725"/>
            <a:ext cx="2057400" cy="590550"/>
            <a:chOff x="3504" y="876"/>
            <a:chExt cx="1296" cy="372"/>
          </a:xfrm>
        </p:grpSpPr>
        <p:sp>
          <p:nvSpPr>
            <p:cNvPr id="26650" name="Line 19">
              <a:extLst>
                <a:ext uri="{FF2B5EF4-FFF2-40B4-BE49-F238E27FC236}">
                  <a16:creationId xmlns:a16="http://schemas.microsoft.com/office/drawing/2014/main" id="{6A6BB18B-0A65-4D77-8077-C98C75119C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152" y="600"/>
              <a:ext cx="0" cy="1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1" name="Text Box 33">
              <a:extLst>
                <a:ext uri="{FF2B5EF4-FFF2-40B4-BE49-F238E27FC236}">
                  <a16:creationId xmlns:a16="http://schemas.microsoft.com/office/drawing/2014/main" id="{73FDCB8E-D291-48C4-8C54-7AAAC1225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876"/>
              <a:ext cx="2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F</a:t>
              </a:r>
            </a:p>
          </p:txBody>
        </p:sp>
      </p:grpSp>
      <p:grpSp>
        <p:nvGrpSpPr>
          <p:cNvPr id="15" name="Group 38">
            <a:extLst>
              <a:ext uri="{FF2B5EF4-FFF2-40B4-BE49-F238E27FC236}">
                <a16:creationId xmlns:a16="http://schemas.microsoft.com/office/drawing/2014/main" id="{D5C0C05F-0075-4070-B80D-4C26DD333F71}"/>
              </a:ext>
            </a:extLst>
          </p:cNvPr>
          <p:cNvGrpSpPr>
            <a:grpSpLocks/>
          </p:cNvGrpSpPr>
          <p:nvPr/>
        </p:nvGrpSpPr>
        <p:grpSpPr bwMode="auto">
          <a:xfrm>
            <a:off x="6181725" y="3603624"/>
            <a:ext cx="1123950" cy="1524000"/>
            <a:chOff x="576" y="2784"/>
            <a:chExt cx="708" cy="960"/>
          </a:xfrm>
        </p:grpSpPr>
        <p:sp>
          <p:nvSpPr>
            <p:cNvPr id="26648" name="Line 16">
              <a:extLst>
                <a:ext uri="{FF2B5EF4-FFF2-40B4-BE49-F238E27FC236}">
                  <a16:creationId xmlns:a16="http://schemas.microsoft.com/office/drawing/2014/main" id="{55769F72-0784-4DB5-B361-0A57F81B9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784"/>
              <a:ext cx="708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9" name="Text Box 37">
              <a:extLst>
                <a:ext uri="{FF2B5EF4-FFF2-40B4-BE49-F238E27FC236}">
                  <a16:creationId xmlns:a16="http://schemas.microsoft.com/office/drawing/2014/main" id="{4961304D-86C9-418A-BB0E-22377E8F7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342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</a:t>
              </a:r>
              <a:endParaRPr lang="es-ES_tradnl" altLang="en-US" i="1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57">
            <a:extLst>
              <a:ext uri="{FF2B5EF4-FFF2-40B4-BE49-F238E27FC236}">
                <a16:creationId xmlns:a16="http://schemas.microsoft.com/office/drawing/2014/main" id="{6C07F621-0A37-4804-867C-1C425366578A}"/>
              </a:ext>
            </a:extLst>
          </p:cNvPr>
          <p:cNvGrpSpPr>
            <a:grpSpLocks/>
          </p:cNvGrpSpPr>
          <p:nvPr/>
        </p:nvGrpSpPr>
        <p:grpSpPr bwMode="auto">
          <a:xfrm>
            <a:off x="7400926" y="879475"/>
            <a:ext cx="542925" cy="2438400"/>
            <a:chOff x="4368" y="432"/>
            <a:chExt cx="342" cy="1536"/>
          </a:xfrm>
        </p:grpSpPr>
        <p:sp>
          <p:nvSpPr>
            <p:cNvPr id="26646" name="Line 55">
              <a:extLst>
                <a:ext uri="{FF2B5EF4-FFF2-40B4-BE49-F238E27FC236}">
                  <a16:creationId xmlns:a16="http://schemas.microsoft.com/office/drawing/2014/main" id="{5FAD9DE8-B0E5-47F2-97EC-847ECDF52C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432"/>
              <a:ext cx="0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7" name="Text Box 56">
              <a:extLst>
                <a:ext uri="{FF2B5EF4-FFF2-40B4-BE49-F238E27FC236}">
                  <a16:creationId xmlns:a16="http://schemas.microsoft.com/office/drawing/2014/main" id="{350733A1-CA25-42CA-852A-D6A356DAD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492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i="1">
                  <a:solidFill>
                    <a:srgbClr val="000000"/>
                  </a:solidFill>
                </a:rPr>
                <a:t>B</a:t>
              </a:r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A460F5C1-1A08-49B7-A353-5086B5DE9D2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410200"/>
            <a:ext cx="4267200" cy="1219200"/>
            <a:chOff x="2592" y="3552"/>
            <a:chExt cx="2688" cy="768"/>
          </a:xfrm>
        </p:grpSpPr>
        <p:sp>
          <p:nvSpPr>
            <p:cNvPr id="26641" name="Rectangle 64">
              <a:extLst>
                <a:ext uri="{FF2B5EF4-FFF2-40B4-BE49-F238E27FC236}">
                  <a16:creationId xmlns:a16="http://schemas.microsoft.com/office/drawing/2014/main" id="{C1EB9C1E-98B3-484B-A40C-EC6DEC2A7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552"/>
              <a:ext cx="2688" cy="76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26642" name="Group 62">
              <a:extLst>
                <a:ext uri="{FF2B5EF4-FFF2-40B4-BE49-F238E27FC236}">
                  <a16:creationId xmlns:a16="http://schemas.microsoft.com/office/drawing/2014/main" id="{9D42E7C7-4258-4941-AD45-2F4C9EE8F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3648"/>
              <a:ext cx="246" cy="291"/>
              <a:chOff x="2774" y="3660"/>
              <a:chExt cx="246" cy="291"/>
            </a:xfrm>
          </p:grpSpPr>
          <p:sp>
            <p:nvSpPr>
              <p:cNvPr id="26644" name="Text Box 60">
                <a:extLst>
                  <a:ext uri="{FF2B5EF4-FFF2-40B4-BE49-F238E27FC236}">
                    <a16:creationId xmlns:a16="http://schemas.microsoft.com/office/drawing/2014/main" id="{08A5C406-02B4-4028-B81C-3915FCCBDB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4" y="3660"/>
                <a:ext cx="24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B</a:t>
                </a:r>
                <a:endParaRPr lang="es-ES_tradnl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6645" name="Line 61">
                <a:extLst>
                  <a:ext uri="{FF2B5EF4-FFF2-40B4-BE49-F238E27FC236}">
                    <a16:creationId xmlns:a16="http://schemas.microsoft.com/office/drawing/2014/main" id="{0F312C3F-E27D-4C87-8282-2F3F8D797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732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643" name="Text Box 63">
              <a:extLst>
                <a:ext uri="{FF2B5EF4-FFF2-40B4-BE49-F238E27FC236}">
                  <a16:creationId xmlns:a16="http://schemas.microsoft.com/office/drawing/2014/main" id="{2A941E05-192F-4FFD-A11B-B95B833B4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612"/>
              <a:ext cx="178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está en la dirección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de eje z positiva</a:t>
              </a:r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19437FA0-A0A4-4A10-A93D-61DDFF8DC34F}"/>
              </a:ext>
            </a:extLst>
          </p:cNvPr>
          <p:cNvGrpSpPr>
            <a:grpSpLocks/>
          </p:cNvGrpSpPr>
          <p:nvPr/>
        </p:nvGrpSpPr>
        <p:grpSpPr bwMode="auto">
          <a:xfrm>
            <a:off x="7248526" y="-152400"/>
            <a:ext cx="339725" cy="3535363"/>
            <a:chOff x="3158" y="317"/>
            <a:chExt cx="214" cy="2227"/>
          </a:xfrm>
        </p:grpSpPr>
        <p:sp>
          <p:nvSpPr>
            <p:cNvPr id="26639" name="Line 13">
              <a:extLst>
                <a:ext uri="{FF2B5EF4-FFF2-40B4-BE49-F238E27FC236}">
                  <a16:creationId xmlns:a16="http://schemas.microsoft.com/office/drawing/2014/main" id="{8AFC5DEC-0F72-4C90-AB1C-EA03771A1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624"/>
              <a:ext cx="0" cy="1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0" name="Rectangle 14">
              <a:extLst>
                <a:ext uri="{FF2B5EF4-FFF2-40B4-BE49-F238E27FC236}">
                  <a16:creationId xmlns:a16="http://schemas.microsoft.com/office/drawing/2014/main" id="{C8D08C00-22EA-408B-AE36-0A86E8F1B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317"/>
              <a:ext cx="21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z</a:t>
              </a:r>
            </a:p>
          </p:txBody>
        </p:sp>
      </p:grpSp>
      <p:sp>
        <p:nvSpPr>
          <p:cNvPr id="26638" name="Text Box 68">
            <a:extLst>
              <a:ext uri="{FF2B5EF4-FFF2-40B4-BE49-F238E27FC236}">
                <a16:creationId xmlns:a16="http://schemas.microsoft.com/office/drawing/2014/main" id="{FE65FE08-547F-4426-9F83-6128BA15B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6" y="-46038"/>
            <a:ext cx="1859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 b="1">
                <a:solidFill>
                  <a:srgbClr val="000000"/>
                </a:solidFill>
              </a:rPr>
              <a:t>EJEMPLOS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1E509D61-872C-434B-B519-7E6F91C1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28601"/>
            <a:ext cx="69268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993366"/>
                </a:solidFill>
              </a:rPr>
              <a:t>2.- Fuerza mínima y máxima sobre un electrón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s-ES_tradnl" altLang="en-US">
                <a:solidFill>
                  <a:srgbClr val="993366"/>
                </a:solidFill>
              </a:rPr>
              <a:t>     que ingresa a un campo magnético constante.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10E78FEA-100F-4710-9465-AAFF5EFA012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981200"/>
            <a:ext cx="3810000" cy="2057400"/>
            <a:chOff x="192" y="1248"/>
            <a:chExt cx="2400" cy="1296"/>
          </a:xfrm>
        </p:grpSpPr>
        <p:sp>
          <p:nvSpPr>
            <p:cNvPr id="17438" name="Rectangle 5">
              <a:extLst>
                <a:ext uri="{FF2B5EF4-FFF2-40B4-BE49-F238E27FC236}">
                  <a16:creationId xmlns:a16="http://schemas.microsoft.com/office/drawing/2014/main" id="{A2AE9DFF-9324-43D6-9E82-351397C18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248"/>
              <a:ext cx="2400" cy="12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7439" name="Text Box 3">
              <a:extLst>
                <a:ext uri="{FF2B5EF4-FFF2-40B4-BE49-F238E27FC236}">
                  <a16:creationId xmlns:a16="http://schemas.microsoft.com/office/drawing/2014/main" id="{D98E967E-4AD1-4716-A599-5F10B5621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" y="1308"/>
              <a:ext cx="1897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Datos: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Voltaje para acelerar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la carga : 2400 V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B = 1,7 T</a:t>
              </a:r>
            </a:p>
          </p:txBody>
        </p:sp>
      </p:grpSp>
      <p:grpSp>
        <p:nvGrpSpPr>
          <p:cNvPr id="3" name="Group 28">
            <a:extLst>
              <a:ext uri="{FF2B5EF4-FFF2-40B4-BE49-F238E27FC236}">
                <a16:creationId xmlns:a16="http://schemas.microsoft.com/office/drawing/2014/main" id="{B8437E88-9A3F-43A3-8D92-F8E869AA21D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495800"/>
            <a:ext cx="2209800" cy="1905000"/>
            <a:chOff x="432" y="2592"/>
            <a:chExt cx="1392" cy="1200"/>
          </a:xfrm>
        </p:grpSpPr>
        <p:sp>
          <p:nvSpPr>
            <p:cNvPr id="17436" name="Rectangle 6">
              <a:extLst>
                <a:ext uri="{FF2B5EF4-FFF2-40B4-BE49-F238E27FC236}">
                  <a16:creationId xmlns:a16="http://schemas.microsoft.com/office/drawing/2014/main" id="{61FABA8F-8463-4D32-AEA1-6C5A1E94B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592"/>
              <a:ext cx="1392" cy="1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7437" name="Text Box 4">
              <a:extLst>
                <a:ext uri="{FF2B5EF4-FFF2-40B4-BE49-F238E27FC236}">
                  <a16:creationId xmlns:a16="http://schemas.microsoft.com/office/drawing/2014/main" id="{64966272-AC6D-444E-BF98-F1E533DAF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2652"/>
              <a:ext cx="95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Incógnita: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F</a:t>
              </a:r>
              <a:r>
                <a:rPr lang="es-ES_tradnl" altLang="en-US" baseline="-25000">
                  <a:solidFill>
                    <a:srgbClr val="000000"/>
                  </a:solidFill>
                </a:rPr>
                <a:t>max</a:t>
              </a:r>
              <a:r>
                <a:rPr lang="es-ES_tradnl" altLang="en-US">
                  <a:solidFill>
                    <a:srgbClr val="000000"/>
                  </a:solidFill>
                </a:rPr>
                <a:t> = ?</a:t>
              </a:r>
            </a:p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>
                  <a:solidFill>
                    <a:srgbClr val="000000"/>
                  </a:solidFill>
                </a:rPr>
                <a:t>F</a:t>
              </a:r>
              <a:r>
                <a:rPr lang="es-ES_tradnl" altLang="en-US" baseline="-25000">
                  <a:solidFill>
                    <a:srgbClr val="000000"/>
                  </a:solidFill>
                </a:rPr>
                <a:t>min</a:t>
              </a:r>
              <a:r>
                <a:rPr lang="es-ES_tradnl" altLang="en-US">
                  <a:solidFill>
                    <a:srgbClr val="000000"/>
                  </a:solidFill>
                </a:rPr>
                <a:t> = ?</a:t>
              </a: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FD6813F6-3C8B-45D6-99FA-F2C21DD7A699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390650"/>
            <a:ext cx="3810000" cy="2236788"/>
            <a:chOff x="3072" y="876"/>
            <a:chExt cx="2400" cy="1409"/>
          </a:xfrm>
        </p:grpSpPr>
        <p:sp>
          <p:nvSpPr>
            <p:cNvPr id="17422" name="Line 7">
              <a:extLst>
                <a:ext uri="{FF2B5EF4-FFF2-40B4-BE49-F238E27FC236}">
                  <a16:creationId xmlns:a16="http://schemas.microsoft.com/office/drawing/2014/main" id="{122F4BF3-96BE-4BB7-B3BB-DE30DE7EF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29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3" name="Line 8">
              <a:extLst>
                <a:ext uri="{FF2B5EF4-FFF2-40B4-BE49-F238E27FC236}">
                  <a16:creationId xmlns:a16="http://schemas.microsoft.com/office/drawing/2014/main" id="{A844B7FE-655E-4E0F-A008-D96999F27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53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4" name="Line 9">
              <a:extLst>
                <a:ext uri="{FF2B5EF4-FFF2-40B4-BE49-F238E27FC236}">
                  <a16:creationId xmlns:a16="http://schemas.microsoft.com/office/drawing/2014/main" id="{2DE99D74-1BE1-46CC-A8DC-A018574BE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7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5" name="Line 10">
              <a:extLst>
                <a:ext uri="{FF2B5EF4-FFF2-40B4-BE49-F238E27FC236}">
                  <a16:creationId xmlns:a16="http://schemas.microsoft.com/office/drawing/2014/main" id="{D1727B28-C518-4AB0-9BD7-5734A8721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016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6" name="Text Box 11">
              <a:extLst>
                <a:ext uri="{FF2B5EF4-FFF2-40B4-BE49-F238E27FC236}">
                  <a16:creationId xmlns:a16="http://schemas.microsoft.com/office/drawing/2014/main" id="{4DF192B2-7C1E-4955-8E38-1F3FC5CA4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876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>
                  <a:solidFill>
                    <a:srgbClr val="000000"/>
                  </a:solidFill>
                </a:rPr>
                <a:t>B</a:t>
              </a:r>
              <a:endParaRPr lang="es-ES_tradnl" altLang="en-US">
                <a:solidFill>
                  <a:srgbClr val="000000"/>
                </a:solidFill>
              </a:endParaRPr>
            </a:p>
          </p:txBody>
        </p:sp>
        <p:grpSp>
          <p:nvGrpSpPr>
            <p:cNvPr id="17427" name="Group 21">
              <a:extLst>
                <a:ext uri="{FF2B5EF4-FFF2-40B4-BE49-F238E27FC236}">
                  <a16:creationId xmlns:a16="http://schemas.microsoft.com/office/drawing/2014/main" id="{34DF0302-7EFF-4508-99EE-C0BD5B000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1536"/>
              <a:ext cx="540" cy="749"/>
              <a:chOff x="3744" y="2832"/>
              <a:chExt cx="540" cy="749"/>
            </a:xfrm>
          </p:grpSpPr>
          <p:grpSp>
            <p:nvGrpSpPr>
              <p:cNvPr id="17431" name="Group 14">
                <a:extLst>
                  <a:ext uri="{FF2B5EF4-FFF2-40B4-BE49-F238E27FC236}">
                    <a16:creationId xmlns:a16="http://schemas.microsoft.com/office/drawing/2014/main" id="{EA28F0BE-5F58-4B3C-8B15-F08E1237C9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3389"/>
                <a:ext cx="192" cy="192"/>
                <a:chOff x="3744" y="2592"/>
                <a:chExt cx="192" cy="192"/>
              </a:xfrm>
            </p:grpSpPr>
            <p:sp>
              <p:nvSpPr>
                <p:cNvPr id="17434" name="Oval 12">
                  <a:extLst>
                    <a:ext uri="{FF2B5EF4-FFF2-40B4-BE49-F238E27FC236}">
                      <a16:creationId xmlns:a16="http://schemas.microsoft.com/office/drawing/2014/main" id="{91CCB684-A8B5-408C-B5CD-B8A33CF94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592"/>
                  <a:ext cx="192" cy="192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s-CL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435" name="Line 13">
                  <a:extLst>
                    <a:ext uri="{FF2B5EF4-FFF2-40B4-BE49-F238E27FC236}">
                      <a16:creationId xmlns:a16="http://schemas.microsoft.com/office/drawing/2014/main" id="{CE144B91-0ECA-491B-BBE9-9C560C670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688"/>
                  <a:ext cx="96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7432" name="Line 15">
                <a:extLst>
                  <a:ext uri="{FF2B5EF4-FFF2-40B4-BE49-F238E27FC236}">
                    <a16:creationId xmlns:a16="http://schemas.microsoft.com/office/drawing/2014/main" id="{B5485BFB-AB1D-45D8-9E99-C6612F77C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0" y="3053"/>
                <a:ext cx="38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433" name="Text Box 16">
                <a:extLst>
                  <a:ext uri="{FF2B5EF4-FFF2-40B4-BE49-F238E27FC236}">
                    <a16:creationId xmlns:a16="http://schemas.microsoft.com/office/drawing/2014/main" id="{558D626D-98B2-45EC-8318-11C045A04E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2" y="283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v</a:t>
                </a:r>
                <a:endParaRPr lang="es-ES_tradnl" altLang="en-US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7428" name="Line 18">
              <a:extLst>
                <a:ext uri="{FF2B5EF4-FFF2-40B4-BE49-F238E27FC236}">
                  <a16:creationId xmlns:a16="http://schemas.microsoft.com/office/drawing/2014/main" id="{97687BFC-AD0F-4068-BB93-35F2C8753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08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9" name="Arc 19">
              <a:extLst>
                <a:ext uri="{FF2B5EF4-FFF2-40B4-BE49-F238E27FC236}">
                  <a16:creationId xmlns:a16="http://schemas.microsoft.com/office/drawing/2014/main" id="{BA02B183-3EAB-4A73-8D03-91607D5F9652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4032" y="2016"/>
              <a:ext cx="144" cy="192"/>
            </a:xfrm>
            <a:custGeom>
              <a:avLst/>
              <a:gdLst>
                <a:gd name="T0" fmla="*/ 0 w 21600"/>
                <a:gd name="T1" fmla="*/ 0 h 21600"/>
                <a:gd name="T2" fmla="*/ 1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sp>
          <p:nvSpPr>
            <p:cNvPr id="17430" name="Text Box 20">
              <a:extLst>
                <a:ext uri="{FF2B5EF4-FFF2-40B4-BE49-F238E27FC236}">
                  <a16:creationId xmlns:a16="http://schemas.microsoft.com/office/drawing/2014/main" id="{1AE9780B-3822-426F-A616-447D4614D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879"/>
              <a:ext cx="21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s-ES_tradnl" altLang="en-US" b="1" i="1">
                  <a:solidFill>
                    <a:srgbClr val="000000"/>
                  </a:solidFill>
                  <a:latin typeface="Symbol" panose="05050102010706020507" pitchFamily="18" charset="2"/>
                </a:rPr>
                <a:t>q</a:t>
              </a:r>
              <a:endParaRPr lang="es-ES_tradnl" altLang="en-US" i="1">
                <a:solidFill>
                  <a:srgbClr val="000000"/>
                </a:solidFill>
                <a:latin typeface="Symbol" panose="05050102010706020507" pitchFamily="18" charset="2"/>
              </a:endParaRPr>
            </a:p>
          </p:txBody>
        </p: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560F1A91-5B43-49B6-B5C8-3DC3C91F1EB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267200"/>
            <a:ext cx="5257800" cy="2514600"/>
            <a:chOff x="2256" y="2496"/>
            <a:chExt cx="3312" cy="1584"/>
          </a:xfrm>
        </p:grpSpPr>
        <p:sp>
          <p:nvSpPr>
            <p:cNvPr id="17416" name="Rectangle 37">
              <a:extLst>
                <a:ext uri="{FF2B5EF4-FFF2-40B4-BE49-F238E27FC236}">
                  <a16:creationId xmlns:a16="http://schemas.microsoft.com/office/drawing/2014/main" id="{0B5E17C3-85DA-4274-B40B-C4AF00C8A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96"/>
              <a:ext cx="3312" cy="1584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s-CL" altLang="en-US">
                <a:solidFill>
                  <a:srgbClr val="000000"/>
                </a:solidFill>
              </a:endParaRPr>
            </a:p>
          </p:txBody>
        </p:sp>
        <p:grpSp>
          <p:nvGrpSpPr>
            <p:cNvPr id="17417" name="Group 36">
              <a:extLst>
                <a:ext uri="{FF2B5EF4-FFF2-40B4-BE49-F238E27FC236}">
                  <a16:creationId xmlns:a16="http://schemas.microsoft.com/office/drawing/2014/main" id="{498FFA62-E139-44DD-86C0-8DF4C3D04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496"/>
              <a:ext cx="2807" cy="1498"/>
              <a:chOff x="2448" y="2496"/>
              <a:chExt cx="2807" cy="1498"/>
            </a:xfrm>
          </p:grpSpPr>
          <p:sp>
            <p:nvSpPr>
              <p:cNvPr id="17418" name="Text Box 22">
                <a:extLst>
                  <a:ext uri="{FF2B5EF4-FFF2-40B4-BE49-F238E27FC236}">
                    <a16:creationId xmlns:a16="http://schemas.microsoft.com/office/drawing/2014/main" id="{51627F72-1C1C-430A-8C90-66F53769D6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2496"/>
                <a:ext cx="182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F</a:t>
                </a:r>
                <a:r>
                  <a:rPr lang="es-ES_tradnl" altLang="en-US" baseline="-25000">
                    <a:solidFill>
                      <a:srgbClr val="000000"/>
                    </a:solidFill>
                  </a:rPr>
                  <a:t>min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 = 0    para </a:t>
                </a:r>
                <a:r>
                  <a:rPr lang="es-ES_tradnl" altLang="en-US">
                    <a:solidFill>
                      <a:srgbClr val="000000"/>
                    </a:solidFill>
                    <a:latin typeface="Symbol" panose="05050102010706020507" pitchFamily="18" charset="2"/>
                  </a:rPr>
                  <a:t>q = 0</a:t>
                </a:r>
                <a:endParaRPr lang="es-ES_tradnl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7419" name="Text Box 23">
                <a:extLst>
                  <a:ext uri="{FF2B5EF4-FFF2-40B4-BE49-F238E27FC236}">
                    <a16:creationId xmlns:a16="http://schemas.microsoft.com/office/drawing/2014/main" id="{03F1CD9B-5DAD-49C1-A551-7CB9D646D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156"/>
                <a:ext cx="69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F</a:t>
                </a:r>
                <a:r>
                  <a:rPr lang="es-ES_tradnl" altLang="en-US" baseline="-25000">
                    <a:solidFill>
                      <a:srgbClr val="000000"/>
                    </a:solidFill>
                  </a:rPr>
                  <a:t>max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 = </a:t>
                </a:r>
              </a:p>
            </p:txBody>
          </p:sp>
          <p:sp>
            <p:nvSpPr>
              <p:cNvPr id="17420" name="Text Box 26">
                <a:extLst>
                  <a:ext uri="{FF2B5EF4-FFF2-40B4-BE49-F238E27FC236}">
                    <a16:creationId xmlns:a16="http://schemas.microsoft.com/office/drawing/2014/main" id="{6A28E491-CC07-4889-8E53-7766794649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108"/>
                <a:ext cx="117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 i="1">
                    <a:solidFill>
                      <a:srgbClr val="000000"/>
                    </a:solidFill>
                  </a:rPr>
                  <a:t>= 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8 x 10</a:t>
                </a:r>
                <a:r>
                  <a:rPr lang="es-ES_tradnl" altLang="en-US" baseline="30000">
                    <a:solidFill>
                      <a:srgbClr val="000000"/>
                    </a:solidFill>
                  </a:rPr>
                  <a:t>-12 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N</a:t>
                </a:r>
                <a:endParaRPr lang="es-ES_tradnl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7421" name="Text Box 30">
                <a:extLst>
                  <a:ext uri="{FF2B5EF4-FFF2-40B4-BE49-F238E27FC236}">
                    <a16:creationId xmlns:a16="http://schemas.microsoft.com/office/drawing/2014/main" id="{E6BCF096-1705-4A0F-A5C1-0C7CC18C78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6" y="3703"/>
                <a:ext cx="117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s-ES_tradnl" altLang="en-US">
                    <a:solidFill>
                      <a:srgbClr val="000000"/>
                    </a:solidFill>
                  </a:rPr>
                  <a:t>Para </a:t>
                </a:r>
                <a:r>
                  <a:rPr lang="es-ES_tradnl" altLang="en-US">
                    <a:solidFill>
                      <a:srgbClr val="000000"/>
                    </a:solidFill>
                    <a:latin typeface="Symbol" panose="05050102010706020507" pitchFamily="18" charset="2"/>
                  </a:rPr>
                  <a:t>q = </a:t>
                </a:r>
                <a:r>
                  <a:rPr lang="es-ES_tradnl" altLang="en-US">
                    <a:solidFill>
                      <a:srgbClr val="000000"/>
                    </a:solidFill>
                  </a:rPr>
                  <a:t>90</a:t>
                </a:r>
                <a:r>
                  <a:rPr lang="es-ES_tradnl" altLang="en-US" baseline="30000">
                    <a:solidFill>
                      <a:srgbClr val="000000"/>
                    </a:solidFill>
                  </a:rPr>
                  <a:t>o</a:t>
                </a:r>
                <a:endParaRPr lang="es-ES_tradnl" altLang="en-US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17410" name="Object 35">
                <a:extLst>
                  <a:ext uri="{FF2B5EF4-FFF2-40B4-BE49-F238E27FC236}">
                    <a16:creationId xmlns:a16="http://schemas.microsoft.com/office/drawing/2014/main" id="{FDDFED96-854D-42E8-86B9-0D2523099F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8" y="2940"/>
              <a:ext cx="1008" cy="7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440" name="Ecuación" r:id="rId4" imgW="609480" imgH="444240" progId="Equation.3">
                      <p:embed/>
                    </p:oleObj>
                  </mc:Choice>
                  <mc:Fallback>
                    <p:oleObj name="Ecuación" r:id="rId4" imgW="609480" imgH="444240" progId="Equation.3">
                      <p:embed/>
                      <p:pic>
                        <p:nvPicPr>
                          <p:cNvPr id="17410" name="Object 35">
                            <a:extLst>
                              <a:ext uri="{FF2B5EF4-FFF2-40B4-BE49-F238E27FC236}">
                                <a16:creationId xmlns:a16="http://schemas.microsoft.com/office/drawing/2014/main" id="{FDDFED96-854D-42E8-86B9-0D2523099F4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2940"/>
                            <a:ext cx="1008" cy="7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1558</Words>
  <Application>Microsoft Office PowerPoint</Application>
  <PresentationFormat>Widescreen</PresentationFormat>
  <Paragraphs>313</Paragraphs>
  <Slides>31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Arial</vt:lpstr>
      <vt:lpstr>Arial Narrow</vt:lpstr>
      <vt:lpstr>Brush Script MT</vt:lpstr>
      <vt:lpstr>Calibri</vt:lpstr>
      <vt:lpstr>Cambria Math</vt:lpstr>
      <vt:lpstr>Comic Sans MS</vt:lpstr>
      <vt:lpstr>Script MT Bold</vt:lpstr>
      <vt:lpstr>Symbol</vt:lpstr>
      <vt:lpstr>Times New Roman</vt:lpstr>
      <vt:lpstr>Wingdings</vt:lpstr>
      <vt:lpstr>Diseño predeterminado</vt:lpstr>
      <vt:lpstr>1_Diseño predeterminado</vt:lpstr>
      <vt:lpstr>Equation</vt:lpstr>
      <vt:lpstr>Ecuación</vt:lpstr>
      <vt:lpstr>PowerPoint Presentation</vt:lpstr>
      <vt:lpstr>Símbolos de circuito eléctrico</vt:lpstr>
      <vt:lpstr>Ley de Ohm</vt:lpstr>
      <vt:lpstr>Resistencias en serie</vt:lpstr>
      <vt:lpstr>Resistencia equivalente: Paralelo</vt:lpstr>
      <vt:lpstr>Encuentre la resistencia equivalente y el valor del generador de tensión de la figura si la intensidad de corriente por  la resistencia de 10 ohm es de 1 A. ¿Qué potencia entrega la fuente?</vt:lpstr>
      <vt:lpstr>PowerPoint Presentation</vt:lpstr>
      <vt:lpstr>Encuentre la resistencia equivalente y la potencia que se disipa en la resistencia de 30 ohm, si la alimentación es de 10 V.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Potencia eléctrica</vt:lpstr>
      <vt:lpstr>Transferencia máxima de potencia</vt:lpstr>
      <vt:lpstr>Ejemplo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Leonardo Daniel Bennun Torres</dc:creator>
  <cp:lastModifiedBy>Leonardo Daniel Bennun Torres</cp:lastModifiedBy>
  <cp:revision>25</cp:revision>
  <dcterms:created xsi:type="dcterms:W3CDTF">2021-11-08T12:31:28Z</dcterms:created>
  <dcterms:modified xsi:type="dcterms:W3CDTF">2021-11-15T13:01:10Z</dcterms:modified>
</cp:coreProperties>
</file>