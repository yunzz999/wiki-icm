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  <p:sldMasterId id="2147483648" r:id="rId5"/>
    <p:sldMasterId id="2147483662" r:id="rId6"/>
  </p:sldMasterIdLst>
  <p:notesMasterIdLst>
    <p:notesMasterId r:id="rId23"/>
  </p:notesMasterIdLst>
  <p:sldIdLst>
    <p:sldId id="258" r:id="rId7"/>
    <p:sldId id="259" r:id="rId8"/>
    <p:sldId id="260" r:id="rId9"/>
    <p:sldId id="261" r:id="rId10"/>
    <p:sldId id="257" r:id="rId11"/>
    <p:sldId id="262" r:id="rId12"/>
    <p:sldId id="264" r:id="rId13"/>
    <p:sldId id="263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Benjamin Junemann Vielma" userId="d6b0ba9c-06b8-4797-bfd6-bdeafbf7e124" providerId="ADAL" clId="{B33F14B2-BF33-4DA5-81AC-C7A6619B4E50}"/>
    <pc:docChg chg="addSld delSld">
      <pc:chgData name="Jose Benjamin Junemann Vielma" userId="d6b0ba9c-06b8-4797-bfd6-bdeafbf7e124" providerId="ADAL" clId="{B33F14B2-BF33-4DA5-81AC-C7A6619B4E50}" dt="2025-10-24T18:18:46.384" v="1" actId="47"/>
      <pc:docMkLst>
        <pc:docMk/>
      </pc:docMkLst>
      <pc:sldChg chg="new del">
        <pc:chgData name="Jose Benjamin Junemann Vielma" userId="d6b0ba9c-06b8-4797-bfd6-bdeafbf7e124" providerId="ADAL" clId="{B33F14B2-BF33-4DA5-81AC-C7A6619B4E50}" dt="2025-10-24T18:18:46.384" v="1" actId="47"/>
        <pc:sldMkLst>
          <pc:docMk/>
          <pc:sldMk cId="3329382523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6751B-C553-47D5-8C59-B1687BBCD13E}" type="datetimeFigureOut">
              <a:rPr lang="es-CL" smtClean="0"/>
              <a:t>24-10-2025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2C083-8543-4DF5-B808-0C259D1306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1758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6C3B7-0159-457C-B7B0-AE29763F2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C7C27-1E39-45DF-9965-45406E7DA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DF936-7812-4480-B696-24C60FD0A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A7746-7235-4CED-AC63-717D180C2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4BD3B-9A30-43E4-A365-4A653BECE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7329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D2B9B-8908-4B30-8EC3-8A113973F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70AC6-7552-45D2-BB1B-46E9AC8E4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F8125-F416-4414-AF5B-E8BA35D49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46E3A-D51E-43D4-A3E1-2E17F33F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E4269-230D-4A26-A3CD-551E93A81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96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F146A-F593-4751-B0D5-89D6C6139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DDF8C-01E7-4D74-9876-EE49AC935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B8254-EF73-43CD-9102-AD076042E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F0E99-9ADD-4B8B-BD20-A207AF0A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E05B2-8FF8-4E44-B2E0-2D23615CC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9186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D764-D5BB-4D1D-8AC7-D2620626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0720E-6416-491C-819E-00C97312B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50271-D126-4030-BB27-9267E2C3A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36DCC-B833-4B97-8A49-C1DF0E028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F7778-BD39-45E0-975D-A26BB803E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6FDAC-3CA0-463E-8B0F-47F2DC525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90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C4384-37AD-49E3-9348-330984E6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E0670-AC1A-4CBA-A390-5AC360C1E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4EF17-DC5B-43F7-984F-1A88189C6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D6E2F-FB1A-4FE1-A0B7-7B298AB87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61663-D60F-4257-8F4B-EE9F13D4C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484405-939E-411A-9CA2-3BF6189C2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AB4797-E315-4FF9-8849-1CB5F941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67E1CE-326E-43D6-8BE9-53ECB967A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8846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C7DA-15A1-48A2-B8BA-672D86B4D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19A9E0-AB5B-4B09-A6A7-45B59CDD2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0F6C2B-A2D3-4B31-9C6F-F867CDF70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18586-C2C3-449A-A860-D53A0299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131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9BF30-F0CD-45EB-AFB3-50DF8C63C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277EC0-0B82-4338-A2B0-0525518C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3F9B8-1FA7-4F3F-8347-912780908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462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5AFEC-4B2E-4AAD-ADDA-52031E6D9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736F2-21BF-47A9-B8A6-C2B5F96E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EEFF6-EDBD-4F53-AC39-6CC0A91D6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9A873-56B1-4EFF-BAE8-5B6F22882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AA0F6-4116-4342-B256-D9C3DC557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D2CC0-A7D2-4F39-8173-13A400FF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543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372F-613E-4B57-AE3A-ADCA55C13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84FF1-9681-479C-AD39-1DF4A2FF15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6812B-CC83-4ACD-95E6-95ECA1EF5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8A2DB-3924-4474-BA61-18452729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BC02D-DA4E-4098-B4E9-7E34DC862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815CE-8AAD-4766-B607-A5728442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377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82F3-4258-4B93-A365-1E5676D8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A599D-BBB1-4CDF-9497-ABB0F7837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178D6-8221-4030-9481-351D6596A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8ED1B-1698-44F6-BB18-D3A6B87CA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FA3D9-73D8-480D-8EB4-5B0E9979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590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DF91E3-7452-4FEB-B06C-9DC5223D02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8ACE7-964B-4717-B3B6-929A8F935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C25A4-E828-41E7-98D4-8A9029B41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03AA4-9258-4B6B-A1D1-724346C3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B6F5B-901D-4341-9B99-DFA88328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0082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1998" y="0"/>
                </a:moveTo>
                <a:lnTo>
                  <a:pt x="0" y="0"/>
                </a:lnTo>
                <a:lnTo>
                  <a:pt x="0" y="457199"/>
                </a:lnTo>
                <a:lnTo>
                  <a:pt x="12191998" y="457199"/>
                </a:lnTo>
                <a:lnTo>
                  <a:pt x="12191998" y="0"/>
                </a:lnTo>
                <a:close/>
              </a:path>
            </a:pathLst>
          </a:custGeom>
          <a:solidFill>
            <a:srgbClr val="2683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1" y="6334316"/>
            <a:ext cx="12192000" cy="66675"/>
          </a:xfrm>
          <a:custGeom>
            <a:avLst/>
            <a:gdLst/>
            <a:ahLst/>
            <a:cxnLst/>
            <a:rect l="l" t="t" r="r" b="b"/>
            <a:pathLst>
              <a:path w="12192000" h="66675">
                <a:moveTo>
                  <a:pt x="12191998" y="0"/>
                </a:moveTo>
                <a:lnTo>
                  <a:pt x="0" y="0"/>
                </a:lnTo>
                <a:lnTo>
                  <a:pt x="0" y="66483"/>
                </a:lnTo>
                <a:lnTo>
                  <a:pt x="12191998" y="66483"/>
                </a:lnTo>
                <a:lnTo>
                  <a:pt x="12191998" y="0"/>
                </a:lnTo>
                <a:close/>
              </a:path>
            </a:pathLst>
          </a:custGeom>
          <a:solidFill>
            <a:srgbClr val="1CADE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120765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5" y="1"/>
                </a:lnTo>
              </a:path>
            </a:pathLst>
          </a:custGeom>
          <a:ln w="635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28682" y="2521202"/>
            <a:ext cx="5134635" cy="1390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2626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77225" y="4470908"/>
            <a:ext cx="9037548" cy="1043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4406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Integración Compleja: Introducción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20/10/2025</a:t>
            </a: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CD64-24ED-4349-95AC-7C3F888B1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28DEB-1FE7-49E2-A77D-76FAB8267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5B9D-9057-4FE7-94EE-4C2BE83A2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93F2-5FBC-40AA-82E4-51DA2B24A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AD99F-2E63-4D7D-8BAD-228A7B264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313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8C9ED7-5459-4517-8D56-BC15FD23C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9A950-4B8E-4288-90AC-7547CBEEB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99014-B59A-4ED9-8626-05ABE0684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9C371-05B7-40E9-B071-9E2EB282D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5278B-3610-4C67-8892-E020A4032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7AE24-C183-441D-9190-DA4B53C2C9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9038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175" y="6400800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825" y="0"/>
                </a:moveTo>
                <a:lnTo>
                  <a:pt x="0" y="0"/>
                </a:lnTo>
                <a:lnTo>
                  <a:pt x="0" y="457199"/>
                </a:lnTo>
                <a:lnTo>
                  <a:pt x="12188825" y="457199"/>
                </a:lnTo>
                <a:lnTo>
                  <a:pt x="12188825" y="0"/>
                </a:lnTo>
                <a:close/>
              </a:path>
            </a:pathLst>
          </a:custGeom>
          <a:solidFill>
            <a:srgbClr val="2683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14" y="6334316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822" y="0"/>
                </a:moveTo>
                <a:lnTo>
                  <a:pt x="0" y="0"/>
                </a:lnTo>
                <a:lnTo>
                  <a:pt x="0" y="64006"/>
                </a:lnTo>
                <a:lnTo>
                  <a:pt x="12188822" y="64006"/>
                </a:lnTo>
                <a:lnTo>
                  <a:pt x="12188822" y="0"/>
                </a:lnTo>
                <a:close/>
              </a:path>
            </a:pathLst>
          </a:custGeom>
          <a:solidFill>
            <a:srgbClr val="1CADE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1193531" y="1737842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1"/>
                </a:lnTo>
              </a:path>
            </a:pathLst>
          </a:custGeom>
          <a:ln w="635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019" y="598933"/>
            <a:ext cx="983996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Integración Compleja: Introducción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20/10/2025</a:t>
            </a: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D6FD76-7F8E-4F56-A70A-C18F818DE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883DA-06F4-4086-9850-75B300AD3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978C4-FC9B-4055-A19F-55DDA546E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20/10/2025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D42BF-6B63-4533-A5F3-FCBB35D33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8FC88-FFE7-4620-978D-8BAE0124C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971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2923982" y="2488238"/>
            <a:ext cx="5320375" cy="6727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785" marR="5080" indent="-3195955" algn="ctr">
              <a:lnSpc>
                <a:spcPct val="139200"/>
              </a:lnSpc>
              <a:spcBef>
                <a:spcPts val="100"/>
              </a:spcBef>
            </a:pPr>
            <a:r>
              <a:rPr lang="es-ES" sz="16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Hopper N.  </a:t>
            </a:r>
            <a:r>
              <a:rPr lang="es-ES" sz="1600" b="1" spc="15">
                <a:latin typeface="Times New Roman" panose="02020603050405020304" pitchFamily="18" charset="0"/>
                <a:cs typeface="Times New Roman" panose="02020603050405020304" pitchFamily="18" charset="0"/>
              </a:rPr>
              <a:t>&amp;  </a:t>
            </a:r>
            <a:r>
              <a:rPr lang="es-ES" sz="16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Paiva V.   </a:t>
            </a:r>
          </a:p>
          <a:p>
            <a:pPr marL="3359785" marR="5080" indent="-3195955" algn="ctr">
              <a:lnSpc>
                <a:spcPct val="139200"/>
              </a:lnSpc>
              <a:spcBef>
                <a:spcPts val="100"/>
              </a:spcBef>
            </a:pPr>
            <a:r>
              <a:rPr lang="es-ES" sz="16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Departamento Ingeniería Matemática</a:t>
            </a:r>
            <a:endParaRPr lang="es-ES" sz="1600" b="1" spc="-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0292" y="436406"/>
            <a:ext cx="927797" cy="11103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7794D-9470-4B1A-860F-5452B7FB2BA3}"/>
              </a:ext>
            </a:extLst>
          </p:cNvPr>
          <p:cNvSpPr txBox="1"/>
          <p:nvPr/>
        </p:nvSpPr>
        <p:spPr>
          <a:xfrm>
            <a:off x="152401" y="1642257"/>
            <a:ext cx="17290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MAT</a:t>
            </a:r>
          </a:p>
          <a:p>
            <a:pPr algn="ctr"/>
            <a:r>
              <a:rPr lang="es-ES" sz="1400" b="1" dirty="0"/>
              <a:t>525212 &amp;525252</a:t>
            </a:r>
          </a:p>
          <a:p>
            <a:pPr algn="ctr"/>
            <a:r>
              <a:rPr lang="es-ES" sz="1400" b="1" dirty="0"/>
              <a:t>20.10.25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5A03D-F4D5-46F1-90A0-963E601D3543}"/>
              </a:ext>
            </a:extLst>
          </p:cNvPr>
          <p:cNvSpPr txBox="1"/>
          <p:nvPr/>
        </p:nvSpPr>
        <p:spPr>
          <a:xfrm>
            <a:off x="10829925" y="12858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790C43-4CEA-47FC-AB4A-5657D1B6F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0" y="436406"/>
            <a:ext cx="2419350" cy="320992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490F0-23DD-4CD4-8C50-CB8091F0B0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D4BA2A8-20B7-442D-9387-D36BF851E3B6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0" y="6581001"/>
            <a:ext cx="2804160" cy="276999"/>
          </a:xfrm>
        </p:spPr>
        <p:txBody>
          <a:bodyPr/>
          <a:lstStyle/>
          <a:p>
            <a:r>
              <a:rPr lang="es-CL">
                <a:highlight>
                  <a:srgbClr val="00FFFF"/>
                </a:highlight>
              </a:rPr>
              <a:t>20/10/2025</a:t>
            </a:r>
            <a:endParaRPr lang="en-US" dirty="0">
              <a:highlight>
                <a:srgbClr val="00FFFF"/>
              </a:highlight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D2899F99-3DD6-4BE0-9D02-0B5A79C9B3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D2899F99-3DD6-4BE0-9D02-0B5A79C9B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784B6CB-B3E9-4B94-8C14-CEAC72497A0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s-CL"/>
              <a:t>Integración Compleja: Introducción</a:t>
            </a:r>
            <a:endParaRPr lang="es-C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CE157F-6A3C-429E-A419-00607D3FE9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1464" y="891824"/>
            <a:ext cx="7648575" cy="13098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5E644E-4B88-45AF-8D5F-B137947ECB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5692" y="4534068"/>
            <a:ext cx="3116580" cy="16967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491E5E-CB90-4309-B80C-04B89D9934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5119" y="4673812"/>
            <a:ext cx="3901440" cy="14896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EC9C27-8048-444A-A12E-84C606E25D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3544" y="4972051"/>
            <a:ext cx="3043264" cy="55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36509"/>
      </p:ext>
    </p:extLst>
  </p:cSld>
  <p:clrMapOvr>
    <a:masterClrMapping/>
  </p:clrMapOvr>
  <p:transition spd="slow" advTm="254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9D393-5FA3-44B8-8DBD-262CAE33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B4478-EB40-41CE-B29C-2C6F2D71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264EF-605E-4DFB-B4A4-6B632505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2</a:t>
            </a:fld>
            <a:endParaRPr lang="es-E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DF9BED-BBE2-48FA-91BC-FDE9E0211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45" y="660831"/>
            <a:ext cx="8486775" cy="36900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0601D0-691C-429E-8074-8DE425DE5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483" y="2926876"/>
            <a:ext cx="300037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0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9D393-5FA3-44B8-8DBD-262CAE33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B4478-EB40-41CE-B29C-2C6F2D71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264EF-605E-4DFB-B4A4-6B632505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3</a:t>
            </a:fld>
            <a:endParaRPr lang="es-E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DF9BED-BBE2-48FA-91BC-FDE9E0211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45" y="660831"/>
            <a:ext cx="8486775" cy="36900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0601D0-691C-429E-8074-8DE425DE5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483" y="2926876"/>
            <a:ext cx="300037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4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1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40" name="Freeform: Shape 14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1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88C8-DE28-41EF-99C9-C3E18B90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7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20/10/2025</a:t>
            </a:r>
            <a:endParaRPr lang="en-US"/>
          </a:p>
        </p:txBody>
      </p:sp>
      <p:sp>
        <p:nvSpPr>
          <p:cNvPr id="43" name="Isosceles Triangle 19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4095F-054C-4362-B74A-EA8EB1DA9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94" y="643467"/>
            <a:ext cx="10129211" cy="5571065"/>
          </a:xfrm>
          <a:prstGeom prst="rect">
            <a:avLst/>
          </a:prstGeom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B12C5-4595-4C1C-B821-FC58C48A4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D2F7B-9EC6-44E2-8A2A-5A8E30BF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80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5E3822-5CF8-44F0-B82C-303D676B8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48814"/>
            <a:ext cx="11277600" cy="2960371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305DA8F-9D0C-130A-2B10-9AD0D67C3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AE34E0-A622-C598-A699-463D5A44D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3F3A995-0738-A60D-28F2-21C718B7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1109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B70CFC-CEF5-42D2-9796-E42DD495F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1777043"/>
            <a:ext cx="10037026" cy="2932980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75A5770-AB67-87AA-04D4-59FAE7CA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83DB1A-179A-F732-6002-E440CFD0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B893840-D0DD-9A67-2072-681F153DF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5452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C53DFF-DFDA-470C-B19E-7B34E9833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472" y="1242204"/>
            <a:ext cx="9661057" cy="4150679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DC89A23-A74A-9E65-EFAE-2DC12B6CD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36BE53A-CA22-C653-74DE-95EC6FF9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20831C-4286-47BA-3F74-1B8A45B09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8655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1D929F-E29F-4349-975D-4F2BFFD13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17" y="842917"/>
            <a:ext cx="10976366" cy="5172165"/>
          </a:xfrm>
          <a:prstGeom prst="rect">
            <a:avLst/>
          </a:prstGeom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485E48F-F32D-3246-D1C7-AB389B571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37ED9F-7448-9ACE-6A31-B9273FB9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E08623-16AB-09E1-1C6A-84ACDAE25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7627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3EF8C4-74E9-48F0-A5EF-65D0946D9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34" y="1356469"/>
            <a:ext cx="10244999" cy="4242914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D66050D-612B-1F31-AAEE-81726ECA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C6A486-7FD6-FFF1-AB28-CC49DF59D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325CCF-2CF3-D105-1989-446459541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982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3F7444-82C9-49C2-AA18-EF9A4DAD5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612" y="1286934"/>
            <a:ext cx="8782777" cy="4105949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321019-502F-BFF8-D797-901FE8B0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EDD2C5-6E0E-E0F7-BA8C-DE295F0B1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2E92B8-C50B-4607-82EE-A74E6CDF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2369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922227-3BFE-4E8A-8BD3-5A3898E17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571" y="1114399"/>
            <a:ext cx="9658858" cy="4450080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C16CF11-BB82-94D0-A570-25A0D3353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F44A11-F13E-7D65-6F35-55B7A1BB0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A287356-64BC-72C5-E3D6-46FD6AD84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2205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D662BA-D359-4703-B22B-6F381A649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65" y="1192211"/>
            <a:ext cx="9554469" cy="4294456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39237E-F708-61E8-6537-253A88B86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EAEF3C-C2DB-DBA9-4683-98E6EC43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DF0AF3-046A-D97E-8FF4-F16C16FF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1155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35D7B1-F501-4683-BAC0-C26CEAC5E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80" y="1586839"/>
            <a:ext cx="10340439" cy="3505199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500FE04-293B-2B10-3339-35FFD9420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6B51C83-E996-0334-2B7E-CE7D8DF18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487CEB4-5A78-E192-E7FD-6501B887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4825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CCC787-E597-428B-8C2F-9484DDDE9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512759"/>
            <a:ext cx="10905066" cy="5832481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19E9ACA-DEDE-3378-7FE8-50454541B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E0DB71F-2230-203F-A65D-2DFBE26C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54B5A3-5D45-4A5A-1C3C-1EE789FF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9051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A6F5E0-E3FA-47FE-B398-11B2636E0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428625"/>
            <a:ext cx="9029700" cy="6000750"/>
          </a:xfrm>
          <a:prstGeom prst="rect">
            <a:avLst/>
          </a:prstGeom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07EF9B-826A-E6CB-3F83-E84F61AAC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B2F6C9-F575-13A7-6EFD-B9B69553F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7408DC-577B-53DB-F5F6-7E407BBBB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7880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6708DC-A831-444F-B7B7-5B5960E79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520" y="822589"/>
            <a:ext cx="8869679" cy="5222611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3BFDFE2-24A4-A997-A3C5-CCF35CA04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20/10/2025</a:t>
            </a:r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5E7F2EC-1F77-9FDA-BD76-E588BC5AD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070BF8-5E55-02DA-3970-DD5940EA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7AE24-C183-441D-9190-DA4B53C2C97E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7523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F6A01979D86C4FBCD2EF6E6ECBC0B8" ma:contentTypeVersion="0" ma:contentTypeDescription="Crear nuevo documento." ma:contentTypeScope="" ma:versionID="e23d78761ac9407f62787e6b3861cae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811a6767019e7426d133b42330215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ADDA08-6BA1-461A-B00B-F6955C231824}">
  <ds:schemaRefs>
    <ds:schemaRef ds:uri="http://purl.org/dc/dcmitype/"/>
    <ds:schemaRef ds:uri="f70f9518-d047-42eb-852d-7972e2460f45"/>
    <ds:schemaRef ds:uri="http://purl.org/dc/terms/"/>
    <ds:schemaRef ds:uri="http://schemas.microsoft.com/office/2006/documentManagement/types"/>
    <ds:schemaRef ds:uri="http://www.w3.org/XML/1998/namespace"/>
    <ds:schemaRef ds:uri="69e8553b-e9fd-426c-81d7-28aef608d6e9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E7751B5-524D-4B1A-8812-9897424A9D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F07CEF-F3BC-43D6-86BF-1432B0702F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115</Words>
  <Application>Microsoft Office PowerPoint</Application>
  <PresentationFormat>Panorámica</PresentationFormat>
  <Paragraphs>53</Paragraphs>
  <Slides>16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Times New Roman</vt:lpstr>
      <vt:lpstr>Trebuchet MS</vt:lpstr>
      <vt:lpstr>Office Theme</vt:lpstr>
      <vt:lpstr>Office Theme</vt:lpstr>
      <vt:lpstr>Office Theme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Freddy Wilson Paiva Vejar</dc:creator>
  <cp:lastModifiedBy>Jose Benjamin Junemann Vielma</cp:lastModifiedBy>
  <cp:revision>4</cp:revision>
  <dcterms:created xsi:type="dcterms:W3CDTF">2021-10-05T03:56:33Z</dcterms:created>
  <dcterms:modified xsi:type="dcterms:W3CDTF">2025-10-24T18:18:49Z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0x01010000F6A01979D86C4FBCD2EF6E6ECBC0B8</vt:lpwstr>
  </property>
</Properties>
</file>