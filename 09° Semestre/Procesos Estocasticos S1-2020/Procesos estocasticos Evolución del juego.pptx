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65" r:id="rId3"/>
    <p:sldId id="261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EAFEDF-BCE2-404D-9991-22393496835B}" v="82" dt="2020-04-21T18:10:12.2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a Serdyukova" userId="a6573e89b9ffca0f" providerId="LiveId" clId="{7FEAFEDF-BCE2-404D-9991-22393496835B}"/>
    <pc:docChg chg="undo custSel mod addSld delSld modSld sldOrd">
      <pc:chgData name="Nora Serdyukova" userId="a6573e89b9ffca0f" providerId="LiveId" clId="{7FEAFEDF-BCE2-404D-9991-22393496835B}" dt="2020-04-21T18:12:58.170" v="1065" actId="20577"/>
      <pc:docMkLst>
        <pc:docMk/>
      </pc:docMkLst>
      <pc:sldChg chg="modSp">
        <pc:chgData name="Nora Serdyukova" userId="a6573e89b9ffca0f" providerId="LiveId" clId="{7FEAFEDF-BCE2-404D-9991-22393496835B}" dt="2020-04-21T17:05:56.660" v="29" actId="20577"/>
        <pc:sldMkLst>
          <pc:docMk/>
          <pc:sldMk cId="798223085" sldId="256"/>
        </pc:sldMkLst>
        <pc:spChg chg="mod">
          <ac:chgData name="Nora Serdyukova" userId="a6573e89b9ffca0f" providerId="LiveId" clId="{7FEAFEDF-BCE2-404D-9991-22393496835B}" dt="2020-04-21T17:05:56.660" v="29" actId="20577"/>
          <ac:spMkLst>
            <pc:docMk/>
            <pc:sldMk cId="798223085" sldId="256"/>
            <ac:spMk id="3" creationId="{51D89D33-BDC3-4D1F-93A4-6F30C3DE04C6}"/>
          </ac:spMkLst>
        </pc:spChg>
      </pc:sldChg>
      <pc:sldChg chg="del">
        <pc:chgData name="Nora Serdyukova" userId="a6573e89b9ffca0f" providerId="LiveId" clId="{7FEAFEDF-BCE2-404D-9991-22393496835B}" dt="2020-04-21T17:45:24.732" v="910" actId="47"/>
        <pc:sldMkLst>
          <pc:docMk/>
          <pc:sldMk cId="1073297587" sldId="257"/>
        </pc:sldMkLst>
      </pc:sldChg>
      <pc:sldChg chg="del">
        <pc:chgData name="Nora Serdyukova" userId="a6573e89b9ffca0f" providerId="LiveId" clId="{7FEAFEDF-BCE2-404D-9991-22393496835B}" dt="2020-04-21T17:45:24.732" v="910" actId="47"/>
        <pc:sldMkLst>
          <pc:docMk/>
          <pc:sldMk cId="2636947382" sldId="258"/>
        </pc:sldMkLst>
      </pc:sldChg>
      <pc:sldChg chg="del">
        <pc:chgData name="Nora Serdyukova" userId="a6573e89b9ffca0f" providerId="LiveId" clId="{7FEAFEDF-BCE2-404D-9991-22393496835B}" dt="2020-04-21T17:45:24.732" v="910" actId="47"/>
        <pc:sldMkLst>
          <pc:docMk/>
          <pc:sldMk cId="533277556" sldId="259"/>
        </pc:sldMkLst>
      </pc:sldChg>
      <pc:sldChg chg="del">
        <pc:chgData name="Nora Serdyukova" userId="a6573e89b9ffca0f" providerId="LiveId" clId="{7FEAFEDF-BCE2-404D-9991-22393496835B}" dt="2020-04-21T17:45:24.732" v="910" actId="47"/>
        <pc:sldMkLst>
          <pc:docMk/>
          <pc:sldMk cId="2793939087" sldId="260"/>
        </pc:sldMkLst>
      </pc:sldChg>
      <pc:sldChg chg="modSp new ord">
        <pc:chgData name="Nora Serdyukova" userId="a6573e89b9ffca0f" providerId="LiveId" clId="{7FEAFEDF-BCE2-404D-9991-22393496835B}" dt="2020-04-21T18:09:21.584" v="1062" actId="20577"/>
        <pc:sldMkLst>
          <pc:docMk/>
          <pc:sldMk cId="1245121965" sldId="261"/>
        </pc:sldMkLst>
        <pc:spChg chg="mod">
          <ac:chgData name="Nora Serdyukova" userId="a6573e89b9ffca0f" providerId="LiveId" clId="{7FEAFEDF-BCE2-404D-9991-22393496835B}" dt="2020-04-21T17:07:12.951" v="55" actId="20577"/>
          <ac:spMkLst>
            <pc:docMk/>
            <pc:sldMk cId="1245121965" sldId="261"/>
            <ac:spMk id="2" creationId="{891A4599-B880-4F91-A59C-BF9E755D1991}"/>
          </ac:spMkLst>
        </pc:spChg>
        <pc:spChg chg="mod">
          <ac:chgData name="Nora Serdyukova" userId="a6573e89b9ffca0f" providerId="LiveId" clId="{7FEAFEDF-BCE2-404D-9991-22393496835B}" dt="2020-04-21T18:09:21.584" v="1062" actId="20577"/>
          <ac:spMkLst>
            <pc:docMk/>
            <pc:sldMk cId="1245121965" sldId="261"/>
            <ac:spMk id="3" creationId="{02E4C749-0153-40BB-B374-55F747B4D1A7}"/>
          </ac:spMkLst>
        </pc:spChg>
      </pc:sldChg>
      <pc:sldChg chg="addSp delSp modSp new mod setBg setClrOvrMap delDesignElem">
        <pc:chgData name="Nora Serdyukova" userId="a6573e89b9ffca0f" providerId="LiveId" clId="{7FEAFEDF-BCE2-404D-9991-22393496835B}" dt="2020-04-21T18:10:12.246" v="1063" actId="1957"/>
        <pc:sldMkLst>
          <pc:docMk/>
          <pc:sldMk cId="1652320722" sldId="262"/>
        </pc:sldMkLst>
        <pc:spChg chg="mod">
          <ac:chgData name="Nora Serdyukova" userId="a6573e89b9ffca0f" providerId="LiveId" clId="{7FEAFEDF-BCE2-404D-9991-22393496835B}" dt="2020-04-21T17:32:40.426" v="611" actId="20577"/>
          <ac:spMkLst>
            <pc:docMk/>
            <pc:sldMk cId="1652320722" sldId="262"/>
            <ac:spMk id="2" creationId="{D1742C28-14E9-4D57-A5FA-A732E6BA0415}"/>
          </ac:spMkLst>
        </pc:spChg>
        <pc:spChg chg="del">
          <ac:chgData name="Nora Serdyukova" userId="a6573e89b9ffca0f" providerId="LiveId" clId="{7FEAFEDF-BCE2-404D-9991-22393496835B}" dt="2020-04-21T17:06:39.119" v="32"/>
          <ac:spMkLst>
            <pc:docMk/>
            <pc:sldMk cId="1652320722" sldId="262"/>
            <ac:spMk id="3" creationId="{DF42ABFD-314F-470B-9FFB-1134FFC47FB8}"/>
          </ac:spMkLst>
        </pc:spChg>
        <pc:spChg chg="add del">
          <ac:chgData name="Nora Serdyukova" userId="a6573e89b9ffca0f" providerId="LiveId" clId="{7FEAFEDF-BCE2-404D-9991-22393496835B}" dt="2020-04-21T17:34:32.613" v="625"/>
          <ac:spMkLst>
            <pc:docMk/>
            <pc:sldMk cId="1652320722" sldId="262"/>
            <ac:spMk id="9" creationId="{8463545A-38E2-4473-AFE2-0A6E8CD54B81}"/>
          </ac:spMkLst>
        </pc:spChg>
        <pc:spChg chg="add del">
          <ac:chgData name="Nora Serdyukova" userId="a6573e89b9ffca0f" providerId="LiveId" clId="{7FEAFEDF-BCE2-404D-9991-22393496835B}" dt="2020-04-21T17:34:32.613" v="625"/>
          <ac:spMkLst>
            <pc:docMk/>
            <pc:sldMk cId="1652320722" sldId="262"/>
            <ac:spMk id="11" creationId="{2B115983-B61E-450C-8FB9-09924AA7AB14}"/>
          </ac:spMkLst>
        </pc:spChg>
        <pc:graphicFrameChg chg="add mod">
          <ac:chgData name="Nora Serdyukova" userId="a6573e89b9ffca0f" providerId="LiveId" clId="{7FEAFEDF-BCE2-404D-9991-22393496835B}" dt="2020-04-21T18:10:12.246" v="1063" actId="1957"/>
          <ac:graphicFrameMkLst>
            <pc:docMk/>
            <pc:sldMk cId="1652320722" sldId="262"/>
            <ac:graphicFrameMk id="4" creationId="{E04FC940-9E2B-46A5-989F-AFF5C9FA2CCA}"/>
          </ac:graphicFrameMkLst>
        </pc:graphicFrameChg>
      </pc:sldChg>
      <pc:sldChg chg="addSp delSp modSp new mod setBg">
        <pc:chgData name="Nora Serdyukova" userId="a6573e89b9ffca0f" providerId="LiveId" clId="{7FEAFEDF-BCE2-404D-9991-22393496835B}" dt="2020-04-21T17:35:42.723" v="650" actId="20577"/>
        <pc:sldMkLst>
          <pc:docMk/>
          <pc:sldMk cId="1351902261" sldId="263"/>
        </pc:sldMkLst>
        <pc:spChg chg="del">
          <ac:chgData name="Nora Serdyukova" userId="a6573e89b9ffca0f" providerId="LiveId" clId="{7FEAFEDF-BCE2-404D-9991-22393496835B}" dt="2020-04-21T17:33:42.976" v="615"/>
          <ac:spMkLst>
            <pc:docMk/>
            <pc:sldMk cId="1351902261" sldId="263"/>
            <ac:spMk id="2" creationId="{0589752D-93AE-40A8-A23D-E6BB036268A3}"/>
          </ac:spMkLst>
        </pc:spChg>
        <pc:spChg chg="del">
          <ac:chgData name="Nora Serdyukova" userId="a6573e89b9ffca0f" providerId="LiveId" clId="{7FEAFEDF-BCE2-404D-9991-22393496835B}" dt="2020-04-21T17:33:25.279" v="613"/>
          <ac:spMkLst>
            <pc:docMk/>
            <pc:sldMk cId="1351902261" sldId="263"/>
            <ac:spMk id="3" creationId="{83E78843-B714-40CC-A543-2E469364E8E8}"/>
          </ac:spMkLst>
        </pc:spChg>
        <pc:spChg chg="add del">
          <ac:chgData name="Nora Serdyukova" userId="a6573e89b9ffca0f" providerId="LiveId" clId="{7FEAFEDF-BCE2-404D-9991-22393496835B}" dt="2020-04-21T17:35:02.105" v="627" actId="26606"/>
          <ac:spMkLst>
            <pc:docMk/>
            <pc:sldMk cId="1351902261" sldId="263"/>
            <ac:spMk id="9" creationId="{C02C7B47-DF2D-46D9-9584-5C83FCA86FCA}"/>
          </ac:spMkLst>
        </pc:spChg>
        <pc:spChg chg="add del">
          <ac:chgData name="Nora Serdyukova" userId="a6573e89b9ffca0f" providerId="LiveId" clId="{7FEAFEDF-BCE2-404D-9991-22393496835B}" dt="2020-04-21T17:35:02.105" v="627" actId="26606"/>
          <ac:spMkLst>
            <pc:docMk/>
            <pc:sldMk cId="1351902261" sldId="263"/>
            <ac:spMk id="11" creationId="{348541E3-A59C-41D3-85D2-70F0E0E9B641}"/>
          </ac:spMkLst>
        </pc:spChg>
        <pc:spChg chg="add del">
          <ac:chgData name="Nora Serdyukova" userId="a6573e89b9ffca0f" providerId="LiveId" clId="{7FEAFEDF-BCE2-404D-9991-22393496835B}" dt="2020-04-21T17:35:04.198" v="629" actId="26606"/>
          <ac:spMkLst>
            <pc:docMk/>
            <pc:sldMk cId="1351902261" sldId="263"/>
            <ac:spMk id="13" creationId="{466A9AE5-69DF-4153-B35A-94BDEF32EB06}"/>
          </ac:spMkLst>
        </pc:spChg>
        <pc:spChg chg="add del">
          <ac:chgData name="Nora Serdyukova" userId="a6573e89b9ffca0f" providerId="LiveId" clId="{7FEAFEDF-BCE2-404D-9991-22393496835B}" dt="2020-04-21T17:35:04.198" v="629" actId="26606"/>
          <ac:spMkLst>
            <pc:docMk/>
            <pc:sldMk cId="1351902261" sldId="263"/>
            <ac:spMk id="14" creationId="{159B5318-27A8-4E50-80D9-B92D4F28EA61}"/>
          </ac:spMkLst>
        </pc:spChg>
        <pc:graphicFrameChg chg="add mod">
          <ac:chgData name="Nora Serdyukova" userId="a6573e89b9ffca0f" providerId="LiveId" clId="{7FEAFEDF-BCE2-404D-9991-22393496835B}" dt="2020-04-21T17:35:42.723" v="650" actId="20577"/>
          <ac:graphicFrameMkLst>
            <pc:docMk/>
            <pc:sldMk cId="1351902261" sldId="263"/>
            <ac:graphicFrameMk id="4" creationId="{0E894F9E-C90A-47C1-A96E-D38309A48BCA}"/>
          </ac:graphicFrameMkLst>
        </pc:graphicFrameChg>
      </pc:sldChg>
      <pc:sldChg chg="addSp delSp modSp new mod setBg setClrOvrMap">
        <pc:chgData name="Nora Serdyukova" userId="a6573e89b9ffca0f" providerId="LiveId" clId="{7FEAFEDF-BCE2-404D-9991-22393496835B}" dt="2020-04-21T18:12:58.170" v="1065" actId="20577"/>
        <pc:sldMkLst>
          <pc:docMk/>
          <pc:sldMk cId="2866929057" sldId="264"/>
        </pc:sldMkLst>
        <pc:spChg chg="add mod">
          <ac:chgData name="Nora Serdyukova" userId="a6573e89b9ffca0f" providerId="LiveId" clId="{7FEAFEDF-BCE2-404D-9991-22393496835B}" dt="2020-04-21T17:38:55.720" v="682" actId="26606"/>
          <ac:spMkLst>
            <pc:docMk/>
            <pc:sldMk cId="2866929057" sldId="264"/>
            <ac:spMk id="2" creationId="{330CF2BB-1473-4DE3-AA43-186CB7B356EB}"/>
          </ac:spMkLst>
        </pc:spChg>
        <pc:spChg chg="add mod">
          <ac:chgData name="Nora Serdyukova" userId="a6573e89b9ffca0f" providerId="LiveId" clId="{7FEAFEDF-BCE2-404D-9991-22393496835B}" dt="2020-04-21T18:12:58.170" v="1065" actId="20577"/>
          <ac:spMkLst>
            <pc:docMk/>
            <pc:sldMk cId="2866929057" sldId="264"/>
            <ac:spMk id="3" creationId="{4D6EE863-1076-4625-BAA9-F9F711F513AB}"/>
          </ac:spMkLst>
        </pc:spChg>
        <pc:spChg chg="add">
          <ac:chgData name="Nora Serdyukova" userId="a6573e89b9ffca0f" providerId="LiveId" clId="{7FEAFEDF-BCE2-404D-9991-22393496835B}" dt="2020-04-21T17:38:55.720" v="682" actId="26606"/>
          <ac:spMkLst>
            <pc:docMk/>
            <pc:sldMk cId="2866929057" sldId="264"/>
            <ac:spMk id="5" creationId="{C33976D1-3430-450C-A978-87A9A6E8E71F}"/>
          </ac:spMkLst>
        </pc:spChg>
        <pc:spChg chg="add">
          <ac:chgData name="Nora Serdyukova" userId="a6573e89b9ffca0f" providerId="LiveId" clId="{7FEAFEDF-BCE2-404D-9991-22393496835B}" dt="2020-04-21T17:38:55.720" v="682" actId="26606"/>
          <ac:spMkLst>
            <pc:docMk/>
            <pc:sldMk cId="2866929057" sldId="264"/>
            <ac:spMk id="6" creationId="{7D6AAC78-7D86-415A-ADC1-2B474807960C}"/>
          </ac:spMkLst>
        </pc:spChg>
        <pc:spChg chg="add">
          <ac:chgData name="Nora Serdyukova" userId="a6573e89b9ffca0f" providerId="LiveId" clId="{7FEAFEDF-BCE2-404D-9991-22393496835B}" dt="2020-04-21T17:38:55.720" v="682" actId="26606"/>
          <ac:spMkLst>
            <pc:docMk/>
            <pc:sldMk cId="2866929057" sldId="264"/>
            <ac:spMk id="7" creationId="{F2A658D9-F185-44F1-BA33-D50320D1D078}"/>
          </ac:spMkLst>
        </pc:spChg>
        <pc:spChg chg="add del">
          <ac:chgData name="Nora Serdyukova" userId="a6573e89b9ffca0f" providerId="LiveId" clId="{7FEAFEDF-BCE2-404D-9991-22393496835B}" dt="2020-04-21T17:38:45.804" v="681" actId="26606"/>
          <ac:spMkLst>
            <pc:docMk/>
            <pc:sldMk cId="2866929057" sldId="264"/>
            <ac:spMk id="8" creationId="{2AEFFFF2-9EB4-4B6C-B9F8-2BA3EF89A21C}"/>
          </ac:spMkLst>
        </pc:spChg>
        <pc:spChg chg="add del">
          <ac:chgData name="Nora Serdyukova" userId="a6573e89b9ffca0f" providerId="LiveId" clId="{7FEAFEDF-BCE2-404D-9991-22393496835B}" dt="2020-04-21T17:38:45.804" v="681" actId="26606"/>
          <ac:spMkLst>
            <pc:docMk/>
            <pc:sldMk cId="2866929057" sldId="264"/>
            <ac:spMk id="10" creationId="{0D65299F-028F-4AFC-B46A-8DB33E20FE4A}"/>
          </ac:spMkLst>
        </pc:spChg>
        <pc:spChg chg="add del">
          <ac:chgData name="Nora Serdyukova" userId="a6573e89b9ffca0f" providerId="LiveId" clId="{7FEAFEDF-BCE2-404D-9991-22393496835B}" dt="2020-04-21T17:38:45.804" v="681" actId="26606"/>
          <ac:spMkLst>
            <pc:docMk/>
            <pc:sldMk cId="2866929057" sldId="264"/>
            <ac:spMk id="12" creationId="{BAC87F6E-526A-49B5-995D-42DB656594C9}"/>
          </ac:spMkLst>
        </pc:spChg>
      </pc:sldChg>
      <pc:sldChg chg="addSp delSp modSp new">
        <pc:chgData name="Nora Serdyukova" userId="a6573e89b9ffca0f" providerId="LiveId" clId="{7FEAFEDF-BCE2-404D-9991-22393496835B}" dt="2020-04-21T18:04:39.703" v="1045" actId="20577"/>
        <pc:sldMkLst>
          <pc:docMk/>
          <pc:sldMk cId="767273870" sldId="265"/>
        </pc:sldMkLst>
        <pc:spChg chg="mod">
          <ac:chgData name="Nora Serdyukova" userId="a6573e89b9ffca0f" providerId="LiveId" clId="{7FEAFEDF-BCE2-404D-9991-22393496835B}" dt="2020-04-21T17:48:34.624" v="943" actId="20577"/>
          <ac:spMkLst>
            <pc:docMk/>
            <pc:sldMk cId="767273870" sldId="265"/>
            <ac:spMk id="2" creationId="{E565A43B-0FB9-423C-AA31-3F40A8DD0C7C}"/>
          </ac:spMkLst>
        </pc:spChg>
        <pc:spChg chg="mod">
          <ac:chgData name="Nora Serdyukova" userId="a6573e89b9ffca0f" providerId="LiveId" clId="{7FEAFEDF-BCE2-404D-9991-22393496835B}" dt="2020-04-21T18:04:39.703" v="1045" actId="20577"/>
          <ac:spMkLst>
            <pc:docMk/>
            <pc:sldMk cId="767273870" sldId="265"/>
            <ac:spMk id="3" creationId="{71D653EE-03FC-40AF-9E98-126EBD338045}"/>
          </ac:spMkLst>
        </pc:spChg>
        <pc:spChg chg="add del">
          <ac:chgData name="Nora Serdyukova" userId="a6573e89b9ffca0f" providerId="LiveId" clId="{7FEAFEDF-BCE2-404D-9991-22393496835B}" dt="2020-04-21T17:52:04.203" v="964"/>
          <ac:spMkLst>
            <pc:docMk/>
            <pc:sldMk cId="767273870" sldId="265"/>
            <ac:spMk id="4" creationId="{11652B48-78D3-4AB9-B010-0B1186C50FBC}"/>
          </ac:spMkLst>
        </pc:spChg>
      </pc:sldChg>
    </pc:docChg>
  </pc:docChgLst>
  <pc:docChgLst>
    <pc:chgData name="Nora Serdyukova" userId="a6573e89b9ffca0f" providerId="LiveId" clId="{8E566E66-8EBD-4939-A48F-97E9C0D80F91}"/>
    <pc:docChg chg="modSld">
      <pc:chgData name="Nora Serdyukova" userId="a6573e89b9ffca0f" providerId="LiveId" clId="{8E566E66-8EBD-4939-A48F-97E9C0D80F91}" dt="2020-04-21T22:52:41.200" v="2" actId="20577"/>
      <pc:docMkLst>
        <pc:docMk/>
      </pc:docMkLst>
      <pc:sldChg chg="modSp">
        <pc:chgData name="Nora Serdyukova" userId="a6573e89b9ffca0f" providerId="LiveId" clId="{8E566E66-8EBD-4939-A48F-97E9C0D80F91}" dt="2020-04-21T22:46:30.912" v="1" actId="20577"/>
        <pc:sldMkLst>
          <pc:docMk/>
          <pc:sldMk cId="1245121965" sldId="261"/>
        </pc:sldMkLst>
        <pc:spChg chg="mod">
          <ac:chgData name="Nora Serdyukova" userId="a6573e89b9ffca0f" providerId="LiveId" clId="{8E566E66-8EBD-4939-A48F-97E9C0D80F91}" dt="2020-04-21T22:46:30.912" v="1" actId="20577"/>
          <ac:spMkLst>
            <pc:docMk/>
            <pc:sldMk cId="1245121965" sldId="261"/>
            <ac:spMk id="3" creationId="{02E4C749-0153-40BB-B374-55F747B4D1A7}"/>
          </ac:spMkLst>
        </pc:spChg>
      </pc:sldChg>
      <pc:sldChg chg="modSp">
        <pc:chgData name="Nora Serdyukova" userId="a6573e89b9ffca0f" providerId="LiveId" clId="{8E566E66-8EBD-4939-A48F-97E9C0D80F91}" dt="2020-04-21T22:52:41.200" v="2" actId="20577"/>
        <pc:sldMkLst>
          <pc:docMk/>
          <pc:sldMk cId="2866929057" sldId="264"/>
        </pc:sldMkLst>
        <pc:spChg chg="mod">
          <ac:chgData name="Nora Serdyukova" userId="a6573e89b9ffca0f" providerId="LiveId" clId="{8E566E66-8EBD-4939-A48F-97E9C0D80F91}" dt="2020-04-21T22:52:41.200" v="2" actId="20577"/>
          <ac:spMkLst>
            <pc:docMk/>
            <pc:sldMk cId="2866929057" sldId="264"/>
            <ac:spMk id="3" creationId="{4D6EE863-1076-4625-BAA9-F9F711F513AB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L"/>
              <a:t>Evolución del juego 1</a:t>
            </a:r>
          </a:p>
          <a:p>
            <a:pPr>
              <a:defRPr/>
            </a:pPr>
            <a:endParaRPr lang="es-CL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Realización 1</c:v>
                </c:pt>
              </c:strCache>
            </c:strRef>
          </c:tx>
          <c:spPr>
            <a:ln w="28575" cap="rnd">
              <a:solidFill>
                <a:schemeClr val="dk1">
                  <a:tint val="88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dk1">
                  <a:tint val="88000"/>
                </a:schemeClr>
              </a:solidFill>
              <a:ln w="9525">
                <a:solidFill>
                  <a:schemeClr val="dk1">
                    <a:tint val="88000"/>
                  </a:schemeClr>
                </a:solidFill>
              </a:ln>
              <a:effectLst/>
            </c:spPr>
          </c:marker>
          <c:cat>
            <c:strRef>
              <c:f>Hoja1!$A$2:$A$8</c:f>
              <c:strCache>
                <c:ptCount val="7"/>
                <c:pt idx="0">
                  <c:v>Paso 0</c:v>
                </c:pt>
                <c:pt idx="1">
                  <c:v>Paso 1</c:v>
                </c:pt>
                <c:pt idx="2">
                  <c:v>Paso 2</c:v>
                </c:pt>
                <c:pt idx="3">
                  <c:v>Paso 3</c:v>
                </c:pt>
                <c:pt idx="4">
                  <c:v>Paso 4</c:v>
                </c:pt>
                <c:pt idx="5">
                  <c:v>Paso 5</c:v>
                </c:pt>
                <c:pt idx="6">
                  <c:v>Paso 6</c:v>
                </c:pt>
              </c:strCache>
            </c:strRef>
          </c:cat>
          <c:val>
            <c:numRef>
              <c:f>Hoja1!$B$2:$B$8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0</c:v>
                </c:pt>
                <c:pt idx="5">
                  <c:v>-1</c:v>
                </c:pt>
                <c:pt idx="6">
                  <c:v>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5D-42B1-B058-6D12CF1EB0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10968096"/>
        <c:axId val="710957928"/>
      </c:lineChart>
      <c:catAx>
        <c:axId val="7109680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L"/>
                  <a:t>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710957928"/>
        <c:crossesAt val="0"/>
        <c:auto val="1"/>
        <c:lblAlgn val="ctr"/>
        <c:lblOffset val="100"/>
        <c:noMultiLvlLbl val="0"/>
      </c:catAx>
      <c:valAx>
        <c:axId val="710957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L"/>
                  <a:t>X_t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71096809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</c:dTable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L" dirty="0"/>
              <a:t>Evolución del juego 2</a:t>
            </a:r>
          </a:p>
          <a:p>
            <a:pPr>
              <a:defRPr/>
            </a:pPr>
            <a:r>
              <a:rPr lang="es-CL" dirty="0"/>
              <a:t>Después de 3 pasos</a:t>
            </a:r>
          </a:p>
          <a:p>
            <a:pPr>
              <a:defRPr/>
            </a:pPr>
            <a:endParaRPr lang="es-CL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12137905009533845"/>
          <c:y val="0.13813600782778865"/>
          <c:w val="0.87742521778330473"/>
          <c:h val="0.48548469112593801"/>
        </c:manualLayout>
      </c:layout>
      <c:lineChart>
        <c:grouping val="standar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Realización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Hoja1!$A$2:$A$5</c:f>
              <c:strCache>
                <c:ptCount val="4"/>
                <c:pt idx="0">
                  <c:v>Paso 0</c:v>
                </c:pt>
                <c:pt idx="1">
                  <c:v>Paso 1</c:v>
                </c:pt>
                <c:pt idx="2">
                  <c:v>Paso 2</c:v>
                </c:pt>
                <c:pt idx="3">
                  <c:v>Paso 3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9D-4A2F-A431-493F7F9C30F5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Realización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Hoja1!$A$2:$A$5</c:f>
              <c:strCache>
                <c:ptCount val="4"/>
                <c:pt idx="0">
                  <c:v>Paso 0</c:v>
                </c:pt>
                <c:pt idx="1">
                  <c:v>Paso 1</c:v>
                </c:pt>
                <c:pt idx="2">
                  <c:v>Paso 2</c:v>
                </c:pt>
                <c:pt idx="3">
                  <c:v>Paso 3</c:v>
                </c:pt>
              </c:strCache>
            </c:strRef>
          </c:cat>
          <c:val>
            <c:numRef>
              <c:f>Hoja1!$C$2:$C$5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F9D-4A2F-A431-493F7F9C30F5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Realización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Hoja1!$A$2:$A$5</c:f>
              <c:strCache>
                <c:ptCount val="4"/>
                <c:pt idx="0">
                  <c:v>Paso 0</c:v>
                </c:pt>
                <c:pt idx="1">
                  <c:v>Paso 1</c:v>
                </c:pt>
                <c:pt idx="2">
                  <c:v>Paso 2</c:v>
                </c:pt>
                <c:pt idx="3">
                  <c:v>Paso 3</c:v>
                </c:pt>
              </c:strCache>
            </c:strRef>
          </c:cat>
          <c:val>
            <c:numRef>
              <c:f>Hoja1!$D$2:$D$5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F9D-4A2F-A431-493F7F9C30F5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Realización 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Hoja1!$A$2:$A$5</c:f>
              <c:strCache>
                <c:ptCount val="4"/>
                <c:pt idx="0">
                  <c:v>Paso 0</c:v>
                </c:pt>
                <c:pt idx="1">
                  <c:v>Paso 1</c:v>
                </c:pt>
                <c:pt idx="2">
                  <c:v>Paso 2</c:v>
                </c:pt>
                <c:pt idx="3">
                  <c:v>Paso 3</c:v>
                </c:pt>
              </c:strCache>
            </c:strRef>
          </c:cat>
          <c:val>
            <c:numRef>
              <c:f>Hoja1!$E$2:$E$5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-1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F9D-4A2F-A431-493F7F9C30F5}"/>
            </c:ext>
          </c:extLst>
        </c:ser>
        <c:ser>
          <c:idx val="4"/>
          <c:order val="4"/>
          <c:tx>
            <c:strRef>
              <c:f>Hoja1!$F$1</c:f>
              <c:strCache>
                <c:ptCount val="1"/>
                <c:pt idx="0">
                  <c:v>Realización 5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Hoja1!$A$2:$A$5</c:f>
              <c:strCache>
                <c:ptCount val="4"/>
                <c:pt idx="0">
                  <c:v>Paso 0</c:v>
                </c:pt>
                <c:pt idx="1">
                  <c:v>Paso 1</c:v>
                </c:pt>
                <c:pt idx="2">
                  <c:v>Paso 2</c:v>
                </c:pt>
                <c:pt idx="3">
                  <c:v>Paso 3</c:v>
                </c:pt>
              </c:strCache>
            </c:strRef>
          </c:cat>
          <c:val>
            <c:numRef>
              <c:f>Hoja1!$F$2:$F$5</c:f>
              <c:numCache>
                <c:formatCode>General</c:formatCode>
                <c:ptCount val="4"/>
                <c:pt idx="0">
                  <c:v>0</c:v>
                </c:pt>
                <c:pt idx="1">
                  <c:v>-1</c:v>
                </c:pt>
                <c:pt idx="2">
                  <c:v>-2</c:v>
                </c:pt>
                <c:pt idx="3">
                  <c:v>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F9D-4A2F-A431-493F7F9C30F5}"/>
            </c:ext>
          </c:extLst>
        </c:ser>
        <c:ser>
          <c:idx val="5"/>
          <c:order val="5"/>
          <c:tx>
            <c:strRef>
              <c:f>Hoja1!$G$1</c:f>
              <c:strCache>
                <c:ptCount val="1"/>
                <c:pt idx="0">
                  <c:v>Realización 6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Hoja1!$A$2:$A$5</c:f>
              <c:strCache>
                <c:ptCount val="4"/>
                <c:pt idx="0">
                  <c:v>Paso 0</c:v>
                </c:pt>
                <c:pt idx="1">
                  <c:v>Paso 1</c:v>
                </c:pt>
                <c:pt idx="2">
                  <c:v>Paso 2</c:v>
                </c:pt>
                <c:pt idx="3">
                  <c:v>Paso 3</c:v>
                </c:pt>
              </c:strCache>
            </c:strRef>
          </c:cat>
          <c:val>
            <c:numRef>
              <c:f>Hoja1!$G$2:$G$5</c:f>
              <c:numCache>
                <c:formatCode>General</c:formatCode>
                <c:ptCount val="4"/>
                <c:pt idx="0">
                  <c:v>0</c:v>
                </c:pt>
                <c:pt idx="1">
                  <c:v>-1</c:v>
                </c:pt>
                <c:pt idx="2">
                  <c:v>-2</c:v>
                </c:pt>
                <c:pt idx="3">
                  <c:v>-1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F9D-4A2F-A431-493F7F9C30F5}"/>
            </c:ext>
          </c:extLst>
        </c:ser>
        <c:ser>
          <c:idx val="6"/>
          <c:order val="6"/>
          <c:tx>
            <c:strRef>
              <c:f>Hoja1!$H$1</c:f>
              <c:strCache>
                <c:ptCount val="1"/>
                <c:pt idx="0">
                  <c:v>Realización 7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cat>
            <c:strRef>
              <c:f>Hoja1!$A$2:$A$5</c:f>
              <c:strCache>
                <c:ptCount val="4"/>
                <c:pt idx="0">
                  <c:v>Paso 0</c:v>
                </c:pt>
                <c:pt idx="1">
                  <c:v>Paso 1</c:v>
                </c:pt>
                <c:pt idx="2">
                  <c:v>Paso 2</c:v>
                </c:pt>
                <c:pt idx="3">
                  <c:v>Paso 3</c:v>
                </c:pt>
              </c:strCache>
            </c:strRef>
          </c:cat>
          <c:val>
            <c:numRef>
              <c:f>Hoja1!$H$2:$H$5</c:f>
              <c:numCache>
                <c:formatCode>General</c:formatCode>
                <c:ptCount val="4"/>
                <c:pt idx="0">
                  <c:v>0</c:v>
                </c:pt>
                <c:pt idx="1">
                  <c:v>-1</c:v>
                </c:pt>
                <c:pt idx="2">
                  <c:v>0</c:v>
                </c:pt>
                <c:pt idx="3">
                  <c:v>-1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F9D-4A2F-A431-493F7F9C30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10968096"/>
        <c:axId val="710957928"/>
      </c:lineChart>
      <c:catAx>
        <c:axId val="7109680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L"/>
                  <a:t>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710957928"/>
        <c:crossesAt val="0"/>
        <c:auto val="1"/>
        <c:lblAlgn val="ctr"/>
        <c:lblOffset val="100"/>
        <c:noMultiLvlLbl val="0"/>
      </c:catAx>
      <c:valAx>
        <c:axId val="710957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L"/>
                  <a:t>X_t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71096809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 id="1">
  <a:schemeClr val="dk1">
    <a:tint val="88000"/>
  </a:schemeClr>
  <a:schemeClr val="dk1">
    <a:tint val="55000"/>
  </a:schemeClr>
  <a:schemeClr val="dk1">
    <a:tint val="78000"/>
  </a:schemeClr>
  <a:schemeClr val="dk1">
    <a:tint val="92000"/>
  </a:schemeClr>
  <a:schemeClr val="dk1">
    <a:tint val="70000"/>
  </a:schemeClr>
  <a:schemeClr val="dk1">
    <a:tint val="30000"/>
  </a:schemeClr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4/21/2020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4/21/2020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4/21/2020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4/21/2020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4/21/2020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4/21/2020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4/21/2020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4/21/2020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4/21/2020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4/21/2020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4/21/2020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4/21/2020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81DDD5-6A84-483F-8075-3193943240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Procesos </a:t>
            </a:r>
            <a:r>
              <a:rPr lang="es-CL" dirty="0" err="1"/>
              <a:t>estocasticos</a:t>
            </a:r>
            <a:r>
              <a:rPr lang="es-CL" dirty="0"/>
              <a:t>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D89D33-BDC3-4D1F-93A4-6F30C3DE04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CL" sz="4400" dirty="0">
                <a:solidFill>
                  <a:srgbClr val="7030A0"/>
                </a:solidFill>
              </a:rPr>
              <a:t>Ejemplo: Evolución del juego</a:t>
            </a:r>
          </a:p>
          <a:p>
            <a:endParaRPr lang="es-CL" sz="4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223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5A43B-0FB9-423C-AA31-3F40A8DD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>
                <a:latin typeface="Arial"/>
                <a:cs typeface="Arial"/>
              </a:rPr>
              <a:t>Importancia de los procesos estocásticos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D653EE-03FC-40AF-9E98-126EBD338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861" y="2638044"/>
            <a:ext cx="10601739" cy="3101983"/>
          </a:xfrm>
        </p:spPr>
        <p:txBody>
          <a:bodyPr/>
          <a:lstStyle/>
          <a:p>
            <a:pPr marL="1005524" indent="0">
              <a:lnSpc>
                <a:spcPct val="95825"/>
              </a:lnSpc>
              <a:spcBef>
                <a:spcPts val="4000"/>
              </a:spcBef>
              <a:buNone/>
            </a:pPr>
            <a:r>
              <a:rPr lang="es-CL" dirty="0">
                <a:latin typeface="Arial"/>
                <a:cs typeface="Arial"/>
              </a:rPr>
              <a:t>Conocer la evolución de los valores de la variable tratada en el tiempo y poder p</a:t>
            </a:r>
            <a:r>
              <a:rPr lang="es-CL" b="1" dirty="0">
                <a:latin typeface="Arial"/>
                <a:cs typeface="Arial"/>
              </a:rPr>
              <a:t>redecir el de los fenómenos! </a:t>
            </a:r>
          </a:p>
          <a:p>
            <a:pPr marL="1005524" indent="0">
              <a:lnSpc>
                <a:spcPct val="95825"/>
              </a:lnSpc>
              <a:spcBef>
                <a:spcPts val="4000"/>
              </a:spcBef>
              <a:buNone/>
            </a:pPr>
            <a:r>
              <a:rPr lang="es-CL" dirty="0">
                <a:latin typeface="Arial"/>
                <a:cs typeface="Arial"/>
              </a:rPr>
              <a:t>Variable aleatoria a lo largo del tiempo (espacio) nos conlleva al concepto del proceso estocástico.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67273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1A4599-B880-4F91-A59C-BF9E755D1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Ej. Evolución de juego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E4C749-0153-40BB-B374-55F747B4D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L" dirty="0"/>
              <a:t>Se lanza una moneda varias veces.  Notación: sale Cara : C, Sale Cruz: +.</a:t>
            </a:r>
          </a:p>
          <a:p>
            <a:r>
              <a:rPr lang="es-CL" dirty="0"/>
              <a:t>Espacio muestral Ω= {n-</a:t>
            </a:r>
            <a:r>
              <a:rPr lang="es-CL" dirty="0" err="1"/>
              <a:t>úplas</a:t>
            </a:r>
            <a:r>
              <a:rPr lang="es-CL" dirty="0"/>
              <a:t> de “C” y  “+”}, # Ω = 2</a:t>
            </a:r>
            <a:r>
              <a:rPr lang="es-CL" baseline="30000" dirty="0"/>
              <a:t>n</a:t>
            </a:r>
            <a:endParaRPr lang="es-CL" dirty="0"/>
          </a:p>
          <a:p>
            <a:r>
              <a:rPr lang="es-CL" dirty="0"/>
              <a:t>Supongamos que la moneda es simétrica y que están jugando dos personas de tal manera que cada vez que sale Cara, un jugador gana 1UM y si Cruz, pierde 1UM.</a:t>
            </a:r>
          </a:p>
          <a:p>
            <a:r>
              <a:rPr lang="es-CL" dirty="0"/>
              <a:t>Se puede definir un proceso estocástico {</a:t>
            </a:r>
            <a:r>
              <a:rPr lang="es-CL" dirty="0" err="1"/>
              <a:t>X</a:t>
            </a:r>
            <a:r>
              <a:rPr lang="es-CL" baseline="-25000" dirty="0" err="1"/>
              <a:t>n</a:t>
            </a:r>
            <a:r>
              <a:rPr lang="es-CL" dirty="0"/>
              <a:t>, n = 0,1,2,…}</a:t>
            </a:r>
          </a:p>
          <a:p>
            <a:r>
              <a:rPr lang="es-CL" dirty="0"/>
              <a:t>Donde </a:t>
            </a:r>
            <a:r>
              <a:rPr lang="es-CL" dirty="0" err="1"/>
              <a:t>X</a:t>
            </a:r>
            <a:r>
              <a:rPr lang="es-CL" baseline="-25000" dirty="0" err="1"/>
              <a:t>n</a:t>
            </a:r>
            <a:r>
              <a:rPr lang="es-CL" dirty="0"/>
              <a:t> =Número de unidades monetarias que quedan después de n lanzamientos de la moneda.</a:t>
            </a:r>
          </a:p>
          <a:p>
            <a:r>
              <a:rPr lang="es-CL" dirty="0"/>
              <a:t>Conjunto de estados E ={…, -3,-2,-1,0,1,2,..};  </a:t>
            </a:r>
          </a:p>
          <a:p>
            <a:r>
              <a:rPr lang="es-CL" dirty="0"/>
              <a:t>Conjunto paramétrico T ={0,1,2,3,…}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45121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463545A-38E2-4473-AFE2-0A6E8CD54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115983-B61E-450C-8FB9-09924AA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7704" y="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742C28-14E9-4D57-A5FA-A732E6BA0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1171" y="463826"/>
            <a:ext cx="3363974" cy="3713071"/>
          </a:xfrm>
          <a:noFill/>
          <a:ln>
            <a:solidFill>
              <a:srgbClr val="FFFFFF"/>
            </a:solidFill>
          </a:ln>
        </p:spPr>
        <p:txBody>
          <a:bodyPr wrap="square">
            <a:normAutofit/>
          </a:bodyPr>
          <a:lstStyle/>
          <a:p>
            <a:r>
              <a:rPr lang="es-CL" dirty="0"/>
              <a:t>Sea n=6</a:t>
            </a:r>
            <a:br>
              <a:rPr lang="es-CL" dirty="0"/>
            </a:br>
            <a:r>
              <a:rPr lang="es-CL" dirty="0"/>
              <a:t>Realización 1: {“C”, “C”, “+”, “+”, “+”, “+”,}</a:t>
            </a:r>
            <a:br>
              <a:rPr lang="es-CL" dirty="0"/>
            </a:br>
            <a:r>
              <a:rPr lang="es-CL" dirty="0"/>
              <a:t>Realización 2: {“+”,“C”, “+”, “C”, “C”, “C”,}, etc.</a:t>
            </a:r>
            <a:endParaRPr lang="es-CL" dirty="0">
              <a:solidFill>
                <a:srgbClr val="FFFFFF"/>
              </a:solidFill>
            </a:endParaRP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E04FC940-9E2B-46A5-989F-AFF5C9FA2C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7658518"/>
              </p:ext>
            </p:extLst>
          </p:nvPr>
        </p:nvGraphicFramePr>
        <p:xfrm>
          <a:off x="920750" y="965200"/>
          <a:ext cx="5651500" cy="4968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52320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0E894F9E-C90A-47C1-A96E-D38309A48BCA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021028151"/>
              </p:ext>
            </p:extLst>
          </p:nvPr>
        </p:nvGraphicFramePr>
        <p:xfrm>
          <a:off x="804334" y="804334"/>
          <a:ext cx="10583332" cy="52493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51902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30CF2BB-1473-4DE3-AA43-186CB7B35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s-CL"/>
              <a:t>N=3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6EE863-1076-4625-BAA9-F9F711F51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L" baseline="-25000" dirty="0">
              <a:solidFill>
                <a:srgbClr val="404040"/>
              </a:solidFill>
            </a:endParaRPr>
          </a:p>
          <a:p>
            <a:pPr marL="0" indent="0" algn="ctr">
              <a:buNone/>
            </a:pPr>
            <a:r>
              <a:rPr lang="es-CL" dirty="0">
                <a:solidFill>
                  <a:srgbClr val="404040"/>
                </a:solidFill>
              </a:rPr>
              <a:t>El conjunto de posibles estados: E</a:t>
            </a:r>
            <a:r>
              <a:rPr lang="es-CL" baseline="-25000" dirty="0">
                <a:solidFill>
                  <a:srgbClr val="404040"/>
                </a:solidFill>
              </a:rPr>
              <a:t>3</a:t>
            </a:r>
            <a:r>
              <a:rPr lang="es-CL" dirty="0">
                <a:solidFill>
                  <a:srgbClr val="404040"/>
                </a:solidFill>
              </a:rPr>
              <a:t>={3,1,-</a:t>
            </a:r>
            <a:r>
              <a:rPr lang="es-CL">
                <a:solidFill>
                  <a:srgbClr val="404040"/>
                </a:solidFill>
              </a:rPr>
              <a:t>1,-3</a:t>
            </a:r>
            <a:r>
              <a:rPr lang="es-CL" dirty="0">
                <a:solidFill>
                  <a:srgbClr val="404040"/>
                </a:solidFill>
              </a:rPr>
              <a:t>}.</a:t>
            </a:r>
          </a:p>
          <a:p>
            <a:r>
              <a:rPr lang="es-CL" dirty="0">
                <a:solidFill>
                  <a:srgbClr val="404040"/>
                </a:solidFill>
              </a:rPr>
              <a:t>P(X</a:t>
            </a:r>
            <a:r>
              <a:rPr lang="es-CL" baseline="-25000" dirty="0">
                <a:solidFill>
                  <a:srgbClr val="404040"/>
                </a:solidFill>
              </a:rPr>
              <a:t>3</a:t>
            </a:r>
            <a:r>
              <a:rPr lang="es-CL" dirty="0">
                <a:solidFill>
                  <a:srgbClr val="404040"/>
                </a:solidFill>
              </a:rPr>
              <a:t>=3) = (½)</a:t>
            </a:r>
            <a:r>
              <a:rPr lang="es-CL" baseline="30000" dirty="0">
                <a:solidFill>
                  <a:srgbClr val="404040"/>
                </a:solidFill>
              </a:rPr>
              <a:t>3</a:t>
            </a:r>
            <a:r>
              <a:rPr lang="es-CL" dirty="0">
                <a:solidFill>
                  <a:srgbClr val="404040"/>
                </a:solidFill>
              </a:rPr>
              <a:t>=1/8.</a:t>
            </a:r>
          </a:p>
          <a:p>
            <a:r>
              <a:rPr lang="es-CL" dirty="0">
                <a:solidFill>
                  <a:srgbClr val="404040"/>
                </a:solidFill>
              </a:rPr>
              <a:t>A cambio, P(X</a:t>
            </a:r>
            <a:r>
              <a:rPr lang="es-CL" baseline="-25000" dirty="0">
                <a:solidFill>
                  <a:srgbClr val="404040"/>
                </a:solidFill>
              </a:rPr>
              <a:t>3</a:t>
            </a:r>
            <a:r>
              <a:rPr lang="es-CL" dirty="0">
                <a:solidFill>
                  <a:srgbClr val="404040"/>
                </a:solidFill>
              </a:rPr>
              <a:t>=1) = 3(½)</a:t>
            </a:r>
            <a:r>
              <a:rPr lang="es-CL" baseline="30000" dirty="0">
                <a:solidFill>
                  <a:srgbClr val="404040"/>
                </a:solidFill>
              </a:rPr>
              <a:t>3</a:t>
            </a:r>
            <a:r>
              <a:rPr lang="es-CL" dirty="0">
                <a:solidFill>
                  <a:srgbClr val="404040"/>
                </a:solidFill>
              </a:rPr>
              <a:t>=3/8.</a:t>
            </a:r>
          </a:p>
          <a:p>
            <a:r>
              <a:rPr lang="es-CL" dirty="0">
                <a:solidFill>
                  <a:srgbClr val="404040"/>
                </a:solidFill>
              </a:rPr>
              <a:t>P(está arruinado después de jugar 3 veces) = P(X</a:t>
            </a:r>
            <a:r>
              <a:rPr lang="es-CL" baseline="-25000" dirty="0">
                <a:solidFill>
                  <a:srgbClr val="404040"/>
                </a:solidFill>
              </a:rPr>
              <a:t>3</a:t>
            </a:r>
            <a:r>
              <a:rPr lang="es-CL" dirty="0">
                <a:solidFill>
                  <a:srgbClr val="404040"/>
                </a:solidFill>
              </a:rPr>
              <a:t>=-1)+ P(X</a:t>
            </a:r>
            <a:r>
              <a:rPr lang="es-CL" baseline="-25000" dirty="0">
                <a:solidFill>
                  <a:srgbClr val="404040"/>
                </a:solidFill>
              </a:rPr>
              <a:t>3</a:t>
            </a:r>
            <a:r>
              <a:rPr lang="es-CL" dirty="0">
                <a:solidFill>
                  <a:srgbClr val="404040"/>
                </a:solidFill>
              </a:rPr>
              <a:t>=-3)= 1/8+3/8=1/2.</a:t>
            </a:r>
          </a:p>
          <a:p>
            <a:pPr marL="0" indent="0" algn="ctr">
              <a:buNone/>
            </a:pPr>
            <a:r>
              <a:rPr lang="es-CL" sz="2000" dirty="0">
                <a:solidFill>
                  <a:srgbClr val="404040"/>
                </a:solidFill>
              </a:rPr>
              <a:t>Conclusión: </a:t>
            </a:r>
            <a:r>
              <a:rPr lang="es-CL" sz="2000" dirty="0" err="1">
                <a:solidFill>
                  <a:srgbClr val="404040"/>
                </a:solidFill>
              </a:rPr>
              <a:t>X</a:t>
            </a:r>
            <a:r>
              <a:rPr lang="es-CL" sz="2000" baseline="-25000" dirty="0" err="1">
                <a:solidFill>
                  <a:srgbClr val="404040"/>
                </a:solidFill>
              </a:rPr>
              <a:t>n</a:t>
            </a:r>
            <a:r>
              <a:rPr lang="es-CL" sz="2000" dirty="0">
                <a:solidFill>
                  <a:srgbClr val="404040"/>
                </a:solidFill>
              </a:rPr>
              <a:t> ~ Binomial(n, 1/2).</a:t>
            </a:r>
          </a:p>
        </p:txBody>
      </p:sp>
    </p:spTree>
    <p:extLst>
      <p:ext uri="{BB962C8B-B14F-4D97-AF65-F5344CB8AC3E}">
        <p14:creationId xmlns:p14="http://schemas.microsoft.com/office/powerpoint/2010/main" val="2866929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aquete">
  <a:themeElements>
    <a:clrScheme name="Parcel">
      <a:dk1>
        <a:srgbClr val="000000"/>
      </a:dk1>
      <a:lt1>
        <a:srgbClr val="FFFFFF"/>
      </a:lt1>
      <a:dk2>
        <a:srgbClr val="635D4D"/>
      </a:dk2>
      <a:lt2>
        <a:srgbClr val="D8D6BA"/>
      </a:lt2>
      <a:accent1>
        <a:srgbClr val="9CBEBD"/>
      </a:accent1>
      <a:accent2>
        <a:srgbClr val="D2CB6C"/>
      </a:accent2>
      <a:accent3>
        <a:srgbClr val="9D9A93"/>
      </a:accent3>
      <a:accent4>
        <a:srgbClr val="C89F5D"/>
      </a:accent4>
      <a:accent5>
        <a:srgbClr val="A9A57C"/>
      </a:accent5>
      <a:accent6>
        <a:srgbClr val="95A39D"/>
      </a:accent6>
      <a:hlink>
        <a:srgbClr val="D25814"/>
      </a:hlink>
      <a:folHlink>
        <a:srgbClr val="849A0A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300</Words>
  <Application>Microsoft Office PowerPoint</Application>
  <PresentationFormat>Panorámica</PresentationFormat>
  <Paragraphs>29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Paquete</vt:lpstr>
      <vt:lpstr>Procesos estocasticos </vt:lpstr>
      <vt:lpstr>Importancia de los procesos estocásticos</vt:lpstr>
      <vt:lpstr>Ej. Evolución de juego</vt:lpstr>
      <vt:lpstr>Sea n=6 Realización 1: {“C”, “C”, “+”, “+”, “+”, “+”,} Realización 2: {“+”,“C”, “+”, “C”, “C”, “C”,}, etc.</vt:lpstr>
      <vt:lpstr>Presentación de PowerPoint</vt:lpstr>
      <vt:lpstr>N=3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Procesos estocasticos </dc:title>
  <dc:creator>Nora Serdyukova</dc:creator>
  <cp:lastModifiedBy>Nora Serdyukova</cp:lastModifiedBy>
  <cp:revision>1</cp:revision>
  <dcterms:created xsi:type="dcterms:W3CDTF">2020-04-21T17:38:55Z</dcterms:created>
  <dcterms:modified xsi:type="dcterms:W3CDTF">2020-04-21T22:52:46Z</dcterms:modified>
</cp:coreProperties>
</file>